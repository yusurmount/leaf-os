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8_DFDCB48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23_37F0E3A0.xml" ContentType="application/vnd.ms-powerpoint.comments+xml"/>
  <Override PartName="/ppt/comments/modernComment_105_CBFE7DBE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F_CF2C280A.xml" ContentType="application/vnd.ms-powerpoint.comments+xml"/>
  <Override PartName="/ppt/notesSlides/notesSlide15.xml" ContentType="application/vnd.openxmlformats-officedocument.presentationml.notesSlide+xml"/>
  <Override PartName="/ppt/comments/modernComment_111_61CCFAA2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modernComment_118_89B7228A.xml" ContentType="application/vnd.ms-powerpoint.comment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omments/modernComment_122_AC97742F.xml" ContentType="application/vnd.ms-powerpoint.comments+xml"/>
  <Override PartName="/ppt/notesSlides/notesSlide47.xml" ContentType="application/vnd.openxmlformats-officedocument.presentationml.notesSlide+xml"/>
  <Override PartName="/ppt/comments/modernComment_121_1E197F79.xml" ContentType="application/vnd.ms-powerpoint.comments+xml"/>
  <Override PartName="/ppt/notesSlides/notesSlide48.xml" ContentType="application/vnd.openxmlformats-officedocument.presentationml.notesSlide+xml"/>
  <Override PartName="/ppt/comments/modernComment_16D_75AF80D4.xml" ContentType="application/vnd.ms-powerpoint.comments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omments/modernComment_17B_7F49B7F8.xml" ContentType="application/vnd.ms-powerpoint.comments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omments/modernComment_184_8F6B1876.xml" ContentType="application/vnd.ms-powerpoint.comment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9"/>
  </p:notesMasterIdLst>
  <p:sldIdLst>
    <p:sldId id="277" r:id="rId2"/>
    <p:sldId id="278" r:id="rId3"/>
    <p:sldId id="392" r:id="rId4"/>
    <p:sldId id="447" r:id="rId5"/>
    <p:sldId id="291" r:id="rId6"/>
    <p:sldId id="438" r:id="rId7"/>
    <p:sldId id="256" r:id="rId8"/>
    <p:sldId id="257" r:id="rId9"/>
    <p:sldId id="258" r:id="rId10"/>
    <p:sldId id="259" r:id="rId11"/>
    <p:sldId id="260" r:id="rId12"/>
    <p:sldId id="382" r:id="rId13"/>
    <p:sldId id="261" r:id="rId14"/>
    <p:sldId id="265" r:id="rId15"/>
    <p:sldId id="262" r:id="rId16"/>
    <p:sldId id="264" r:id="rId17"/>
    <p:sldId id="267" r:id="rId18"/>
    <p:sldId id="268" r:id="rId19"/>
    <p:sldId id="457" r:id="rId20"/>
    <p:sldId id="270" r:id="rId21"/>
    <p:sldId id="272" r:id="rId22"/>
    <p:sldId id="271" r:id="rId23"/>
    <p:sldId id="273" r:id="rId24"/>
    <p:sldId id="269" r:id="rId25"/>
    <p:sldId id="446" r:id="rId26"/>
    <p:sldId id="445" r:id="rId27"/>
    <p:sldId id="279" r:id="rId28"/>
    <p:sldId id="426" r:id="rId29"/>
    <p:sldId id="425" r:id="rId30"/>
    <p:sldId id="427" r:id="rId31"/>
    <p:sldId id="281" r:id="rId32"/>
    <p:sldId id="280" r:id="rId33"/>
    <p:sldId id="413" r:id="rId34"/>
    <p:sldId id="414" r:id="rId35"/>
    <p:sldId id="415" r:id="rId36"/>
    <p:sldId id="416" r:id="rId37"/>
    <p:sldId id="417" r:id="rId38"/>
    <p:sldId id="452" r:id="rId39"/>
    <p:sldId id="419" r:id="rId40"/>
    <p:sldId id="418" r:id="rId41"/>
    <p:sldId id="421" r:id="rId42"/>
    <p:sldId id="422" r:id="rId43"/>
    <p:sldId id="423" r:id="rId44"/>
    <p:sldId id="428" r:id="rId45"/>
    <p:sldId id="458" r:id="rId46"/>
    <p:sldId id="448" r:id="rId47"/>
    <p:sldId id="449" r:id="rId48"/>
    <p:sldId id="450" r:id="rId49"/>
    <p:sldId id="451" r:id="rId50"/>
    <p:sldId id="455" r:id="rId51"/>
    <p:sldId id="456" r:id="rId52"/>
    <p:sldId id="284" r:id="rId53"/>
    <p:sldId id="288" r:id="rId54"/>
    <p:sldId id="290" r:id="rId55"/>
    <p:sldId id="289" r:id="rId56"/>
    <p:sldId id="365" r:id="rId57"/>
    <p:sldId id="366" r:id="rId58"/>
    <p:sldId id="367" r:id="rId59"/>
    <p:sldId id="368" r:id="rId60"/>
    <p:sldId id="453" r:id="rId61"/>
    <p:sldId id="369" r:id="rId62"/>
    <p:sldId id="454" r:id="rId63"/>
    <p:sldId id="370" r:id="rId64"/>
    <p:sldId id="371" r:id="rId65"/>
    <p:sldId id="373" r:id="rId66"/>
    <p:sldId id="374" r:id="rId67"/>
    <p:sldId id="375" r:id="rId68"/>
    <p:sldId id="376" r:id="rId69"/>
    <p:sldId id="377" r:id="rId70"/>
    <p:sldId id="378" r:id="rId71"/>
    <p:sldId id="379" r:id="rId72"/>
    <p:sldId id="380" r:id="rId73"/>
    <p:sldId id="388" r:id="rId74"/>
    <p:sldId id="389" r:id="rId75"/>
    <p:sldId id="381" r:id="rId76"/>
    <p:sldId id="393" r:id="rId77"/>
    <p:sldId id="394" r:id="rId78"/>
    <p:sldId id="400" r:id="rId79"/>
    <p:sldId id="395" r:id="rId80"/>
    <p:sldId id="396" r:id="rId81"/>
    <p:sldId id="397" r:id="rId82"/>
    <p:sldId id="398" r:id="rId83"/>
    <p:sldId id="399" r:id="rId84"/>
    <p:sldId id="401" r:id="rId85"/>
    <p:sldId id="402" r:id="rId86"/>
    <p:sldId id="403" r:id="rId87"/>
    <p:sldId id="410" r:id="rId88"/>
    <p:sldId id="406" r:id="rId89"/>
    <p:sldId id="408" r:id="rId90"/>
    <p:sldId id="409" r:id="rId91"/>
    <p:sldId id="430" r:id="rId92"/>
    <p:sldId id="429" r:id="rId93"/>
    <p:sldId id="431" r:id="rId94"/>
    <p:sldId id="432" r:id="rId95"/>
    <p:sldId id="433" r:id="rId96"/>
    <p:sldId id="434" r:id="rId97"/>
    <p:sldId id="435" r:id="rId98"/>
    <p:sldId id="436" r:id="rId99"/>
    <p:sldId id="437" r:id="rId100"/>
    <p:sldId id="460" r:id="rId101"/>
    <p:sldId id="461" r:id="rId102"/>
    <p:sldId id="439" r:id="rId103"/>
    <p:sldId id="440" r:id="rId104"/>
    <p:sldId id="441" r:id="rId105"/>
    <p:sldId id="442" r:id="rId106"/>
    <p:sldId id="443" r:id="rId107"/>
    <p:sldId id="459" r:id="rId108"/>
  </p:sldIdLst>
  <p:sldSz cx="12192000" cy="6858000"/>
  <p:notesSz cx="6858000" cy="9144000"/>
  <p:custShowLst>
    <p:custShow name="oobe" id="0">
      <p:sldLst>
        <p:sld r:id="rId25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e" id="{5F32F72B-6D8C-465F-913E-502B258E04E0}">
          <p14:sldIdLst>
            <p14:sldId id="277"/>
            <p14:sldId id="278"/>
            <p14:sldId id="392"/>
          </p14:sldIdLst>
        </p14:section>
        <p14:section name="封面制作" id="{6825A310-C065-44A1-AC65-DCF52ED22A1D}">
          <p14:sldIdLst>
            <p14:sldId id="447"/>
          </p14:sldIdLst>
        </p14:section>
        <p14:section name="重启" id="{0004EB39-F60E-417C-8FF5-5B995DB079A3}">
          <p14:sldIdLst>
            <p14:sldId id="291"/>
          </p14:sldIdLst>
        </p14:section>
        <p14:section name="启动" id="{0B1B631F-508B-4C9A-8CBB-4BD9B7C8EBD8}">
          <p14:sldIdLst>
            <p14:sldId id="438"/>
            <p14:sldId id="256"/>
            <p14:sldId id="257"/>
            <p14:sldId id="258"/>
            <p14:sldId id="259"/>
            <p14:sldId id="260"/>
            <p14:sldId id="382"/>
          </p14:sldIdLst>
        </p14:section>
        <p14:section name="向导" id="{E9E7E3AD-745F-4962-B92C-43819FA0B153}">
          <p14:sldIdLst>
            <p14:sldId id="261"/>
            <p14:sldId id="265"/>
            <p14:sldId id="262"/>
            <p14:sldId id="264"/>
            <p14:sldId id="267"/>
            <p14:sldId id="268"/>
            <p14:sldId id="457"/>
            <p14:sldId id="270"/>
            <p14:sldId id="272"/>
            <p14:sldId id="271"/>
            <p14:sldId id="273"/>
            <p14:sldId id="269"/>
          </p14:sldIdLst>
        </p14:section>
        <p14:section name="锁屏" id="{83B5A6C6-EAE2-4EB9-9F71-BC20BEC6D97E}">
          <p14:sldIdLst>
            <p14:sldId id="446"/>
            <p14:sldId id="445"/>
          </p14:sldIdLst>
        </p14:section>
        <p14:section name="主界面" id="{7A2C4150-5BA5-4238-9145-8A4ED5A13E11}">
          <p14:sldIdLst>
            <p14:sldId id="279"/>
          </p14:sldIdLst>
        </p14:section>
        <p14:section name="实验" id="{CB1AF451-F6D8-463D-9F03-D8AB6D0423AD}">
          <p14:sldIdLst>
            <p14:sldId id="426"/>
            <p14:sldId id="425"/>
            <p14:sldId id="427"/>
          </p14:sldIdLst>
        </p14:section>
        <p14:section name="设置" id="{B1343DA0-2E96-4F16-9B06-A0FA55BB82A9}">
          <p14:sldIdLst>
            <p14:sldId id="281"/>
            <p14:sldId id="280"/>
            <p14:sldId id="413"/>
            <p14:sldId id="414"/>
            <p14:sldId id="415"/>
            <p14:sldId id="416"/>
            <p14:sldId id="417"/>
            <p14:sldId id="452"/>
            <p14:sldId id="419"/>
            <p14:sldId id="418"/>
            <p14:sldId id="421"/>
            <p14:sldId id="422"/>
            <p14:sldId id="423"/>
            <p14:sldId id="428"/>
            <p14:sldId id="458"/>
            <p14:sldId id="448"/>
            <p14:sldId id="449"/>
            <p14:sldId id="450"/>
            <p14:sldId id="451"/>
            <p14:sldId id="455"/>
            <p14:sldId id="456"/>
          </p14:sldIdLst>
        </p14:section>
        <p14:section name="电源" id="{F73E5194-CC9C-42A5-A712-19A3F1646980}">
          <p14:sldIdLst>
            <p14:sldId id="284"/>
            <p14:sldId id="288"/>
            <p14:sldId id="290"/>
            <p14:sldId id="289"/>
          </p14:sldIdLst>
        </p14:section>
        <p14:section name="卫星" id="{E109CF58-BA65-4B65-90FC-663DA8BE7017}">
          <p14:sldIdLst>
            <p14:sldId id="365"/>
            <p14:sldId id="366"/>
            <p14:sldId id="367"/>
            <p14:sldId id="368"/>
            <p14:sldId id="453"/>
            <p14:sldId id="369"/>
            <p14:sldId id="454"/>
            <p14:sldId id="370"/>
            <p14:sldId id="371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8"/>
            <p14:sldId id="389"/>
            <p14:sldId id="381"/>
          </p14:sldIdLst>
        </p14:section>
        <p14:section name="相机" id="{6911151E-7A57-47F1-AA05-9E59A91EEDBE}">
          <p14:sldIdLst>
            <p14:sldId id="393"/>
            <p14:sldId id="394"/>
            <p14:sldId id="400"/>
            <p14:sldId id="395"/>
            <p14:sldId id="396"/>
            <p14:sldId id="397"/>
            <p14:sldId id="398"/>
            <p14:sldId id="399"/>
            <p14:sldId id="401"/>
          </p14:sldIdLst>
        </p14:section>
        <p14:section name="相册" id="{998F2B70-D4E8-415B-B9C6-8F9479B87F3C}">
          <p14:sldIdLst>
            <p14:sldId id="402"/>
            <p14:sldId id="403"/>
            <p14:sldId id="410"/>
            <p14:sldId id="406"/>
            <p14:sldId id="408"/>
            <p14:sldId id="409"/>
          </p14:sldIdLst>
        </p14:section>
        <p14:section name="BT" id="{4FDC9194-475E-42DC-A9CE-47F3CEDF4AD3}">
          <p14:sldIdLst>
            <p14:sldId id="430"/>
            <p14:sldId id="429"/>
            <p14:sldId id="431"/>
            <p14:sldId id="432"/>
            <p14:sldId id="433"/>
            <p14:sldId id="434"/>
            <p14:sldId id="435"/>
            <p14:sldId id="436"/>
            <p14:sldId id="437"/>
            <p14:sldId id="460"/>
            <p14:sldId id="461"/>
            <p14:sldId id="439"/>
            <p14:sldId id="440"/>
            <p14:sldId id="441"/>
            <p14:sldId id="442"/>
            <p14:sldId id="443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0B5B67-6B5C-B5E9-8745-9B4BDDBC0DBF}" name="夌 雨" initials="夌雨" userId="d086e8e3883354a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7A9C"/>
    <a:srgbClr val="0E0E0E"/>
    <a:srgbClr val="000000"/>
    <a:srgbClr val="00C85A"/>
    <a:srgbClr val="4CAF50"/>
    <a:srgbClr val="00D25F"/>
    <a:srgbClr val="3ADE00"/>
    <a:srgbClr val="44FF01"/>
    <a:srgbClr val="E0F1FF"/>
    <a:srgbClr val="62A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38B30-422E-4402-919B-251B1837D021}" v="2777" dt="2025-08-26T07:44:32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88" autoAdjust="0"/>
    <p:restoredTop sz="92500" autoAdjust="0"/>
  </p:normalViewPr>
  <p:slideViewPr>
    <p:cSldViewPr snapToGrid="0">
      <p:cViewPr>
        <p:scale>
          <a:sx n="75" d="100"/>
          <a:sy n="75" d="100"/>
        </p:scale>
        <p:origin x="3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4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microsoft.com/office/2018/10/relationships/authors" Target="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omments/modernComment_10F_CF2C28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EC4313-6FB7-4019-AADB-31E58C1DBDB2}" authorId="{A00B5B67-6B5C-B5E9-8745-9B4BDDBC0DBF}" status="resolved" created="2025-07-06T08:57:48.152">
    <pc:sldMkLst xmlns:pc="http://schemas.microsoft.com/office/powerpoint/2013/main/command">
      <pc:docMk/>
      <pc:sldMk cId="3475777546" sldId="271"/>
    </pc:sldMkLst>
    <p188:txBody>
      <a:bodyPr/>
      <a:lstStyle/>
      <a:p>
        <a:r>
          <a:rPr lang="zh-CN" altLang="en-US"/>
          <a:t>修改卫星通话选项</a:t>
        </a:r>
      </a:p>
    </p188:txBody>
  </p188:cm>
</p188:cmLst>
</file>

<file path=ppt/comments/modernComment_16D_75AF80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CB4F33-224A-4AC5-8245-015FD1196545}" authorId="{A00B5B67-6B5C-B5E9-8745-9B4BDDBC0DBF}" status="resolved" created="2025-07-07T12:02:16.748" complete="100000">
    <pc:sldMkLst xmlns:pc="http://schemas.microsoft.com/office/powerpoint/2013/main/command">
      <pc:docMk/>
      <pc:sldMk cId="1974436052" sldId="365"/>
    </pc:sldMkLst>
    <p188:txBody>
      <a:bodyPr/>
      <a:lstStyle/>
      <a:p>
        <a:r>
          <a:rPr lang="zh-CN" altLang="en-US"/>
          <a:t>优化 按钮样式</a:t>
        </a:r>
      </a:p>
    </p188:txBody>
  </p188:cm>
</p188:cmLst>
</file>

<file path=ppt/comments/modernComment_17B_7F49B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1AF372-81F1-42D9-B45B-1021E31C8C45}" authorId="{A00B5B67-6B5C-B5E9-8745-9B4BDDBC0DBF}" status="resolved" created="2025-07-06T08:46:16.990" complete="100000">
    <pc:sldMkLst xmlns:pc="http://schemas.microsoft.com/office/powerpoint/2013/main/command">
      <pc:docMk/>
      <pc:sldMk cId="2135537656" sldId="379"/>
    </pc:sldMkLst>
    <p188:txBody>
      <a:bodyPr/>
      <a:lstStyle/>
      <a:p>
        <a:r>
          <a:rPr lang="zh-CN" altLang="en-US"/>
          <a:t>优化卫星配色
增加信号强度指示</a:t>
        </a:r>
      </a:p>
    </p188:txBody>
  </p188:cm>
</p188:cmLst>
</file>

<file path=ppt/comments/modernComment_105_CBFE7D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C00BDD-45CE-4632-92DC-5065333A6A5B}" authorId="{A00B5B67-6B5C-B5E9-8745-9B4BDDBC0DBF}" status="resolved" created="2025-07-06T08:58:51.420">
    <pc:sldMkLst xmlns:pc="http://schemas.microsoft.com/office/powerpoint/2013/main/command">
      <pc:docMk/>
      <pc:sldMk cId="3422453182" sldId="261"/>
    </pc:sldMkLst>
    <p188:txBody>
      <a:bodyPr/>
      <a:lstStyle/>
      <a:p>
        <a:r>
          <a:rPr lang="zh-CN" altLang="en-US"/>
          <a:t>修改欢迎语</a:t>
        </a:r>
      </a:p>
    </p188:txBody>
  </p188:cm>
</p188:cmLst>
</file>

<file path=ppt/comments/modernComment_111_61CCFA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A14FC-83FD-4C9A-AA99-9AC1B6D4BDF4}" authorId="{A00B5B67-6B5C-B5E9-8745-9B4BDDBC0DBF}" status="resolved" created="2025-07-07T12:07:02.103">
    <pc:sldMkLst xmlns:pc="http://schemas.microsoft.com/office/powerpoint/2013/main/command">
      <pc:docMk/>
      <pc:sldMk cId="1640823458" sldId="273"/>
    </pc:sldMkLst>
    <p188:txBody>
      <a:bodyPr/>
      <a:lstStyle/>
      <a:p>
        <a:r>
          <a:rPr lang="zh-CN" altLang="en-US"/>
          <a:t>修改完成语</a:t>
        </a:r>
      </a:p>
    </p188:txBody>
  </p188:cm>
</p188:cmLst>
</file>

<file path=ppt/comments/modernComment_118_89B722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737DFC-500B-4B5B-B18F-1B56F337ED5B}" authorId="{A00B5B67-6B5C-B5E9-8745-9B4BDDBC0DBF}" status="resolved" created="2025-07-06T08:44:47.795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优化App过渡动画
By 亥鸥_HYO</a:t>
        </a:r>
      </a:p>
    </p188:txBody>
  </p188:cm>
  <p188:cm id="{FFC0744D-04DB-466D-89A9-516383618D84}" authorId="{A00B5B67-6B5C-B5E9-8745-9B4BDDBC0DBF}" status="resolved" created="2025-07-07T15:32:06.202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 启动动画</a:t>
        </a:r>
      </a:p>
    </p188:txBody>
  </p188:cm>
</p188:cmLst>
</file>

<file path=ppt/comments/modernComment_121_1E197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11C8E6-FFA0-4FFB-9E3D-69DF7AB1C6B8}" authorId="{A00B5B67-6B5C-B5E9-8745-9B4BDDBC0DBF}" status="resolved" created="2025-07-06T08:45:52.850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增加关机界面</a:t>
        </a:r>
      </a:p>
    </p188:txBody>
  </p188:cm>
  <p188:cm id="{E4B72B70-D082-418D-89FC-ABAE353731DC}" authorId="{A00B5B67-6B5C-B5E9-8745-9B4BDDBC0DBF}" status="resolved" created="2025-07-06T09:55:43.45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04987513" sldId="289"/>
      <ac:spMk id="4" creationId="{4DA0F886-486E-B6E3-D858-C1EEE3A7439D}"/>
    </ac:deMkLst>
    <p188:txBody>
      <a:bodyPr/>
      <a:lstStyle/>
      <a:p>
        <a:r>
          <a:rPr lang="zh-CN" altLang="en-US"/>
          <a:t>增加 退出按钮</a:t>
        </a:r>
      </a:p>
    </p188:txBody>
  </p188:cm>
  <p188:cm id="{AAF97029-F477-40B5-93FD-28E76F1A06B1}" authorId="{A00B5B67-6B5C-B5E9-8745-9B4BDDBC0DBF}" status="resolved" created="2025-07-07T12:01:51.686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优化 按钮显示位置</a:t>
        </a:r>
      </a:p>
    </p188:txBody>
  </p188:cm>
</p188:cmLst>
</file>

<file path=ppt/comments/modernComment_122_AC97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D6E4BC-9993-4697-A80B-89F24C84F75B}" authorId="{A00B5B67-6B5C-B5E9-8745-9B4BDDBC0DBF}" status="resolved" created="2025-07-06T08:45:41.172" complete="100000">
    <pc:sldMkLst xmlns:pc="http://schemas.microsoft.com/office/powerpoint/2013/main/command">
      <pc:docMk/>
      <pc:sldMk cId="2895606831" sldId="290"/>
    </pc:sldMkLst>
    <p188:txBody>
      <a:bodyPr/>
      <a:lstStyle/>
      <a:p>
        <a:r>
          <a:rPr lang="zh-CN" altLang="en-US"/>
          <a:t>优化电源动画</a:t>
        </a:r>
      </a:p>
    </p188:txBody>
  </p188:cm>
</p188:cmLst>
</file>

<file path=ppt/comments/modernComment_123_37F0E3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AAB480-947A-41D2-A469-C9A29531681E}" authorId="{A00B5B67-6B5C-B5E9-8745-9B4BDDBC0DBF}" status="resolved" created="2025-07-06T08:44:03.310" complete="100000">
    <pc:sldMkLst xmlns:pc="http://schemas.microsoft.com/office/powerpoint/2013/main/command">
      <pc:docMk/>
      <pc:sldMk cId="938533792" sldId="291"/>
    </pc:sldMkLst>
    <p188:txBody>
      <a:bodyPr/>
      <a:lstStyle/>
      <a:p>
        <a:r>
          <a:rPr lang="zh-CN" altLang="en-US"/>
          <a:t>改进了电源动画</a:t>
        </a:r>
      </a:p>
    </p188:txBody>
  </p188:cm>
</p188:cmLst>
</file>

<file path=ppt/comments/modernComment_184_8F6B18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BEEA75-9433-45C0-BA98-CB6ACA00612B}" authorId="{A00B5B67-6B5C-B5E9-8745-9B4BDDBC0DBF}" status="resolved" created="2025-07-06T08:46:44.169" complete="100000">
    <pc:sldMkLst xmlns:pc="http://schemas.microsoft.com/office/powerpoint/2013/main/command">
      <pc:docMk/>
      <pc:sldMk cId="2406160502" sldId="388"/>
    </pc:sldMkLst>
    <p188:txBody>
      <a:bodyPr/>
      <a:lstStyle/>
      <a:p>
        <a:r>
          <a:rPr lang="zh-CN" altLang="en-US"/>
          <a:t>准备增加拨号界面</a:t>
        </a:r>
      </a:p>
    </p188:txBody>
  </p188:cm>
</p188:cmLst>
</file>

<file path=ppt/comments/modernComment_188_DFDCB4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E1AEE3-ABE0-483E-B594-46B3AFA2CAC4}" authorId="{A00B5B67-6B5C-B5E9-8745-9B4BDDBC0DBF}" created="2025-07-07T12:36:04.5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55783300" sldId="392"/>
      <ac:spMk id="50" creationId="{9942987C-1A35-6870-19D2-58E0672473C5}"/>
    </ac:deMkLst>
    <p188:txBody>
      <a:bodyPr/>
      <a:lstStyle/>
      <a:p>
        <a:r>
          <a:rPr lang="zh-CN" altLang="en-US"/>
          <a:t>拨号的x为退位按钮，图标暂时找不到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9118-45B6-426A-AB4A-F1CDD1A7C277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DB11-43BD-48B4-8B48-AB40787BD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0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9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DA97-182E-36FD-AD4F-ADD6C2DE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242527-B83B-BCAB-36F7-FA03A3421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A7AEA-3D01-C9D5-D8BE-4A41B807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2E854-0F39-AC56-97E6-D7410BC42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967C-58A7-5A9E-BE64-9B985940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5ECB7-C91C-E34B-05F5-3CC9BD35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20A939-9BA6-2C2C-25A5-947619B3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4F09D-7DA8-4993-4053-0999C0B67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48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93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F34A-8B0D-B7A9-7371-39265F06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10A73-51B6-607A-B440-741CEB5D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C3D753-5BB6-DDF8-5A81-912A2BF8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9D83B-B6F3-C9B0-96C7-7DA73D6C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318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3AAC-43FC-A5CC-7C1B-7F151F02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6DD021-2CE0-D8BD-A0D4-9870462AA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562BE9-70E2-A9CE-3B1F-E3AD8641A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8D517-3A9C-8D6D-CA02-95C12B25E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06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213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10CB-0BA1-F372-CC9B-E983CF42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51514-6261-3CAF-DD76-FB9F5A050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61BF73-D04A-2ECC-E318-EE0207B96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C3748-A4E5-3C95-A714-911104E12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549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30B4-054D-8027-AE4F-BFD4055C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11669-07C2-B28B-E32F-B319F879E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CCB4E6-981C-E54C-8642-35821190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DBDF26-347A-2EED-4552-4D7DC4048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329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CF3C-03CF-124C-937E-FF635FE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17AAD9-58E5-0BDE-DADE-059DA4B24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757-E34D-2FE7-B765-61360881E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40D2D-9615-2787-BF92-78C38750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025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8803-3261-648C-3A8C-9E3F255A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39023-E502-C3CD-2897-BF8E18A21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DCB0E-C782-0DD3-6741-353B15EBF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2DB96-774D-A38A-7D2D-C76043F07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033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6A6-D66F-F84E-698A-23F6CC18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B9E01-0746-7082-FA41-FE0D1C93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570933-D50A-FCE3-BA2A-A80A71B7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1B75D-B552-499D-EEDC-6E1C8E6F1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253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8275-02F0-A2FF-AB0E-3C89682B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7B82C-FDAE-1068-208A-93E1CD80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7E256-0340-B666-4A4D-FACDB8679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E85A5-E840-A32C-1AAB-3DC01BFF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703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8D55-D483-DAD6-5924-407B8158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F0FCF-CC32-0532-23A6-7821EF72E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DDD2CD-A96F-35DA-D80A-08FF0F7F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0106B-A7DE-6DBC-1CDF-D070242C5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996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F0EC4-E6D5-A711-5591-4479602A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B846F-9CD8-51D8-A4AC-630E400D0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F643A-0E99-1F19-BD15-FC925D598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C60CA-D2DE-9774-CE24-2E1F44B8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823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328DA-7CF4-EEA9-57BE-403B535F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DE778C-77C9-E408-FFD8-88364AB5E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5E9E80-8774-4C8B-9F96-DB0AE943B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F50F-2ECA-4AEF-97EF-CD87E2051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78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BB27-0738-AC5A-28D3-D2E39D52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8A0EEF-9C9B-0D95-BEF1-D5BA9F728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DA6EF6-1316-7DA6-9A82-34E35419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65B94-784D-1F3F-4987-CC31BB5E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860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63AF-3FE5-A8AF-B47B-83E7916D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3991FA-0E14-7ABD-11EB-EB05BE058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93F43C-38D2-1B38-E733-6F9F8B7A9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CE1FD-88C5-8462-6F2E-915B2904F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388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6826-9A59-E7BD-90A3-6293546C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16C617-D283-D9CF-8D39-3E45FF04D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2A0B7B-E73F-038B-4CE7-BECEED376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0FCC3-71C4-2E77-70E2-0C9416FD7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997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8EBC-2888-E19A-0F02-D5CE1FCD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B59B6B-3106-C81E-1CAE-A86E93648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5EFF1D-80E9-66C5-41D2-0DC724817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3902F3-9008-1017-29EC-97C8E068D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245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8F54-631A-0CB8-2BCD-32A29C0D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BF8077-EE4B-6981-B595-E3399F45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53AB0A-7151-0E2F-B1DF-C7D5B0E3D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B5BD5-3B6A-11BD-9D66-411FFC8F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31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8078-040F-FE5E-BC69-0B008AF2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F10935-C402-273E-24F0-812DBF913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25581-EA55-A17B-D7BC-B2A0D3AA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F8A95-22C0-EA74-6B4E-7E72AAAF7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283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757-34BC-3702-607F-84EEE2A3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A7DAF-36B5-FCD0-844D-1A67878D2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AF768-A749-DEC0-FD7D-1914F8763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98662-4DB6-91A9-C7E3-2069E601C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159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3342-936B-6C11-9CAE-0036D80C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C71A1C-E727-664D-B5BA-673AD6B45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6B9F49-E9F6-0413-F50C-3519C7C0B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62FEEA-42A7-4152-7190-9F279D988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3397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9289-56EC-AE49-B0D1-1642898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D83236-418D-C1B2-721D-05488A329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CDC76B-9DFC-1FC7-8CC7-755207D66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5E533-A3AA-0B91-D7E5-71A7238CC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637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37355-D1FF-531F-38B4-9B4A9932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FB776C-A1C1-1B9B-998B-5E9E23545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558E32-C969-39FF-2847-AA62A60A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3B3AA7-DD01-EC1C-AAFF-CE1F7A8D4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4462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F8AE-CBF5-813E-DC23-2780DF72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EFBD5-A757-B785-EA22-4867C1BDF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856D7-EA32-C205-13E2-0E66D0645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04A53-A2DB-CB85-E7D4-2F456042B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643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DD2-D5C3-1164-E829-93412DFA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0BB610-584B-5983-A490-392EE6159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B54178-46CF-6A08-C75C-697B87DB0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89C697-1C5C-4429-4F36-690F72656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4319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2AA8-9269-005C-C335-71CBE390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7497B6-0622-1CFA-34DD-969F4E5B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3CFB9-94AF-6290-916F-74D7D9F2D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93E6B7-2F31-3B67-4273-EEEA7F28D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339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4992-90BC-021A-B6AE-768D51C9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B1AA79-CB51-4830-3863-8F4890A9B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CE72C-C39E-CD4B-4010-BCB3F9FFC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6277FF-5272-C19A-EA46-E954B59F9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559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188C-841B-DF3C-0B6E-B370F632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74CE5-AD0A-C5A4-CA55-38AAF8A25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21280B-9A8F-3450-61BF-83B580153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04CA58-4D48-7CEE-173D-62CD83E09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1509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1754-27E2-7682-EF2D-E772DCD9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ABFD21-EBF2-396D-8DBB-8536EBBDA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8EFEF7-C762-6A84-3156-D6B0283A7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782B9-54D9-7425-E207-FA29F70FF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0884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C052-7686-E80F-3BDA-0C7DA5C1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397412-C236-56AA-F936-6D74D5260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719CC-8B91-E23C-C665-C5311FFA1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0D295C-5CF9-4DB6-39E3-571F9DCB0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1263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D920-35F5-4F14-90B2-29949367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2DA78C-22D3-2530-2BB8-A92F123E8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3F472E-91A8-2148-0FD6-C1B147B8E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868833-7D89-4A30-A30F-D679BB8C1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7817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85D6-90C6-2619-0428-C30A4D4E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2FFBDE-4FA0-63A7-549D-7BD27F6B4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41B415-C593-C129-3973-911EB2945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677BF9-3899-9D52-4689-3C4CEFD56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9750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0F96-6A72-EF15-3D3A-7C13C82C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C9109C-08A9-6161-9218-DA38E9913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A9DFD0-6F58-D793-6E51-65046D23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4B321-2163-1819-8C3C-49C5DFA47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3496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0139-A029-A5FA-F790-A1B5F4E9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88EB1F-1ED8-FEF5-8AD9-100599C7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0232F6-41AD-E34A-D32A-BFA538289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2D4B4-9DC6-F35D-0BEE-6BEE77B18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901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9C32-0B54-B640-DF7E-52D40ECB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8A9CBF-C2B3-4A76-165A-0212AD965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FB471-7EB9-385E-BA0A-3C28BD39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1E37B-31EB-8B87-C2F9-0F09598D6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1384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417D-38F4-A735-1E9A-8ACEF598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91D31-02FB-0732-3652-B810D08BD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69778C-11CD-C7E8-9A6C-CA472C788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0FF36-3FA8-4746-416F-835CF1440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5125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70EA-6A60-5211-3D90-373FEDDA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BFE480-75A4-2C1D-9E24-6AC5876A4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BB34FE-6A36-DF7B-279C-0BED93219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35DD9-9A18-AFF8-5616-CE0CD5F4B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2246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B6F2-71D0-94D9-7503-E2F647AA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D78774-FE39-C357-DD70-876DC5607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8E6DCF-CDE9-6791-5BE9-FBE9C6FD6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D322C-70FC-1657-A56E-1F5F01486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1375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F55C-A108-B13C-4130-570A4ED9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1B123-9BB5-DDF8-6221-65EBE3F1A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8E6BA4-1162-353C-A700-FDEA710E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6DC47-0287-9CF3-2352-4CF66BB41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789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E2FB-5239-84F5-FB9F-5E3CFF45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7EAB4-CF63-9518-AD45-2AFFFC47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E6803-A441-0520-D848-77D51A68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1A47-A8D5-6ADC-C6D7-1BF4F4797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1614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2A81-BB55-7B30-5604-B54B02E6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C39481-2159-5AE0-8217-E7B04239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93A358-7EF4-0DCC-802D-AABEF7E1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71F8F-AEB1-B7A4-10A6-38791A75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8657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B06A-F929-6677-BC44-823C4E4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106C3F-B659-4E51-6D40-12932299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156502-FEF5-D846-9EDA-082EEDBDA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A6CBF-EF22-B873-48CB-C7DBFB81B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149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15DA-5AB3-6CF8-2925-8850BEB8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E530C1-B5D9-9009-637F-ABABC06AA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33E88E-EA0A-F913-925D-9A67142DB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191F0-46CA-0BF3-060A-2E814E1DC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2848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1D72-8CCA-475A-A72D-8450ECDF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0872E5-37B2-93C6-F90C-8934CAC0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E7F30-8C3C-4892-B5C3-FA7FF0216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354E05-0ABB-BF09-7C5D-3FD8CB138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8578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BFF-DAAD-0921-4FA7-42E350E7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F00EA1-8EA2-2039-DC31-33FBA703B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CF4918-CF52-3BC6-B54F-AF7810740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A41B5-45D0-D242-18E9-FEA7E54C1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276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C2D-7DC4-A44C-62E3-EB7F92CB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96D419-19D4-15F2-33BF-7E444C4B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418FB-D974-B562-AADA-4ACEEB83E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13773-A64E-7BB3-482E-C2DBA4621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5697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272E-CD72-E977-80C1-9F895AE9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50F2B0-8437-74D7-AAE1-FD34F8C84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503589-BA6D-3508-6203-CB553A25D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67D809-4F99-AC0A-2978-6560A514C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066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FB08-D34D-22BF-753E-16CA1A61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277D4D-8151-8DC9-9079-E7DFA53AA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72DE7-58AF-9127-FC28-6CC9012C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92F26-E997-1A7D-8D27-2DF304E3A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4438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6BD7E-A7CC-2D0B-671F-90734CEA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1D9136-AF7E-A127-19F4-46DC88365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09B9E-96D2-AEE4-8195-761114026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7F126E-BB95-C62A-C8D2-6F0128E3C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493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E902-40E8-E8D9-3BC8-B505DD8B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3474D-F1D1-9090-EF7E-BFD7C4ED7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B7E4A-E601-BA92-B648-CD1BAC50B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EF466-9FFA-6849-28B1-D4C00200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69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6A40-0325-7A9A-F40C-F0F1C444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F9FBE-108A-15A9-7BF3-09C6E221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03BC5-4BA7-2DD7-351E-04525277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34A2C-A109-B547-29EF-3F2B8E279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588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10BD-D875-7F08-9AEE-4D40A923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BADC6-B886-3AAB-B5BC-FE19A216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4235D-29E4-B2AA-1804-163E317A3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6543C-DF76-6FC4-CB6F-4C3B0522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835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C41B-E15A-6CC6-70A8-5C982F54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C2959-F99F-0E36-2F75-C0417E76C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F9A1D0-4273-96F4-026C-73A92FB3F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918DA0-1FBC-E3EB-7B4E-DD95506BF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2026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18E4-9A99-1B8B-8A30-7BE2A38C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DD0563-FABF-9AB7-0EC4-E5FACFEF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C75230-095D-0234-892F-5BBDD7077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4A836-550B-DE46-3911-C84343804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771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5F3D-7BEE-9B59-DA97-DB4F5489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B6CE-D2F9-CBCF-B1BC-99F9C695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4A844-85B7-3BE8-BD98-A68B3B25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8393E-85C8-6BBF-2E6C-6CF98107B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02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1172-574D-7DB5-22DD-266110E0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7F1AA7-3305-1232-9239-059EAEEE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BAF33-D921-6196-F987-B7F1134C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450C3-1E8D-F540-DF38-BEC7A3E71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8839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8916-A9A6-DAE1-BADD-075E744A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CF44F-F21D-549A-4A54-D6D5912A3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D3E0E3-4716-34D5-1AB6-55446ADD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6FB01-2374-AA2B-E6FC-BA685E395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042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D57E-D057-CE80-9C6E-00968F00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53D685-1229-0C10-8F4D-9721A51B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CC8A04-0425-B0BA-1931-5E73BAF17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5360B-B98B-59F9-18C7-83C45A586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7511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5CF7-22D6-875A-94A8-BC13FFE8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FB0EE-BDB5-99BF-1191-EBF7AB7F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FED7E-D3A0-3FAB-018F-1170D390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5A801-6EBC-A34F-2792-806FCF91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798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46A4-4AB5-B33F-4981-C9EF613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EE36F-493D-8A5A-BBBA-830FCCD72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93DEB-9ED0-1571-5041-69D25416A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C19D0-0603-8C3C-8F4B-6B7A71303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25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2422-4E87-E2AB-366B-AB7C2BDB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1684BE-7738-4B23-9C61-CCAC3533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B08DD5-C4ED-934B-820F-84A41B41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96CFE7-DCA4-1421-C2A4-C88E5191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5307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E852-131D-A392-D787-9E8711B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78B214-9D19-FDA6-B292-785E7D35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F4C98D-3951-8CB6-D408-08848A24E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A4379-E244-7ED5-34B5-C56CC6C52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922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93BB-DDAA-C7EF-6604-23366D82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93D0E8-1AEB-5DAB-7608-1EF1AA192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0DC332-EF40-31D9-DD9A-F237AFEC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5AEE6-BC45-F016-1028-A645C425D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675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D992-C829-9C63-5C5B-0942A942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64CF05-96B0-B4C0-8B88-3470B008F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2FCF6-D06F-363C-8016-3D031B61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77415-7B2C-569B-A05D-417B1BB09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3836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BAB3-E648-450E-3671-62F6842C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10913-C39D-1EEE-5CEB-0F6F65ACE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B3B246-6649-B86F-264E-DC58B44D5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D81A4-B9EB-FFBD-1363-FC3BB8156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8944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4CFFB-03DD-A473-1B13-40C25AF9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6A3BF-5D61-AF73-4B59-80C7D8849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1536C8-4F8B-7064-FCA2-5C87057E5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BCEB0-E7CB-2D48-2BEE-0321812D3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2407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B238-3C3D-83EF-3D82-EE2326E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54D5F-6B46-2210-C615-7198F35E3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3EB410-7BB7-D640-E289-B2EA4392E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E0B0E-F337-596C-023A-5591F2448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5843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9A20-72C9-93E8-5F22-CFDB29B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F712A5-219E-384F-C939-2317D007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C8A626-14D0-6B11-7DD4-72008DA2D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4F154-A2A6-F5F4-CB9C-7CDC78109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343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BE85-9515-5B84-2BF8-A532AE06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EF6690-1872-B83A-7033-CEA86124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D0D1B4-75B7-F481-9C8E-7B47BB34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B545D-C4A1-4CCF-BE64-5F75DB4EA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7565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1DFF-DAB5-B471-F7FB-31AB53DB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2A0390-C3C0-EE19-62B6-80C42852B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2D21CF-17FB-4613-8364-16C7E7668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A66453-15C4-8CB2-1ED5-CE428E4F2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715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7AE6-57B0-C62E-6597-899FA0E3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FEAC1-4737-3D35-5F64-373D7741A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4FDD4-108B-8A3D-0B47-4892EF3ED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50FC8-FFF2-0D82-3ED6-7EAAA5755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357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471C-87A9-B2A4-B469-7561441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9CB665-9C55-8138-3B37-DC18DD0FB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CAA20-BF7F-CB23-E77F-65388A11E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3C338-9498-D6E8-7DED-33743414F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53666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0E50-C7C4-3D8C-B85A-CD138838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2CA0E6-0692-13EB-1C64-17F9CB46D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F8DA11-3287-ADEE-0A8A-F646BD28D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2916A-D2EC-6A2B-6389-7E6B1A4AE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77773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3806-CE83-0E10-0DDD-AF7A6013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A636D4-5146-C037-68B4-3999B830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CA9BCC-7E7D-7CA0-06D7-CF98B0370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4624D-9590-8A07-E9B0-4CAEC63C6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4163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E989-96D9-127C-6F27-EEC04661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140372-4B16-62BF-1FDB-4ABAC15C4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83919-FACA-D1A8-BE10-921C2CBBB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E3D7A-0EA3-7910-E1F3-9D2889DD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43822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BFE3-9136-DD4F-674E-84A6F6C5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4DB79-E450-AFF8-902C-1711D05B8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D41D53-1B89-9C9D-FC80-53F9C563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F398C-4607-313E-0306-8D624C719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8281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9BAB-5288-2503-3190-1D153ED4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2B0D0D-ECA2-B900-524B-F45EEF029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516A4E-2CFD-B7E5-25C4-A958B71E3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46CDE-07E5-CE5D-7234-A451DFD12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058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855C1-76CD-48AD-AB00-F2BF2DEF8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241AB1-DE51-04D2-BFC2-DCADC6CAA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D986F-EEA6-5C33-DAF1-229A15D8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787EB-3086-A984-C78C-4CD442C2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8D164-4DD9-D1A4-F40E-A373C00A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8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99B49-58B5-437F-E08C-675675B0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CD781-7944-AB7F-BAED-58D87D88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81D39-7613-8019-E0E0-C04A3D41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3A2B1-FB1C-3052-51E1-0A8EFD4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F9D80-4F71-7DF8-CD11-16BE6EB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52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1AD6-1046-E8DA-8A51-F367F299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EF87A-1B8B-3F81-EB2D-C0A5AD0BD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C5784-B35D-A056-6CEC-5AEAC541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2E817-6151-897B-BCAB-C14675A0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A2F61-FF54-0E9C-E7A1-98CF119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92FC6-A284-B132-AABB-064B6079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0321-35BA-1DBE-7ABF-6979AA03E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50439-7DB3-4F60-E895-4B56984AB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DA798-C89F-3EF5-7EAE-3827F935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8DEA3-1D1F-BA29-A0C5-17BFE3C4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AA0939-A7F9-A7A8-D6D9-A63C6567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6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732EB-39EE-2096-6D46-07589E86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5AF44-B0AC-8B39-47BB-7E61FC856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0BCE65-76F9-3DBC-CB1C-5232B1677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EDF636-037D-7F6F-D325-513D4846D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6C7852-0AD7-2513-EE56-2CB749BCD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41D7E3-1EEF-B8DB-A5EC-1C04F51A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7BB2C3-B6C2-2E31-4B04-FC4164C0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DEBB7B-CF5C-5FEB-2AEE-8AD09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70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13A-7540-A21F-F19D-74E5945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79411-07FC-8706-1EF4-E1386AB4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EF323-8E3E-AC35-CDFD-2D6B58E4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CF81A-8B45-F3A9-ABB2-7D13202B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5E2736-6604-600E-C4D2-5A0F805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5765F4-6340-79B8-2B06-76460DD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86F94-E481-DFD0-0638-3965753C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5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A5992-AE0D-D119-5FB4-DDF699E4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A9F77-4B86-8699-1CFC-CD9B464B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9FF9A-BA28-D942-0AF9-D44DECAB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5E364-0905-E1D7-ECA0-F4B2CFB7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3BC17-F1CD-31D1-EE1A-D2543707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E3348F-1050-16EC-B5EC-78C1464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643B-8154-2125-D003-076C1090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2492DC-EA66-1C67-737A-9FEC28164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EF30-5CAE-6422-3CB8-B13E383A9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6D6C3E-75D3-C53B-1CEC-F0C54459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83B48-C4C1-2184-ED8C-EF5A07B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AC9A9-9ACB-5C51-62CA-8635BFA7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1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0A96-1F93-FD62-3A65-53C14510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465539-5FCB-5327-A0AC-CC72C5D3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80E4F-F286-86A6-5518-0ED780A6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793A5-D3AF-3C8E-1B4B-12B8E2CC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040D9-30FE-4CC3-B2E0-9FEED8AE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87A29-F778-EEFF-94E8-0193C75D8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125D5-889A-B93C-66DE-A50B99238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4E452-4DEE-5815-58F7-E8A4523A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3AB85-B926-410C-20D6-C6860B27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F3739-7728-1CB2-26EF-2E1A50C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3B5166-D917-326A-2942-2B7DA78C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3CC38-1728-E960-DFA9-481CA9FA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5D804-B2FA-9CBE-3CF2-2E6A7E5A2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1D394-1D5E-47AC-B4E4-77CFFED56DED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8E0BD-9F64-B41F-DE4F-4EC207EF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2E17A-9FE7-454F-77D6-8F08C146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7.png"/><Relationship Id="rId18" Type="http://schemas.openxmlformats.org/officeDocument/2006/relationships/image" Target="../media/image12.sv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12" Type="http://schemas.openxmlformats.org/officeDocument/2006/relationships/image" Target="../media/image6.svg"/><Relationship Id="rId17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image" Target="../media/image10.svg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tags" Target="../tags/tag4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3.xml"/><Relationship Id="rId11" Type="http://schemas.openxmlformats.org/officeDocument/2006/relationships/image" Target="../media/image20.png"/><Relationship Id="rId5" Type="http://schemas.openxmlformats.org/officeDocument/2006/relationships/image" Target="../media/image15.sv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19" Type="http://schemas.openxmlformats.org/officeDocument/2006/relationships/slide" Target="slide51.xml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microsoft.com/office/2018/10/relationships/comments" Target="../comments/modernComment_188_DFDCB484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37F0E3A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CBFE7DBE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37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36.png"/><Relationship Id="rId5" Type="http://schemas.openxmlformats.org/officeDocument/2006/relationships/tags" Target="../tags/tag9.xml"/><Relationship Id="rId10" Type="http://schemas.openxmlformats.org/officeDocument/2006/relationships/image" Target="../media/image35.svg"/><Relationship Id="rId4" Type="http://schemas.openxmlformats.org/officeDocument/2006/relationships/tags" Target="../tags/tag8.xml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F2C280A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61CCFAA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26" Type="http://schemas.openxmlformats.org/officeDocument/2006/relationships/image" Target="../media/image47.png"/><Relationship Id="rId3" Type="http://schemas.openxmlformats.org/officeDocument/2006/relationships/image" Target="../media/image13.png"/><Relationship Id="rId21" Type="http://schemas.openxmlformats.org/officeDocument/2006/relationships/slide" Target="slide52.xml"/><Relationship Id="rId7" Type="http://schemas.openxmlformats.org/officeDocument/2006/relationships/slide" Target="slide76.xml"/><Relationship Id="rId12" Type="http://schemas.openxmlformats.org/officeDocument/2006/relationships/image" Target="../media/image45.svg"/><Relationship Id="rId17" Type="http://schemas.openxmlformats.org/officeDocument/2006/relationships/image" Target="../media/image22.png"/><Relationship Id="rId25" Type="http://schemas.microsoft.com/office/2007/relationships/hdphoto" Target="../media/hdphoto3.wdp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29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24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20.png"/><Relationship Id="rId23" Type="http://schemas.openxmlformats.org/officeDocument/2006/relationships/image" Target="../media/image27.svg"/><Relationship Id="rId28" Type="http://schemas.openxmlformats.org/officeDocument/2006/relationships/image" Target="../media/image49.png"/><Relationship Id="rId10" Type="http://schemas.openxmlformats.org/officeDocument/2006/relationships/slide" Target="slide85.xml"/><Relationship Id="rId19" Type="http://schemas.openxmlformats.org/officeDocument/2006/relationships/image" Target="../media/image24.png"/><Relationship Id="rId4" Type="http://schemas.openxmlformats.org/officeDocument/2006/relationships/slide" Target="slide31.xml"/><Relationship Id="rId9" Type="http://schemas.openxmlformats.org/officeDocument/2006/relationships/image" Target="../media/image43.svg"/><Relationship Id="rId14" Type="http://schemas.openxmlformats.org/officeDocument/2006/relationships/image" Target="../media/image19.svg"/><Relationship Id="rId22" Type="http://schemas.openxmlformats.org/officeDocument/2006/relationships/image" Target="../media/image26.png"/><Relationship Id="rId27" Type="http://schemas.openxmlformats.org/officeDocument/2006/relationships/image" Target="../media/image4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slide" Target="slide52.xml"/><Relationship Id="rId7" Type="http://schemas.openxmlformats.org/officeDocument/2006/relationships/slide" Target="slide76.xml"/><Relationship Id="rId12" Type="http://schemas.openxmlformats.org/officeDocument/2006/relationships/image" Target="../media/image45.svg"/><Relationship Id="rId17" Type="http://schemas.openxmlformats.org/officeDocument/2006/relationships/image" Target="../media/image56.png"/><Relationship Id="rId25" Type="http://schemas.microsoft.com/office/2007/relationships/hdphoto" Target="../media/hdphoto3.wdp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29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24" Type="http://schemas.openxmlformats.org/officeDocument/2006/relationships/image" Target="../media/image62.png"/><Relationship Id="rId5" Type="http://schemas.openxmlformats.org/officeDocument/2006/relationships/image" Target="../media/image40.png"/><Relationship Id="rId15" Type="http://schemas.openxmlformats.org/officeDocument/2006/relationships/image" Target="../media/image54.png"/><Relationship Id="rId23" Type="http://schemas.openxmlformats.org/officeDocument/2006/relationships/image" Target="../media/image61.svg"/><Relationship Id="rId28" Type="http://schemas.openxmlformats.org/officeDocument/2006/relationships/image" Target="../media/image47.png"/><Relationship Id="rId10" Type="http://schemas.openxmlformats.org/officeDocument/2006/relationships/slide" Target="slide85.xml"/><Relationship Id="rId19" Type="http://schemas.openxmlformats.org/officeDocument/2006/relationships/image" Target="../media/image58.png"/><Relationship Id="rId4" Type="http://schemas.openxmlformats.org/officeDocument/2006/relationships/slide" Target="slide31.xml"/><Relationship Id="rId9" Type="http://schemas.openxmlformats.org/officeDocument/2006/relationships/image" Target="../media/image43.svg"/><Relationship Id="rId14" Type="http://schemas.openxmlformats.org/officeDocument/2006/relationships/image" Target="../media/image53.svg"/><Relationship Id="rId22" Type="http://schemas.openxmlformats.org/officeDocument/2006/relationships/image" Target="../media/image60.png"/><Relationship Id="rId27" Type="http://schemas.openxmlformats.org/officeDocument/2006/relationships/image" Target="../media/image3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slide" Target="slide76.xml"/><Relationship Id="rId3" Type="http://schemas.openxmlformats.org/officeDocument/2006/relationships/image" Target="../media/image63.png"/><Relationship Id="rId21" Type="http://schemas.openxmlformats.org/officeDocument/2006/relationships/slide" Target="slide85.xml"/><Relationship Id="rId7" Type="http://schemas.openxmlformats.org/officeDocument/2006/relationships/image" Target="../media/image21.svg"/><Relationship Id="rId12" Type="http://schemas.openxmlformats.org/officeDocument/2006/relationships/slide" Target="slide52.xml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0.pn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slide" Target="slide31.xml"/><Relationship Id="rId23" Type="http://schemas.openxmlformats.org/officeDocument/2006/relationships/image" Target="../media/image45.svg"/><Relationship Id="rId10" Type="http://schemas.openxmlformats.org/officeDocument/2006/relationships/image" Target="../media/image24.png"/><Relationship Id="rId19" Type="http://schemas.openxmlformats.org/officeDocument/2006/relationships/image" Target="../media/image42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7.svg"/><Relationship Id="rId22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slide" Target="slide76.xml"/><Relationship Id="rId18" Type="http://schemas.openxmlformats.org/officeDocument/2006/relationships/image" Target="../media/image45.svg"/><Relationship Id="rId3" Type="http://schemas.openxmlformats.org/officeDocument/2006/relationships/image" Target="../media/image18.png"/><Relationship Id="rId21" Type="http://schemas.openxmlformats.org/officeDocument/2006/relationships/image" Target="../media/image41.sv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6" Type="http://schemas.openxmlformats.org/officeDocument/2006/relationships/slide" Target="slide85.xml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43.svg"/><Relationship Id="rId10" Type="http://schemas.openxmlformats.org/officeDocument/2006/relationships/image" Target="../media/image25.svg"/><Relationship Id="rId19" Type="http://schemas.openxmlformats.org/officeDocument/2006/relationships/slide" Target="slide32.xml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40.png"/><Relationship Id="rId18" Type="http://schemas.openxmlformats.org/officeDocument/2006/relationships/slide" Target="slide85.xml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2.png"/><Relationship Id="rId20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slide" Target="slide76.xml"/><Relationship Id="rId10" Type="http://schemas.openxmlformats.org/officeDocument/2006/relationships/image" Target="../media/image25.svg"/><Relationship Id="rId19" Type="http://schemas.openxmlformats.org/officeDocument/2006/relationships/image" Target="../media/image44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41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3" Type="http://schemas.openxmlformats.org/officeDocument/2006/relationships/image" Target="../media/image13.png"/><Relationship Id="rId21" Type="http://schemas.openxmlformats.org/officeDocument/2006/relationships/slide" Target="slide52.xml"/><Relationship Id="rId7" Type="http://schemas.openxmlformats.org/officeDocument/2006/relationships/slide" Target="slide76.xml"/><Relationship Id="rId12" Type="http://schemas.openxmlformats.org/officeDocument/2006/relationships/image" Target="../media/image45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5" Type="http://schemas.openxmlformats.org/officeDocument/2006/relationships/image" Target="../media/image54.png"/><Relationship Id="rId23" Type="http://schemas.openxmlformats.org/officeDocument/2006/relationships/image" Target="../media/image61.svg"/><Relationship Id="rId10" Type="http://schemas.openxmlformats.org/officeDocument/2006/relationships/slide" Target="slide85.xml"/><Relationship Id="rId19" Type="http://schemas.openxmlformats.org/officeDocument/2006/relationships/image" Target="../media/image58.png"/><Relationship Id="rId4" Type="http://schemas.openxmlformats.org/officeDocument/2006/relationships/slide" Target="slide31.xml"/><Relationship Id="rId9" Type="http://schemas.openxmlformats.org/officeDocument/2006/relationships/image" Target="../media/image43.svg"/><Relationship Id="rId14" Type="http://schemas.openxmlformats.org/officeDocument/2006/relationships/image" Target="../media/image53.svg"/><Relationship Id="rId22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18" Type="http://schemas.openxmlformats.org/officeDocument/2006/relationships/image" Target="../media/image61.svg"/><Relationship Id="rId3" Type="http://schemas.microsoft.com/office/2018/10/relationships/comments" Target="../comments/modernComment_118_89B7228A.xml"/><Relationship Id="rId7" Type="http://schemas.openxmlformats.org/officeDocument/2006/relationships/image" Target="../media/image67.svg"/><Relationship Id="rId12" Type="http://schemas.openxmlformats.org/officeDocument/2006/relationships/image" Target="../media/image56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6" Type="http://schemas.openxmlformats.org/officeDocument/2006/relationships/slide" Target="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55.svg"/><Relationship Id="rId5" Type="http://schemas.openxmlformats.org/officeDocument/2006/relationships/image" Target="../media/image65.svg"/><Relationship Id="rId1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64.png"/><Relationship Id="rId9" Type="http://schemas.openxmlformats.org/officeDocument/2006/relationships/image" Target="../media/image53.svg"/><Relationship Id="rId1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svg"/><Relationship Id="rId18" Type="http://schemas.openxmlformats.org/officeDocument/2006/relationships/image" Target="../media/image78.png"/><Relationship Id="rId26" Type="http://schemas.openxmlformats.org/officeDocument/2006/relationships/image" Target="../media/image84.png"/><Relationship Id="rId39" Type="http://schemas.openxmlformats.org/officeDocument/2006/relationships/slide" Target="slide52.xml"/><Relationship Id="rId21" Type="http://schemas.openxmlformats.org/officeDocument/2006/relationships/image" Target="../media/image81.svg"/><Relationship Id="rId34" Type="http://schemas.openxmlformats.org/officeDocument/2006/relationships/image" Target="../media/image55.sv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77.svg"/><Relationship Id="rId20" Type="http://schemas.openxmlformats.org/officeDocument/2006/relationships/image" Target="../media/image80.png"/><Relationship Id="rId29" Type="http://schemas.openxmlformats.org/officeDocument/2006/relationships/image" Target="../media/image86.png"/><Relationship Id="rId41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slide" Target="slide36.xml"/><Relationship Id="rId24" Type="http://schemas.openxmlformats.org/officeDocument/2006/relationships/image" Target="../media/image83.svg"/><Relationship Id="rId32" Type="http://schemas.openxmlformats.org/officeDocument/2006/relationships/image" Target="../media/image53.sv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6.png"/><Relationship Id="rId23" Type="http://schemas.openxmlformats.org/officeDocument/2006/relationships/image" Target="../media/image82.png"/><Relationship Id="rId28" Type="http://schemas.openxmlformats.org/officeDocument/2006/relationships/slide" Target="slide46.xml"/><Relationship Id="rId36" Type="http://schemas.openxmlformats.org/officeDocument/2006/relationships/image" Target="../media/image57.svg"/><Relationship Id="rId10" Type="http://schemas.openxmlformats.org/officeDocument/2006/relationships/image" Target="../media/image73.svg"/><Relationship Id="rId19" Type="http://schemas.openxmlformats.org/officeDocument/2006/relationships/image" Target="../media/image79.svg"/><Relationship Id="rId31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14" Type="http://schemas.openxmlformats.org/officeDocument/2006/relationships/slide" Target="slide35.xml"/><Relationship Id="rId22" Type="http://schemas.openxmlformats.org/officeDocument/2006/relationships/slide" Target="slide41.xml"/><Relationship Id="rId27" Type="http://schemas.openxmlformats.org/officeDocument/2006/relationships/image" Target="../media/image85.svg"/><Relationship Id="rId30" Type="http://schemas.openxmlformats.org/officeDocument/2006/relationships/image" Target="../media/image87.svg"/><Relationship Id="rId35" Type="http://schemas.openxmlformats.org/officeDocument/2006/relationships/image" Target="../media/image56.png"/><Relationship Id="rId8" Type="http://schemas.openxmlformats.org/officeDocument/2006/relationships/slide" Target="slide44.xml"/><Relationship Id="rId3" Type="http://schemas.openxmlformats.org/officeDocument/2006/relationships/slide" Target="slide27.xml"/><Relationship Id="rId12" Type="http://schemas.openxmlformats.org/officeDocument/2006/relationships/image" Target="../media/image74.png"/><Relationship Id="rId17" Type="http://schemas.openxmlformats.org/officeDocument/2006/relationships/slide" Target="slide34.xml"/><Relationship Id="rId25" Type="http://schemas.openxmlformats.org/officeDocument/2006/relationships/slide" Target="slide43.xml"/><Relationship Id="rId33" Type="http://schemas.openxmlformats.org/officeDocument/2006/relationships/image" Target="../media/image54.png"/><Relationship Id="rId38" Type="http://schemas.openxmlformats.org/officeDocument/2006/relationships/image" Target="../media/image59.sv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svg"/><Relationship Id="rId18" Type="http://schemas.openxmlformats.org/officeDocument/2006/relationships/image" Target="../media/image76.png"/><Relationship Id="rId26" Type="http://schemas.openxmlformats.org/officeDocument/2006/relationships/image" Target="../media/image82.png"/><Relationship Id="rId39" Type="http://schemas.openxmlformats.org/officeDocument/2006/relationships/slide" Target="slide52.xml"/><Relationship Id="rId21" Type="http://schemas.openxmlformats.org/officeDocument/2006/relationships/image" Target="../media/image78.png"/><Relationship Id="rId34" Type="http://schemas.openxmlformats.org/officeDocument/2006/relationships/image" Target="../media/image55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75.svg"/><Relationship Id="rId20" Type="http://schemas.openxmlformats.org/officeDocument/2006/relationships/slide" Target="slide34.xml"/><Relationship Id="rId29" Type="http://schemas.openxmlformats.org/officeDocument/2006/relationships/image" Target="../media/image86.png"/><Relationship Id="rId41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slide" Target="slide44.xml"/><Relationship Id="rId24" Type="http://schemas.openxmlformats.org/officeDocument/2006/relationships/image" Target="../media/image81.svg"/><Relationship Id="rId32" Type="http://schemas.openxmlformats.org/officeDocument/2006/relationships/image" Target="../media/image53.sv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4.png"/><Relationship Id="rId23" Type="http://schemas.openxmlformats.org/officeDocument/2006/relationships/image" Target="../media/image80.png"/><Relationship Id="rId28" Type="http://schemas.openxmlformats.org/officeDocument/2006/relationships/slide" Target="slide46.xml"/><Relationship Id="rId36" Type="http://schemas.openxmlformats.org/officeDocument/2006/relationships/image" Target="../media/image57.svg"/><Relationship Id="rId10" Type="http://schemas.openxmlformats.org/officeDocument/2006/relationships/image" Target="../media/image89.svg"/><Relationship Id="rId19" Type="http://schemas.openxmlformats.org/officeDocument/2006/relationships/image" Target="../media/image77.svg"/><Relationship Id="rId31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slide" Target="slide36.xml"/><Relationship Id="rId22" Type="http://schemas.openxmlformats.org/officeDocument/2006/relationships/image" Target="../media/image79.svg"/><Relationship Id="rId27" Type="http://schemas.openxmlformats.org/officeDocument/2006/relationships/image" Target="../media/image83.svg"/><Relationship Id="rId30" Type="http://schemas.openxmlformats.org/officeDocument/2006/relationships/image" Target="../media/image87.svg"/><Relationship Id="rId35" Type="http://schemas.openxmlformats.org/officeDocument/2006/relationships/image" Target="../media/image56.pn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2.png"/><Relationship Id="rId17" Type="http://schemas.openxmlformats.org/officeDocument/2006/relationships/slide" Target="slide35.xml"/><Relationship Id="rId25" Type="http://schemas.openxmlformats.org/officeDocument/2006/relationships/slide" Target="slide41.xml"/><Relationship Id="rId33" Type="http://schemas.openxmlformats.org/officeDocument/2006/relationships/image" Target="../media/image54.png"/><Relationship Id="rId38" Type="http://schemas.openxmlformats.org/officeDocument/2006/relationships/image" Target="../media/image59.sv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svg"/><Relationship Id="rId18" Type="http://schemas.openxmlformats.org/officeDocument/2006/relationships/image" Target="../media/image76.png"/><Relationship Id="rId26" Type="http://schemas.openxmlformats.org/officeDocument/2006/relationships/image" Target="../media/image82.png"/><Relationship Id="rId39" Type="http://schemas.openxmlformats.org/officeDocument/2006/relationships/slide" Target="slide52.xml"/><Relationship Id="rId21" Type="http://schemas.openxmlformats.org/officeDocument/2006/relationships/image" Target="../media/image78.png"/><Relationship Id="rId34" Type="http://schemas.openxmlformats.org/officeDocument/2006/relationships/image" Target="../media/image55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75.svg"/><Relationship Id="rId20" Type="http://schemas.openxmlformats.org/officeDocument/2006/relationships/slide" Target="slide34.xml"/><Relationship Id="rId29" Type="http://schemas.openxmlformats.org/officeDocument/2006/relationships/image" Target="../media/image86.png"/><Relationship Id="rId41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slide" Target="slide44.xml"/><Relationship Id="rId24" Type="http://schemas.openxmlformats.org/officeDocument/2006/relationships/image" Target="../media/image81.svg"/><Relationship Id="rId32" Type="http://schemas.openxmlformats.org/officeDocument/2006/relationships/image" Target="../media/image53.sv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4.png"/><Relationship Id="rId23" Type="http://schemas.openxmlformats.org/officeDocument/2006/relationships/image" Target="../media/image80.png"/><Relationship Id="rId28" Type="http://schemas.openxmlformats.org/officeDocument/2006/relationships/slide" Target="slide46.xml"/><Relationship Id="rId36" Type="http://schemas.openxmlformats.org/officeDocument/2006/relationships/image" Target="../media/image57.svg"/><Relationship Id="rId10" Type="http://schemas.openxmlformats.org/officeDocument/2006/relationships/image" Target="../media/image89.svg"/><Relationship Id="rId19" Type="http://schemas.openxmlformats.org/officeDocument/2006/relationships/image" Target="../media/image77.svg"/><Relationship Id="rId31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slide" Target="slide36.xml"/><Relationship Id="rId22" Type="http://schemas.openxmlformats.org/officeDocument/2006/relationships/image" Target="../media/image79.svg"/><Relationship Id="rId27" Type="http://schemas.openxmlformats.org/officeDocument/2006/relationships/image" Target="../media/image83.svg"/><Relationship Id="rId30" Type="http://schemas.openxmlformats.org/officeDocument/2006/relationships/image" Target="../media/image87.svg"/><Relationship Id="rId35" Type="http://schemas.openxmlformats.org/officeDocument/2006/relationships/image" Target="../media/image56.pn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2.png"/><Relationship Id="rId17" Type="http://schemas.openxmlformats.org/officeDocument/2006/relationships/slide" Target="slide35.xml"/><Relationship Id="rId25" Type="http://schemas.openxmlformats.org/officeDocument/2006/relationships/slide" Target="slide41.xml"/><Relationship Id="rId33" Type="http://schemas.openxmlformats.org/officeDocument/2006/relationships/image" Target="../media/image54.png"/><Relationship Id="rId38" Type="http://schemas.openxmlformats.org/officeDocument/2006/relationships/image" Target="../media/image59.sv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slide" Target="slide36.xml"/><Relationship Id="rId26" Type="http://schemas.openxmlformats.org/officeDocument/2006/relationships/image" Target="../media/image79.svg"/><Relationship Id="rId39" Type="http://schemas.openxmlformats.org/officeDocument/2006/relationships/image" Target="../media/image56.png"/><Relationship Id="rId21" Type="http://schemas.openxmlformats.org/officeDocument/2006/relationships/slide" Target="slide35.xml"/><Relationship Id="rId34" Type="http://schemas.openxmlformats.org/officeDocument/2006/relationships/image" Target="../media/image87.svg"/><Relationship Id="rId42" Type="http://schemas.openxmlformats.org/officeDocument/2006/relationships/image" Target="../media/image59.sv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72.png"/><Relationship Id="rId29" Type="http://schemas.openxmlformats.org/officeDocument/2006/relationships/slide" Target="slide4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11" Type="http://schemas.openxmlformats.org/officeDocument/2006/relationships/image" Target="../media/image84.png"/><Relationship Id="rId24" Type="http://schemas.openxmlformats.org/officeDocument/2006/relationships/slide" Target="slide34.xml"/><Relationship Id="rId32" Type="http://schemas.openxmlformats.org/officeDocument/2006/relationships/slide" Target="slide46.xml"/><Relationship Id="rId37" Type="http://schemas.openxmlformats.org/officeDocument/2006/relationships/image" Target="../media/image54.png"/><Relationship Id="rId40" Type="http://schemas.openxmlformats.org/officeDocument/2006/relationships/image" Target="../media/image57.svg"/><Relationship Id="rId45" Type="http://schemas.openxmlformats.org/officeDocument/2006/relationships/image" Target="../media/image61.svg"/><Relationship Id="rId5" Type="http://schemas.openxmlformats.org/officeDocument/2006/relationships/image" Target="../media/image69.svg"/><Relationship Id="rId15" Type="http://schemas.openxmlformats.org/officeDocument/2006/relationships/slide" Target="slide44.xml"/><Relationship Id="rId23" Type="http://schemas.openxmlformats.org/officeDocument/2006/relationships/image" Target="../media/image77.svg"/><Relationship Id="rId28" Type="http://schemas.openxmlformats.org/officeDocument/2006/relationships/image" Target="../media/image81.svg"/><Relationship Id="rId36" Type="http://schemas.openxmlformats.org/officeDocument/2006/relationships/image" Target="../media/image53.svg"/><Relationship Id="rId10" Type="http://schemas.openxmlformats.org/officeDocument/2006/relationships/slide" Target="slide43.xml"/><Relationship Id="rId19" Type="http://schemas.openxmlformats.org/officeDocument/2006/relationships/image" Target="../media/image74.png"/><Relationship Id="rId31" Type="http://schemas.openxmlformats.org/officeDocument/2006/relationships/image" Target="../media/image83.svg"/><Relationship Id="rId44" Type="http://schemas.openxmlformats.org/officeDocument/2006/relationships/image" Target="../media/image60.png"/><Relationship Id="rId4" Type="http://schemas.openxmlformats.org/officeDocument/2006/relationships/image" Target="../media/image68.png"/><Relationship Id="rId9" Type="http://schemas.openxmlformats.org/officeDocument/2006/relationships/slide" Target="slide38.xml"/><Relationship Id="rId14" Type="http://schemas.openxmlformats.org/officeDocument/2006/relationships/image" Target="../media/image89.svg"/><Relationship Id="rId22" Type="http://schemas.openxmlformats.org/officeDocument/2006/relationships/image" Target="../media/image76.png"/><Relationship Id="rId27" Type="http://schemas.openxmlformats.org/officeDocument/2006/relationships/image" Target="../media/image80.png"/><Relationship Id="rId30" Type="http://schemas.openxmlformats.org/officeDocument/2006/relationships/image" Target="../media/image82.png"/><Relationship Id="rId35" Type="http://schemas.openxmlformats.org/officeDocument/2006/relationships/image" Target="../media/image52.png"/><Relationship Id="rId43" Type="http://schemas.openxmlformats.org/officeDocument/2006/relationships/slide" Target="slide52.xml"/><Relationship Id="rId8" Type="http://schemas.openxmlformats.org/officeDocument/2006/relationships/image" Target="../media/image91.svg"/><Relationship Id="rId3" Type="http://schemas.openxmlformats.org/officeDocument/2006/relationships/slide" Target="slide27.xml"/><Relationship Id="rId12" Type="http://schemas.openxmlformats.org/officeDocument/2006/relationships/image" Target="../media/image85.svg"/><Relationship Id="rId17" Type="http://schemas.openxmlformats.org/officeDocument/2006/relationships/image" Target="../media/image73.sv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38" Type="http://schemas.openxmlformats.org/officeDocument/2006/relationships/image" Target="../media/image55.svg"/><Relationship Id="rId20" Type="http://schemas.openxmlformats.org/officeDocument/2006/relationships/image" Target="../media/image75.svg"/><Relationship Id="rId41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image" Target="../media/image74.png"/><Relationship Id="rId26" Type="http://schemas.openxmlformats.org/officeDocument/2006/relationships/image" Target="../media/image80.png"/><Relationship Id="rId39" Type="http://schemas.openxmlformats.org/officeDocument/2006/relationships/image" Target="../media/image57.svg"/><Relationship Id="rId21" Type="http://schemas.openxmlformats.org/officeDocument/2006/relationships/image" Target="../media/image76.png"/><Relationship Id="rId34" Type="http://schemas.openxmlformats.org/officeDocument/2006/relationships/image" Target="../media/image52.png"/><Relationship Id="rId42" Type="http://schemas.openxmlformats.org/officeDocument/2006/relationships/slide" Target="slide52.xml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72.png"/><Relationship Id="rId20" Type="http://schemas.openxmlformats.org/officeDocument/2006/relationships/slide" Target="slide35.xml"/><Relationship Id="rId29" Type="http://schemas.openxmlformats.org/officeDocument/2006/relationships/image" Target="../media/image82.png"/><Relationship Id="rId41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0.xml"/><Relationship Id="rId11" Type="http://schemas.openxmlformats.org/officeDocument/2006/relationships/image" Target="../media/image85.sv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55.svg"/><Relationship Id="rId40" Type="http://schemas.openxmlformats.org/officeDocument/2006/relationships/image" Target="../media/image58.png"/><Relationship Id="rId5" Type="http://schemas.openxmlformats.org/officeDocument/2006/relationships/image" Target="../media/image69.svg"/><Relationship Id="rId15" Type="http://schemas.openxmlformats.org/officeDocument/2006/relationships/slide" Target="slide44.xml"/><Relationship Id="rId23" Type="http://schemas.openxmlformats.org/officeDocument/2006/relationships/slide" Target="slide34.xml"/><Relationship Id="rId28" Type="http://schemas.openxmlformats.org/officeDocument/2006/relationships/slide" Target="slide41.xml"/><Relationship Id="rId36" Type="http://schemas.openxmlformats.org/officeDocument/2006/relationships/image" Target="../media/image54.png"/><Relationship Id="rId10" Type="http://schemas.openxmlformats.org/officeDocument/2006/relationships/image" Target="../media/image84.png"/><Relationship Id="rId19" Type="http://schemas.openxmlformats.org/officeDocument/2006/relationships/image" Target="../media/image75.svg"/><Relationship Id="rId31" Type="http://schemas.openxmlformats.org/officeDocument/2006/relationships/slide" Target="slide46.xml"/><Relationship Id="rId44" Type="http://schemas.openxmlformats.org/officeDocument/2006/relationships/image" Target="../media/image61.svg"/><Relationship Id="rId4" Type="http://schemas.openxmlformats.org/officeDocument/2006/relationships/image" Target="../media/image68.png"/><Relationship Id="rId9" Type="http://schemas.openxmlformats.org/officeDocument/2006/relationships/slide" Target="slide43.xml"/><Relationship Id="rId14" Type="http://schemas.openxmlformats.org/officeDocument/2006/relationships/image" Target="../media/image89.svg"/><Relationship Id="rId22" Type="http://schemas.openxmlformats.org/officeDocument/2006/relationships/image" Target="../media/image77.svg"/><Relationship Id="rId27" Type="http://schemas.openxmlformats.org/officeDocument/2006/relationships/image" Target="../media/image81.svg"/><Relationship Id="rId30" Type="http://schemas.openxmlformats.org/officeDocument/2006/relationships/image" Target="../media/image83.svg"/><Relationship Id="rId35" Type="http://schemas.openxmlformats.org/officeDocument/2006/relationships/image" Target="../media/image53.svg"/><Relationship Id="rId43" Type="http://schemas.openxmlformats.org/officeDocument/2006/relationships/image" Target="../media/image60.png"/><Relationship Id="rId8" Type="http://schemas.openxmlformats.org/officeDocument/2006/relationships/image" Target="../media/image91.svg"/><Relationship Id="rId3" Type="http://schemas.openxmlformats.org/officeDocument/2006/relationships/slide" Target="slide27.xml"/><Relationship Id="rId12" Type="http://schemas.openxmlformats.org/officeDocument/2006/relationships/slide" Target="slide36.xml"/><Relationship Id="rId17" Type="http://schemas.openxmlformats.org/officeDocument/2006/relationships/image" Target="../media/image73.svg"/><Relationship Id="rId25" Type="http://schemas.openxmlformats.org/officeDocument/2006/relationships/image" Target="../media/image79.svg"/><Relationship Id="rId33" Type="http://schemas.openxmlformats.org/officeDocument/2006/relationships/image" Target="../media/image87.svg"/><Relationship Id="rId38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svg"/><Relationship Id="rId18" Type="http://schemas.openxmlformats.org/officeDocument/2006/relationships/image" Target="../media/image74.png"/><Relationship Id="rId26" Type="http://schemas.openxmlformats.org/officeDocument/2006/relationships/image" Target="../media/image80.png"/><Relationship Id="rId39" Type="http://schemas.openxmlformats.org/officeDocument/2006/relationships/image" Target="../media/image57.svg"/><Relationship Id="rId21" Type="http://schemas.openxmlformats.org/officeDocument/2006/relationships/image" Target="../media/image76.png"/><Relationship Id="rId34" Type="http://schemas.openxmlformats.org/officeDocument/2006/relationships/image" Target="../media/image52.png"/><Relationship Id="rId42" Type="http://schemas.openxmlformats.org/officeDocument/2006/relationships/slide" Target="slide52.xml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73.svg"/><Relationship Id="rId20" Type="http://schemas.openxmlformats.org/officeDocument/2006/relationships/slide" Target="slide35.xml"/><Relationship Id="rId29" Type="http://schemas.openxmlformats.org/officeDocument/2006/relationships/image" Target="../media/image82.png"/><Relationship Id="rId41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slide" Target="slide55.xml"/><Relationship Id="rId11" Type="http://schemas.openxmlformats.org/officeDocument/2006/relationships/image" Target="../media/image85.sv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55.svg"/><Relationship Id="rId40" Type="http://schemas.openxmlformats.org/officeDocument/2006/relationships/image" Target="../media/image58.png"/><Relationship Id="rId5" Type="http://schemas.openxmlformats.org/officeDocument/2006/relationships/image" Target="../media/image69.svg"/><Relationship Id="rId15" Type="http://schemas.openxmlformats.org/officeDocument/2006/relationships/image" Target="../media/image72.png"/><Relationship Id="rId23" Type="http://schemas.openxmlformats.org/officeDocument/2006/relationships/slide" Target="slide34.xml"/><Relationship Id="rId28" Type="http://schemas.openxmlformats.org/officeDocument/2006/relationships/slide" Target="slide41.xml"/><Relationship Id="rId36" Type="http://schemas.openxmlformats.org/officeDocument/2006/relationships/image" Target="../media/image54.png"/><Relationship Id="rId10" Type="http://schemas.openxmlformats.org/officeDocument/2006/relationships/image" Target="../media/image84.png"/><Relationship Id="rId19" Type="http://schemas.openxmlformats.org/officeDocument/2006/relationships/image" Target="../media/image75.svg"/><Relationship Id="rId31" Type="http://schemas.openxmlformats.org/officeDocument/2006/relationships/slide" Target="slide46.xml"/><Relationship Id="rId44" Type="http://schemas.openxmlformats.org/officeDocument/2006/relationships/image" Target="../media/image61.svg"/><Relationship Id="rId4" Type="http://schemas.openxmlformats.org/officeDocument/2006/relationships/image" Target="../media/image68.png"/><Relationship Id="rId9" Type="http://schemas.openxmlformats.org/officeDocument/2006/relationships/slide" Target="slide90.xml"/><Relationship Id="rId14" Type="http://schemas.openxmlformats.org/officeDocument/2006/relationships/slide" Target="slide44.xml"/><Relationship Id="rId22" Type="http://schemas.openxmlformats.org/officeDocument/2006/relationships/image" Target="../media/image77.svg"/><Relationship Id="rId27" Type="http://schemas.openxmlformats.org/officeDocument/2006/relationships/image" Target="../media/image81.svg"/><Relationship Id="rId30" Type="http://schemas.openxmlformats.org/officeDocument/2006/relationships/image" Target="../media/image83.svg"/><Relationship Id="rId35" Type="http://schemas.openxmlformats.org/officeDocument/2006/relationships/image" Target="../media/image53.svg"/><Relationship Id="rId43" Type="http://schemas.openxmlformats.org/officeDocument/2006/relationships/image" Target="../media/image60.png"/><Relationship Id="rId8" Type="http://schemas.openxmlformats.org/officeDocument/2006/relationships/image" Target="../media/image91.svg"/><Relationship Id="rId3" Type="http://schemas.openxmlformats.org/officeDocument/2006/relationships/slide" Target="slide27.xml"/><Relationship Id="rId12" Type="http://schemas.openxmlformats.org/officeDocument/2006/relationships/image" Target="../media/image88.png"/><Relationship Id="rId17" Type="http://schemas.openxmlformats.org/officeDocument/2006/relationships/slide" Target="slide36.xml"/><Relationship Id="rId25" Type="http://schemas.openxmlformats.org/officeDocument/2006/relationships/image" Target="../media/image79.svg"/><Relationship Id="rId33" Type="http://schemas.openxmlformats.org/officeDocument/2006/relationships/image" Target="../media/image87.svg"/><Relationship Id="rId38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svg"/><Relationship Id="rId18" Type="http://schemas.openxmlformats.org/officeDocument/2006/relationships/image" Target="../media/image74.png"/><Relationship Id="rId26" Type="http://schemas.openxmlformats.org/officeDocument/2006/relationships/image" Target="../media/image80.png"/><Relationship Id="rId39" Type="http://schemas.openxmlformats.org/officeDocument/2006/relationships/image" Target="../media/image55.svg"/><Relationship Id="rId21" Type="http://schemas.openxmlformats.org/officeDocument/2006/relationships/image" Target="../media/image76.png"/><Relationship Id="rId34" Type="http://schemas.openxmlformats.org/officeDocument/2006/relationships/image" Target="../media/image92.jpg"/><Relationship Id="rId42" Type="http://schemas.openxmlformats.org/officeDocument/2006/relationships/image" Target="../media/image58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73.sv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5.xml"/><Relationship Id="rId11" Type="http://schemas.openxmlformats.org/officeDocument/2006/relationships/image" Target="../media/image85.sv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53.svg"/><Relationship Id="rId40" Type="http://schemas.openxmlformats.org/officeDocument/2006/relationships/image" Target="../media/image56.png"/><Relationship Id="rId45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2.png"/><Relationship Id="rId23" Type="http://schemas.openxmlformats.org/officeDocument/2006/relationships/slide" Target="slide34.xml"/><Relationship Id="rId28" Type="http://schemas.openxmlformats.org/officeDocument/2006/relationships/slide" Target="slide41.xml"/><Relationship Id="rId36" Type="http://schemas.openxmlformats.org/officeDocument/2006/relationships/image" Target="../media/image52.png"/><Relationship Id="rId10" Type="http://schemas.openxmlformats.org/officeDocument/2006/relationships/image" Target="../media/image84.png"/><Relationship Id="rId19" Type="http://schemas.openxmlformats.org/officeDocument/2006/relationships/image" Target="../media/image75.svg"/><Relationship Id="rId31" Type="http://schemas.openxmlformats.org/officeDocument/2006/relationships/slide" Target="slide46.xml"/><Relationship Id="rId44" Type="http://schemas.openxmlformats.org/officeDocument/2006/relationships/slide" Target="slide52.xml"/><Relationship Id="rId4" Type="http://schemas.openxmlformats.org/officeDocument/2006/relationships/image" Target="../media/image68.png"/><Relationship Id="rId9" Type="http://schemas.openxmlformats.org/officeDocument/2006/relationships/slide" Target="slide90.xml"/><Relationship Id="rId14" Type="http://schemas.openxmlformats.org/officeDocument/2006/relationships/slide" Target="slide44.xml"/><Relationship Id="rId22" Type="http://schemas.openxmlformats.org/officeDocument/2006/relationships/image" Target="../media/image77.svg"/><Relationship Id="rId27" Type="http://schemas.openxmlformats.org/officeDocument/2006/relationships/image" Target="../media/image81.svg"/><Relationship Id="rId30" Type="http://schemas.openxmlformats.org/officeDocument/2006/relationships/image" Target="../media/image83.svg"/><Relationship Id="rId35" Type="http://schemas.openxmlformats.org/officeDocument/2006/relationships/slide" Target="slide60.xml"/><Relationship Id="rId43" Type="http://schemas.openxmlformats.org/officeDocument/2006/relationships/image" Target="../media/image59.svg"/><Relationship Id="rId8" Type="http://schemas.openxmlformats.org/officeDocument/2006/relationships/image" Target="../media/image91.svg"/><Relationship Id="rId3" Type="http://schemas.openxmlformats.org/officeDocument/2006/relationships/slide" Target="slide27.xml"/><Relationship Id="rId12" Type="http://schemas.openxmlformats.org/officeDocument/2006/relationships/image" Target="../media/image88.png"/><Relationship Id="rId17" Type="http://schemas.openxmlformats.org/officeDocument/2006/relationships/slide" Target="slide36.xml"/><Relationship Id="rId25" Type="http://schemas.openxmlformats.org/officeDocument/2006/relationships/image" Target="../media/image79.svg"/><Relationship Id="rId33" Type="http://schemas.openxmlformats.org/officeDocument/2006/relationships/image" Target="../media/image87.svg"/><Relationship Id="rId38" Type="http://schemas.openxmlformats.org/officeDocument/2006/relationships/image" Target="../media/image54.png"/><Relationship Id="rId46" Type="http://schemas.openxmlformats.org/officeDocument/2006/relationships/image" Target="../media/image61.svg"/><Relationship Id="rId20" Type="http://schemas.openxmlformats.org/officeDocument/2006/relationships/slide" Target="slide35.xml"/><Relationship Id="rId41" Type="http://schemas.openxmlformats.org/officeDocument/2006/relationships/image" Target="../media/image57.sv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slide" Target="slide35.xml"/><Relationship Id="rId26" Type="http://schemas.openxmlformats.org/officeDocument/2006/relationships/slide" Target="slide41.xml"/><Relationship Id="rId39" Type="http://schemas.openxmlformats.org/officeDocument/2006/relationships/image" Target="../media/image59.svg"/><Relationship Id="rId21" Type="http://schemas.openxmlformats.org/officeDocument/2006/relationships/slide" Target="slide34.xml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74.png"/><Relationship Id="rId20" Type="http://schemas.openxmlformats.org/officeDocument/2006/relationships/image" Target="../media/image77.svg"/><Relationship Id="rId29" Type="http://schemas.openxmlformats.org/officeDocument/2006/relationships/slide" Target="slide46.xml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89.svg"/><Relationship Id="rId24" Type="http://schemas.openxmlformats.org/officeDocument/2006/relationships/image" Target="../media/image80.png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slide" Target="slide36.xml"/><Relationship Id="rId23" Type="http://schemas.openxmlformats.org/officeDocument/2006/relationships/image" Target="../media/image79.svg"/><Relationship Id="rId28" Type="http://schemas.openxmlformats.org/officeDocument/2006/relationships/image" Target="../media/image83.svg"/><Relationship Id="rId36" Type="http://schemas.openxmlformats.org/officeDocument/2006/relationships/image" Target="../media/image56.png"/><Relationship Id="rId10" Type="http://schemas.openxmlformats.org/officeDocument/2006/relationships/image" Target="../media/image88.png"/><Relationship Id="rId19" Type="http://schemas.openxmlformats.org/officeDocument/2006/relationships/image" Target="../media/image76.png"/><Relationship Id="rId31" Type="http://schemas.openxmlformats.org/officeDocument/2006/relationships/image" Target="../media/image87.svg"/><Relationship Id="rId4" Type="http://schemas.openxmlformats.org/officeDocument/2006/relationships/image" Target="../media/image68.png"/><Relationship Id="rId9" Type="http://schemas.openxmlformats.org/officeDocument/2006/relationships/slide" Target="slide37.xml"/><Relationship Id="rId14" Type="http://schemas.openxmlformats.org/officeDocument/2006/relationships/image" Target="../media/image73.svg"/><Relationship Id="rId22" Type="http://schemas.openxmlformats.org/officeDocument/2006/relationships/image" Target="../media/image78.png"/><Relationship Id="rId27" Type="http://schemas.openxmlformats.org/officeDocument/2006/relationships/image" Target="../media/image82.png"/><Relationship Id="rId30" Type="http://schemas.openxmlformats.org/officeDocument/2006/relationships/image" Target="../media/image86.png"/><Relationship Id="rId35" Type="http://schemas.openxmlformats.org/officeDocument/2006/relationships/image" Target="../media/image55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slide" Target="slide44.xml"/><Relationship Id="rId17" Type="http://schemas.openxmlformats.org/officeDocument/2006/relationships/image" Target="../media/image75.svg"/><Relationship Id="rId25" Type="http://schemas.openxmlformats.org/officeDocument/2006/relationships/image" Target="../media/image81.sv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svg"/><Relationship Id="rId18" Type="http://schemas.openxmlformats.org/officeDocument/2006/relationships/slide" Target="slide43.xml"/><Relationship Id="rId26" Type="http://schemas.openxmlformats.org/officeDocument/2006/relationships/slide" Target="slide36.xml"/><Relationship Id="rId39" Type="http://schemas.openxmlformats.org/officeDocument/2006/relationships/image" Target="../media/image83.svg"/><Relationship Id="rId21" Type="http://schemas.openxmlformats.org/officeDocument/2006/relationships/image" Target="../media/image88.png"/><Relationship Id="rId34" Type="http://schemas.openxmlformats.org/officeDocument/2006/relationships/image" Target="../media/image79.svg"/><Relationship Id="rId42" Type="http://schemas.openxmlformats.org/officeDocument/2006/relationships/image" Target="../media/image87.svg"/><Relationship Id="rId47" Type="http://schemas.openxmlformats.org/officeDocument/2006/relationships/image" Target="../media/image56.png"/><Relationship Id="rId50" Type="http://schemas.openxmlformats.org/officeDocument/2006/relationships/image" Target="../media/image59.svg"/><Relationship Id="rId7" Type="http://schemas.openxmlformats.org/officeDocument/2006/relationships/image" Target="../media/image94.sv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91.svg"/><Relationship Id="rId29" Type="http://schemas.openxmlformats.org/officeDocument/2006/relationships/slide" Target="slide35.xml"/><Relationship Id="rId11" Type="http://schemas.openxmlformats.org/officeDocument/2006/relationships/image" Target="../media/image98.svg"/><Relationship Id="rId24" Type="http://schemas.openxmlformats.org/officeDocument/2006/relationships/image" Target="../media/image72.png"/><Relationship Id="rId32" Type="http://schemas.openxmlformats.org/officeDocument/2006/relationships/slide" Target="slide34.xml"/><Relationship Id="rId37" Type="http://schemas.openxmlformats.org/officeDocument/2006/relationships/slide" Target="slide41.xml"/><Relationship Id="rId40" Type="http://schemas.openxmlformats.org/officeDocument/2006/relationships/slide" Target="slide46.xml"/><Relationship Id="rId45" Type="http://schemas.openxmlformats.org/officeDocument/2006/relationships/image" Target="../media/image54.png"/><Relationship Id="rId53" Type="http://schemas.openxmlformats.org/officeDocument/2006/relationships/image" Target="../media/image61.svg"/><Relationship Id="rId5" Type="http://schemas.openxmlformats.org/officeDocument/2006/relationships/image" Target="../media/image69.svg"/><Relationship Id="rId10" Type="http://schemas.openxmlformats.org/officeDocument/2006/relationships/image" Target="../media/image97.png"/><Relationship Id="rId19" Type="http://schemas.openxmlformats.org/officeDocument/2006/relationships/image" Target="../media/image84.png"/><Relationship Id="rId31" Type="http://schemas.openxmlformats.org/officeDocument/2006/relationships/image" Target="../media/image77.svg"/><Relationship Id="rId44" Type="http://schemas.openxmlformats.org/officeDocument/2006/relationships/image" Target="../media/image53.svg"/><Relationship Id="rId52" Type="http://schemas.openxmlformats.org/officeDocument/2006/relationships/image" Target="../media/image60.png"/><Relationship Id="rId4" Type="http://schemas.openxmlformats.org/officeDocument/2006/relationships/image" Target="../media/image68.png"/><Relationship Id="rId9" Type="http://schemas.openxmlformats.org/officeDocument/2006/relationships/image" Target="../media/image96.svg"/><Relationship Id="rId14" Type="http://schemas.openxmlformats.org/officeDocument/2006/relationships/slide" Target="slide42.xml"/><Relationship Id="rId22" Type="http://schemas.openxmlformats.org/officeDocument/2006/relationships/image" Target="../media/image89.svg"/><Relationship Id="rId27" Type="http://schemas.openxmlformats.org/officeDocument/2006/relationships/image" Target="../media/image74.png"/><Relationship Id="rId30" Type="http://schemas.openxmlformats.org/officeDocument/2006/relationships/image" Target="../media/image76.png"/><Relationship Id="rId35" Type="http://schemas.openxmlformats.org/officeDocument/2006/relationships/image" Target="../media/image80.png"/><Relationship Id="rId43" Type="http://schemas.openxmlformats.org/officeDocument/2006/relationships/image" Target="../media/image52.png"/><Relationship Id="rId48" Type="http://schemas.openxmlformats.org/officeDocument/2006/relationships/image" Target="../media/image57.svg"/><Relationship Id="rId8" Type="http://schemas.openxmlformats.org/officeDocument/2006/relationships/image" Target="../media/image95.png"/><Relationship Id="rId51" Type="http://schemas.openxmlformats.org/officeDocument/2006/relationships/slide" Target="slide52.xml"/><Relationship Id="rId3" Type="http://schemas.openxmlformats.org/officeDocument/2006/relationships/slide" Target="slide27.xml"/><Relationship Id="rId12" Type="http://schemas.openxmlformats.org/officeDocument/2006/relationships/image" Target="../media/image99.png"/><Relationship Id="rId17" Type="http://schemas.openxmlformats.org/officeDocument/2006/relationships/hyperlink" Target="https://yusurmount.github.io/docs/Leaf-OS/open-source-statement/" TargetMode="External"/><Relationship Id="rId25" Type="http://schemas.openxmlformats.org/officeDocument/2006/relationships/image" Target="../media/image73.svg"/><Relationship Id="rId33" Type="http://schemas.openxmlformats.org/officeDocument/2006/relationships/image" Target="../media/image78.png"/><Relationship Id="rId38" Type="http://schemas.openxmlformats.org/officeDocument/2006/relationships/image" Target="../media/image82.png"/><Relationship Id="rId46" Type="http://schemas.openxmlformats.org/officeDocument/2006/relationships/image" Target="../media/image55.svg"/><Relationship Id="rId20" Type="http://schemas.openxmlformats.org/officeDocument/2006/relationships/image" Target="../media/image85.svg"/><Relationship Id="rId41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5" Type="http://schemas.openxmlformats.org/officeDocument/2006/relationships/image" Target="../media/image90.png"/><Relationship Id="rId23" Type="http://schemas.openxmlformats.org/officeDocument/2006/relationships/slide" Target="slide44.xml"/><Relationship Id="rId28" Type="http://schemas.openxmlformats.org/officeDocument/2006/relationships/image" Target="../media/image75.svg"/><Relationship Id="rId36" Type="http://schemas.openxmlformats.org/officeDocument/2006/relationships/image" Target="../media/image81.svg"/><Relationship Id="rId49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svg"/><Relationship Id="rId18" Type="http://schemas.openxmlformats.org/officeDocument/2006/relationships/image" Target="../media/image76.png"/><Relationship Id="rId26" Type="http://schemas.openxmlformats.org/officeDocument/2006/relationships/image" Target="../media/image82.png"/><Relationship Id="rId39" Type="http://schemas.openxmlformats.org/officeDocument/2006/relationships/slide" Target="slide52.xml"/><Relationship Id="rId21" Type="http://schemas.openxmlformats.org/officeDocument/2006/relationships/image" Target="../media/image78.png"/><Relationship Id="rId34" Type="http://schemas.openxmlformats.org/officeDocument/2006/relationships/image" Target="../media/image55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75.svg"/><Relationship Id="rId20" Type="http://schemas.openxmlformats.org/officeDocument/2006/relationships/slide" Target="slide34.xml"/><Relationship Id="rId29" Type="http://schemas.openxmlformats.org/officeDocument/2006/relationships/image" Target="../media/image86.png"/><Relationship Id="rId41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slide" Target="slide44.xml"/><Relationship Id="rId24" Type="http://schemas.openxmlformats.org/officeDocument/2006/relationships/image" Target="../media/image81.svg"/><Relationship Id="rId32" Type="http://schemas.openxmlformats.org/officeDocument/2006/relationships/image" Target="../media/image53.sv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4.png"/><Relationship Id="rId23" Type="http://schemas.openxmlformats.org/officeDocument/2006/relationships/image" Target="../media/image80.png"/><Relationship Id="rId28" Type="http://schemas.openxmlformats.org/officeDocument/2006/relationships/slide" Target="slide46.xml"/><Relationship Id="rId36" Type="http://schemas.openxmlformats.org/officeDocument/2006/relationships/image" Target="../media/image57.svg"/><Relationship Id="rId10" Type="http://schemas.openxmlformats.org/officeDocument/2006/relationships/image" Target="../media/image89.svg"/><Relationship Id="rId19" Type="http://schemas.openxmlformats.org/officeDocument/2006/relationships/image" Target="../media/image77.svg"/><Relationship Id="rId31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slide" Target="slide36.xml"/><Relationship Id="rId22" Type="http://schemas.openxmlformats.org/officeDocument/2006/relationships/image" Target="../media/image79.svg"/><Relationship Id="rId27" Type="http://schemas.openxmlformats.org/officeDocument/2006/relationships/image" Target="../media/image83.svg"/><Relationship Id="rId30" Type="http://schemas.openxmlformats.org/officeDocument/2006/relationships/image" Target="../media/image87.svg"/><Relationship Id="rId35" Type="http://schemas.openxmlformats.org/officeDocument/2006/relationships/image" Target="../media/image56.pn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2.png"/><Relationship Id="rId17" Type="http://schemas.openxmlformats.org/officeDocument/2006/relationships/slide" Target="slide35.xml"/><Relationship Id="rId25" Type="http://schemas.openxmlformats.org/officeDocument/2006/relationships/slide" Target="slide41.xml"/><Relationship Id="rId33" Type="http://schemas.openxmlformats.org/officeDocument/2006/relationships/image" Target="../media/image54.png"/><Relationship Id="rId38" Type="http://schemas.openxmlformats.org/officeDocument/2006/relationships/image" Target="../media/image59.sv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slide" Target="slide35.xml"/><Relationship Id="rId26" Type="http://schemas.openxmlformats.org/officeDocument/2006/relationships/slide" Target="slide41.xml"/><Relationship Id="rId39" Type="http://schemas.openxmlformats.org/officeDocument/2006/relationships/image" Target="../media/image59.svg"/><Relationship Id="rId21" Type="http://schemas.openxmlformats.org/officeDocument/2006/relationships/slide" Target="slide34.xml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74.png"/><Relationship Id="rId20" Type="http://schemas.openxmlformats.org/officeDocument/2006/relationships/image" Target="../media/image77.svg"/><Relationship Id="rId29" Type="http://schemas.openxmlformats.org/officeDocument/2006/relationships/slide" Target="slide46.xml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6.xml"/><Relationship Id="rId11" Type="http://schemas.openxmlformats.org/officeDocument/2006/relationships/image" Target="../media/image102.svg"/><Relationship Id="rId24" Type="http://schemas.openxmlformats.org/officeDocument/2006/relationships/image" Target="../media/image80.png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slide" Target="slide36.xml"/><Relationship Id="rId23" Type="http://schemas.openxmlformats.org/officeDocument/2006/relationships/image" Target="../media/image79.svg"/><Relationship Id="rId28" Type="http://schemas.openxmlformats.org/officeDocument/2006/relationships/image" Target="../media/image83.svg"/><Relationship Id="rId36" Type="http://schemas.openxmlformats.org/officeDocument/2006/relationships/image" Target="../media/image56.png"/><Relationship Id="rId10" Type="http://schemas.openxmlformats.org/officeDocument/2006/relationships/image" Target="../media/image101.png"/><Relationship Id="rId19" Type="http://schemas.openxmlformats.org/officeDocument/2006/relationships/image" Target="../media/image76.png"/><Relationship Id="rId31" Type="http://schemas.openxmlformats.org/officeDocument/2006/relationships/image" Target="../media/image87.svg"/><Relationship Id="rId4" Type="http://schemas.openxmlformats.org/officeDocument/2006/relationships/image" Target="../media/image68.png"/><Relationship Id="rId9" Type="http://schemas.openxmlformats.org/officeDocument/2006/relationships/slide" Target="slide43.xml"/><Relationship Id="rId14" Type="http://schemas.openxmlformats.org/officeDocument/2006/relationships/image" Target="../media/image73.svg"/><Relationship Id="rId22" Type="http://schemas.openxmlformats.org/officeDocument/2006/relationships/image" Target="../media/image78.png"/><Relationship Id="rId27" Type="http://schemas.openxmlformats.org/officeDocument/2006/relationships/image" Target="../media/image82.png"/><Relationship Id="rId30" Type="http://schemas.openxmlformats.org/officeDocument/2006/relationships/image" Target="../media/image86.png"/><Relationship Id="rId35" Type="http://schemas.openxmlformats.org/officeDocument/2006/relationships/image" Target="../media/image55.svg"/><Relationship Id="rId8" Type="http://schemas.openxmlformats.org/officeDocument/2006/relationships/image" Target="../media/image41.svg"/><Relationship Id="rId3" Type="http://schemas.openxmlformats.org/officeDocument/2006/relationships/slide" Target="slide27.xml"/><Relationship Id="rId12" Type="http://schemas.openxmlformats.org/officeDocument/2006/relationships/slide" Target="slide44.xml"/><Relationship Id="rId17" Type="http://schemas.openxmlformats.org/officeDocument/2006/relationships/image" Target="../media/image75.svg"/><Relationship Id="rId25" Type="http://schemas.openxmlformats.org/officeDocument/2006/relationships/image" Target="../media/image81.sv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slide" Target="slide35.xml"/><Relationship Id="rId26" Type="http://schemas.openxmlformats.org/officeDocument/2006/relationships/slide" Target="slide41.xml"/><Relationship Id="rId39" Type="http://schemas.openxmlformats.org/officeDocument/2006/relationships/image" Target="../media/image59.svg"/><Relationship Id="rId21" Type="http://schemas.openxmlformats.org/officeDocument/2006/relationships/slide" Target="slide34.xml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74.png"/><Relationship Id="rId20" Type="http://schemas.openxmlformats.org/officeDocument/2006/relationships/image" Target="../media/image77.svg"/><Relationship Id="rId29" Type="http://schemas.openxmlformats.org/officeDocument/2006/relationships/slide" Target="slide46.xml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89.svg"/><Relationship Id="rId24" Type="http://schemas.openxmlformats.org/officeDocument/2006/relationships/image" Target="../media/image80.png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slide" Target="slide36.xml"/><Relationship Id="rId23" Type="http://schemas.openxmlformats.org/officeDocument/2006/relationships/image" Target="../media/image79.svg"/><Relationship Id="rId28" Type="http://schemas.openxmlformats.org/officeDocument/2006/relationships/image" Target="../media/image83.svg"/><Relationship Id="rId36" Type="http://schemas.openxmlformats.org/officeDocument/2006/relationships/image" Target="../media/image56.png"/><Relationship Id="rId10" Type="http://schemas.openxmlformats.org/officeDocument/2006/relationships/image" Target="../media/image88.png"/><Relationship Id="rId19" Type="http://schemas.openxmlformats.org/officeDocument/2006/relationships/image" Target="../media/image76.png"/><Relationship Id="rId31" Type="http://schemas.openxmlformats.org/officeDocument/2006/relationships/image" Target="../media/image87.svg"/><Relationship Id="rId4" Type="http://schemas.openxmlformats.org/officeDocument/2006/relationships/image" Target="../media/image68.png"/><Relationship Id="rId9" Type="http://schemas.openxmlformats.org/officeDocument/2006/relationships/hyperlink" Target="https://yusurmount.github.io/Leaf-OS/download/" TargetMode="External"/><Relationship Id="rId14" Type="http://schemas.openxmlformats.org/officeDocument/2006/relationships/image" Target="../media/image73.svg"/><Relationship Id="rId22" Type="http://schemas.openxmlformats.org/officeDocument/2006/relationships/image" Target="../media/image78.png"/><Relationship Id="rId27" Type="http://schemas.openxmlformats.org/officeDocument/2006/relationships/image" Target="../media/image82.png"/><Relationship Id="rId30" Type="http://schemas.openxmlformats.org/officeDocument/2006/relationships/image" Target="../media/image86.png"/><Relationship Id="rId35" Type="http://schemas.openxmlformats.org/officeDocument/2006/relationships/image" Target="../media/image55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slide" Target="slide44.xml"/><Relationship Id="rId17" Type="http://schemas.openxmlformats.org/officeDocument/2006/relationships/image" Target="../media/image75.svg"/><Relationship Id="rId25" Type="http://schemas.openxmlformats.org/officeDocument/2006/relationships/image" Target="../media/image81.sv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image" Target="../media/image59.svg"/><Relationship Id="rId21" Type="http://schemas.openxmlformats.org/officeDocument/2006/relationships/image" Target="../media/image79.svg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7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6.pn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slide" Target="slide46.xml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5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svg"/><Relationship Id="rId18" Type="http://schemas.openxmlformats.org/officeDocument/2006/relationships/image" Target="../media/image76.png"/><Relationship Id="rId26" Type="http://schemas.openxmlformats.org/officeDocument/2006/relationships/image" Target="../media/image82.png"/><Relationship Id="rId39" Type="http://schemas.openxmlformats.org/officeDocument/2006/relationships/image" Target="../media/image58.png"/><Relationship Id="rId21" Type="http://schemas.openxmlformats.org/officeDocument/2006/relationships/image" Target="../media/image78.png"/><Relationship Id="rId34" Type="http://schemas.openxmlformats.org/officeDocument/2006/relationships/image" Target="../media/image53.svg"/><Relationship Id="rId42" Type="http://schemas.openxmlformats.org/officeDocument/2006/relationships/image" Target="../media/image6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75.svg"/><Relationship Id="rId20" Type="http://schemas.openxmlformats.org/officeDocument/2006/relationships/slide" Target="slide34.xml"/><Relationship Id="rId29" Type="http://schemas.openxmlformats.org/officeDocument/2006/relationships/image" Target="../media/image104.svg"/><Relationship Id="rId41" Type="http://schemas.openxmlformats.org/officeDocument/2006/relationships/slide" Target="slide5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slide" Target="slide44.xml"/><Relationship Id="rId24" Type="http://schemas.openxmlformats.org/officeDocument/2006/relationships/image" Target="../media/image81.svg"/><Relationship Id="rId32" Type="http://schemas.openxmlformats.org/officeDocument/2006/relationships/slide" Target="slide47.xml"/><Relationship Id="rId37" Type="http://schemas.openxmlformats.org/officeDocument/2006/relationships/image" Target="../media/image56.png"/><Relationship Id="rId40" Type="http://schemas.openxmlformats.org/officeDocument/2006/relationships/image" Target="../media/image59.svg"/><Relationship Id="rId5" Type="http://schemas.openxmlformats.org/officeDocument/2006/relationships/image" Target="../media/image69.svg"/><Relationship Id="rId15" Type="http://schemas.openxmlformats.org/officeDocument/2006/relationships/image" Target="../media/image74.png"/><Relationship Id="rId23" Type="http://schemas.openxmlformats.org/officeDocument/2006/relationships/image" Target="../media/image80.png"/><Relationship Id="rId28" Type="http://schemas.openxmlformats.org/officeDocument/2006/relationships/image" Target="../media/image103.png"/><Relationship Id="rId36" Type="http://schemas.openxmlformats.org/officeDocument/2006/relationships/image" Target="../media/image55.svg"/><Relationship Id="rId10" Type="http://schemas.openxmlformats.org/officeDocument/2006/relationships/image" Target="../media/image89.svg"/><Relationship Id="rId19" Type="http://schemas.openxmlformats.org/officeDocument/2006/relationships/image" Target="../media/image77.svg"/><Relationship Id="rId31" Type="http://schemas.openxmlformats.org/officeDocument/2006/relationships/image" Target="../media/image106.svg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slide" Target="slide36.xml"/><Relationship Id="rId22" Type="http://schemas.openxmlformats.org/officeDocument/2006/relationships/image" Target="../media/image79.svg"/><Relationship Id="rId27" Type="http://schemas.openxmlformats.org/officeDocument/2006/relationships/image" Target="../media/image83.svg"/><Relationship Id="rId30" Type="http://schemas.openxmlformats.org/officeDocument/2006/relationships/image" Target="../media/image105.png"/><Relationship Id="rId35" Type="http://schemas.openxmlformats.org/officeDocument/2006/relationships/image" Target="../media/image54.png"/><Relationship Id="rId43" Type="http://schemas.openxmlformats.org/officeDocument/2006/relationships/image" Target="../media/image61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2.png"/><Relationship Id="rId17" Type="http://schemas.openxmlformats.org/officeDocument/2006/relationships/slide" Target="slide35.xml"/><Relationship Id="rId25" Type="http://schemas.openxmlformats.org/officeDocument/2006/relationships/slide" Target="slide41.xml"/><Relationship Id="rId33" Type="http://schemas.openxmlformats.org/officeDocument/2006/relationships/image" Target="../media/image52.png"/><Relationship Id="rId38" Type="http://schemas.openxmlformats.org/officeDocument/2006/relationships/image" Target="../media/image57.sv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slide" Target="slide52.xml"/><Relationship Id="rId21" Type="http://schemas.openxmlformats.org/officeDocument/2006/relationships/image" Target="../media/image79.svg"/><Relationship Id="rId34" Type="http://schemas.openxmlformats.org/officeDocument/2006/relationships/image" Target="../media/image55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9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image" Target="../media/image53.sv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7.sv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6.pn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4.png"/><Relationship Id="rId38" Type="http://schemas.openxmlformats.org/officeDocument/2006/relationships/image" Target="../media/image59.sv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image" Target="../media/image59.svg"/><Relationship Id="rId21" Type="http://schemas.openxmlformats.org/officeDocument/2006/relationships/image" Target="../media/image79.svg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0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6.pn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slide" Target="slide46.xml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5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image" Target="../media/image59.svg"/><Relationship Id="rId21" Type="http://schemas.openxmlformats.org/officeDocument/2006/relationships/image" Target="../media/image79.svg"/><Relationship Id="rId34" Type="http://schemas.openxmlformats.org/officeDocument/2006/relationships/image" Target="../media/image54.png"/><Relationship Id="rId42" Type="http://schemas.openxmlformats.org/officeDocument/2006/relationships/image" Target="../media/image61.sv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1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image" Target="../media/image52.png"/><Relationship Id="rId37" Type="http://schemas.openxmlformats.org/officeDocument/2006/relationships/image" Target="../media/image57.svg"/><Relationship Id="rId40" Type="http://schemas.openxmlformats.org/officeDocument/2006/relationships/slide" Target="slide52.xml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6.pn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slide" Target="slide46.xml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5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3.svg"/><Relationship Id="rId38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image" Target="../media/image58.png"/><Relationship Id="rId21" Type="http://schemas.openxmlformats.org/officeDocument/2006/relationships/image" Target="../media/image79.svg"/><Relationship Id="rId34" Type="http://schemas.openxmlformats.org/officeDocument/2006/relationships/image" Target="../media/image53.svg"/><Relationship Id="rId42" Type="http://schemas.openxmlformats.org/officeDocument/2006/relationships/image" Target="../media/image6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2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slide" Target="slide5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slide" Target="slide51.xml"/><Relationship Id="rId37" Type="http://schemas.openxmlformats.org/officeDocument/2006/relationships/image" Target="../media/image56.png"/><Relationship Id="rId40" Type="http://schemas.openxmlformats.org/officeDocument/2006/relationships/image" Target="../media/image59.svg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5.sv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slide" Target="slide45.xml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4.png"/><Relationship Id="rId43" Type="http://schemas.openxmlformats.org/officeDocument/2006/relationships/image" Target="../media/image61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2.png"/><Relationship Id="rId38" Type="http://schemas.openxmlformats.org/officeDocument/2006/relationships/image" Target="../media/image57.sv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slide" Target="slide36.xml"/><Relationship Id="rId18" Type="http://schemas.openxmlformats.org/officeDocument/2006/relationships/image" Target="../media/image77.svg"/><Relationship Id="rId26" Type="http://schemas.openxmlformats.org/officeDocument/2006/relationships/image" Target="../media/image83.svg"/><Relationship Id="rId39" Type="http://schemas.openxmlformats.org/officeDocument/2006/relationships/image" Target="../media/image58.png"/><Relationship Id="rId21" Type="http://schemas.openxmlformats.org/officeDocument/2006/relationships/image" Target="../media/image79.svg"/><Relationship Id="rId34" Type="http://schemas.openxmlformats.org/officeDocument/2006/relationships/image" Target="../media/image53.svg"/><Relationship Id="rId42" Type="http://schemas.openxmlformats.org/officeDocument/2006/relationships/image" Target="../media/image6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3.xml"/><Relationship Id="rId16" Type="http://schemas.openxmlformats.org/officeDocument/2006/relationships/slide" Target="slide35.xml"/><Relationship Id="rId20" Type="http://schemas.openxmlformats.org/officeDocument/2006/relationships/image" Target="../media/image78.png"/><Relationship Id="rId29" Type="http://schemas.openxmlformats.org/officeDocument/2006/relationships/image" Target="../media/image105.png"/><Relationship Id="rId41" Type="http://schemas.openxmlformats.org/officeDocument/2006/relationships/slide" Target="slide5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3.xml"/><Relationship Id="rId11" Type="http://schemas.openxmlformats.org/officeDocument/2006/relationships/image" Target="../media/image72.png"/><Relationship Id="rId24" Type="http://schemas.openxmlformats.org/officeDocument/2006/relationships/slide" Target="slide41.xml"/><Relationship Id="rId32" Type="http://schemas.openxmlformats.org/officeDocument/2006/relationships/slide" Target="slide50.xml"/><Relationship Id="rId37" Type="http://schemas.openxmlformats.org/officeDocument/2006/relationships/image" Target="../media/image56.png"/><Relationship Id="rId40" Type="http://schemas.openxmlformats.org/officeDocument/2006/relationships/image" Target="../media/image59.svg"/><Relationship Id="rId5" Type="http://schemas.openxmlformats.org/officeDocument/2006/relationships/image" Target="../media/image69.svg"/><Relationship Id="rId15" Type="http://schemas.openxmlformats.org/officeDocument/2006/relationships/image" Target="../media/image75.svg"/><Relationship Id="rId23" Type="http://schemas.openxmlformats.org/officeDocument/2006/relationships/image" Target="../media/image81.svg"/><Relationship Id="rId28" Type="http://schemas.openxmlformats.org/officeDocument/2006/relationships/image" Target="../media/image104.svg"/><Relationship Id="rId36" Type="http://schemas.openxmlformats.org/officeDocument/2006/relationships/image" Target="../media/image55.svg"/><Relationship Id="rId10" Type="http://schemas.openxmlformats.org/officeDocument/2006/relationships/image" Target="../media/image89.svg"/><Relationship Id="rId19" Type="http://schemas.openxmlformats.org/officeDocument/2006/relationships/slide" Target="slide34.xml"/><Relationship Id="rId31" Type="http://schemas.openxmlformats.org/officeDocument/2006/relationships/slide" Target="slide45.xml"/><Relationship Id="rId4" Type="http://schemas.openxmlformats.org/officeDocument/2006/relationships/image" Target="../media/image68.png"/><Relationship Id="rId9" Type="http://schemas.openxmlformats.org/officeDocument/2006/relationships/image" Target="../media/image88.png"/><Relationship Id="rId14" Type="http://schemas.openxmlformats.org/officeDocument/2006/relationships/image" Target="../media/image74.png"/><Relationship Id="rId22" Type="http://schemas.openxmlformats.org/officeDocument/2006/relationships/image" Target="../media/image80.png"/><Relationship Id="rId27" Type="http://schemas.openxmlformats.org/officeDocument/2006/relationships/image" Target="../media/image103.png"/><Relationship Id="rId30" Type="http://schemas.openxmlformats.org/officeDocument/2006/relationships/image" Target="../media/image106.svg"/><Relationship Id="rId35" Type="http://schemas.openxmlformats.org/officeDocument/2006/relationships/image" Target="../media/image54.png"/><Relationship Id="rId43" Type="http://schemas.openxmlformats.org/officeDocument/2006/relationships/image" Target="../media/image61.svg"/><Relationship Id="rId8" Type="http://schemas.openxmlformats.org/officeDocument/2006/relationships/image" Target="../media/image85.svg"/><Relationship Id="rId3" Type="http://schemas.openxmlformats.org/officeDocument/2006/relationships/slide" Target="slide27.xml"/><Relationship Id="rId12" Type="http://schemas.openxmlformats.org/officeDocument/2006/relationships/image" Target="../media/image73.svg"/><Relationship Id="rId17" Type="http://schemas.openxmlformats.org/officeDocument/2006/relationships/image" Target="../media/image76.png"/><Relationship Id="rId25" Type="http://schemas.openxmlformats.org/officeDocument/2006/relationships/image" Target="../media/image82.png"/><Relationship Id="rId33" Type="http://schemas.openxmlformats.org/officeDocument/2006/relationships/image" Target="../media/image52.png"/><Relationship Id="rId38" Type="http://schemas.openxmlformats.org/officeDocument/2006/relationships/image" Target="../media/image57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6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107.sv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63.png"/><Relationship Id="rId7" Type="http://schemas.openxmlformats.org/officeDocument/2006/relationships/slide" Target="slide5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svg"/><Relationship Id="rId11" Type="http://schemas.openxmlformats.org/officeDocument/2006/relationships/image" Target="../media/image109.svg"/><Relationship Id="rId5" Type="http://schemas.openxmlformats.org/officeDocument/2006/relationships/image" Target="../media/image26.png"/><Relationship Id="rId10" Type="http://schemas.openxmlformats.org/officeDocument/2006/relationships/image" Target="../media/image108.png"/><Relationship Id="rId4" Type="http://schemas.openxmlformats.org/officeDocument/2006/relationships/slide" Target="slide54.xml"/><Relationship Id="rId9" Type="http://schemas.openxmlformats.org/officeDocument/2006/relationships/slide" Target="slide27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AC97742F.xml"/><Relationship Id="rId7" Type="http://schemas.openxmlformats.org/officeDocument/2006/relationships/image" Target="../media/image111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slide" Target="slide54.xml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1E197F79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microsoft.com/office/2018/10/relationships/comments" Target="../comments/modernComment_16D_75AF80D4.xml"/><Relationship Id="rId7" Type="http://schemas.openxmlformats.org/officeDocument/2006/relationships/slide" Target="slide54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10" Type="http://schemas.openxmlformats.org/officeDocument/2006/relationships/slide" Target="slide57.xml"/><Relationship Id="rId4" Type="http://schemas.openxmlformats.org/officeDocument/2006/relationships/slide" Target="slide27.xml"/><Relationship Id="rId9" Type="http://schemas.openxmlformats.org/officeDocument/2006/relationships/image" Target="../media/image113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slide" Target="slide27.xml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9" Type="http://schemas.openxmlformats.org/officeDocument/2006/relationships/slide" Target="slide56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g"/><Relationship Id="rId3" Type="http://schemas.openxmlformats.org/officeDocument/2006/relationships/slide" Target="slide27.xml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slide" Target="slide36.xml"/><Relationship Id="rId26" Type="http://schemas.openxmlformats.org/officeDocument/2006/relationships/image" Target="../media/image79.svg"/><Relationship Id="rId3" Type="http://schemas.openxmlformats.org/officeDocument/2006/relationships/image" Target="../media/image2.png"/><Relationship Id="rId21" Type="http://schemas.openxmlformats.org/officeDocument/2006/relationships/slide" Target="slide35.xml"/><Relationship Id="rId34" Type="http://schemas.openxmlformats.org/officeDocument/2006/relationships/image" Target="../media/image87.svg"/><Relationship Id="rId7" Type="http://schemas.openxmlformats.org/officeDocument/2006/relationships/slide" Target="slide55.xml"/><Relationship Id="rId12" Type="http://schemas.openxmlformats.org/officeDocument/2006/relationships/image" Target="../media/image85.svg"/><Relationship Id="rId17" Type="http://schemas.openxmlformats.org/officeDocument/2006/relationships/image" Target="../media/image73.sv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72.png"/><Relationship Id="rId20" Type="http://schemas.openxmlformats.org/officeDocument/2006/relationships/image" Target="../media/image75.svg"/><Relationship Id="rId29" Type="http://schemas.openxmlformats.org/officeDocument/2006/relationships/slide" Target="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11" Type="http://schemas.openxmlformats.org/officeDocument/2006/relationships/image" Target="../media/image84.png"/><Relationship Id="rId24" Type="http://schemas.openxmlformats.org/officeDocument/2006/relationships/slide" Target="slide34.xml"/><Relationship Id="rId32" Type="http://schemas.openxmlformats.org/officeDocument/2006/relationships/slide" Target="slide46.xml"/><Relationship Id="rId5" Type="http://schemas.openxmlformats.org/officeDocument/2006/relationships/image" Target="../media/image68.png"/><Relationship Id="rId15" Type="http://schemas.openxmlformats.org/officeDocument/2006/relationships/slide" Target="slide44.xml"/><Relationship Id="rId23" Type="http://schemas.openxmlformats.org/officeDocument/2006/relationships/image" Target="../media/image77.svg"/><Relationship Id="rId28" Type="http://schemas.openxmlformats.org/officeDocument/2006/relationships/image" Target="../media/image81.svg"/><Relationship Id="rId10" Type="http://schemas.openxmlformats.org/officeDocument/2006/relationships/slide" Target="slide90.xml"/><Relationship Id="rId19" Type="http://schemas.openxmlformats.org/officeDocument/2006/relationships/image" Target="../media/image74.png"/><Relationship Id="rId31" Type="http://schemas.openxmlformats.org/officeDocument/2006/relationships/image" Target="../media/image83.svg"/><Relationship Id="rId4" Type="http://schemas.openxmlformats.org/officeDocument/2006/relationships/slide" Target="slide27.xml"/><Relationship Id="rId9" Type="http://schemas.openxmlformats.org/officeDocument/2006/relationships/image" Target="../media/image91.svg"/><Relationship Id="rId14" Type="http://schemas.openxmlformats.org/officeDocument/2006/relationships/image" Target="../media/image89.svg"/><Relationship Id="rId22" Type="http://schemas.openxmlformats.org/officeDocument/2006/relationships/image" Target="../media/image76.png"/><Relationship Id="rId27" Type="http://schemas.openxmlformats.org/officeDocument/2006/relationships/image" Target="../media/image80.png"/><Relationship Id="rId30" Type="http://schemas.openxmlformats.org/officeDocument/2006/relationships/image" Target="../media/image82.png"/><Relationship Id="rId35" Type="http://schemas.openxmlformats.org/officeDocument/2006/relationships/image" Target="../media/image92.jpg"/><Relationship Id="rId8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svg"/><Relationship Id="rId18" Type="http://schemas.openxmlformats.org/officeDocument/2006/relationships/image" Target="../media/image74.png"/><Relationship Id="rId26" Type="http://schemas.openxmlformats.org/officeDocument/2006/relationships/image" Target="../media/image80.png"/><Relationship Id="rId3" Type="http://schemas.openxmlformats.org/officeDocument/2006/relationships/slide" Target="slide27.xml"/><Relationship Id="rId21" Type="http://schemas.openxmlformats.org/officeDocument/2006/relationships/image" Target="../media/image76.png"/><Relationship Id="rId34" Type="http://schemas.openxmlformats.org/officeDocument/2006/relationships/image" Target="../media/image92.jpg"/><Relationship Id="rId7" Type="http://schemas.openxmlformats.org/officeDocument/2006/relationships/image" Target="../media/image90.png"/><Relationship Id="rId12" Type="http://schemas.openxmlformats.org/officeDocument/2006/relationships/image" Target="../media/image88.png"/><Relationship Id="rId17" Type="http://schemas.openxmlformats.org/officeDocument/2006/relationships/slide" Target="slide36.xml"/><Relationship Id="rId25" Type="http://schemas.openxmlformats.org/officeDocument/2006/relationships/image" Target="../media/image79.svg"/><Relationship Id="rId33" Type="http://schemas.openxmlformats.org/officeDocument/2006/relationships/image" Target="../media/image87.sv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73.svg"/><Relationship Id="rId20" Type="http://schemas.openxmlformats.org/officeDocument/2006/relationships/slide" Target="slide35.xml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5.xml"/><Relationship Id="rId11" Type="http://schemas.openxmlformats.org/officeDocument/2006/relationships/image" Target="../media/image85.sv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5" Type="http://schemas.openxmlformats.org/officeDocument/2006/relationships/image" Target="../media/image69.svg"/><Relationship Id="rId15" Type="http://schemas.openxmlformats.org/officeDocument/2006/relationships/image" Target="../media/image72.png"/><Relationship Id="rId23" Type="http://schemas.openxmlformats.org/officeDocument/2006/relationships/slide" Target="slide34.xml"/><Relationship Id="rId28" Type="http://schemas.openxmlformats.org/officeDocument/2006/relationships/slide" Target="slide41.xml"/><Relationship Id="rId10" Type="http://schemas.openxmlformats.org/officeDocument/2006/relationships/image" Target="../media/image84.png"/><Relationship Id="rId19" Type="http://schemas.openxmlformats.org/officeDocument/2006/relationships/image" Target="../media/image75.svg"/><Relationship Id="rId31" Type="http://schemas.openxmlformats.org/officeDocument/2006/relationships/slide" Target="slide46.xml"/><Relationship Id="rId4" Type="http://schemas.openxmlformats.org/officeDocument/2006/relationships/image" Target="../media/image68.png"/><Relationship Id="rId9" Type="http://schemas.openxmlformats.org/officeDocument/2006/relationships/slide" Target="slide90.xml"/><Relationship Id="rId14" Type="http://schemas.openxmlformats.org/officeDocument/2006/relationships/slide" Target="slide44.xml"/><Relationship Id="rId22" Type="http://schemas.openxmlformats.org/officeDocument/2006/relationships/image" Target="../media/image77.svg"/><Relationship Id="rId27" Type="http://schemas.openxmlformats.org/officeDocument/2006/relationships/image" Target="../media/image81.svg"/><Relationship Id="rId30" Type="http://schemas.openxmlformats.org/officeDocument/2006/relationships/image" Target="../media/image83.svg"/><Relationship Id="rId35" Type="http://schemas.openxmlformats.org/officeDocument/2006/relationships/slide" Target="slide63.xml"/><Relationship Id="rId8" Type="http://schemas.openxmlformats.org/officeDocument/2006/relationships/image" Target="../media/image91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6.xml"/><Relationship Id="rId4" Type="http://schemas.openxmlformats.org/officeDocument/2006/relationships/slide" Target="slide6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92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92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microsoft.com/office/2018/10/relationships/comments" Target="../comments/modernComment_17B_7F49B7F8.xml"/><Relationship Id="rId7" Type="http://schemas.openxmlformats.org/officeDocument/2006/relationships/slide" Target="slide59.xml"/><Relationship Id="rId12" Type="http://schemas.openxmlformats.org/officeDocument/2006/relationships/image" Target="../media/image119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sv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5" Type="http://schemas.openxmlformats.org/officeDocument/2006/relationships/image" Target="../media/image22.png"/><Relationship Id="rId10" Type="http://schemas.openxmlformats.org/officeDocument/2006/relationships/image" Target="../media/image117.svg"/><Relationship Id="rId4" Type="http://schemas.openxmlformats.org/officeDocument/2006/relationships/image" Target="../media/image92.jpg"/><Relationship Id="rId9" Type="http://schemas.openxmlformats.org/officeDocument/2006/relationships/image" Target="../media/image116.png"/><Relationship Id="rId14" Type="http://schemas.openxmlformats.org/officeDocument/2006/relationships/image" Target="../media/image21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image" Target="../media/image119.svg"/><Relationship Id="rId18" Type="http://schemas.openxmlformats.org/officeDocument/2006/relationships/image" Target="../media/image24.png"/><Relationship Id="rId3" Type="http://schemas.openxmlformats.org/officeDocument/2006/relationships/image" Target="../media/image92.jpg"/><Relationship Id="rId7" Type="http://schemas.openxmlformats.org/officeDocument/2006/relationships/slide" Target="slide73.xml"/><Relationship Id="rId12" Type="http://schemas.openxmlformats.org/officeDocument/2006/relationships/image" Target="../media/image118.png"/><Relationship Id="rId17" Type="http://schemas.openxmlformats.org/officeDocument/2006/relationships/image" Target="../media/image23.svg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svg"/><Relationship Id="rId11" Type="http://schemas.openxmlformats.org/officeDocument/2006/relationships/slide" Target="slide74.xml"/><Relationship Id="rId5" Type="http://schemas.openxmlformats.org/officeDocument/2006/relationships/image" Target="../media/image114.png"/><Relationship Id="rId15" Type="http://schemas.openxmlformats.org/officeDocument/2006/relationships/image" Target="../media/image21.svg"/><Relationship Id="rId10" Type="http://schemas.openxmlformats.org/officeDocument/2006/relationships/image" Target="../media/image117.svg"/><Relationship Id="rId19" Type="http://schemas.openxmlformats.org/officeDocument/2006/relationships/image" Target="../media/image25.svg"/><Relationship Id="rId4" Type="http://schemas.openxmlformats.org/officeDocument/2006/relationships/slide" Target="slide75.xml"/><Relationship Id="rId9" Type="http://schemas.openxmlformats.org/officeDocument/2006/relationships/image" Target="../media/image116.png"/><Relationship Id="rId14" Type="http://schemas.openxmlformats.org/officeDocument/2006/relationships/image" Target="../media/image2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microsoft.com/office/2018/10/relationships/comments" Target="../comments/modernComment_184_8F6B1876.xml"/><Relationship Id="rId7" Type="http://schemas.openxmlformats.org/officeDocument/2006/relationships/image" Target="../media/image115.svg"/><Relationship Id="rId12" Type="http://schemas.openxmlformats.org/officeDocument/2006/relationships/image" Target="../media/image119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8.png"/><Relationship Id="rId5" Type="http://schemas.openxmlformats.org/officeDocument/2006/relationships/slide" Target="slide75.xml"/><Relationship Id="rId15" Type="http://schemas.openxmlformats.org/officeDocument/2006/relationships/image" Target="../media/image22.png"/><Relationship Id="rId10" Type="http://schemas.openxmlformats.org/officeDocument/2006/relationships/slide" Target="slide74.xml"/><Relationship Id="rId4" Type="http://schemas.openxmlformats.org/officeDocument/2006/relationships/image" Target="../media/image92.jpg"/><Relationship Id="rId9" Type="http://schemas.openxmlformats.org/officeDocument/2006/relationships/image" Target="../media/image117.svg"/><Relationship Id="rId14" Type="http://schemas.openxmlformats.org/officeDocument/2006/relationships/image" Target="../media/image21.sv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21.svg"/><Relationship Id="rId3" Type="http://schemas.openxmlformats.org/officeDocument/2006/relationships/image" Target="../media/image92.jpg"/><Relationship Id="rId7" Type="http://schemas.openxmlformats.org/officeDocument/2006/relationships/slide" Target="slide73.xml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svg"/><Relationship Id="rId11" Type="http://schemas.openxmlformats.org/officeDocument/2006/relationships/image" Target="../media/image119.svg"/><Relationship Id="rId5" Type="http://schemas.openxmlformats.org/officeDocument/2006/relationships/image" Target="../media/image114.png"/><Relationship Id="rId15" Type="http://schemas.openxmlformats.org/officeDocument/2006/relationships/image" Target="../media/image23.svg"/><Relationship Id="rId10" Type="http://schemas.openxmlformats.org/officeDocument/2006/relationships/image" Target="../media/image118.png"/><Relationship Id="rId4" Type="http://schemas.openxmlformats.org/officeDocument/2006/relationships/slide" Target="slide75.xml"/><Relationship Id="rId9" Type="http://schemas.openxmlformats.org/officeDocument/2006/relationships/image" Target="../media/image117.svg"/><Relationship Id="rId1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92.jpg"/><Relationship Id="rId21" Type="http://schemas.openxmlformats.org/officeDocument/2006/relationships/image" Target="../media/image120.png"/><Relationship Id="rId7" Type="http://schemas.openxmlformats.org/officeDocument/2006/relationships/slide" Target="slide59.xml"/><Relationship Id="rId12" Type="http://schemas.openxmlformats.org/officeDocument/2006/relationships/image" Target="../media/image119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23.svg"/><Relationship Id="rId20" Type="http://schemas.openxmlformats.org/officeDocument/2006/relationships/slide" Target="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sv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5" Type="http://schemas.openxmlformats.org/officeDocument/2006/relationships/image" Target="../media/image22.png"/><Relationship Id="rId10" Type="http://schemas.openxmlformats.org/officeDocument/2006/relationships/image" Target="../media/image117.svg"/><Relationship Id="rId19" Type="http://schemas.openxmlformats.org/officeDocument/2006/relationships/slide" Target="slide36.xml"/><Relationship Id="rId4" Type="http://schemas.openxmlformats.org/officeDocument/2006/relationships/slide" Target="slide75.xml"/><Relationship Id="rId9" Type="http://schemas.openxmlformats.org/officeDocument/2006/relationships/image" Target="../media/image116.png"/><Relationship Id="rId14" Type="http://schemas.openxmlformats.org/officeDocument/2006/relationships/image" Target="../media/image21.svg"/><Relationship Id="rId22" Type="http://schemas.openxmlformats.org/officeDocument/2006/relationships/image" Target="../media/image121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3" Type="http://schemas.openxmlformats.org/officeDocument/2006/relationships/image" Target="../media/image63.png"/><Relationship Id="rId21" Type="http://schemas.openxmlformats.org/officeDocument/2006/relationships/slide" Target="slide52.xml"/><Relationship Id="rId7" Type="http://schemas.openxmlformats.org/officeDocument/2006/relationships/slide" Target="slide76.xml"/><Relationship Id="rId12" Type="http://schemas.openxmlformats.org/officeDocument/2006/relationships/image" Target="../media/image45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5" Type="http://schemas.openxmlformats.org/officeDocument/2006/relationships/image" Target="../media/image54.png"/><Relationship Id="rId23" Type="http://schemas.openxmlformats.org/officeDocument/2006/relationships/image" Target="../media/image61.svg"/><Relationship Id="rId10" Type="http://schemas.openxmlformats.org/officeDocument/2006/relationships/slide" Target="slide85.xml"/><Relationship Id="rId19" Type="http://schemas.openxmlformats.org/officeDocument/2006/relationships/image" Target="../media/image58.png"/><Relationship Id="rId4" Type="http://schemas.openxmlformats.org/officeDocument/2006/relationships/slide" Target="slide31.xml"/><Relationship Id="rId9" Type="http://schemas.openxmlformats.org/officeDocument/2006/relationships/image" Target="../media/image43.svg"/><Relationship Id="rId14" Type="http://schemas.openxmlformats.org/officeDocument/2006/relationships/image" Target="../media/image53.svg"/><Relationship Id="rId22" Type="http://schemas.openxmlformats.org/officeDocument/2006/relationships/image" Target="../media/image6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58.png"/><Relationship Id="rId3" Type="http://schemas.openxmlformats.org/officeDocument/2006/relationships/image" Target="../media/image122.png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17" Type="http://schemas.openxmlformats.org/officeDocument/2006/relationships/image" Target="../media/image61.svg"/><Relationship Id="rId2" Type="http://schemas.openxmlformats.org/officeDocument/2006/relationships/notesSlide" Target="../notesSlides/notesSlide69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svg"/><Relationship Id="rId11" Type="http://schemas.openxmlformats.org/officeDocument/2006/relationships/image" Target="../media/image56.png"/><Relationship Id="rId5" Type="http://schemas.openxmlformats.org/officeDocument/2006/relationships/image" Target="../media/image124.png"/><Relationship Id="rId15" Type="http://schemas.openxmlformats.org/officeDocument/2006/relationships/slide" Target="slide52.xml"/><Relationship Id="rId10" Type="http://schemas.openxmlformats.org/officeDocument/2006/relationships/image" Target="../media/image55.svg"/><Relationship Id="rId4" Type="http://schemas.openxmlformats.org/officeDocument/2006/relationships/image" Target="../media/image123.svg"/><Relationship Id="rId9" Type="http://schemas.openxmlformats.org/officeDocument/2006/relationships/image" Target="../media/image54.png"/><Relationship Id="rId14" Type="http://schemas.openxmlformats.org/officeDocument/2006/relationships/image" Target="../media/image59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8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slide" Target="slide79.xml"/><Relationship Id="rId21" Type="http://schemas.openxmlformats.org/officeDocument/2006/relationships/image" Target="../media/image61.svg"/><Relationship Id="rId7" Type="http://schemas.openxmlformats.org/officeDocument/2006/relationships/slide" Target="slide82.xml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1.xml"/><Relationship Id="rId16" Type="http://schemas.openxmlformats.org/officeDocument/2006/relationships/image" Target="../media/image57.sv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52.png"/><Relationship Id="rId5" Type="http://schemas.openxmlformats.org/officeDocument/2006/relationships/slide" Target="slide81.xml"/><Relationship Id="rId15" Type="http://schemas.openxmlformats.org/officeDocument/2006/relationships/image" Target="../media/image56.png"/><Relationship Id="rId10" Type="http://schemas.openxmlformats.org/officeDocument/2006/relationships/image" Target="../media/image126.svg"/><Relationship Id="rId19" Type="http://schemas.openxmlformats.org/officeDocument/2006/relationships/slide" Target="slide52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55.sv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slide" Target="slide79.xml"/><Relationship Id="rId21" Type="http://schemas.openxmlformats.org/officeDocument/2006/relationships/image" Target="../media/image61.svg"/><Relationship Id="rId7" Type="http://schemas.openxmlformats.org/officeDocument/2006/relationships/slide" Target="slide82.xml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2.xml"/><Relationship Id="rId16" Type="http://schemas.openxmlformats.org/officeDocument/2006/relationships/image" Target="../media/image57.sv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52.png"/><Relationship Id="rId5" Type="http://schemas.openxmlformats.org/officeDocument/2006/relationships/slide" Target="slide81.xml"/><Relationship Id="rId15" Type="http://schemas.openxmlformats.org/officeDocument/2006/relationships/image" Target="../media/image56.png"/><Relationship Id="rId10" Type="http://schemas.openxmlformats.org/officeDocument/2006/relationships/image" Target="../media/image126.svg"/><Relationship Id="rId19" Type="http://schemas.openxmlformats.org/officeDocument/2006/relationships/slide" Target="slide52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55.sv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slide" Target="slide79.xml"/><Relationship Id="rId21" Type="http://schemas.openxmlformats.org/officeDocument/2006/relationships/image" Target="../media/image61.svg"/><Relationship Id="rId7" Type="http://schemas.openxmlformats.org/officeDocument/2006/relationships/slide" Target="slide82.xml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57.sv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52.png"/><Relationship Id="rId5" Type="http://schemas.openxmlformats.org/officeDocument/2006/relationships/slide" Target="slide81.xml"/><Relationship Id="rId15" Type="http://schemas.openxmlformats.org/officeDocument/2006/relationships/image" Target="../media/image56.png"/><Relationship Id="rId10" Type="http://schemas.openxmlformats.org/officeDocument/2006/relationships/image" Target="../media/image126.svg"/><Relationship Id="rId19" Type="http://schemas.openxmlformats.org/officeDocument/2006/relationships/slide" Target="slide52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55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5.svg"/><Relationship Id="rId18" Type="http://schemas.openxmlformats.org/officeDocument/2006/relationships/slide" Target="slide52.xml"/><Relationship Id="rId3" Type="http://schemas.openxmlformats.org/officeDocument/2006/relationships/slide" Target="slide79.xml"/><Relationship Id="rId7" Type="http://schemas.openxmlformats.org/officeDocument/2006/relationships/slide" Target="slide27.xml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74.xml"/><Relationship Id="rId16" Type="http://schemas.openxmlformats.org/officeDocument/2006/relationships/image" Target="../media/image58.pn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2.xml"/><Relationship Id="rId11" Type="http://schemas.openxmlformats.org/officeDocument/2006/relationships/image" Target="../media/image53.svg"/><Relationship Id="rId5" Type="http://schemas.openxmlformats.org/officeDocument/2006/relationships/slide" Target="slide81.xml"/><Relationship Id="rId15" Type="http://schemas.openxmlformats.org/officeDocument/2006/relationships/image" Target="../media/image57.svg"/><Relationship Id="rId10" Type="http://schemas.openxmlformats.org/officeDocument/2006/relationships/image" Target="../media/image52.png"/><Relationship Id="rId19" Type="http://schemas.openxmlformats.org/officeDocument/2006/relationships/image" Target="../media/image60.png"/><Relationship Id="rId4" Type="http://schemas.openxmlformats.org/officeDocument/2006/relationships/slide" Target="slide80.xml"/><Relationship Id="rId9" Type="http://schemas.openxmlformats.org/officeDocument/2006/relationships/image" Target="../media/image126.svg"/><Relationship Id="rId14" Type="http://schemas.openxmlformats.org/officeDocument/2006/relationships/image" Target="../media/image5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slide" Target="slide79.xml"/><Relationship Id="rId21" Type="http://schemas.openxmlformats.org/officeDocument/2006/relationships/image" Target="../media/image61.svg"/><Relationship Id="rId7" Type="http://schemas.openxmlformats.org/officeDocument/2006/relationships/slide" Target="slide27.xml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5.xml"/><Relationship Id="rId16" Type="http://schemas.openxmlformats.org/officeDocument/2006/relationships/image" Target="../media/image57.sv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52.png"/><Relationship Id="rId5" Type="http://schemas.openxmlformats.org/officeDocument/2006/relationships/slide" Target="slide81.xml"/><Relationship Id="rId15" Type="http://schemas.openxmlformats.org/officeDocument/2006/relationships/image" Target="../media/image56.png"/><Relationship Id="rId10" Type="http://schemas.openxmlformats.org/officeDocument/2006/relationships/slide" Target="slide84.xml"/><Relationship Id="rId19" Type="http://schemas.openxmlformats.org/officeDocument/2006/relationships/slide" Target="slide52.xml"/><Relationship Id="rId4" Type="http://schemas.openxmlformats.org/officeDocument/2006/relationships/slide" Target="slide80.xml"/><Relationship Id="rId9" Type="http://schemas.openxmlformats.org/officeDocument/2006/relationships/image" Target="../media/image126.svg"/><Relationship Id="rId14" Type="http://schemas.openxmlformats.org/officeDocument/2006/relationships/image" Target="../media/image55.sv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5.svg"/><Relationship Id="rId18" Type="http://schemas.openxmlformats.org/officeDocument/2006/relationships/slide" Target="slide52.xml"/><Relationship Id="rId3" Type="http://schemas.openxmlformats.org/officeDocument/2006/relationships/slide" Target="slide79.xml"/><Relationship Id="rId7" Type="http://schemas.openxmlformats.org/officeDocument/2006/relationships/slide" Target="slide27.xml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76.xml"/><Relationship Id="rId16" Type="http://schemas.openxmlformats.org/officeDocument/2006/relationships/image" Target="../media/image58.pn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53.svg"/><Relationship Id="rId5" Type="http://schemas.openxmlformats.org/officeDocument/2006/relationships/slide" Target="slide81.xml"/><Relationship Id="rId15" Type="http://schemas.openxmlformats.org/officeDocument/2006/relationships/image" Target="../media/image57.svg"/><Relationship Id="rId10" Type="http://schemas.openxmlformats.org/officeDocument/2006/relationships/image" Target="../media/image52.png"/><Relationship Id="rId19" Type="http://schemas.openxmlformats.org/officeDocument/2006/relationships/image" Target="../media/image60.png"/><Relationship Id="rId4" Type="http://schemas.openxmlformats.org/officeDocument/2006/relationships/slide" Target="slide80.xml"/><Relationship Id="rId9" Type="http://schemas.openxmlformats.org/officeDocument/2006/relationships/image" Target="../media/image126.svg"/><Relationship Id="rId14" Type="http://schemas.openxmlformats.org/officeDocument/2006/relationships/image" Target="../media/image56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3" Type="http://schemas.openxmlformats.org/officeDocument/2006/relationships/image" Target="../media/image63.png"/><Relationship Id="rId21" Type="http://schemas.openxmlformats.org/officeDocument/2006/relationships/slide" Target="slide52.xml"/><Relationship Id="rId7" Type="http://schemas.openxmlformats.org/officeDocument/2006/relationships/slide" Target="slide76.xml"/><Relationship Id="rId12" Type="http://schemas.openxmlformats.org/officeDocument/2006/relationships/image" Target="../media/image45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77.xml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5" Type="http://schemas.openxmlformats.org/officeDocument/2006/relationships/image" Target="../media/image54.png"/><Relationship Id="rId23" Type="http://schemas.openxmlformats.org/officeDocument/2006/relationships/image" Target="../media/image61.svg"/><Relationship Id="rId10" Type="http://schemas.openxmlformats.org/officeDocument/2006/relationships/slide" Target="slide85.xml"/><Relationship Id="rId19" Type="http://schemas.openxmlformats.org/officeDocument/2006/relationships/image" Target="../media/image58.png"/><Relationship Id="rId4" Type="http://schemas.openxmlformats.org/officeDocument/2006/relationships/slide" Target="slide31.xml"/><Relationship Id="rId9" Type="http://schemas.openxmlformats.org/officeDocument/2006/relationships/image" Target="../media/image43.svg"/><Relationship Id="rId14" Type="http://schemas.openxmlformats.org/officeDocument/2006/relationships/image" Target="../media/image53.svg"/><Relationship Id="rId22" Type="http://schemas.openxmlformats.org/officeDocument/2006/relationships/image" Target="../media/image6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svg"/><Relationship Id="rId18" Type="http://schemas.openxmlformats.org/officeDocument/2006/relationships/image" Target="../media/image43.svg"/><Relationship Id="rId26" Type="http://schemas.openxmlformats.org/officeDocument/2006/relationships/image" Target="../media/image55.svg"/><Relationship Id="rId3" Type="http://schemas.openxmlformats.org/officeDocument/2006/relationships/image" Target="../media/image18.png"/><Relationship Id="rId21" Type="http://schemas.openxmlformats.org/officeDocument/2006/relationships/image" Target="../media/image124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42.png"/><Relationship Id="rId25" Type="http://schemas.openxmlformats.org/officeDocument/2006/relationships/image" Target="../media/image54.png"/><Relationship Id="rId2" Type="http://schemas.openxmlformats.org/officeDocument/2006/relationships/notesSlide" Target="../notesSlides/notesSlide78.xml"/><Relationship Id="rId16" Type="http://schemas.openxmlformats.org/officeDocument/2006/relationships/image" Target="../media/image41.svg"/><Relationship Id="rId20" Type="http://schemas.openxmlformats.org/officeDocument/2006/relationships/image" Target="../media/image128.sv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slide" Target="slide52.xml"/><Relationship Id="rId24" Type="http://schemas.openxmlformats.org/officeDocument/2006/relationships/image" Target="../media/image53.svg"/><Relationship Id="rId32" Type="http://schemas.openxmlformats.org/officeDocument/2006/relationships/image" Target="../media/image61.svg"/><Relationship Id="rId5" Type="http://schemas.openxmlformats.org/officeDocument/2006/relationships/image" Target="../media/image20.png"/><Relationship Id="rId15" Type="http://schemas.openxmlformats.org/officeDocument/2006/relationships/image" Target="../media/image40.png"/><Relationship Id="rId23" Type="http://schemas.openxmlformats.org/officeDocument/2006/relationships/image" Target="../media/image52.png"/><Relationship Id="rId28" Type="http://schemas.openxmlformats.org/officeDocument/2006/relationships/image" Target="../media/image57.svg"/><Relationship Id="rId10" Type="http://schemas.openxmlformats.org/officeDocument/2006/relationships/image" Target="../media/image25.svg"/><Relationship Id="rId19" Type="http://schemas.openxmlformats.org/officeDocument/2006/relationships/image" Target="../media/image127.png"/><Relationship Id="rId31" Type="http://schemas.openxmlformats.org/officeDocument/2006/relationships/image" Target="../media/image60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slide" Target="slide31.xml"/><Relationship Id="rId22" Type="http://schemas.openxmlformats.org/officeDocument/2006/relationships/image" Target="../media/image129.svg"/><Relationship Id="rId27" Type="http://schemas.openxmlformats.org/officeDocument/2006/relationships/image" Target="../media/image56.png"/><Relationship Id="rId30" Type="http://schemas.openxmlformats.org/officeDocument/2006/relationships/image" Target="../media/image59.sv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svg"/><Relationship Id="rId13" Type="http://schemas.openxmlformats.org/officeDocument/2006/relationships/image" Target="../media/image84.png"/><Relationship Id="rId18" Type="http://schemas.openxmlformats.org/officeDocument/2006/relationships/image" Target="../media/image53.svg"/><Relationship Id="rId26" Type="http://schemas.openxmlformats.org/officeDocument/2006/relationships/image" Target="../media/image60.png"/><Relationship Id="rId3" Type="http://schemas.openxmlformats.org/officeDocument/2006/relationships/slide" Target="slide27.xml"/><Relationship Id="rId21" Type="http://schemas.openxmlformats.org/officeDocument/2006/relationships/image" Target="../media/image56.png"/><Relationship Id="rId7" Type="http://schemas.openxmlformats.org/officeDocument/2006/relationships/image" Target="../media/image130.png"/><Relationship Id="rId12" Type="http://schemas.openxmlformats.org/officeDocument/2006/relationships/slide" Target="slide90.xml"/><Relationship Id="rId17" Type="http://schemas.openxmlformats.org/officeDocument/2006/relationships/image" Target="../media/image52.png"/><Relationship Id="rId25" Type="http://schemas.openxmlformats.org/officeDocument/2006/relationships/slide" Target="slide52.xml"/><Relationship Id="rId2" Type="http://schemas.openxmlformats.org/officeDocument/2006/relationships/notesSlide" Target="../notesSlides/notesSlide79.xml"/><Relationship Id="rId16" Type="http://schemas.openxmlformats.org/officeDocument/2006/relationships/image" Target="../media/image135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8.xml"/><Relationship Id="rId11" Type="http://schemas.openxmlformats.org/officeDocument/2006/relationships/image" Target="../media/image133.svg"/><Relationship Id="rId24" Type="http://schemas.openxmlformats.org/officeDocument/2006/relationships/image" Target="../media/image59.svg"/><Relationship Id="rId5" Type="http://schemas.openxmlformats.org/officeDocument/2006/relationships/image" Target="../media/image69.svg"/><Relationship Id="rId15" Type="http://schemas.openxmlformats.org/officeDocument/2006/relationships/image" Target="../media/image134.png"/><Relationship Id="rId23" Type="http://schemas.openxmlformats.org/officeDocument/2006/relationships/image" Target="../media/image58.png"/><Relationship Id="rId10" Type="http://schemas.openxmlformats.org/officeDocument/2006/relationships/image" Target="../media/image132.png"/><Relationship Id="rId19" Type="http://schemas.openxmlformats.org/officeDocument/2006/relationships/image" Target="../media/image54.png"/><Relationship Id="rId4" Type="http://schemas.openxmlformats.org/officeDocument/2006/relationships/image" Target="../media/image68.png"/><Relationship Id="rId9" Type="http://schemas.openxmlformats.org/officeDocument/2006/relationships/slide" Target="slide89.xml"/><Relationship Id="rId14" Type="http://schemas.openxmlformats.org/officeDocument/2006/relationships/image" Target="../media/image85.svg"/><Relationship Id="rId22" Type="http://schemas.openxmlformats.org/officeDocument/2006/relationships/image" Target="../media/image57.svg"/><Relationship Id="rId27" Type="http://schemas.openxmlformats.org/officeDocument/2006/relationships/image" Target="../media/image61.sv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132.png"/><Relationship Id="rId18" Type="http://schemas.openxmlformats.org/officeDocument/2006/relationships/image" Target="../media/image55.svg"/><Relationship Id="rId3" Type="http://schemas.openxmlformats.org/officeDocument/2006/relationships/slide" Target="slide27.xml"/><Relationship Id="rId21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slide" Target="slide89.xml"/><Relationship Id="rId17" Type="http://schemas.openxmlformats.org/officeDocument/2006/relationships/image" Target="../media/image54.png"/><Relationship Id="rId25" Type="http://schemas.openxmlformats.org/officeDocument/2006/relationships/image" Target="../media/image61.sv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53.sv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1" Type="http://schemas.openxmlformats.org/officeDocument/2006/relationships/image" Target="../media/image131.svg"/><Relationship Id="rId24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52.png"/><Relationship Id="rId23" Type="http://schemas.openxmlformats.org/officeDocument/2006/relationships/slide" Target="slide52.xml"/><Relationship Id="rId10" Type="http://schemas.openxmlformats.org/officeDocument/2006/relationships/image" Target="../media/image130.png"/><Relationship Id="rId19" Type="http://schemas.openxmlformats.org/officeDocument/2006/relationships/image" Target="../media/image56.png"/><Relationship Id="rId4" Type="http://schemas.openxmlformats.org/officeDocument/2006/relationships/image" Target="../media/image68.png"/><Relationship Id="rId9" Type="http://schemas.openxmlformats.org/officeDocument/2006/relationships/slide" Target="slide88.xml"/><Relationship Id="rId14" Type="http://schemas.openxmlformats.org/officeDocument/2006/relationships/image" Target="../media/image133.svg"/><Relationship Id="rId22" Type="http://schemas.openxmlformats.org/officeDocument/2006/relationships/image" Target="../media/image59.sv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132.png"/><Relationship Id="rId18" Type="http://schemas.openxmlformats.org/officeDocument/2006/relationships/image" Target="../media/image55.svg"/><Relationship Id="rId3" Type="http://schemas.openxmlformats.org/officeDocument/2006/relationships/slide" Target="slide27.xml"/><Relationship Id="rId21" Type="http://schemas.openxmlformats.org/officeDocument/2006/relationships/image" Target="../media/image58.png"/><Relationship Id="rId7" Type="http://schemas.openxmlformats.org/officeDocument/2006/relationships/image" Target="../media/image84.png"/><Relationship Id="rId12" Type="http://schemas.openxmlformats.org/officeDocument/2006/relationships/slide" Target="slide89.xml"/><Relationship Id="rId17" Type="http://schemas.openxmlformats.org/officeDocument/2006/relationships/image" Target="../media/image54.png"/><Relationship Id="rId25" Type="http://schemas.openxmlformats.org/officeDocument/2006/relationships/image" Target="../media/image61.svg"/><Relationship Id="rId2" Type="http://schemas.openxmlformats.org/officeDocument/2006/relationships/notesSlide" Target="../notesSlides/notesSlide81.xml"/><Relationship Id="rId16" Type="http://schemas.openxmlformats.org/officeDocument/2006/relationships/image" Target="../media/image53.sv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1" Type="http://schemas.openxmlformats.org/officeDocument/2006/relationships/image" Target="../media/image131.svg"/><Relationship Id="rId24" Type="http://schemas.openxmlformats.org/officeDocument/2006/relationships/image" Target="../media/image60.png"/><Relationship Id="rId5" Type="http://schemas.openxmlformats.org/officeDocument/2006/relationships/image" Target="../media/image69.svg"/><Relationship Id="rId15" Type="http://schemas.openxmlformats.org/officeDocument/2006/relationships/image" Target="../media/image52.png"/><Relationship Id="rId23" Type="http://schemas.openxmlformats.org/officeDocument/2006/relationships/slide" Target="slide52.xml"/><Relationship Id="rId10" Type="http://schemas.openxmlformats.org/officeDocument/2006/relationships/image" Target="../media/image130.png"/><Relationship Id="rId19" Type="http://schemas.openxmlformats.org/officeDocument/2006/relationships/image" Target="../media/image56.png"/><Relationship Id="rId4" Type="http://schemas.openxmlformats.org/officeDocument/2006/relationships/image" Target="../media/image68.png"/><Relationship Id="rId9" Type="http://schemas.openxmlformats.org/officeDocument/2006/relationships/slide" Target="slide88.xml"/><Relationship Id="rId14" Type="http://schemas.openxmlformats.org/officeDocument/2006/relationships/image" Target="../media/image133.svg"/><Relationship Id="rId22" Type="http://schemas.openxmlformats.org/officeDocument/2006/relationships/image" Target="../media/image59.sv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slide" Target="slide86.xml"/><Relationship Id="rId13" Type="http://schemas.openxmlformats.org/officeDocument/2006/relationships/image" Target="../media/image131.svg"/><Relationship Id="rId18" Type="http://schemas.openxmlformats.org/officeDocument/2006/relationships/image" Target="../media/image53.svg"/><Relationship Id="rId26" Type="http://schemas.openxmlformats.org/officeDocument/2006/relationships/image" Target="../media/image60.png"/><Relationship Id="rId3" Type="http://schemas.openxmlformats.org/officeDocument/2006/relationships/slide" Target="slide27.xml"/><Relationship Id="rId21" Type="http://schemas.openxmlformats.org/officeDocument/2006/relationships/image" Target="../media/image56.png"/><Relationship Id="rId7" Type="http://schemas.openxmlformats.org/officeDocument/2006/relationships/image" Target="../media/image102.svg"/><Relationship Id="rId12" Type="http://schemas.openxmlformats.org/officeDocument/2006/relationships/image" Target="../media/image130.png"/><Relationship Id="rId17" Type="http://schemas.openxmlformats.org/officeDocument/2006/relationships/image" Target="../media/image52.png"/><Relationship Id="rId25" Type="http://schemas.openxmlformats.org/officeDocument/2006/relationships/slide" Target="slide52.xml"/><Relationship Id="rId2" Type="http://schemas.openxmlformats.org/officeDocument/2006/relationships/notesSlide" Target="../notesSlides/notesSlide82.xml"/><Relationship Id="rId16" Type="http://schemas.openxmlformats.org/officeDocument/2006/relationships/image" Target="../media/image133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slide" Target="slide88.xml"/><Relationship Id="rId24" Type="http://schemas.openxmlformats.org/officeDocument/2006/relationships/image" Target="../media/image59.svg"/><Relationship Id="rId5" Type="http://schemas.openxmlformats.org/officeDocument/2006/relationships/image" Target="../media/image69.svg"/><Relationship Id="rId15" Type="http://schemas.openxmlformats.org/officeDocument/2006/relationships/image" Target="../media/image132.png"/><Relationship Id="rId23" Type="http://schemas.openxmlformats.org/officeDocument/2006/relationships/image" Target="../media/image58.png"/><Relationship Id="rId10" Type="http://schemas.openxmlformats.org/officeDocument/2006/relationships/image" Target="../media/image45.svg"/><Relationship Id="rId19" Type="http://schemas.openxmlformats.org/officeDocument/2006/relationships/image" Target="../media/image54.png"/><Relationship Id="rId4" Type="http://schemas.openxmlformats.org/officeDocument/2006/relationships/image" Target="../media/image68.png"/><Relationship Id="rId9" Type="http://schemas.openxmlformats.org/officeDocument/2006/relationships/image" Target="../media/image44.png"/><Relationship Id="rId14" Type="http://schemas.openxmlformats.org/officeDocument/2006/relationships/slide" Target="slide89.xml"/><Relationship Id="rId22" Type="http://schemas.openxmlformats.org/officeDocument/2006/relationships/image" Target="../media/image57.svg"/><Relationship Id="rId27" Type="http://schemas.openxmlformats.org/officeDocument/2006/relationships/image" Target="../media/image61.sv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2" Type="http://schemas.openxmlformats.org/officeDocument/2006/relationships/slide" Target="slide9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2.xml"/><Relationship Id="rId4" Type="http://schemas.openxmlformats.org/officeDocument/2006/relationships/slide" Target="slide9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93.xml"/><Relationship Id="rId2" Type="http://schemas.openxmlformats.org/officeDocument/2006/relationships/slide" Target="slide97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01.xml"/><Relationship Id="rId2" Type="http://schemas.openxmlformats.org/officeDocument/2006/relationships/slide" Target="slide10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slide" Target="slide10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99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sv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9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6.xml"/><Relationship Id="rId4" Type="http://schemas.openxmlformats.org/officeDocument/2006/relationships/hyperlink" Target="https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5AC26BEA-0311-A8A2-C4F5-38C23905487D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提示框">
            <a:extLst>
              <a:ext uri="{FF2B5EF4-FFF2-40B4-BE49-F238E27FC236}">
                <a16:creationId xmlns:a16="http://schemas.microsoft.com/office/drawing/2014/main" id="{7BBED355-78A4-48CE-81E5-DD5A908E8CDA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947320B-1308-2478-6F63-D7540448DABB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3EB2CD1C-44FD-6F34-7D92-025704BAACBC}"/>
                </a:ext>
              </a:extLst>
            </p:cNvPr>
            <p:cNvSpPr txBox="1"/>
            <p:nvPr/>
          </p:nvSpPr>
          <p:spPr>
            <a:xfrm>
              <a:off x="5012459" y="3068007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64FA04D5-2AD8-11FD-F92D-A5B489110609}"/>
                </a:ext>
              </a:extLst>
            </p:cNvPr>
            <p:cNvSpPr txBox="1"/>
            <p:nvPr/>
          </p:nvSpPr>
          <p:spPr>
            <a:xfrm>
              <a:off x="5012459" y="3386665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0" name="!! 图标">
              <a:extLst>
                <a:ext uri="{FF2B5EF4-FFF2-40B4-BE49-F238E27FC236}">
                  <a16:creationId xmlns:a16="http://schemas.microsoft.com/office/drawing/2014/main" id="{D0370A60-DB8E-77A8-4E3C-39F6061F51C8}"/>
                </a:ext>
              </a:extLst>
            </p:cNvPr>
            <p:cNvSpPr/>
            <p:nvPr/>
          </p:nvSpPr>
          <p:spPr>
            <a:xfrm>
              <a:off x="4257672" y="3133803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!! 顶部警告">
            <a:extLst>
              <a:ext uri="{FF2B5EF4-FFF2-40B4-BE49-F238E27FC236}">
                <a16:creationId xmlns:a16="http://schemas.microsoft.com/office/drawing/2014/main" id="{491D7F82-06D3-5733-71EC-E762B40B0AB7}"/>
              </a:ext>
            </a:extLst>
          </p:cNvPr>
          <p:cNvGrpSpPr/>
          <p:nvPr/>
        </p:nvGrpSpPr>
        <p:grpSpPr>
          <a:xfrm>
            <a:off x="5595091" y="592908"/>
            <a:ext cx="3541817" cy="781669"/>
            <a:chOff x="6744289" y="1953066"/>
            <a:chExt cx="3541817" cy="781669"/>
          </a:xfrm>
        </p:grpSpPr>
        <p:sp>
          <p:nvSpPr>
            <p:cNvPr id="5" name="!! 背景">
              <a:extLst>
                <a:ext uri="{FF2B5EF4-FFF2-40B4-BE49-F238E27FC236}">
                  <a16:creationId xmlns:a16="http://schemas.microsoft.com/office/drawing/2014/main" id="{92A0E51D-49DA-E539-4A66-A2079DD20A1B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790370DB-E1E4-D294-BA2C-7532E7AD78A6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7" name="!! 副标题">
              <a:extLst>
                <a:ext uri="{FF2B5EF4-FFF2-40B4-BE49-F238E27FC236}">
                  <a16:creationId xmlns:a16="http://schemas.microsoft.com/office/drawing/2014/main" id="{EAFA26E0-9DDD-B186-D076-493D86C30DED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sp>
        <p:nvSpPr>
          <p:cNvPr id="8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E58A48-7930-C570-310B-285DBA500AEE}"/>
              </a:ext>
            </a:extLst>
          </p:cNvPr>
          <p:cNvSpPr/>
          <p:nvPr/>
        </p:nvSpPr>
        <p:spPr>
          <a:xfrm>
            <a:off x="9507545" y="563121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强调按钮</a:t>
            </a:r>
          </a:p>
        </p:txBody>
      </p:sp>
      <p:sp>
        <p:nvSpPr>
          <p:cNvPr id="9" name="!! 返回">
            <a:hlinkClick r:id="rId8" action="ppaction://hlinksldjump"/>
            <a:extLst>
              <a:ext uri="{FF2B5EF4-FFF2-40B4-BE49-F238E27FC236}">
                <a16:creationId xmlns:a16="http://schemas.microsoft.com/office/drawing/2014/main" id="{D6E799BD-D024-6320-460E-2FB7DEE6FD3C}"/>
              </a:ext>
            </a:extLst>
          </p:cNvPr>
          <p:cNvSpPr/>
          <p:nvPr/>
        </p:nvSpPr>
        <p:spPr>
          <a:xfrm>
            <a:off x="9507545" y="1145069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次要按钮</a:t>
            </a:r>
          </a:p>
        </p:txBody>
      </p:sp>
      <p:grpSp>
        <p:nvGrpSpPr>
          <p:cNvPr id="10" name="!! 大标题">
            <a:extLst>
              <a:ext uri="{FF2B5EF4-FFF2-40B4-BE49-F238E27FC236}">
                <a16:creationId xmlns:a16="http://schemas.microsoft.com/office/drawing/2014/main" id="{23320455-370C-8A57-20CE-D1520395090C}"/>
              </a:ext>
            </a:extLst>
          </p:cNvPr>
          <p:cNvGrpSpPr/>
          <p:nvPr/>
        </p:nvGrpSpPr>
        <p:grpSpPr>
          <a:xfrm>
            <a:off x="9502474" y="4453759"/>
            <a:ext cx="1160605" cy="461665"/>
            <a:chOff x="3079753" y="1375827"/>
            <a:chExt cx="726902" cy="461665"/>
          </a:xfrm>
        </p:grpSpPr>
        <p:sp>
          <p:nvSpPr>
            <p:cNvPr id="11" name="!! 标题符">
              <a:extLst>
                <a:ext uri="{FF2B5EF4-FFF2-40B4-BE49-F238E27FC236}">
                  <a16:creationId xmlns:a16="http://schemas.microsoft.com/office/drawing/2014/main" id="{EBB6EE75-9D18-F84C-379E-1C8758B897B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标题">
              <a:extLst>
                <a:ext uri="{FF2B5EF4-FFF2-40B4-BE49-F238E27FC236}">
                  <a16:creationId xmlns:a16="http://schemas.microsoft.com/office/drawing/2014/main" id="{83094075-49E1-AC8A-69AC-757CBA70B2B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大标题</a:t>
              </a:r>
            </a:p>
          </p:txBody>
        </p:sp>
      </p:grpSp>
      <p:grpSp>
        <p:nvGrpSpPr>
          <p:cNvPr id="16" name="!! 顶部错误">
            <a:extLst>
              <a:ext uri="{FF2B5EF4-FFF2-40B4-BE49-F238E27FC236}">
                <a16:creationId xmlns:a16="http://schemas.microsoft.com/office/drawing/2014/main" id="{3FEAA996-D087-C023-17DE-791E3E15A3C6}"/>
              </a:ext>
            </a:extLst>
          </p:cNvPr>
          <p:cNvGrpSpPr/>
          <p:nvPr/>
        </p:nvGrpSpPr>
        <p:grpSpPr>
          <a:xfrm>
            <a:off x="5595091" y="1476568"/>
            <a:ext cx="3541817" cy="781669"/>
            <a:chOff x="6744289" y="1953066"/>
            <a:chExt cx="3541817" cy="781669"/>
          </a:xfrm>
        </p:grpSpPr>
        <p:sp>
          <p:nvSpPr>
            <p:cNvPr id="17" name="!! 背景">
              <a:extLst>
                <a:ext uri="{FF2B5EF4-FFF2-40B4-BE49-F238E27FC236}">
                  <a16:creationId xmlns:a16="http://schemas.microsoft.com/office/drawing/2014/main" id="{BB94669E-26D9-4A76-7242-58A1FA0590D4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A3CF0E0D-D8A9-8EB3-3971-D647E42C03B5}"/>
                </a:ext>
              </a:extLst>
            </p:cNvPr>
            <p:cNvSpPr txBox="1"/>
            <p:nvPr/>
          </p:nvSpPr>
          <p:spPr>
            <a:xfrm>
              <a:off x="6879497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标题</a:t>
              </a:r>
            </a:p>
          </p:txBody>
        </p:sp>
        <p:sp>
          <p:nvSpPr>
            <p:cNvPr id="22" name="!! 副标题">
              <a:extLst>
                <a:ext uri="{FF2B5EF4-FFF2-40B4-BE49-F238E27FC236}">
                  <a16:creationId xmlns:a16="http://schemas.microsoft.com/office/drawing/2014/main" id="{AAFDA4AD-1858-8144-B348-5571C06BD006}"/>
                </a:ext>
              </a:extLst>
            </p:cNvPr>
            <p:cNvSpPr txBox="1"/>
            <p:nvPr/>
          </p:nvSpPr>
          <p:spPr>
            <a:xfrm>
              <a:off x="6879497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副标题</a:t>
              </a:r>
            </a:p>
          </p:txBody>
        </p:sp>
      </p:grpSp>
      <p:grpSp>
        <p:nvGrpSpPr>
          <p:cNvPr id="33" name="带按钮的提示框">
            <a:extLst>
              <a:ext uri="{FF2B5EF4-FFF2-40B4-BE49-F238E27FC236}">
                <a16:creationId xmlns:a16="http://schemas.microsoft.com/office/drawing/2014/main" id="{C3F8505E-7C32-8FAB-DD38-AF64F4098614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3811793A-6D36-4707-5EC9-01B5F56FEAEB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06720A20-87A8-D9E2-FB45-D89B77C3F724}"/>
                </a:ext>
              </a:extLst>
            </p:cNvPr>
            <p:cNvSpPr txBox="1"/>
            <p:nvPr/>
          </p:nvSpPr>
          <p:spPr>
            <a:xfrm>
              <a:off x="4111918" y="3598355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6ACE7C96-A879-4B81-520C-0932AE427B4F}"/>
                </a:ext>
              </a:extLst>
            </p:cNvPr>
            <p:cNvSpPr txBox="1"/>
            <p:nvPr/>
          </p:nvSpPr>
          <p:spPr>
            <a:xfrm>
              <a:off x="4111918" y="3917013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7" name="!! 图标">
              <a:extLst>
                <a:ext uri="{FF2B5EF4-FFF2-40B4-BE49-F238E27FC236}">
                  <a16:creationId xmlns:a16="http://schemas.microsoft.com/office/drawing/2014/main" id="{48B24D1F-D366-56B2-CC46-2459852A1245}"/>
                </a:ext>
              </a:extLst>
            </p:cNvPr>
            <p:cNvSpPr/>
            <p:nvPr/>
          </p:nvSpPr>
          <p:spPr>
            <a:xfrm>
              <a:off x="3357131" y="3664151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775723E6-BACB-AEB4-A627-CFDCD8919820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C7B478A5-0622-264F-498D-4F952B2B1946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提示框">
            <a:extLst>
              <a:ext uri="{FF2B5EF4-FFF2-40B4-BE49-F238E27FC236}">
                <a16:creationId xmlns:a16="http://schemas.microsoft.com/office/drawing/2014/main" id="{25AD1416-ED9E-BE7E-BB54-B4B13916F55A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0B41555A-D8F5-7AE8-A923-B8AB6E85C36C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182A1699-2718-AA58-0266-15781B5DDD17}"/>
                </a:ext>
              </a:extLst>
            </p:cNvPr>
            <p:cNvSpPr txBox="1"/>
            <p:nvPr/>
          </p:nvSpPr>
          <p:spPr>
            <a:xfrm>
              <a:off x="1701992" y="3857219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C27593F4-7922-8C9E-BA04-F11015239BB7}"/>
                </a:ext>
              </a:extLst>
            </p:cNvPr>
            <p:cNvSpPr txBox="1"/>
            <p:nvPr/>
          </p:nvSpPr>
          <p:spPr>
            <a:xfrm>
              <a:off x="1701992" y="4175877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8" name="!! 图标">
              <a:extLst>
                <a:ext uri="{FF2B5EF4-FFF2-40B4-BE49-F238E27FC236}">
                  <a16:creationId xmlns:a16="http://schemas.microsoft.com/office/drawing/2014/main" id="{4265D6A8-732C-F12F-CD3C-EFFB4BFCC449}"/>
                </a:ext>
              </a:extLst>
            </p:cNvPr>
            <p:cNvSpPr/>
            <p:nvPr/>
          </p:nvSpPr>
          <p:spPr>
            <a:xfrm>
              <a:off x="947205" y="3923015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D3338296-B41F-50A8-F5FE-5D00E279081D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1F2467BF-31D5-96AA-8D79-781E2C34C527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D5E0815-1D6E-FC51-783A-3ACD0AAB0163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48" name="!! 输入框">
            <a:extLst>
              <a:ext uri="{FF2B5EF4-FFF2-40B4-BE49-F238E27FC236}">
                <a16:creationId xmlns:a16="http://schemas.microsoft.com/office/drawing/2014/main" id="{C4FDA68A-A7F3-5292-D379-2AD5002D380C}"/>
              </a:ext>
            </a:extLst>
          </p:cNvPr>
          <p:cNvSpPr/>
          <p:nvPr/>
        </p:nvSpPr>
        <p:spPr>
          <a:xfrm>
            <a:off x="9507544" y="5341537"/>
            <a:ext cx="2359488" cy="392193"/>
          </a:xfrm>
          <a:prstGeom prst="roundRect">
            <a:avLst>
              <a:gd name="adj" fmla="val 20553"/>
            </a:avLst>
          </a:prstGeom>
          <a:solidFill>
            <a:schemeClr val="bg2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输入框</a:t>
            </a:r>
          </a:p>
        </p:txBody>
      </p:sp>
      <p:grpSp>
        <p:nvGrpSpPr>
          <p:cNvPr id="54" name="!! load">
            <a:extLst>
              <a:ext uri="{FF2B5EF4-FFF2-40B4-BE49-F238E27FC236}">
                <a16:creationId xmlns:a16="http://schemas.microsoft.com/office/drawing/2014/main" id="{EC294FFD-D529-38FA-EF26-1F5E34348EC9}"/>
              </a:ext>
            </a:extLst>
          </p:cNvPr>
          <p:cNvGrpSpPr/>
          <p:nvPr/>
        </p:nvGrpSpPr>
        <p:grpSpPr>
          <a:xfrm>
            <a:off x="11230650" y="2490688"/>
            <a:ext cx="245532" cy="245532"/>
            <a:chOff x="7349534" y="4722202"/>
            <a:chExt cx="279398" cy="279398"/>
          </a:xfrm>
        </p:grpSpPr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A711C09C-922D-C512-F70E-74E970E7805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008987E4-3B5B-1E42-4C21-DA3824FA717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!! 检测">
            <a:extLst>
              <a:ext uri="{FF2B5EF4-FFF2-40B4-BE49-F238E27FC236}">
                <a16:creationId xmlns:a16="http://schemas.microsoft.com/office/drawing/2014/main" id="{6038F025-F48A-0765-AC31-3AECC2373A42}"/>
              </a:ext>
            </a:extLst>
          </p:cNvPr>
          <p:cNvSpPr txBox="1"/>
          <p:nvPr/>
        </p:nvSpPr>
        <p:spPr>
          <a:xfrm>
            <a:off x="9589764" y="3787935"/>
            <a:ext cx="1069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提示文字</a:t>
            </a:r>
          </a:p>
        </p:txBody>
      </p:sp>
      <p:sp>
        <p:nvSpPr>
          <p:cNvPr id="89" name="!! 副标题">
            <a:extLst>
              <a:ext uri="{FF2B5EF4-FFF2-40B4-BE49-F238E27FC236}">
                <a16:creationId xmlns:a16="http://schemas.microsoft.com/office/drawing/2014/main" id="{F937FD0C-C645-9BC9-14A9-61CC38F3421E}"/>
              </a:ext>
            </a:extLst>
          </p:cNvPr>
          <p:cNvSpPr txBox="1"/>
          <p:nvPr/>
        </p:nvSpPr>
        <p:spPr>
          <a:xfrm>
            <a:off x="9459126" y="494337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副标题</a:t>
            </a:r>
          </a:p>
        </p:txBody>
      </p:sp>
      <p:sp>
        <p:nvSpPr>
          <p:cNvPr id="92" name="!! 禁用按钮">
            <a:extLst>
              <a:ext uri="{FF2B5EF4-FFF2-40B4-BE49-F238E27FC236}">
                <a16:creationId xmlns:a16="http://schemas.microsoft.com/office/drawing/2014/main" id="{AEC38742-094E-6D8B-ACF3-1438A955CD03}"/>
              </a:ext>
            </a:extLst>
          </p:cNvPr>
          <p:cNvSpPr/>
          <p:nvPr/>
        </p:nvSpPr>
        <p:spPr>
          <a:xfrm>
            <a:off x="9507543" y="16659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禁用按钮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84C6977-90E3-98EA-52A9-D3B1BD111178}"/>
              </a:ext>
            </a:extLst>
          </p:cNvPr>
          <p:cNvSpPr txBox="1"/>
          <p:nvPr/>
        </p:nvSpPr>
        <p:spPr>
          <a:xfrm>
            <a:off x="1248692" y="6016742"/>
            <a:ext cx="511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2"/>
                </a:solidFill>
              </a:rPr>
              <a:t>Leaf Design</a:t>
            </a:r>
            <a:endParaRPr lang="zh-CN" altLang="en-US" sz="3600" dirty="0">
              <a:solidFill>
                <a:schemeClr val="bg2"/>
              </a:solidFill>
            </a:endParaRPr>
          </a:p>
        </p:txBody>
      </p:sp>
      <p:sp>
        <p:nvSpPr>
          <p:cNvPr id="94" name="!! Leaf">
            <a:extLst>
              <a:ext uri="{FF2B5EF4-FFF2-40B4-BE49-F238E27FC236}">
                <a16:creationId xmlns:a16="http://schemas.microsoft.com/office/drawing/2014/main" id="{EBB3BF2F-F56A-B48A-F806-B24CA9A2B7FA}"/>
              </a:ext>
            </a:extLst>
          </p:cNvPr>
          <p:cNvSpPr/>
          <p:nvPr/>
        </p:nvSpPr>
        <p:spPr>
          <a:xfrm>
            <a:off x="641748" y="6051227"/>
            <a:ext cx="610914" cy="61091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934D2E8-F3E9-67E1-BFE4-77A7DED1EA65}"/>
              </a:ext>
            </a:extLst>
          </p:cNvPr>
          <p:cNvGrpSpPr/>
          <p:nvPr/>
        </p:nvGrpSpPr>
        <p:grpSpPr>
          <a:xfrm>
            <a:off x="5585424" y="2395421"/>
            <a:ext cx="3541817" cy="3601925"/>
            <a:chOff x="4462984" y="189717"/>
            <a:chExt cx="3541817" cy="3914923"/>
          </a:xfrm>
        </p:grpSpPr>
        <p:sp>
          <p:nvSpPr>
            <p:cNvPr id="23" name="!! 背景板">
              <a:extLst>
                <a:ext uri="{FF2B5EF4-FFF2-40B4-BE49-F238E27FC236}">
                  <a16:creationId xmlns:a16="http://schemas.microsoft.com/office/drawing/2014/main" id="{790123C1-EB9A-AEB7-DF83-DFD5CE990411}"/>
                </a:ext>
              </a:extLst>
            </p:cNvPr>
            <p:cNvSpPr/>
            <p:nvPr/>
          </p:nvSpPr>
          <p:spPr>
            <a:xfrm>
              <a:off x="4462984" y="189717"/>
              <a:ext cx="3541817" cy="3914923"/>
            </a:xfrm>
            <a:prstGeom prst="roundRect">
              <a:avLst>
                <a:gd name="adj" fmla="val 4577"/>
              </a:avLst>
            </a:prstGeom>
            <a:solidFill>
              <a:schemeClr val="bg1"/>
            </a:solidFill>
            <a:ln w="6350">
              <a:solidFill>
                <a:schemeClr val="bg1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FC1B797-7084-F471-D5D6-B6D08FC3B2D6}"/>
                </a:ext>
              </a:extLst>
            </p:cNvPr>
            <p:cNvSpPr txBox="1"/>
            <p:nvPr/>
          </p:nvSpPr>
          <p:spPr>
            <a:xfrm>
              <a:off x="4727422" y="410984"/>
              <a:ext cx="2137062" cy="33855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72000">
                <a:defRPr sz="12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600" dirty="0">
                  <a:solidFill>
                    <a:schemeClr val="tx1"/>
                  </a:solidFill>
                </a:rPr>
                <a:t>可活动列表名（可选）</a:t>
              </a:r>
            </a:p>
          </p:txBody>
        </p:sp>
      </p:grpSp>
      <p:sp>
        <p:nvSpPr>
          <p:cNvPr id="52" name="!! 选中">
            <a:extLst>
              <a:ext uri="{FF2B5EF4-FFF2-40B4-BE49-F238E27FC236}">
                <a16:creationId xmlns:a16="http://schemas.microsoft.com/office/drawing/2014/main" id="{A8E87AE5-93AC-200A-15C5-259B6872CCA4}"/>
              </a:ext>
            </a:extLst>
          </p:cNvPr>
          <p:cNvSpPr/>
          <p:nvPr/>
        </p:nvSpPr>
        <p:spPr>
          <a:xfrm>
            <a:off x="5867780" y="3698280"/>
            <a:ext cx="2996006" cy="457924"/>
          </a:xfrm>
          <a:prstGeom prst="roundRect">
            <a:avLst>
              <a:gd name="adj" fmla="val 22880"/>
            </a:avLst>
          </a:prstGeom>
          <a:solidFill>
            <a:schemeClr val="accent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sz="1400">
                <a:solidFill>
                  <a:schemeClr val="bg2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bg2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2</a:t>
            </a:r>
            <a:endParaRPr lang="zh-CN" altLang="en-US" sz="1400" dirty="0">
              <a:solidFill>
                <a:schemeClr val="bg2"/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53" name="!! 未选中">
            <a:extLst>
              <a:ext uri="{FF2B5EF4-FFF2-40B4-BE49-F238E27FC236}">
                <a16:creationId xmlns:a16="http://schemas.microsoft.com/office/drawing/2014/main" id="{1AAF161E-6B81-C1EA-A211-CBC29223AA6C}"/>
              </a:ext>
            </a:extLst>
          </p:cNvPr>
          <p:cNvSpPr/>
          <p:nvPr/>
        </p:nvSpPr>
        <p:spPr>
          <a:xfrm>
            <a:off x="5867780" y="3046851"/>
            <a:ext cx="2996006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1</a:t>
            </a:r>
            <a:endParaRPr lang="zh-CN" altLang="en-US" sz="1400" dirty="0">
              <a:solidFill>
                <a:schemeClr val="tx1">
                  <a:lumMod val="90000"/>
                  <a:lumOff val="10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59" name="!! 未选中">
            <a:extLst>
              <a:ext uri="{FF2B5EF4-FFF2-40B4-BE49-F238E27FC236}">
                <a16:creationId xmlns:a16="http://schemas.microsoft.com/office/drawing/2014/main" id="{DDA07492-C14E-BF5E-84D6-3472D41786B4}"/>
              </a:ext>
            </a:extLst>
          </p:cNvPr>
          <p:cNvSpPr/>
          <p:nvPr/>
        </p:nvSpPr>
        <p:spPr>
          <a:xfrm>
            <a:off x="5867780" y="4418451"/>
            <a:ext cx="2996006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3</a:t>
            </a:r>
            <a:endParaRPr lang="zh-CN" altLang="en-US" sz="1400" dirty="0">
              <a:solidFill>
                <a:schemeClr val="tx1">
                  <a:lumMod val="90000"/>
                  <a:lumOff val="10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63" name="MG-!! 不可用">
            <a:extLst>
              <a:ext uri="{FF2B5EF4-FFF2-40B4-BE49-F238E27FC236}">
                <a16:creationId xmlns:a16="http://schemas.microsoft.com/office/drawing/2014/main" id="{D5F79F60-7E02-2466-7259-90C7133061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858329" y="5107482"/>
            <a:ext cx="2996006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不可用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22343C2-8227-7871-DCA1-D254F6D2DA7B}"/>
              </a:ext>
            </a:extLst>
          </p:cNvPr>
          <p:cNvSpPr/>
          <p:nvPr/>
        </p:nvSpPr>
        <p:spPr>
          <a:xfrm>
            <a:off x="9565426" y="3398272"/>
            <a:ext cx="1266730" cy="101916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DFD8B86-9678-1E2C-7B17-F02038F2DCF9}"/>
              </a:ext>
            </a:extLst>
          </p:cNvPr>
          <p:cNvSpPr/>
          <p:nvPr/>
        </p:nvSpPr>
        <p:spPr>
          <a:xfrm>
            <a:off x="9561109" y="2324396"/>
            <a:ext cx="1252887" cy="92374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!! 单选框1">
            <a:extLst>
              <a:ext uri="{FF2B5EF4-FFF2-40B4-BE49-F238E27FC236}">
                <a16:creationId xmlns:a16="http://schemas.microsoft.com/office/drawing/2014/main" id="{7ED560CC-909A-A59A-B939-783DA04063F9}"/>
              </a:ext>
            </a:extLst>
          </p:cNvPr>
          <p:cNvSpPr/>
          <p:nvPr/>
        </p:nvSpPr>
        <p:spPr>
          <a:xfrm>
            <a:off x="9754394" y="3499567"/>
            <a:ext cx="188782" cy="18878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8" name="!! 单选文本">
            <a:extLst>
              <a:ext uri="{FF2B5EF4-FFF2-40B4-BE49-F238E27FC236}">
                <a16:creationId xmlns:a16="http://schemas.microsoft.com/office/drawing/2014/main" id="{155343A5-3B23-0BBE-9844-0C511FD02619}"/>
              </a:ext>
            </a:extLst>
          </p:cNvPr>
          <p:cNvSpPr txBox="1"/>
          <p:nvPr/>
        </p:nvSpPr>
        <p:spPr>
          <a:xfrm>
            <a:off x="9943176" y="3456928"/>
            <a:ext cx="976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填入</a:t>
            </a:r>
            <a:r>
              <a:rPr lang="zh-CN" altLang="en-US" sz="1200" noProof="0" dirty="0">
                <a:latin typeface="vivo Sans"/>
                <a:ea typeface="vivo Sans"/>
              </a:rPr>
              <a:t>选项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69" name="MG-!! 单选框2">
            <a:extLst>
              <a:ext uri="{FF2B5EF4-FFF2-40B4-BE49-F238E27FC236}">
                <a16:creationId xmlns:a16="http://schemas.microsoft.com/office/drawing/2014/main" id="{4FD40F6A-7ABB-4819-A225-C0F7D9438F4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754394" y="3765695"/>
            <a:ext cx="1544068" cy="276999"/>
            <a:chOff x="6879497" y="3107891"/>
            <a:chExt cx="1544068" cy="276999"/>
          </a:xfrm>
        </p:grpSpPr>
        <p:sp>
          <p:nvSpPr>
            <p:cNvPr id="70" name="MG-!! 单选框1">
              <a:extLst>
                <a:ext uri="{FF2B5EF4-FFF2-40B4-BE49-F238E27FC236}">
                  <a16:creationId xmlns:a16="http://schemas.microsoft.com/office/drawing/2014/main" id="{2576C7DA-C307-2FD9-A35D-808F5CFF0AB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71" name="MG-!! 单选文本">
              <a:extLst>
                <a:ext uri="{FF2B5EF4-FFF2-40B4-BE49-F238E27FC236}">
                  <a16:creationId xmlns:a16="http://schemas.microsoft.com/office/drawing/2014/main" id="{16F070E2-8A17-A696-2496-2DF898E6D51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081697" y="3107891"/>
              <a:ext cx="1341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未选禁用</a:t>
              </a:r>
            </a:p>
          </p:txBody>
        </p:sp>
      </p:grpSp>
      <p:grpSp>
        <p:nvGrpSpPr>
          <p:cNvPr id="72" name="!! 单选框 3">
            <a:extLst>
              <a:ext uri="{FF2B5EF4-FFF2-40B4-BE49-F238E27FC236}">
                <a16:creationId xmlns:a16="http://schemas.microsoft.com/office/drawing/2014/main" id="{D506B155-BC2A-6CF2-F833-7E0E49E33A66}"/>
              </a:ext>
            </a:extLst>
          </p:cNvPr>
          <p:cNvGrpSpPr/>
          <p:nvPr/>
        </p:nvGrpSpPr>
        <p:grpSpPr>
          <a:xfrm>
            <a:off x="9754394" y="4061001"/>
            <a:ext cx="1730112" cy="276999"/>
            <a:chOff x="6879497" y="3889843"/>
            <a:chExt cx="1730112" cy="276999"/>
          </a:xfrm>
        </p:grpSpPr>
        <p:sp>
          <p:nvSpPr>
            <p:cNvPr id="73" name="!! 单选框1">
              <a:extLst>
                <a:ext uri="{FF2B5EF4-FFF2-40B4-BE49-F238E27FC236}">
                  <a16:creationId xmlns:a16="http://schemas.microsoft.com/office/drawing/2014/main" id="{65C38A01-C509-1193-0D8F-48882CA7B655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74" name="!! 单选文本">
              <a:extLst>
                <a:ext uri="{FF2B5EF4-FFF2-40B4-BE49-F238E27FC236}">
                  <a16:creationId xmlns:a16="http://schemas.microsoft.com/office/drawing/2014/main" id="{3228B806-065B-AAC1-B91A-20C4420C5388}"/>
                </a:ext>
              </a:extLst>
            </p:cNvPr>
            <p:cNvSpPr txBox="1"/>
            <p:nvPr/>
          </p:nvSpPr>
          <p:spPr>
            <a:xfrm>
              <a:off x="7081696" y="3889843"/>
              <a:ext cx="15279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已选禁用</a:t>
              </a: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7DDAB74-761F-418A-A6F8-B4799EC8DCD1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96" name="!! 开关1背景">
            <a:extLst>
              <a:ext uri="{FF2B5EF4-FFF2-40B4-BE49-F238E27FC236}">
                <a16:creationId xmlns:a16="http://schemas.microsoft.com/office/drawing/2014/main" id="{933686DB-EBFB-7952-312F-353CFA8A3107}"/>
              </a:ext>
            </a:extLst>
          </p:cNvPr>
          <p:cNvSpPr/>
          <p:nvPr/>
        </p:nvSpPr>
        <p:spPr>
          <a:xfrm>
            <a:off x="10316820" y="2456848"/>
            <a:ext cx="361453" cy="20721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7" name="!! 开关1">
            <a:extLst>
              <a:ext uri="{FF2B5EF4-FFF2-40B4-BE49-F238E27FC236}">
                <a16:creationId xmlns:a16="http://schemas.microsoft.com/office/drawing/2014/main" id="{24941D60-B6FA-E7E9-E217-8C7774546CEA}"/>
              </a:ext>
            </a:extLst>
          </p:cNvPr>
          <p:cNvSpPr/>
          <p:nvPr/>
        </p:nvSpPr>
        <p:spPr>
          <a:xfrm>
            <a:off x="10356218" y="2497594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8" name="!! 开关1触控响应层">
            <a:extLst>
              <a:ext uri="{FF2B5EF4-FFF2-40B4-BE49-F238E27FC236}">
                <a16:creationId xmlns:a16="http://schemas.microsoft.com/office/drawing/2014/main" id="{9D57EDF5-031C-6C2B-A421-4F11D93C02E5}"/>
              </a:ext>
            </a:extLst>
          </p:cNvPr>
          <p:cNvSpPr/>
          <p:nvPr/>
        </p:nvSpPr>
        <p:spPr>
          <a:xfrm>
            <a:off x="10306354" y="2457402"/>
            <a:ext cx="364911" cy="207217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9" name="!! 开关1背景">
            <a:extLst>
              <a:ext uri="{FF2B5EF4-FFF2-40B4-BE49-F238E27FC236}">
                <a16:creationId xmlns:a16="http://schemas.microsoft.com/office/drawing/2014/main" id="{FE80CD0F-F17F-41FF-CD67-299BF0F8D169}"/>
              </a:ext>
            </a:extLst>
          </p:cNvPr>
          <p:cNvSpPr/>
          <p:nvPr/>
        </p:nvSpPr>
        <p:spPr>
          <a:xfrm>
            <a:off x="10323828" y="2751121"/>
            <a:ext cx="361453" cy="207217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00" name="!! 开关1">
            <a:extLst>
              <a:ext uri="{FF2B5EF4-FFF2-40B4-BE49-F238E27FC236}">
                <a16:creationId xmlns:a16="http://schemas.microsoft.com/office/drawing/2014/main" id="{451C905A-D28D-9750-9C68-211AF091DDF2}"/>
              </a:ext>
            </a:extLst>
          </p:cNvPr>
          <p:cNvSpPr/>
          <p:nvPr/>
        </p:nvSpPr>
        <p:spPr>
          <a:xfrm>
            <a:off x="10520587" y="2791729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01" name="!! 开关1触控响应层">
            <a:extLst>
              <a:ext uri="{FF2B5EF4-FFF2-40B4-BE49-F238E27FC236}">
                <a16:creationId xmlns:a16="http://schemas.microsoft.com/office/drawing/2014/main" id="{EF80369D-36C3-924D-DEAD-900D79EE8F14}"/>
              </a:ext>
            </a:extLst>
          </p:cNvPr>
          <p:cNvSpPr/>
          <p:nvPr/>
        </p:nvSpPr>
        <p:spPr>
          <a:xfrm>
            <a:off x="10313362" y="2751121"/>
            <a:ext cx="364911" cy="20777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15E0B35-6BBC-B4DC-2569-F7ACA51C790D}"/>
              </a:ext>
            </a:extLst>
          </p:cNvPr>
          <p:cNvGrpSpPr/>
          <p:nvPr/>
        </p:nvGrpSpPr>
        <p:grpSpPr>
          <a:xfrm>
            <a:off x="9755868" y="3499567"/>
            <a:ext cx="188782" cy="188782"/>
            <a:chOff x="8861344" y="3620163"/>
            <a:chExt cx="188782" cy="188782"/>
          </a:xfrm>
        </p:grpSpPr>
        <p:sp>
          <p:nvSpPr>
            <p:cNvPr id="103" name="!! 单选框1">
              <a:extLst>
                <a:ext uri="{FF2B5EF4-FFF2-40B4-BE49-F238E27FC236}">
                  <a16:creationId xmlns:a16="http://schemas.microsoft.com/office/drawing/2014/main" id="{52970A67-A27A-CB48-C831-FA37D2AFCCA5}"/>
                </a:ext>
              </a:extLst>
            </p:cNvPr>
            <p:cNvSpPr/>
            <p:nvPr/>
          </p:nvSpPr>
          <p:spPr>
            <a:xfrm>
              <a:off x="8861344" y="3620163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21B56575-A13A-9309-97D9-21E85AFD88E2}"/>
                </a:ext>
              </a:extLst>
            </p:cNvPr>
            <p:cNvSpPr/>
            <p:nvPr/>
          </p:nvSpPr>
          <p:spPr>
            <a:xfrm>
              <a:off x="8897958" y="3656777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105" name="!! 开关1背景">
            <a:extLst>
              <a:ext uri="{FF2B5EF4-FFF2-40B4-BE49-F238E27FC236}">
                <a16:creationId xmlns:a16="http://schemas.microsoft.com/office/drawing/2014/main" id="{E704F608-F8AF-4FD2-EB6C-39EA229941D7}"/>
              </a:ext>
            </a:extLst>
          </p:cNvPr>
          <p:cNvSpPr/>
          <p:nvPr/>
        </p:nvSpPr>
        <p:spPr>
          <a:xfrm>
            <a:off x="9748625" y="2464013"/>
            <a:ext cx="358687" cy="19822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06" name="!! 开关1">
            <a:extLst>
              <a:ext uri="{FF2B5EF4-FFF2-40B4-BE49-F238E27FC236}">
                <a16:creationId xmlns:a16="http://schemas.microsoft.com/office/drawing/2014/main" id="{B7BC6B50-917A-5E53-DD7F-D0BF95D45E61}"/>
              </a:ext>
            </a:extLst>
          </p:cNvPr>
          <p:cNvSpPr/>
          <p:nvPr/>
        </p:nvSpPr>
        <p:spPr>
          <a:xfrm>
            <a:off x="9785266" y="2497594"/>
            <a:ext cx="126000" cy="1252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07" name="!! 开关1触控响应层">
            <a:extLst>
              <a:ext uri="{FF2B5EF4-FFF2-40B4-BE49-F238E27FC236}">
                <a16:creationId xmlns:a16="http://schemas.microsoft.com/office/drawing/2014/main" id="{ED99D677-D6EE-E27E-46A8-BB4391780E3B}"/>
              </a:ext>
            </a:extLst>
          </p:cNvPr>
          <p:cNvSpPr/>
          <p:nvPr/>
        </p:nvSpPr>
        <p:spPr>
          <a:xfrm>
            <a:off x="9748626" y="2463459"/>
            <a:ext cx="358686" cy="19822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108" name="图形 107">
            <a:extLst>
              <a:ext uri="{FF2B5EF4-FFF2-40B4-BE49-F238E27FC236}">
                <a16:creationId xmlns:a16="http://schemas.microsoft.com/office/drawing/2014/main" id="{42BC78E3-7A58-95F9-DA89-7F334C63AE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11053" b="1180"/>
          <a:stretch>
            <a:fillRect/>
          </a:stretch>
        </p:blipFill>
        <p:spPr>
          <a:xfrm>
            <a:off x="10987377" y="3152739"/>
            <a:ext cx="2491281" cy="645558"/>
          </a:xfrm>
          <a:prstGeom prst="rect">
            <a:avLst/>
          </a:prstGeom>
        </p:spPr>
      </p:pic>
      <p:pic>
        <p:nvPicPr>
          <p:cNvPr id="109" name="图形 108">
            <a:extLst>
              <a:ext uri="{FF2B5EF4-FFF2-40B4-BE49-F238E27FC236}">
                <a16:creationId xmlns:a16="http://schemas.microsoft.com/office/drawing/2014/main" id="{A46A9F33-B271-893D-6882-62D16F2BEF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86079" y="4334872"/>
            <a:ext cx="461968" cy="555751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F620E4DD-267C-69E3-F87C-A69C915341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923589" y="4329792"/>
            <a:ext cx="461968" cy="555751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5C6573F0-1919-4A5F-18CF-37EDAE4B5F9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78403" y="4329791"/>
            <a:ext cx="461968" cy="5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9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1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21" dur="500" spd="-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36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0" restart="whenNotActive" fill="hold" evtFilter="cancelBubble" nodeType="interactiveSeq">
                    <p:stCondLst>
                      <p:cond evt="onClick" delay="0">
                        <p:tgtEl>
                          <p:spTgt spid="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" fill="hold">
                          <p:stCondLst>
                            <p:cond delay="0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44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5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48" dur="1000" fill="hold"/>
                                            <p:tgtEl>
                                              <p:spTgt spid="53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1" presetClass="emph" presetSubtype="1" grpId="2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50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1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6" presetClass="emph" presetSubtype="0" fill="hold" grpId="3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5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7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8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60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6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6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67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8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71" dur="100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73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74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75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7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0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1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84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2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90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1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94" dur="100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5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96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7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8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10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3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4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6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9"/>
                      </p:tgtEl>
                    </p:cond>
                  </p:nextCondLst>
                </p:seq>
                <p:seq concurrent="1" nextAc="seek">
                  <p:cTn id="109" restart="whenNotActive" fill="hold" evtFilter="cancelBubble" nodeType="interactiveSeq">
                    <p:stCondLst>
                      <p:cond evt="onClick" delay="0">
                        <p:tgtEl>
                          <p:spTgt spid="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" fill="hold">
                          <p:stCondLst>
                            <p:cond delay="0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42" presetClass="path" presetSubtype="0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0.00024 " pathEditMode="relative" rAng="0" ptsTypes="AA">
                                          <p:cBhvr>
                                            <p:cTn id="113" dur="1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15" presetID="42" presetClass="path" presetSubtype="0" accel="100000" fill="hold" grpId="1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-4.81481E-6 " pathEditMode="relative" rAng="0" ptsTypes="AA" p14:bounceEnd="96000">
                                          <p:cBhvr>
                                            <p:cTn id="116" dur="50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3"/>
                      </p:tgtEl>
                    </p:cond>
                  </p:nextCondLst>
                </p:seq>
                <p:seq concurrent="1" nextAc="seek">
                  <p:cTn id="117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8" fill="hold">
                          <p:stCondLst>
                            <p:cond delay="0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2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2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4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4.44444E-6 L 0.01263 0.00024 " pathEditMode="relative" rAng="0" ptsTypes="AA" p14:bounceEnd="64000">
                                          <p:cBhvr>
                                            <p:cTn id="126" dur="25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7" presetID="42" presetClass="path" presetSubtype="0" accel="18000" fill="hold" grpId="1" nodeType="withEffect" p14:presetBounceEnd="64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4 L 2.77556E-17 -4.44444E-6 " pathEditMode="relative" rAng="0" ptsTypes="AA" p14:bounceEnd="64000">
                                          <p:cBhvr>
                                            <p:cTn id="128" dur="1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0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3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134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5" fill="hold">
                          <p:stCondLst>
                            <p:cond delay="0"/>
                          </p:stCondLst>
                          <p:childTnLst>
                            <p:par>
                              <p:cTn id="1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" presetID="42" presetClass="path" presetSubtype="0" accel="18000" fill="hold" grpId="1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0 L -0.0125 -0.00046 " pathEditMode="relative" rAng="0" ptsTypes="AA" p14:bounceEnd="64000">
                                          <p:cBhvr>
                                            <p:cTn id="138" dur="1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5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4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145" presetID="19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6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7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48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9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25 -0.00046 L -1.66667E-6 0 " pathEditMode="relative" rAng="0" ptsTypes="AA" p14:bounceEnd="64000">
                                          <p:cBhvr>
                                            <p:cTn id="151" dur="25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6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5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15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5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4.44444E-6 L 0.01341 0.0007 " pathEditMode="relative" rAng="0" ptsTypes="AA" p14:bounceEnd="64000">
                                          <p:cBhvr>
                                            <p:cTn id="161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42" presetClass="path" presetSubtype="0" accel="18000" fill="hold" grpId="1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1 0.0007 L 4.79167E-6 -4.44444E-6 " pathEditMode="relative" rAng="0" ptsTypes="AA" p14:bounceEnd="64000">
                                          <p:cBhvr>
                                            <p:cTn id="165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6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6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16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70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171" restart="whenNotActive" fill="hold" evtFilter="cancelBubble" nodeType="interactiveSeq">
                    <p:stCondLst>
                      <p:cond evt="onClick" delay="0">
                        <p:tgtEl>
                          <p:spTgt spid="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2" fill="hold">
                          <p:stCondLst>
                            <p:cond delay="0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6" presetClass="emph" presetSubtype="0" fill="hold" grpId="0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75" dur="7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6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7"/>
                      </p:tgtEl>
                    </p:cond>
                  </p:nextCondLst>
                </p:seq>
                <p:seq concurrent="1" nextAc="seek">
                  <p:cTn id="18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1" fill="hold">
                          <p:stCondLst>
                            <p:cond delay="0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6" presetClass="emph" presetSubtype="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84" dur="750" fill="hold"/>
                                            <p:tgtEl>
                                              <p:spTgt spid="102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5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7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189" restart="whenNotActive" fill="hold" evtFilter="cancelBubble" nodeType="interactiveSeq">
                    <p:stCondLst>
                      <p:cond evt="onClick" delay="0">
                        <p:tgtEl>
                          <p:spTgt spid="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0" fill="hold">
                          <p:stCondLst>
                            <p:cond delay="0"/>
                          </p:stCondLst>
                          <p:childTnLst>
                            <p:par>
                              <p:cTn id="1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2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2.96296E-6 L -1.45833E-6 -2.96296E-6 " pathEditMode="relative" rAng="0" ptsTypes="AA" p14:bounceEnd="96000">
                                          <p:cBhvr>
                                            <p:cTn id="193" dur="1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95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96296E-6 L 0.01107 -2.96296E-6 " pathEditMode="relative" rAng="0" ptsTypes="AA" p14:bounceEnd="96000">
                                          <p:cBhvr>
                                            <p:cTn id="196" dur="50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9"/>
                      </p:tgtEl>
                    </p:cond>
                  </p:nextCondLst>
                </p:seq>
                <p:seq concurrent="1" nextAc="seek">
                  <p:cTn id="197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8" fill="hold">
                          <p:stCondLst>
                            <p:cond delay="0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3.33333E-6 L 2.77556E-17 -3.33333E-6 " pathEditMode="relative" rAng="0" ptsTypes="AA" p14:bounceEnd="96000">
                                          <p:cBhvr>
                                            <p:cTn id="201" dur="1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203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3.33333E-6 L 0.01107 -3.33333E-6 " pathEditMode="relative" rAng="0" ptsTypes="AA" p14:bounceEnd="96000">
                                          <p:cBhvr>
                                            <p:cTn id="204" dur="500" spd="-100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2" grpId="1" animBg="1"/>
          <p:bldP spid="52" grpId="2" animBg="1"/>
          <p:bldP spid="53" grpId="0" animBg="1"/>
          <p:bldP spid="53" grpId="1" animBg="1"/>
          <p:bldP spid="53" grpId="2" animBg="1"/>
          <p:bldP spid="53" grpId="3" animBg="1"/>
          <p:bldP spid="59" grpId="0" animBg="1"/>
          <p:bldP spid="59" grpId="1" animBg="1"/>
          <p:bldP spid="59" grpId="2" animBg="1"/>
          <p:bldP spid="63" grpId="0" animBg="1"/>
          <p:bldP spid="63" grpId="1" animBg="1"/>
          <p:bldP spid="67" grpId="0" animBg="1"/>
          <p:bldP spid="67" grpId="1" animBg="1"/>
          <p:bldP spid="67" grpId="2" animBg="1"/>
          <p:bldP spid="96" grpId="0" animBg="1"/>
          <p:bldP spid="96" grpId="1" animBg="1"/>
          <p:bldP spid="97" grpId="0" animBg="1"/>
          <p:bldP spid="97" grpId="1" animBg="1"/>
          <p:bldP spid="99" grpId="0" animBg="1"/>
          <p:bldP spid="99" grpId="1" animBg="1"/>
          <p:bldP spid="100" grpId="0" animBg="1"/>
          <p:bldP spid="100" grpId="1" animBg="1"/>
          <p:bldP spid="105" grpId="0" animBg="1"/>
          <p:bldP spid="105" grpId="1" animBg="1"/>
          <p:bldP spid="106" grpId="0" animBg="1"/>
          <p:bldP spid="106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1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21" dur="500" spd="-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36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0" restart="whenNotActive" fill="hold" evtFilter="cancelBubble" nodeType="interactiveSeq">
                    <p:stCondLst>
                      <p:cond evt="onClick" delay="0">
                        <p:tgtEl>
                          <p:spTgt spid="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" fill="hold">
                          <p:stCondLst>
                            <p:cond delay="0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44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5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1000" fill="hold"/>
                                            <p:tgtEl>
                                              <p:spTgt spid="53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1" presetClass="emph" presetSubtype="1" grpId="2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50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1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6" presetClass="emph" presetSubtype="0" fill="hold" grpId="3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5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7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8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60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6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6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67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8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71" dur="100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73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74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75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7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0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1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84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2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90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1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94" dur="100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5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96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7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8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10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3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4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6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9"/>
                      </p:tgtEl>
                    </p:cond>
                  </p:nextCondLst>
                </p:seq>
                <p:seq concurrent="1" nextAc="seek">
                  <p:cTn id="109" restart="whenNotActive" fill="hold" evtFilter="cancelBubble" nodeType="interactiveSeq">
                    <p:stCondLst>
                      <p:cond evt="onClick" delay="0">
                        <p:tgtEl>
                          <p:spTgt spid="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" fill="hold">
                          <p:stCondLst>
                            <p:cond delay="0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42" presetClass="path" presetSubtype="0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0.00024 " pathEditMode="relative" rAng="0" ptsTypes="AA">
                                          <p:cBhvr>
                                            <p:cTn id="113" dur="1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15" presetID="42" presetClass="path" presetSubtype="0" accel="10000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-4.81481E-6 " pathEditMode="relative" rAng="0" ptsTypes="AA">
                                          <p:cBhvr>
                                            <p:cTn id="116" dur="50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3"/>
                      </p:tgtEl>
                    </p:cond>
                  </p:nextCondLst>
                </p:seq>
                <p:seq concurrent="1" nextAc="seek">
                  <p:cTn id="117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8" fill="hold">
                          <p:stCondLst>
                            <p:cond delay="0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2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2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4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4.44444E-6 L 0.01263 0.00024 " pathEditMode="relative" rAng="0" ptsTypes="AA">
                                          <p:cBhvr>
                                            <p:cTn id="126" dur="25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7" presetID="42" presetClass="path" presetSubtype="0" accel="18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4 L 2.77556E-17 -4.44444E-6 " pathEditMode="relative" rAng="0" ptsTypes="AA">
                                          <p:cBhvr>
                                            <p:cTn id="128" dur="1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0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3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134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5" fill="hold">
                          <p:stCondLst>
                            <p:cond delay="0"/>
                          </p:stCondLst>
                          <p:childTnLst>
                            <p:par>
                              <p:cTn id="1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" presetID="42" presetClass="path" presetSubtype="0" accel="18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0 L -0.0125 -0.00046 " pathEditMode="relative" rAng="0" ptsTypes="AA">
                                          <p:cBhvr>
                                            <p:cTn id="138" dur="1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5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4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145" presetID="19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6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7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48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9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25 -0.00046 L -1.66667E-6 0 " pathEditMode="relative" rAng="0" ptsTypes="AA">
                                          <p:cBhvr>
                                            <p:cTn id="151" dur="25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6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5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15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5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4.44444E-6 L 0.01341 0.0007 " pathEditMode="relative" rAng="0" ptsTypes="AA">
                                          <p:cBhvr>
                                            <p:cTn id="161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42" presetClass="path" presetSubtype="0" accel="1800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1 0.0007 L 4.79167E-6 -4.44444E-6 " pathEditMode="relative" rAng="0" ptsTypes="AA">
                                          <p:cBhvr>
                                            <p:cTn id="165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6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6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16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70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171" restart="whenNotActive" fill="hold" evtFilter="cancelBubble" nodeType="interactiveSeq">
                    <p:stCondLst>
                      <p:cond evt="onClick" delay="0">
                        <p:tgtEl>
                          <p:spTgt spid="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2" fill="hold">
                          <p:stCondLst>
                            <p:cond delay="0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6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75" dur="7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6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7"/>
                      </p:tgtEl>
                    </p:cond>
                  </p:nextCondLst>
                </p:seq>
                <p:seq concurrent="1" nextAc="seek">
                  <p:cTn id="18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1" fill="hold">
                          <p:stCondLst>
                            <p:cond delay="0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6" presetClass="emph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84" dur="750" fill="hold"/>
                                            <p:tgtEl>
                                              <p:spTgt spid="102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5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7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189" restart="whenNotActive" fill="hold" evtFilter="cancelBubble" nodeType="interactiveSeq">
                    <p:stCondLst>
                      <p:cond evt="onClick" delay="0">
                        <p:tgtEl>
                          <p:spTgt spid="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0" fill="hold">
                          <p:stCondLst>
                            <p:cond delay="0"/>
                          </p:stCondLst>
                          <p:childTnLst>
                            <p:par>
                              <p:cTn id="1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2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2.96296E-6 L -1.45833E-6 -2.96296E-6 " pathEditMode="relative" rAng="0" ptsTypes="AA">
                                          <p:cBhvr>
                                            <p:cTn id="193" dur="1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95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96296E-6 L 0.01107 -2.96296E-6 " pathEditMode="relative" rAng="0" ptsTypes="AA">
                                          <p:cBhvr>
                                            <p:cTn id="196" dur="50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9"/>
                      </p:tgtEl>
                    </p:cond>
                  </p:nextCondLst>
                </p:seq>
                <p:seq concurrent="1" nextAc="seek">
                  <p:cTn id="197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8" fill="hold">
                          <p:stCondLst>
                            <p:cond delay="0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3.33333E-6 L 2.77556E-17 -3.33333E-6 " pathEditMode="relative" rAng="0" ptsTypes="AA">
                                          <p:cBhvr>
                                            <p:cTn id="201" dur="1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203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3.33333E-6 L 0.01107 -3.33333E-6 " pathEditMode="relative" rAng="0" ptsTypes="AA">
                                          <p:cBhvr>
                                            <p:cTn id="204" dur="500" spd="-100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2" grpId="1" animBg="1"/>
          <p:bldP spid="52" grpId="2" animBg="1"/>
          <p:bldP spid="53" grpId="0" animBg="1"/>
          <p:bldP spid="53" grpId="1" animBg="1"/>
          <p:bldP spid="53" grpId="2" animBg="1"/>
          <p:bldP spid="53" grpId="3" animBg="1"/>
          <p:bldP spid="59" grpId="0" animBg="1"/>
          <p:bldP spid="59" grpId="1" animBg="1"/>
          <p:bldP spid="59" grpId="2" animBg="1"/>
          <p:bldP spid="63" grpId="0" animBg="1"/>
          <p:bldP spid="63" grpId="1" animBg="1"/>
          <p:bldP spid="67" grpId="0" animBg="1"/>
          <p:bldP spid="67" grpId="1" animBg="1"/>
          <p:bldP spid="67" grpId="2" animBg="1"/>
          <p:bldP spid="96" grpId="0" animBg="1"/>
          <p:bldP spid="96" grpId="1" animBg="1"/>
          <p:bldP spid="97" grpId="0" animBg="1"/>
          <p:bldP spid="97" grpId="1" animBg="1"/>
          <p:bldP spid="99" grpId="0" animBg="1"/>
          <p:bldP spid="99" grpId="1" animBg="1"/>
          <p:bldP spid="100" grpId="0" animBg="1"/>
          <p:bldP spid="100" grpId="1" animBg="1"/>
          <p:bldP spid="105" grpId="0" animBg="1"/>
          <p:bldP spid="105" grpId="1" animBg="1"/>
          <p:bldP spid="106" grpId="0" animBg="1"/>
          <p:bldP spid="106" grpId="1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4518B7-C6AD-4B59-2F34-ADD7D16B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C55BC3B0-46D3-E934-A4D6-D46293945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无图标提示框">
            <a:extLst>
              <a:ext uri="{FF2B5EF4-FFF2-40B4-BE49-F238E27FC236}">
                <a16:creationId xmlns:a16="http://schemas.microsoft.com/office/drawing/2014/main" id="{CA55B8D6-C3B3-B303-E029-2C41065702B9}"/>
              </a:ext>
            </a:extLst>
          </p:cNvPr>
          <p:cNvGrpSpPr/>
          <p:nvPr/>
        </p:nvGrpSpPr>
        <p:grpSpPr>
          <a:xfrm>
            <a:off x="503073" y="423333"/>
            <a:ext cx="4564916" cy="1236134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E5DA6B0-E183-02D8-EC7C-F65B501884C8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A789AC1E-94EA-923F-8906-CCD48D4EBF00}"/>
                </a:ext>
              </a:extLst>
            </p:cNvPr>
            <p:cNvSpPr txBox="1"/>
            <p:nvPr/>
          </p:nvSpPr>
          <p:spPr>
            <a:xfrm>
              <a:off x="4215337" y="305411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F68C6556-28D9-3F77-4801-6BB60C4420E7}"/>
                </a:ext>
              </a:extLst>
            </p:cNvPr>
            <p:cNvSpPr txBox="1"/>
            <p:nvPr/>
          </p:nvSpPr>
          <p:spPr>
            <a:xfrm>
              <a:off x="4215337" y="337277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</p:grpSp>
      <p:grpSp>
        <p:nvGrpSpPr>
          <p:cNvPr id="33" name="带按钮的无图标提示框">
            <a:extLst>
              <a:ext uri="{FF2B5EF4-FFF2-40B4-BE49-F238E27FC236}">
                <a16:creationId xmlns:a16="http://schemas.microsoft.com/office/drawing/2014/main" id="{C7271355-74B0-A4B7-3ECF-55447E61709A}"/>
              </a:ext>
            </a:extLst>
          </p:cNvPr>
          <p:cNvGrpSpPr/>
          <p:nvPr/>
        </p:nvGrpSpPr>
        <p:grpSpPr>
          <a:xfrm>
            <a:off x="503073" y="1796572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F06B88C5-63A0-CA76-786A-0ECE31FACDDF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68CF4A07-7056-C260-C6ED-0E35418F048E}"/>
                </a:ext>
              </a:extLst>
            </p:cNvPr>
            <p:cNvSpPr txBox="1"/>
            <p:nvPr/>
          </p:nvSpPr>
          <p:spPr>
            <a:xfrm>
              <a:off x="3314796" y="359686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F2807217-DAF4-97C7-ECAA-BE5B30C38483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AED67E39-CEB2-C4FC-073D-0C2CAF75D039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EFC16385-130D-49F8-2C94-892DF3D7B4E9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无图标提示框">
            <a:extLst>
              <a:ext uri="{FF2B5EF4-FFF2-40B4-BE49-F238E27FC236}">
                <a16:creationId xmlns:a16="http://schemas.microsoft.com/office/drawing/2014/main" id="{365DDB31-6125-B23F-01B2-E8D2954FE959}"/>
              </a:ext>
            </a:extLst>
          </p:cNvPr>
          <p:cNvGrpSpPr/>
          <p:nvPr/>
        </p:nvGrpSpPr>
        <p:grpSpPr>
          <a:xfrm>
            <a:off x="503073" y="3600144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A865A08B-B627-10E8-FFF2-416E3C045648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7A9C7BED-C4E3-E711-C9A0-1439D8EDCE89}"/>
                </a:ext>
              </a:extLst>
            </p:cNvPr>
            <p:cNvSpPr txBox="1"/>
            <p:nvPr/>
          </p:nvSpPr>
          <p:spPr>
            <a:xfrm>
              <a:off x="904870" y="3854106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ECF2B5AC-7404-9742-C849-1120006A877A}"/>
                </a:ext>
              </a:extLst>
            </p:cNvPr>
            <p:cNvSpPr txBox="1"/>
            <p:nvPr/>
          </p:nvSpPr>
          <p:spPr>
            <a:xfrm>
              <a:off x="904870" y="4172764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2E0F85EA-5C52-5497-1148-37ECFBF9E574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CC8C0467-8C73-6AA5-1DB8-7EDE2D11B134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F393F63-936E-F0F6-5E68-9E3E20923352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2" name="!! 底部消息">
            <a:extLst>
              <a:ext uri="{FF2B5EF4-FFF2-40B4-BE49-F238E27FC236}">
                <a16:creationId xmlns:a16="http://schemas.microsoft.com/office/drawing/2014/main" id="{7D68587D-B529-C27B-2860-2A83B2945247}"/>
              </a:ext>
            </a:extLst>
          </p:cNvPr>
          <p:cNvSpPr/>
          <p:nvPr/>
        </p:nvSpPr>
        <p:spPr>
          <a:xfrm>
            <a:off x="5801943" y="423333"/>
            <a:ext cx="2644140" cy="4360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底部消息</a:t>
            </a:r>
          </a:p>
        </p:txBody>
      </p:sp>
      <p:grpSp>
        <p:nvGrpSpPr>
          <p:cNvPr id="29" name="!! 提示">
            <a:extLst>
              <a:ext uri="{FF2B5EF4-FFF2-40B4-BE49-F238E27FC236}">
                <a16:creationId xmlns:a16="http://schemas.microsoft.com/office/drawing/2014/main" id="{A52A7FDC-83C6-7F01-C367-517D621912C3}"/>
              </a:ext>
            </a:extLst>
          </p:cNvPr>
          <p:cNvGrpSpPr/>
          <p:nvPr/>
        </p:nvGrpSpPr>
        <p:grpSpPr>
          <a:xfrm>
            <a:off x="5801943" y="963355"/>
            <a:ext cx="2644139" cy="436088"/>
            <a:chOff x="5801943" y="963355"/>
            <a:chExt cx="2644139" cy="4360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A1FBAE2-5BE2-4DB3-3912-BD467DA53917}"/>
                </a:ext>
              </a:extLst>
            </p:cNvPr>
            <p:cNvSpPr/>
            <p:nvPr/>
          </p:nvSpPr>
          <p:spPr>
            <a:xfrm>
              <a:off x="5801943" y="963355"/>
              <a:ext cx="2644139" cy="436088"/>
            </a:xfrm>
            <a:prstGeom prst="roundRect">
              <a:avLst>
                <a:gd name="adj" fmla="val 19160"/>
              </a:avLst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1400" dirty="0"/>
                <a:t>提示</a:t>
              </a:r>
              <a:endParaRPr lang="en-US" altLang="zh-CN" sz="1400" dirty="0"/>
            </a:p>
          </p:txBody>
        </p:sp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B5277F41-BFE7-DDE6-63C1-96720C34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5781" y="1052665"/>
              <a:ext cx="257468" cy="257468"/>
            </a:xfrm>
            <a:prstGeom prst="rect">
              <a:avLst/>
            </a:prstGeom>
          </p:spPr>
        </p:pic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7A25D41-708C-73CC-7417-E40835E49A56}"/>
              </a:ext>
            </a:extLst>
          </p:cNvPr>
          <p:cNvGrpSpPr/>
          <p:nvPr/>
        </p:nvGrpSpPr>
        <p:grpSpPr>
          <a:xfrm>
            <a:off x="8995624" y="573204"/>
            <a:ext cx="527312" cy="761403"/>
            <a:chOff x="2726128" y="2691285"/>
            <a:chExt cx="527312" cy="761403"/>
          </a:xfrm>
        </p:grpSpPr>
        <p:grpSp>
          <p:nvGrpSpPr>
            <p:cNvPr id="106" name="!! 设置">
              <a:extLst>
                <a:ext uri="{FF2B5EF4-FFF2-40B4-BE49-F238E27FC236}">
                  <a16:creationId xmlns:a16="http://schemas.microsoft.com/office/drawing/2014/main" id="{F4EC1285-4E39-2C00-F9AC-60137F89A101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08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C615BE5-16B6-ADB1-AAF5-11BD965EF92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09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456E7D9-73A5-36F8-79EC-1AB99EC84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4FEAA1E-755D-0EA4-9821-4982FF8AF50E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6FDFDFF7-5042-6686-ECFE-1D46E5B31BEC}"/>
              </a:ext>
            </a:extLst>
          </p:cNvPr>
          <p:cNvGrpSpPr/>
          <p:nvPr/>
        </p:nvGrpSpPr>
        <p:grpSpPr>
          <a:xfrm>
            <a:off x="9722699" y="573204"/>
            <a:ext cx="527312" cy="761403"/>
            <a:chOff x="2726128" y="2691285"/>
            <a:chExt cx="527312" cy="761403"/>
          </a:xfrm>
        </p:grpSpPr>
        <p:grpSp>
          <p:nvGrpSpPr>
            <p:cNvPr id="112" name="!! 设置">
              <a:extLst>
                <a:ext uri="{FF2B5EF4-FFF2-40B4-BE49-F238E27FC236}">
                  <a16:creationId xmlns:a16="http://schemas.microsoft.com/office/drawing/2014/main" id="{E2354D51-A644-6193-B591-3E48D99D69F6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14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5182A7F-133F-6BD0-191D-338F2AE61E7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15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D646D20-7F35-AD06-C286-D98716A60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8F293D1-1F63-8E24-3F63-D208C5DC9B6C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9" name="!! dock右">
            <a:extLst>
              <a:ext uri="{FF2B5EF4-FFF2-40B4-BE49-F238E27FC236}">
                <a16:creationId xmlns:a16="http://schemas.microsoft.com/office/drawing/2014/main" id="{82CFAB28-814D-24A5-F718-7F45B0FF01B2}"/>
              </a:ext>
            </a:extLst>
          </p:cNvPr>
          <p:cNvGrpSpPr/>
          <p:nvPr/>
        </p:nvGrpSpPr>
        <p:grpSpPr>
          <a:xfrm>
            <a:off x="530852" y="5917016"/>
            <a:ext cx="2452159" cy="704838"/>
            <a:chOff x="7408333" y="5780624"/>
            <a:chExt cx="2452159" cy="704838"/>
          </a:xfrm>
        </p:grpSpPr>
        <p:sp useBgFill="1">
          <p:nvSpPr>
            <p:cNvPr id="120" name="!! 模糊">
              <a:extLst>
                <a:ext uri="{FF2B5EF4-FFF2-40B4-BE49-F238E27FC236}">
                  <a16:creationId xmlns:a16="http://schemas.microsoft.com/office/drawing/2014/main" id="{E394C910-20AE-7A7C-C6E8-2FB63949331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1" name="!! 颜色遮罩">
              <a:extLst>
                <a:ext uri="{FF2B5EF4-FFF2-40B4-BE49-F238E27FC236}">
                  <a16:creationId xmlns:a16="http://schemas.microsoft.com/office/drawing/2014/main" id="{D80050CA-E246-6B27-C6CE-76539757EA2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2" name="!! 信号">
              <a:extLst>
                <a:ext uri="{FF2B5EF4-FFF2-40B4-BE49-F238E27FC236}">
                  <a16:creationId xmlns:a16="http://schemas.microsoft.com/office/drawing/2014/main" id="{A7ED9E31-097E-38B2-03C8-69415789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23" name="!! 运营商">
              <a:extLst>
                <a:ext uri="{FF2B5EF4-FFF2-40B4-BE49-F238E27FC236}">
                  <a16:creationId xmlns:a16="http://schemas.microsoft.com/office/drawing/2014/main" id="{B15040B4-7C76-3FFD-48BF-BDE64DBB901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24" name="!! 通知">
              <a:extLst>
                <a:ext uri="{FF2B5EF4-FFF2-40B4-BE49-F238E27FC236}">
                  <a16:creationId xmlns:a16="http://schemas.microsoft.com/office/drawing/2014/main" id="{961173B3-569C-231C-C6B7-C1BEBA6C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25" name="!! 电池">
              <a:extLst>
                <a:ext uri="{FF2B5EF4-FFF2-40B4-BE49-F238E27FC236}">
                  <a16:creationId xmlns:a16="http://schemas.microsoft.com/office/drawing/2014/main" id="{9A3EE8AC-053B-BFBA-0E91-379D0B130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7" name="!! 时间">
              <a:extLst>
                <a:ext uri="{FF2B5EF4-FFF2-40B4-BE49-F238E27FC236}">
                  <a16:creationId xmlns:a16="http://schemas.microsoft.com/office/drawing/2014/main" id="{29B1413A-72F5-AFE1-FFB2-3F104B966D7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</a:t>
              </a:r>
              <a:r>
                <a:rPr lang="en-US" altLang="zh-CN" sz="1050" dirty="0">
                  <a:solidFill>
                    <a:srgbClr val="FFFFFF"/>
                  </a:solidFill>
                  <a:latin typeface="OPPOSans R"/>
                  <a:ea typeface="OPPOSans R"/>
                </a:rPr>
                <a:t>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8" name="!! AC">
              <a:extLst>
                <a:ext uri="{FF2B5EF4-FFF2-40B4-BE49-F238E27FC236}">
                  <a16:creationId xmlns:a16="http://schemas.microsoft.com/office/drawing/2014/main" id="{299E780D-AE34-6415-6184-9CF32DBEA7F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51%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30" name="!! 声音">
              <a:extLst>
                <a:ext uri="{FF2B5EF4-FFF2-40B4-BE49-F238E27FC236}">
                  <a16:creationId xmlns:a16="http://schemas.microsoft.com/office/drawing/2014/main" id="{812C7C32-CD76-0489-6700-F19330278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31" name="!! 电源">
              <a:hlinkClick r:id="rId6" action="ppaction://hlinksldjump"/>
              <a:extLst>
                <a:ext uri="{FF2B5EF4-FFF2-40B4-BE49-F238E27FC236}">
                  <a16:creationId xmlns:a16="http://schemas.microsoft.com/office/drawing/2014/main" id="{4F41E8E7-3A84-8458-3721-561C9F5F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53" name="!! 通知">
            <a:extLst>
              <a:ext uri="{FF2B5EF4-FFF2-40B4-BE49-F238E27FC236}">
                <a16:creationId xmlns:a16="http://schemas.microsoft.com/office/drawing/2014/main" id="{E00D5561-42CE-0BDC-121F-57A2D6512CBC}"/>
              </a:ext>
            </a:extLst>
          </p:cNvPr>
          <p:cNvGrpSpPr/>
          <p:nvPr/>
        </p:nvGrpSpPr>
        <p:grpSpPr>
          <a:xfrm>
            <a:off x="5797813" y="1722590"/>
            <a:ext cx="4564916" cy="1314718"/>
            <a:chOff x="5801943" y="1941870"/>
            <a:chExt cx="4564916" cy="1314718"/>
          </a:xfrm>
        </p:grpSpPr>
        <p:grpSp>
          <p:nvGrpSpPr>
            <p:cNvPr id="46" name="!! 通知框1">
              <a:extLst>
                <a:ext uri="{FF2B5EF4-FFF2-40B4-BE49-F238E27FC236}">
                  <a16:creationId xmlns:a16="http://schemas.microsoft.com/office/drawing/2014/main" id="{32C2B2CA-0C2A-7CDB-93A9-6B0209CBDC15}"/>
                </a:ext>
              </a:extLst>
            </p:cNvPr>
            <p:cNvGrpSpPr/>
            <p:nvPr/>
          </p:nvGrpSpPr>
          <p:grpSpPr>
            <a:xfrm>
              <a:off x="5801943" y="1941870"/>
              <a:ext cx="4564916" cy="1314718"/>
              <a:chOff x="5801943" y="1589193"/>
              <a:chExt cx="4564916" cy="1558796"/>
            </a:xfrm>
          </p:grpSpPr>
          <p:sp>
            <p:nvSpPr>
              <p:cNvPr id="47" name="!! 弹窗">
                <a:extLst>
                  <a:ext uri="{FF2B5EF4-FFF2-40B4-BE49-F238E27FC236}">
                    <a16:creationId xmlns:a16="http://schemas.microsoft.com/office/drawing/2014/main" id="{9688D253-7DD3-3D0A-31DA-1A45A9141079}"/>
                  </a:ext>
                </a:extLst>
              </p:cNvPr>
              <p:cNvSpPr/>
              <p:nvPr/>
            </p:nvSpPr>
            <p:spPr>
              <a:xfrm>
                <a:off x="5801943" y="1589193"/>
                <a:ext cx="4564916" cy="1558796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标题">
                <a:extLst>
                  <a:ext uri="{FF2B5EF4-FFF2-40B4-BE49-F238E27FC236}">
                    <a16:creationId xmlns:a16="http://schemas.microsoft.com/office/drawing/2014/main" id="{F440F012-E26B-1D89-6ADB-180AB5638261}"/>
                  </a:ext>
                </a:extLst>
              </p:cNvPr>
              <p:cNvSpPr txBox="1"/>
              <p:nvPr/>
            </p:nvSpPr>
            <p:spPr>
              <a:xfrm>
                <a:off x="5973675" y="2202535"/>
                <a:ext cx="3229042" cy="401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</a:rPr>
                  <a:t>标题</a:t>
                </a:r>
              </a:p>
            </p:txBody>
          </p:sp>
          <p:sp>
            <p:nvSpPr>
              <p:cNvPr id="50" name="内容">
                <a:extLst>
                  <a:ext uri="{FF2B5EF4-FFF2-40B4-BE49-F238E27FC236}">
                    <a16:creationId xmlns:a16="http://schemas.microsoft.com/office/drawing/2014/main" id="{5B83E620-F636-6ED1-EAD4-BCAED689F953}"/>
                  </a:ext>
                </a:extLst>
              </p:cNvPr>
              <p:cNvSpPr txBox="1"/>
              <p:nvPr/>
            </p:nvSpPr>
            <p:spPr>
              <a:xfrm>
                <a:off x="5973675" y="2548038"/>
                <a:ext cx="2925729" cy="364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+mn-ea"/>
                  </a:rPr>
                  <a:t>正文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F4FE5C0-968A-8E1F-5F9A-2B5B6A5F7DFF}"/>
                  </a:ext>
                </a:extLst>
              </p:cNvPr>
              <p:cNvSpPr txBox="1"/>
              <p:nvPr/>
            </p:nvSpPr>
            <p:spPr>
              <a:xfrm>
                <a:off x="6296461" y="1803287"/>
                <a:ext cx="1701800" cy="32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App·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</a:rPr>
                  <a:t>现在</a:t>
                </a:r>
              </a:p>
            </p:txBody>
          </p:sp>
        </p:grp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AEEAFB83-1D00-A52B-4556-CA2F415F8675}"/>
                </a:ext>
              </a:extLst>
            </p:cNvPr>
            <p:cNvSpPr/>
            <p:nvPr/>
          </p:nvSpPr>
          <p:spPr>
            <a:xfrm>
              <a:off x="6057262" y="2144870"/>
              <a:ext cx="239199" cy="23919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!! 图片通知">
            <a:extLst>
              <a:ext uri="{FF2B5EF4-FFF2-40B4-BE49-F238E27FC236}">
                <a16:creationId xmlns:a16="http://schemas.microsoft.com/office/drawing/2014/main" id="{F025DF81-47E4-4D2C-DDC7-E9108D03832F}"/>
              </a:ext>
            </a:extLst>
          </p:cNvPr>
          <p:cNvGrpSpPr/>
          <p:nvPr/>
        </p:nvGrpSpPr>
        <p:grpSpPr>
          <a:xfrm>
            <a:off x="5799713" y="3229862"/>
            <a:ext cx="4564916" cy="1314718"/>
            <a:chOff x="5799713" y="3229862"/>
            <a:chExt cx="4564916" cy="1314718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D48CDC05-E767-6E0C-A55E-C22B17738705}"/>
                </a:ext>
              </a:extLst>
            </p:cNvPr>
            <p:cNvGrpSpPr/>
            <p:nvPr/>
          </p:nvGrpSpPr>
          <p:grpSpPr>
            <a:xfrm>
              <a:off x="5799713" y="3229862"/>
              <a:ext cx="4564916" cy="1314718"/>
              <a:chOff x="5801943" y="1941870"/>
              <a:chExt cx="4564916" cy="1314718"/>
            </a:xfrm>
          </p:grpSpPr>
          <p:grpSp>
            <p:nvGrpSpPr>
              <p:cNvPr id="65" name="!! 通知框1">
                <a:extLst>
                  <a:ext uri="{FF2B5EF4-FFF2-40B4-BE49-F238E27FC236}">
                    <a16:creationId xmlns:a16="http://schemas.microsoft.com/office/drawing/2014/main" id="{9201A9F7-9DEB-2F5C-A19F-75B365DB80FC}"/>
                  </a:ext>
                </a:extLst>
              </p:cNvPr>
              <p:cNvGrpSpPr/>
              <p:nvPr/>
            </p:nvGrpSpPr>
            <p:grpSpPr>
              <a:xfrm>
                <a:off x="5801943" y="1941870"/>
                <a:ext cx="4564916" cy="1314718"/>
                <a:chOff x="5801943" y="1589193"/>
                <a:chExt cx="4564916" cy="1558796"/>
              </a:xfrm>
            </p:grpSpPr>
            <p:sp>
              <p:nvSpPr>
                <p:cNvPr id="67" name="!! 弹窗">
                  <a:extLst>
                    <a:ext uri="{FF2B5EF4-FFF2-40B4-BE49-F238E27FC236}">
                      <a16:creationId xmlns:a16="http://schemas.microsoft.com/office/drawing/2014/main" id="{6B2B3626-1966-1113-DFF7-C18113C68456}"/>
                    </a:ext>
                  </a:extLst>
                </p:cNvPr>
                <p:cNvSpPr/>
                <p:nvPr/>
              </p:nvSpPr>
              <p:spPr>
                <a:xfrm>
                  <a:off x="5801943" y="1589193"/>
                  <a:ext cx="4564916" cy="1558796"/>
                </a:xfrm>
                <a:prstGeom prst="roundRect">
                  <a:avLst>
                    <a:gd name="adj" fmla="val 7669"/>
                  </a:avLst>
                </a:prstGeom>
                <a:solidFill>
                  <a:schemeClr val="bg1">
                    <a:alpha val="95000"/>
                  </a:schemeClr>
                </a:solidFill>
                <a:ln>
                  <a:noFill/>
                </a:ln>
                <a:effectLst>
                  <a:outerShdw blurRad="254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标题">
                  <a:extLst>
                    <a:ext uri="{FF2B5EF4-FFF2-40B4-BE49-F238E27FC236}">
                      <a16:creationId xmlns:a16="http://schemas.microsoft.com/office/drawing/2014/main" id="{3BBBBB4A-7B22-3586-702F-99B4D15E9F11}"/>
                    </a:ext>
                  </a:extLst>
                </p:cNvPr>
                <p:cNvSpPr txBox="1"/>
                <p:nvPr/>
              </p:nvSpPr>
              <p:spPr>
                <a:xfrm>
                  <a:off x="5973675" y="2202535"/>
                  <a:ext cx="3229042" cy="4014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+mj-ea"/>
                      <a:ea typeface="+mj-ea"/>
                    </a:rPr>
                    <a:t>标题</a:t>
                  </a:r>
                </a:p>
              </p:txBody>
            </p:sp>
            <p:sp>
              <p:nvSpPr>
                <p:cNvPr id="71" name="内容">
                  <a:extLst>
                    <a:ext uri="{FF2B5EF4-FFF2-40B4-BE49-F238E27FC236}">
                      <a16:creationId xmlns:a16="http://schemas.microsoft.com/office/drawing/2014/main" id="{511B3BA2-74BF-9524-58B2-2281C1DA06F7}"/>
                    </a:ext>
                  </a:extLst>
                </p:cNvPr>
                <p:cNvSpPr txBox="1"/>
                <p:nvPr/>
              </p:nvSpPr>
              <p:spPr>
                <a:xfrm>
                  <a:off x="5973675" y="2548038"/>
                  <a:ext cx="2925729" cy="364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+mn-ea"/>
                    </a:rPr>
                    <a:t>正文</a:t>
                  </a:r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BB2537F-A612-8DC0-650F-B93506001AAF}"/>
                    </a:ext>
                  </a:extLst>
                </p:cNvPr>
                <p:cNvSpPr txBox="1"/>
                <p:nvPr/>
              </p:nvSpPr>
              <p:spPr>
                <a:xfrm>
                  <a:off x="6296461" y="1803287"/>
                  <a:ext cx="1701800" cy="328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App· </a:t>
                  </a:r>
                  <a:r>
                    <a:rPr lang="zh-CN" altLang="en-US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现在</a:t>
                  </a:r>
                </a:p>
              </p:txBody>
            </p:sp>
          </p:grp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CDD91EBB-3647-B950-54C8-9A1C6CCAD1A7}"/>
                  </a:ext>
                </a:extLst>
              </p:cNvPr>
              <p:cNvSpPr/>
              <p:nvPr/>
            </p:nvSpPr>
            <p:spPr>
              <a:xfrm>
                <a:off x="6057262" y="2144870"/>
                <a:ext cx="239199" cy="239199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FF3D8032-F0A3-8920-CA2D-9DE246A299BB}"/>
                </a:ext>
              </a:extLst>
            </p:cNvPr>
            <p:cNvSpPr/>
            <p:nvPr/>
          </p:nvSpPr>
          <p:spPr>
            <a:xfrm>
              <a:off x="9590265" y="3825070"/>
              <a:ext cx="474412" cy="474410"/>
            </a:xfrm>
            <a:prstGeom prst="roundRect">
              <a:avLst>
                <a:gd name="adj" fmla="val 1638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!! 按钮通知">
            <a:extLst>
              <a:ext uri="{FF2B5EF4-FFF2-40B4-BE49-F238E27FC236}">
                <a16:creationId xmlns:a16="http://schemas.microsoft.com/office/drawing/2014/main" id="{A7215296-3417-4BD3-B266-C2DDFA674391}"/>
              </a:ext>
            </a:extLst>
          </p:cNvPr>
          <p:cNvGrpSpPr/>
          <p:nvPr/>
        </p:nvGrpSpPr>
        <p:grpSpPr>
          <a:xfrm>
            <a:off x="5797813" y="4716686"/>
            <a:ext cx="4564916" cy="1572034"/>
            <a:chOff x="5797813" y="4716686"/>
            <a:chExt cx="4564916" cy="157203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FEFF8AE6-89F0-329D-D26F-1C198FC2A1EC}"/>
                </a:ext>
              </a:extLst>
            </p:cNvPr>
            <p:cNvGrpSpPr/>
            <p:nvPr/>
          </p:nvGrpSpPr>
          <p:grpSpPr>
            <a:xfrm>
              <a:off x="5797813" y="4716686"/>
              <a:ext cx="4564916" cy="1572034"/>
              <a:chOff x="5801943" y="1941870"/>
              <a:chExt cx="4564916" cy="1572034"/>
            </a:xfrm>
          </p:grpSpPr>
          <p:grpSp>
            <p:nvGrpSpPr>
              <p:cNvPr id="86" name="!! 通知框1">
                <a:extLst>
                  <a:ext uri="{FF2B5EF4-FFF2-40B4-BE49-F238E27FC236}">
                    <a16:creationId xmlns:a16="http://schemas.microsoft.com/office/drawing/2014/main" id="{4FB3334B-9A66-286E-07E4-C2747CFDD768}"/>
                  </a:ext>
                </a:extLst>
              </p:cNvPr>
              <p:cNvGrpSpPr/>
              <p:nvPr/>
            </p:nvGrpSpPr>
            <p:grpSpPr>
              <a:xfrm>
                <a:off x="5801943" y="1941870"/>
                <a:ext cx="4564916" cy="1572034"/>
                <a:chOff x="5801943" y="1589193"/>
                <a:chExt cx="4564916" cy="1863883"/>
              </a:xfrm>
            </p:grpSpPr>
            <p:sp>
              <p:nvSpPr>
                <p:cNvPr id="88" name="!! 弹窗">
                  <a:extLst>
                    <a:ext uri="{FF2B5EF4-FFF2-40B4-BE49-F238E27FC236}">
                      <a16:creationId xmlns:a16="http://schemas.microsoft.com/office/drawing/2014/main" id="{E330ED3E-6F35-2C3A-44BA-95ED3388AFDE}"/>
                    </a:ext>
                  </a:extLst>
                </p:cNvPr>
                <p:cNvSpPr/>
                <p:nvPr/>
              </p:nvSpPr>
              <p:spPr>
                <a:xfrm>
                  <a:off x="5801943" y="1589193"/>
                  <a:ext cx="4564916" cy="1863883"/>
                </a:xfrm>
                <a:prstGeom prst="roundRect">
                  <a:avLst>
                    <a:gd name="adj" fmla="val 6376"/>
                  </a:avLst>
                </a:prstGeom>
                <a:solidFill>
                  <a:schemeClr val="bg1">
                    <a:alpha val="95000"/>
                  </a:schemeClr>
                </a:solidFill>
                <a:ln>
                  <a:noFill/>
                </a:ln>
                <a:effectLst>
                  <a:outerShdw blurRad="254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标题">
                  <a:extLst>
                    <a:ext uri="{FF2B5EF4-FFF2-40B4-BE49-F238E27FC236}">
                      <a16:creationId xmlns:a16="http://schemas.microsoft.com/office/drawing/2014/main" id="{8A3F3594-4509-F06E-BF46-DEFADF85528F}"/>
                    </a:ext>
                  </a:extLst>
                </p:cNvPr>
                <p:cNvSpPr txBox="1"/>
                <p:nvPr/>
              </p:nvSpPr>
              <p:spPr>
                <a:xfrm>
                  <a:off x="5973675" y="2202535"/>
                  <a:ext cx="3229042" cy="4014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+mj-ea"/>
                      <a:ea typeface="+mj-ea"/>
                    </a:rPr>
                    <a:t>标题</a:t>
                  </a:r>
                </a:p>
              </p:txBody>
            </p:sp>
            <p:sp>
              <p:nvSpPr>
                <p:cNvPr id="90" name="内容">
                  <a:extLst>
                    <a:ext uri="{FF2B5EF4-FFF2-40B4-BE49-F238E27FC236}">
                      <a16:creationId xmlns:a16="http://schemas.microsoft.com/office/drawing/2014/main" id="{8BD32476-C705-6922-4BD0-441C57340537}"/>
                    </a:ext>
                  </a:extLst>
                </p:cNvPr>
                <p:cNvSpPr txBox="1"/>
                <p:nvPr/>
              </p:nvSpPr>
              <p:spPr>
                <a:xfrm>
                  <a:off x="5973675" y="2548038"/>
                  <a:ext cx="2925729" cy="364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+mn-ea"/>
                    </a:rPr>
                    <a:t>正文</a:t>
                  </a: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DEA855D3-5457-CFBA-58D3-3FCB6BA76BC2}"/>
                    </a:ext>
                  </a:extLst>
                </p:cNvPr>
                <p:cNvSpPr txBox="1"/>
                <p:nvPr/>
              </p:nvSpPr>
              <p:spPr>
                <a:xfrm>
                  <a:off x="6296461" y="1803287"/>
                  <a:ext cx="1701800" cy="328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App· </a:t>
                  </a:r>
                  <a:r>
                    <a:rPr lang="zh-CN" altLang="en-US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现在</a:t>
                  </a:r>
                </a:p>
              </p:txBody>
            </p:sp>
          </p:grp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92D8D630-35EE-9505-0537-AB728ECAA150}"/>
                  </a:ext>
                </a:extLst>
              </p:cNvPr>
              <p:cNvSpPr/>
              <p:nvPr/>
            </p:nvSpPr>
            <p:spPr>
              <a:xfrm>
                <a:off x="6057262" y="2144870"/>
                <a:ext cx="239199" cy="239199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1C3C7BC6-2EDA-0067-FA87-01E8472DF0D3}"/>
                </a:ext>
              </a:extLst>
            </p:cNvPr>
            <p:cNvSpPr txBox="1"/>
            <p:nvPr/>
          </p:nvSpPr>
          <p:spPr>
            <a:xfrm>
              <a:off x="5969545" y="5816798"/>
              <a:ext cx="568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1"/>
                  </a:solidFill>
                </a:rPr>
                <a:t>按钮</a:t>
              </a:r>
            </a:p>
          </p:txBody>
        </p:sp>
      </p:grpSp>
      <p:sp>
        <p:nvSpPr>
          <p:cNvPr id="5" name="文本框 4">
            <a:hlinkClick r:id="rId19" action="ppaction://hlinksldjump"/>
            <a:extLst>
              <a:ext uri="{FF2B5EF4-FFF2-40B4-BE49-F238E27FC236}">
                <a16:creationId xmlns:a16="http://schemas.microsoft.com/office/drawing/2014/main" id="{36187C5C-6496-2B40-EB59-12239247AED9}"/>
              </a:ext>
            </a:extLst>
          </p:cNvPr>
          <p:cNvSpPr txBox="1"/>
          <p:nvPr/>
        </p:nvSpPr>
        <p:spPr>
          <a:xfrm>
            <a:off x="10456584" y="1544114"/>
            <a:ext cx="830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淡入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7F9987-4475-FCF8-1CA5-9EE38DB37025}"/>
              </a:ext>
            </a:extLst>
          </p:cNvPr>
          <p:cNvSpPr txBox="1"/>
          <p:nvPr/>
        </p:nvSpPr>
        <p:spPr>
          <a:xfrm>
            <a:off x="10456584" y="1830171"/>
            <a:ext cx="830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淡出</a:t>
            </a:r>
          </a:p>
        </p:txBody>
      </p:sp>
    </p:spTree>
    <p:extLst>
      <p:ext uri="{BB962C8B-B14F-4D97-AF65-F5344CB8AC3E}">
        <p14:creationId xmlns:p14="http://schemas.microsoft.com/office/powerpoint/2010/main" val="232783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0332 4.81481E-6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-0.03256 -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.04445 L -4.16667E-7 -0.23611 " pathEditMode="relative" rAng="0" ptsTypes="AA">
                                      <p:cBhvr>
                                        <p:cTn id="31" dur="33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-4.16667E-7 0.04398 L -4.16667E-7 -7.40741E-7 " pathEditMode="relative" rAng="0" ptsTypes="AA">
                                      <p:cBhvr>
                                        <p:cTn id="33" dur="3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9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4445 L 0 -0.23611 " pathEditMode="relative" rAng="0" ptsTypes="AA">
                                      <p:cBhvr>
                                        <p:cTn id="35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.04399 L 0 1.11111E-6 " pathEditMode="relative" rAng="0" ptsTypes="AA">
                                      <p:cBhvr>
                                        <p:cTn id="37" dur="34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45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4445 L 0 -0.23611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.04399 L 0 1.11111E-6 " pathEditMode="relative" rAng="0" ptsTypes="AA">
                                      <p:cBhvr>
                                        <p:cTn id="41" dur="34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BAC6BE-DC53-07C6-2CBD-BAEE2660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010FF6D-80C7-5D96-3AB4-1F52D5E02CB6}"/>
              </a:ext>
            </a:extLst>
          </p:cNvPr>
          <p:cNvGrpSpPr/>
          <p:nvPr/>
        </p:nvGrpSpPr>
        <p:grpSpPr>
          <a:xfrm>
            <a:off x="353291" y="322119"/>
            <a:ext cx="4746163" cy="5071400"/>
            <a:chOff x="844636" y="567623"/>
            <a:chExt cx="4746163" cy="5071400"/>
          </a:xfrm>
        </p:grpSpPr>
        <p:sp>
          <p:nvSpPr>
            <p:cNvPr id="4" name="!! 背景板">
              <a:extLst>
                <a:ext uri="{FF2B5EF4-FFF2-40B4-BE49-F238E27FC236}">
                  <a16:creationId xmlns:a16="http://schemas.microsoft.com/office/drawing/2014/main" id="{A79E2804-68C4-AB85-963F-58CDCA806EA4}"/>
                </a:ext>
              </a:extLst>
            </p:cNvPr>
            <p:cNvSpPr/>
            <p:nvPr/>
          </p:nvSpPr>
          <p:spPr>
            <a:xfrm>
              <a:off x="844636" y="567623"/>
              <a:ext cx="4746163" cy="5071400"/>
            </a:xfrm>
            <a:prstGeom prst="roundRect">
              <a:avLst>
                <a:gd name="adj" fmla="val 2766"/>
              </a:avLst>
            </a:prstGeom>
            <a:solidFill>
              <a:schemeClr val="tx1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B2876E4B-D682-BA28-87A0-C149BA903CE5}"/>
                </a:ext>
              </a:extLst>
            </p:cNvPr>
            <p:cNvSpPr txBox="1"/>
            <p:nvPr/>
          </p:nvSpPr>
          <p:spPr>
            <a:xfrm>
              <a:off x="1340916" y="867829"/>
              <a:ext cx="3753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卫星软件窗口（标题可选）</a:t>
              </a:r>
            </a:p>
          </p:txBody>
        </p:sp>
      </p:grpSp>
      <p:sp>
        <p:nvSpPr>
          <p:cNvPr id="23" name="!! 背景板">
            <a:extLst>
              <a:ext uri="{FF2B5EF4-FFF2-40B4-BE49-F238E27FC236}">
                <a16:creationId xmlns:a16="http://schemas.microsoft.com/office/drawing/2014/main" id="{11C10CF7-79CC-A17B-904B-AF1437769F50}"/>
              </a:ext>
            </a:extLst>
          </p:cNvPr>
          <p:cNvSpPr/>
          <p:nvPr/>
        </p:nvSpPr>
        <p:spPr>
          <a:xfrm>
            <a:off x="5275118" y="322119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3519B61-E08D-5DA7-DB0C-A6FD9D9E4F1E}"/>
              </a:ext>
            </a:extLst>
          </p:cNvPr>
          <p:cNvSpPr/>
          <p:nvPr/>
        </p:nvSpPr>
        <p:spPr>
          <a:xfrm>
            <a:off x="6374774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27B8197-4ECE-84D3-F7BB-9812CDD55D4A}"/>
              </a:ext>
            </a:extLst>
          </p:cNvPr>
          <p:cNvSpPr/>
          <p:nvPr/>
        </p:nvSpPr>
        <p:spPr>
          <a:xfrm>
            <a:off x="7326081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C6DDCD6-4A6F-1B24-9CA3-8E6B80DD20F8}"/>
              </a:ext>
            </a:extLst>
          </p:cNvPr>
          <p:cNvSpPr/>
          <p:nvPr/>
        </p:nvSpPr>
        <p:spPr>
          <a:xfrm>
            <a:off x="8277388" y="1683057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9B3EFB4-4619-95D9-620D-794F450A58C9}"/>
              </a:ext>
            </a:extLst>
          </p:cNvPr>
          <p:cNvSpPr/>
          <p:nvPr/>
        </p:nvSpPr>
        <p:spPr>
          <a:xfrm>
            <a:off x="6382896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4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22FBB48-B303-548C-0921-05F70EAAC7E7}"/>
              </a:ext>
            </a:extLst>
          </p:cNvPr>
          <p:cNvSpPr/>
          <p:nvPr/>
        </p:nvSpPr>
        <p:spPr>
          <a:xfrm>
            <a:off x="7326081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C255FA8-0074-518E-1E5A-B3D8D4F30F32}"/>
              </a:ext>
            </a:extLst>
          </p:cNvPr>
          <p:cNvSpPr/>
          <p:nvPr/>
        </p:nvSpPr>
        <p:spPr>
          <a:xfrm>
            <a:off x="8285510" y="2538054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6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EF89A3D-5060-60D9-56A7-2A25E038F188}"/>
              </a:ext>
            </a:extLst>
          </p:cNvPr>
          <p:cNvSpPr/>
          <p:nvPr/>
        </p:nvSpPr>
        <p:spPr>
          <a:xfrm>
            <a:off x="6382896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7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D7AD87F-5B8D-DC1E-4202-F40216D37251}"/>
              </a:ext>
            </a:extLst>
          </p:cNvPr>
          <p:cNvSpPr/>
          <p:nvPr/>
        </p:nvSpPr>
        <p:spPr>
          <a:xfrm>
            <a:off x="7326081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8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FA43349-1063-9869-0A45-02CD9557AF36}"/>
              </a:ext>
            </a:extLst>
          </p:cNvPr>
          <p:cNvSpPr/>
          <p:nvPr/>
        </p:nvSpPr>
        <p:spPr>
          <a:xfrm>
            <a:off x="8285510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CAA1967B-A37B-9E9D-E46E-4198BCAFB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224" y="4419073"/>
            <a:ext cx="293336" cy="293336"/>
          </a:xfrm>
          <a:prstGeom prst="rect">
            <a:avLst/>
          </a:prstGeom>
        </p:spPr>
      </p:pic>
      <p:sp>
        <p:nvSpPr>
          <p:cNvPr id="63" name="椭圆 62">
            <a:extLst>
              <a:ext uri="{FF2B5EF4-FFF2-40B4-BE49-F238E27FC236}">
                <a16:creationId xmlns:a16="http://schemas.microsoft.com/office/drawing/2014/main" id="{C22E7E4F-84B1-76AB-8B3A-EF70ADA4B0D2}"/>
              </a:ext>
            </a:extLst>
          </p:cNvPr>
          <p:cNvSpPr/>
          <p:nvPr/>
        </p:nvSpPr>
        <p:spPr>
          <a:xfrm>
            <a:off x="7326080" y="4243623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0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42FFCD7-1275-C330-7BA0-EE03D8708655}"/>
              </a:ext>
            </a:extLst>
          </p:cNvPr>
          <p:cNvSpPr txBox="1"/>
          <p:nvPr/>
        </p:nvSpPr>
        <p:spPr>
          <a:xfrm>
            <a:off x="6599205" y="831418"/>
            <a:ext cx="2097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10086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6" name="前景">
            <a:hlinkClick r:id="rId6" action="ppaction://hlinksldjump"/>
            <a:extLst>
              <a:ext uri="{FF2B5EF4-FFF2-40B4-BE49-F238E27FC236}">
                <a16:creationId xmlns:a16="http://schemas.microsoft.com/office/drawing/2014/main" id="{C8A2F0D9-F4A5-5DF0-DB89-929A6D8C49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452836" y="4419073"/>
            <a:ext cx="293336" cy="29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F1341-F467-FF9C-D4F8-2722C036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35308-745F-79CD-BF6D-45D08F0AA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41C8503E-08E4-682C-5409-7E6FCBF959BC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03D74E-3D5F-6B5A-B424-7839B5580192}"/>
              </a:ext>
            </a:extLst>
          </p:cNvPr>
          <p:cNvSpPr txBox="1"/>
          <p:nvPr/>
        </p:nvSpPr>
        <p:spPr>
          <a:xfrm>
            <a:off x="2800662" y="3241623"/>
            <a:ext cx="6590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2"/>
                </a:solidFill>
                <a:latin typeface="+mj-ea"/>
                <a:ea typeface="+mj-ea"/>
              </a:rPr>
              <a:t>第三个预览版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CAD9FA-7BCA-920F-23E7-74F1BFF9C38A}"/>
              </a:ext>
            </a:extLst>
          </p:cNvPr>
          <p:cNvSpPr txBox="1"/>
          <p:nvPr/>
        </p:nvSpPr>
        <p:spPr>
          <a:xfrm>
            <a:off x="2725086" y="2472182"/>
            <a:ext cx="6590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2"/>
                </a:solidFill>
                <a:ea typeface="+mj-ea"/>
              </a:rPr>
              <a:t>Leaf OS 5</a:t>
            </a:r>
            <a:endParaRPr lang="zh-CN" altLang="en-US" sz="4400" dirty="0">
              <a:solidFill>
                <a:schemeClr val="bg2"/>
              </a:solidFill>
              <a:ea typeface="+mj-ea"/>
            </a:endParaRP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4DCCADA7-0807-3829-7168-6DA67430F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9988" y="6176963"/>
            <a:ext cx="300872" cy="36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0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96B70-AE9F-8BFD-2AA7-0C20F2A1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567B36F3-C7A9-051F-9D6C-928F7E3359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CACDFA24-3219-1119-93E3-E5CFB361E47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9" name="!! 重启">
            <a:extLst>
              <a:ext uri="{FF2B5EF4-FFF2-40B4-BE49-F238E27FC236}">
                <a16:creationId xmlns:a16="http://schemas.microsoft.com/office/drawing/2014/main" id="{49763E45-C59B-BBC7-3FAD-78486FFED3E4}"/>
              </a:ext>
            </a:extLst>
          </p:cNvPr>
          <p:cNvGrpSpPr/>
          <p:nvPr/>
        </p:nvGrpSpPr>
        <p:grpSpPr>
          <a:xfrm>
            <a:off x="5600700" y="2933700"/>
            <a:ext cx="990600" cy="990600"/>
            <a:chOff x="5078522" y="4722659"/>
            <a:chExt cx="768350" cy="768350"/>
          </a:xfrm>
        </p:grpSpPr>
        <p:sp>
          <p:nvSpPr>
            <p:cNvPr id="10" name="椭圆 9">
              <a:hlinkClick r:id="rId5" action="ppaction://hlinksldjump"/>
              <a:extLst>
                <a:ext uri="{FF2B5EF4-FFF2-40B4-BE49-F238E27FC236}">
                  <a16:creationId xmlns:a16="http://schemas.microsoft.com/office/drawing/2014/main" id="{25070888-87F2-6A90-66F8-1DA76B0788BA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1" name="!! 按钮-重启">
              <a:hlinkClick r:id="rId6" action="ppaction://hlinksldjump"/>
              <a:extLst>
                <a:ext uri="{FF2B5EF4-FFF2-40B4-BE49-F238E27FC236}">
                  <a16:creationId xmlns:a16="http://schemas.microsoft.com/office/drawing/2014/main" id="{B6569F80-0FB6-BF5C-6C48-63548FC6F079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12" name="标题">
            <a:extLst>
              <a:ext uri="{FF2B5EF4-FFF2-40B4-BE49-F238E27FC236}">
                <a16:creationId xmlns:a16="http://schemas.microsoft.com/office/drawing/2014/main" id="{34C1C904-CE46-78A2-9DBB-C0F795C09018}"/>
              </a:ext>
            </a:extLst>
          </p:cNvPr>
          <p:cNvSpPr txBox="1"/>
          <p:nvPr/>
        </p:nvSpPr>
        <p:spPr>
          <a:xfrm>
            <a:off x="4674905" y="3763504"/>
            <a:ext cx="2842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正在重新启动</a:t>
            </a:r>
          </a:p>
        </p:txBody>
      </p:sp>
      <p:grpSp>
        <p:nvGrpSpPr>
          <p:cNvPr id="15" name="!! load">
            <a:extLst>
              <a:ext uri="{FF2B5EF4-FFF2-40B4-BE49-F238E27FC236}">
                <a16:creationId xmlns:a16="http://schemas.microsoft.com/office/drawing/2014/main" id="{A5C22376-AE7D-2C06-E214-A97BFAC479AB}"/>
              </a:ext>
            </a:extLst>
          </p:cNvPr>
          <p:cNvGrpSpPr/>
          <p:nvPr/>
        </p:nvGrpSpPr>
        <p:grpSpPr>
          <a:xfrm>
            <a:off x="5901995" y="3234994"/>
            <a:ext cx="388010" cy="388010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8DA9D5AB-4A45-28C2-ED5C-BB388387FB61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2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7DF932E7-9E26-7956-A1A2-3BC1586F02E8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53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D14F0-0C8C-D1C5-1A22-9E4D0A71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0F742BB-9AC4-D862-22CD-3795AF650904}"/>
              </a:ext>
            </a:extLst>
          </p:cNvPr>
          <p:cNvSpPr/>
          <p:nvPr/>
        </p:nvSpPr>
        <p:spPr>
          <a:xfrm>
            <a:off x="5844363" y="3126280"/>
            <a:ext cx="503274" cy="60544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B59E67-CA64-AF36-E81D-B8BEBE187852}"/>
              </a:ext>
            </a:extLst>
          </p:cNvPr>
          <p:cNvSpPr txBox="1"/>
          <p:nvPr/>
        </p:nvSpPr>
        <p:spPr>
          <a:xfrm>
            <a:off x="4933244" y="5373510"/>
            <a:ext cx="2325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</a:rPr>
              <a:t>正在重置系统</a:t>
            </a:r>
            <a:endParaRPr lang="en-US" altLang="zh-CN" dirty="0">
              <a:solidFill>
                <a:schemeClr val="bg2"/>
              </a:solidFill>
            </a:endParaRPr>
          </a:p>
          <a:p>
            <a:pPr algn="ctr"/>
            <a:r>
              <a:rPr lang="zh-CN" altLang="en-US" dirty="0">
                <a:solidFill>
                  <a:schemeClr val="bg2"/>
                </a:solidFill>
              </a:rPr>
              <a:t>请稍候</a:t>
            </a:r>
          </a:p>
        </p:txBody>
      </p:sp>
    </p:spTree>
    <p:extLst>
      <p:ext uri="{BB962C8B-B14F-4D97-AF65-F5344CB8AC3E}">
        <p14:creationId xmlns:p14="http://schemas.microsoft.com/office/powerpoint/2010/main" val="204897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8000">
        <p:fade/>
      </p:transition>
    </mc:Choice>
    <mc:Fallback xmlns="">
      <p:transition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6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93DDC-E5E3-7C9E-8E16-EC582376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系统引导">
            <a:extLst>
              <a:ext uri="{FF2B5EF4-FFF2-40B4-BE49-F238E27FC236}">
                <a16:creationId xmlns:a16="http://schemas.microsoft.com/office/drawing/2014/main" id="{F2E28407-F1CB-3627-04FA-58D72D304E1B}"/>
              </a:ext>
            </a:extLst>
          </p:cNvPr>
          <p:cNvSpPr txBox="1"/>
          <p:nvPr/>
        </p:nvSpPr>
        <p:spPr>
          <a:xfrm>
            <a:off x="1941032" y="4880513"/>
            <a:ext cx="4988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Leaf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系统引导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5" name="!! LBT版本">
            <a:hlinkClick r:id="rId2" action="ppaction://hlinksldjump"/>
            <a:extLst>
              <a:ext uri="{FF2B5EF4-FFF2-40B4-BE49-F238E27FC236}">
                <a16:creationId xmlns:a16="http://schemas.microsoft.com/office/drawing/2014/main" id="{9A3B9147-1C15-4D4B-E604-AA93EFEFAAED}"/>
              </a:ext>
            </a:extLst>
          </p:cNvPr>
          <p:cNvSpPr txBox="1">
            <a:spLocks/>
          </p:cNvSpPr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正在引导中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| version LBOOT 3.0 </a:t>
            </a:r>
          </a:p>
        </p:txBody>
      </p:sp>
      <p:sp>
        <p:nvSpPr>
          <p:cNvPr id="2" name="!! R3">
            <a:extLst>
              <a:ext uri="{FF2B5EF4-FFF2-40B4-BE49-F238E27FC236}">
                <a16:creationId xmlns:a16="http://schemas.microsoft.com/office/drawing/2014/main" id="{50A79340-B224-50E4-AD90-12DE375EB562}"/>
              </a:ext>
            </a:extLst>
          </p:cNvPr>
          <p:cNvSpPr/>
          <p:nvPr/>
        </p:nvSpPr>
        <p:spPr>
          <a:xfrm>
            <a:off x="6022040" y="3357455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B2E9BEFC-8CA7-0FA4-1EA1-92230BB49115}"/>
              </a:ext>
            </a:extLst>
          </p:cNvPr>
          <p:cNvSpPr/>
          <p:nvPr/>
        </p:nvSpPr>
        <p:spPr>
          <a:xfrm>
            <a:off x="6022040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FC5BD17E-A95B-511D-FE6D-2E765DD3BDA5}"/>
              </a:ext>
            </a:extLst>
          </p:cNvPr>
          <p:cNvSpPr/>
          <p:nvPr/>
        </p:nvSpPr>
        <p:spPr>
          <a:xfrm>
            <a:off x="5847080" y="3180080"/>
            <a:ext cx="497840" cy="497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7B69E-1637-37E3-4B8A-E0CE07C3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R3">
            <a:extLst>
              <a:ext uri="{FF2B5EF4-FFF2-40B4-BE49-F238E27FC236}">
                <a16:creationId xmlns:a16="http://schemas.microsoft.com/office/drawing/2014/main" id="{3E0F713E-7730-FB88-9A32-BABDD4F419F4}"/>
              </a:ext>
            </a:extLst>
          </p:cNvPr>
          <p:cNvSpPr/>
          <p:nvPr/>
        </p:nvSpPr>
        <p:spPr>
          <a:xfrm>
            <a:off x="6337299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29F4E273-64FD-1DFD-469F-2D5EEF23027F}"/>
              </a:ext>
            </a:extLst>
          </p:cNvPr>
          <p:cNvSpPr/>
          <p:nvPr/>
        </p:nvSpPr>
        <p:spPr>
          <a:xfrm>
            <a:off x="6024562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90DAA48D-E288-CA93-FB8E-CDB378A6F3B7}"/>
              </a:ext>
            </a:extLst>
          </p:cNvPr>
          <p:cNvSpPr/>
          <p:nvPr/>
        </p:nvSpPr>
        <p:spPr>
          <a:xfrm>
            <a:off x="5711825" y="3357562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OS 版本">
            <a:extLst>
              <a:ext uri="{FF2B5EF4-FFF2-40B4-BE49-F238E27FC236}">
                <a16:creationId xmlns:a16="http://schemas.microsoft.com/office/drawing/2014/main" id="{70488217-2C6D-953C-3DF1-28E9D2735B34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!! Leaf 版本">
            <a:extLst>
              <a:ext uri="{FF2B5EF4-FFF2-40B4-BE49-F238E27FC236}">
                <a16:creationId xmlns:a16="http://schemas.microsoft.com/office/drawing/2014/main" id="{0A916435-3984-E9B1-036E-B3EB70FC245D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4938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3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959F9-C572-ED0C-C984-5B973CAD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OS 版本">
            <a:extLst>
              <a:ext uri="{FF2B5EF4-FFF2-40B4-BE49-F238E27FC236}">
                <a16:creationId xmlns:a16="http://schemas.microsoft.com/office/drawing/2014/main" id="{1FCFDDEA-6F8B-788E-5F8D-280E92D7C42C}"/>
              </a:ext>
            </a:extLst>
          </p:cNvPr>
          <p:cNvSpPr txBox="1"/>
          <p:nvPr/>
        </p:nvSpPr>
        <p:spPr>
          <a:xfrm>
            <a:off x="1943100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!! Leaf 版本">
            <a:extLst>
              <a:ext uri="{FF2B5EF4-FFF2-40B4-BE49-F238E27FC236}">
                <a16:creationId xmlns:a16="http://schemas.microsoft.com/office/drawing/2014/main" id="{857F8404-EF6B-6831-FE0C-3F98067FC057}"/>
              </a:ext>
            </a:extLst>
          </p:cNvPr>
          <p:cNvSpPr txBox="1"/>
          <p:nvPr/>
        </p:nvSpPr>
        <p:spPr>
          <a:xfrm>
            <a:off x="1941032" y="5403733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09B1E25-62FB-2C94-73BF-2115F30EDC56}"/>
              </a:ext>
            </a:extLst>
          </p:cNvPr>
          <p:cNvSpPr/>
          <p:nvPr/>
        </p:nvSpPr>
        <p:spPr>
          <a:xfrm>
            <a:off x="5844363" y="3126280"/>
            <a:ext cx="503274" cy="60544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4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2000">
        <p159:morph option="byObject"/>
      </p:transition>
    </mc:Choice>
    <mc:Fallback xmlns="">
      <p:transition spd="med" advClick="0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5D420-DFFE-4855-D820-CFA758FF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D41796-64AE-C5B1-AAB1-0F8D52073672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1">
            <a:extLst>
              <a:ext uri="{FF2B5EF4-FFF2-40B4-BE49-F238E27FC236}">
                <a16:creationId xmlns:a16="http://schemas.microsoft.com/office/drawing/2014/main" id="{085EDC6E-6E78-495A-D313-620071F92CC3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FA059299-28AF-5784-F496-D00F3712462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C9E6D7BB-3488-3077-B692-87FE03BDFF95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5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2B66A-2CA6-6373-9271-9EBBEF12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B64281C8-7779-A38A-64F2-C27EEB58F874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33912912-95EC-A5AC-3BE2-7CD29AD60F75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A5293979-93FB-B1E5-B07A-D2BC7A34460C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带按钮的无图标提示框">
            <a:extLst>
              <a:ext uri="{FF2B5EF4-FFF2-40B4-BE49-F238E27FC236}">
                <a16:creationId xmlns:a16="http://schemas.microsoft.com/office/drawing/2014/main" id="{1CDCFDAA-49BB-1488-08B0-5E0D5ED5CD2C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2912999" y="3341281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84CB9D4A-D289-88A9-7A17-76F52001ED0E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7374ACB-621C-0A87-5A62-EF7F0FDF77F0}"/>
                </a:ext>
              </a:extLst>
            </p:cNvPr>
            <p:cNvSpPr txBox="1"/>
            <p:nvPr/>
          </p:nvSpPr>
          <p:spPr>
            <a:xfrm>
              <a:off x="3314796" y="3596868"/>
              <a:ext cx="2033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演示</a:t>
              </a:r>
            </a:p>
          </p:txBody>
        </p:sp>
        <p:sp>
          <p:nvSpPr>
            <p:cNvPr id="6" name="副标题">
              <a:extLst>
                <a:ext uri="{FF2B5EF4-FFF2-40B4-BE49-F238E27FC236}">
                  <a16:creationId xmlns:a16="http://schemas.microsoft.com/office/drawing/2014/main" id="{BF9C9285-231D-3115-73BE-FA9893A06A38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是否启动</a:t>
              </a:r>
              <a:r>
                <a:rPr lang="en-US" altLang="zh-CN" sz="1400" dirty="0" err="1">
                  <a:latin typeface="+mn-ea"/>
                </a:rPr>
                <a:t>oobe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6382A0C-7738-E563-F55D-BD1AE03D9D34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  <p:sp>
          <p:nvSpPr>
            <p:cNvPr id="11" name="矩形: 圆角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1EF53878-0DBF-043E-4D2F-28766E93D611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不启动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2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77DD1-EEBE-4448-5DCD-EF54762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DE26864E-37A1-3BAB-FD49-E64DC115BAD1}"/>
              </a:ext>
            </a:extLst>
          </p:cNvPr>
          <p:cNvSpPr/>
          <p:nvPr/>
        </p:nvSpPr>
        <p:spPr>
          <a:xfrm>
            <a:off x="838200" y="-50419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3F8B15D9-9FB5-A78B-4D40-DFF44915C7F2}"/>
              </a:ext>
            </a:extLst>
          </p:cNvPr>
          <p:cNvSpPr/>
          <p:nvPr/>
        </p:nvSpPr>
        <p:spPr>
          <a:xfrm>
            <a:off x="203200" y="1447800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D51379DB-2517-ED5B-C188-945BF14524F2}"/>
              </a:ext>
            </a:extLst>
          </p:cNvPr>
          <p:cNvSpPr/>
          <p:nvPr/>
        </p:nvSpPr>
        <p:spPr>
          <a:xfrm>
            <a:off x="1930398" y="447039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215AF-861D-5B22-824E-379333BE1AC6}"/>
              </a:ext>
            </a:extLst>
          </p:cNvPr>
          <p:cNvSpPr txBox="1"/>
          <p:nvPr/>
        </p:nvSpPr>
        <p:spPr>
          <a:xfrm>
            <a:off x="4675715" y="3105834"/>
            <a:ext cx="284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Medium"/>
                <a:ea typeface="vivo Sans Medium"/>
                <a:cs typeface="+mn-cs"/>
              </a:rPr>
              <a:t>你好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12469C-1045-9E81-76FD-8ABBFC0BB979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Medium"/>
                <a:ea typeface="vivo Sans Medium"/>
                <a:cs typeface="+mn-cs"/>
              </a:rPr>
              <a:t>欢迎使用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Medium"/>
                <a:ea typeface="vivo Sans Medium"/>
                <a:cs typeface="+mn-cs"/>
              </a:rPr>
              <a:t>Leaf OS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Medium"/>
                <a:ea typeface="vivo Sans Medium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For Pad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6964B13-B447-79B4-5635-2AD9E32812A2}"/>
              </a:ext>
            </a:extLst>
          </p:cNvPr>
          <p:cNvSpPr/>
          <p:nvPr/>
        </p:nvSpPr>
        <p:spPr>
          <a:xfrm>
            <a:off x="5964721" y="6330447"/>
            <a:ext cx="262554" cy="315854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45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0">
        <p159:morph option="byObject"/>
      </p:transition>
    </mc:Choice>
    <mc:Fallback xmlns="">
      <p:transition spd="med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6" grpId="0"/>
      <p:bldP spid="8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221A-8E5C-DBE8-167B-D3ED385B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F81D4FE8-A0F2-EC27-D894-31CCB13471DF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87A6301C-99FC-DDB1-60D9-76E1B3C432A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693B6BF5-AEAC-F9C8-2467-64787C16421F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5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D7BE1-8718-ECB8-2AC2-983546E5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C74C52E4-DF71-55A3-132C-2E0B14EC8C3A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6A5BB74F-030F-46FE-879A-80C8189D9329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BE8A1781-453E-5A8B-4C2A-ABA579BB3941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9F65DC05-9ACD-4B11-EC8E-EBABF477C468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C8323857-9E54-9BAD-6A29-941F9D57AB95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简体中文（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zh-cn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）</a:t>
            </a:r>
          </a:p>
        </p:txBody>
      </p:sp>
      <p:sp>
        <p:nvSpPr>
          <p:cNvPr id="23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C7BC53-B641-79D5-F407-DFA0D6EA9ECD}"/>
              </a:ext>
            </a:extLst>
          </p:cNvPr>
          <p:cNvSpPr/>
          <p:nvPr/>
        </p:nvSpPr>
        <p:spPr>
          <a:xfrm>
            <a:off x="7483325" y="5441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  <p:sp>
        <p:nvSpPr>
          <p:cNvPr id="2" name="!! P1">
            <a:extLst>
              <a:ext uri="{FF2B5EF4-FFF2-40B4-BE49-F238E27FC236}">
                <a16:creationId xmlns:a16="http://schemas.microsoft.com/office/drawing/2014/main" id="{0A296D16-FFA9-A44F-E539-95D7CF207439}"/>
              </a:ext>
            </a:extLst>
          </p:cNvPr>
          <p:cNvSpPr txBox="1"/>
          <p:nvPr/>
        </p:nvSpPr>
        <p:spPr>
          <a:xfrm>
            <a:off x="1513754" y="2908338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选择语言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Language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723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81481E-6 L 0.5612 -4.81481E-6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6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 L 0.5612 0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6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56849 1.85185E-6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2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8" grpId="0" animBg="1"/>
      <p:bldP spid="18" grpId="1" animBg="1"/>
      <p:bldP spid="23" grpId="0" animBg="1"/>
      <p:bldP spid="23" grpId="1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677D-96D6-AC69-5143-E78A2314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6FD92E6-8D71-757F-0250-1953D33DD89C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BE29EE24-898D-293B-40F1-8D06993D2FB0}"/>
              </a:ext>
            </a:extLst>
          </p:cNvPr>
          <p:cNvSpPr/>
          <p:nvPr/>
        </p:nvSpPr>
        <p:spPr>
          <a:xfrm>
            <a:off x="6434668" y="943417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中国</a:t>
            </a: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03694E-F48D-9611-B540-94FFBB7AF22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5BD91375-AA6D-C065-515E-B43ECC15A4AC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上一步</a:t>
            </a:r>
          </a:p>
        </p:txBody>
      </p:sp>
      <p:sp>
        <p:nvSpPr>
          <p:cNvPr id="2" name="!! P1">
            <a:extLst>
              <a:ext uri="{FF2B5EF4-FFF2-40B4-BE49-F238E27FC236}">
                <a16:creationId xmlns:a16="http://schemas.microsoft.com/office/drawing/2014/main" id="{7704DBCC-E102-CDBE-4037-1C9B7BAA4D2A}"/>
              </a:ext>
            </a:extLst>
          </p:cNvPr>
          <p:cNvSpPr txBox="1"/>
          <p:nvPr/>
        </p:nvSpPr>
        <p:spPr>
          <a:xfrm>
            <a:off x="1513754" y="2908338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选择语言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Language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P2">
            <a:extLst>
              <a:ext uri="{FF2B5EF4-FFF2-40B4-BE49-F238E27FC236}">
                <a16:creationId xmlns:a16="http://schemas.microsoft.com/office/drawing/2014/main" id="{23315A56-5635-81F2-F7D7-F67CA938FB08}"/>
              </a:ext>
            </a:extLst>
          </p:cNvPr>
          <p:cNvSpPr txBox="1"/>
          <p:nvPr/>
        </p:nvSpPr>
        <p:spPr>
          <a:xfrm>
            <a:off x="1513754" y="2908338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选择区域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Region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90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L 0.03321 -3.7037E-7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-0.03255 2.59259E-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/>
      <p:bldP spid="2" grpId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FBD9-BE5B-5CD7-118A-261DA723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D000DCDA-7D19-79C7-E78D-B7D343AEB2DA}"/>
              </a:ext>
            </a:extLst>
          </p:cNvPr>
          <p:cNvSpPr/>
          <p:nvPr/>
        </p:nvSpPr>
        <p:spPr>
          <a:xfrm>
            <a:off x="15465127" y="-205028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7A2CAA9A-2183-4CEB-F4F0-98F036CFFBCB}"/>
              </a:ext>
            </a:extLst>
          </p:cNvPr>
          <p:cNvSpPr/>
          <p:nvPr/>
        </p:nvSpPr>
        <p:spPr>
          <a:xfrm>
            <a:off x="12854256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310E68D7-9E7A-F8C1-FAB6-2B52986E4853}"/>
              </a:ext>
            </a:extLst>
          </p:cNvPr>
          <p:cNvSpPr/>
          <p:nvPr/>
        </p:nvSpPr>
        <p:spPr>
          <a:xfrm>
            <a:off x="6096000" y="644068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36BFF5-1D7E-ACA7-82A9-5DE97E7A1DB8}"/>
              </a:ext>
            </a:extLst>
          </p:cNvPr>
          <p:cNvSpPr/>
          <p:nvPr/>
        </p:nvSpPr>
        <p:spPr>
          <a:xfrm>
            <a:off x="8175812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C310B811-69E9-23D8-36FD-11BD4CA47C8D}"/>
              </a:ext>
            </a:extLst>
          </p:cNvPr>
          <p:cNvSpPr/>
          <p:nvPr/>
        </p:nvSpPr>
        <p:spPr>
          <a:xfrm>
            <a:off x="6772126" y="5441053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上一步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9ADC6-2069-2081-F580-FCB4C6257717}"/>
              </a:ext>
            </a:extLst>
          </p:cNvPr>
          <p:cNvSpPr txBox="1"/>
          <p:nvPr/>
        </p:nvSpPr>
        <p:spPr>
          <a:xfrm>
            <a:off x="6782859" y="3410578"/>
            <a:ext cx="3714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75000"/>
                    <a:lumOff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正在识别网络</a:t>
            </a:r>
          </a:p>
        </p:txBody>
      </p:sp>
      <p:grpSp>
        <p:nvGrpSpPr>
          <p:cNvPr id="8" name="!! load">
            <a:extLst>
              <a:ext uri="{FF2B5EF4-FFF2-40B4-BE49-F238E27FC236}">
                <a16:creationId xmlns:a16="http://schemas.microsoft.com/office/drawing/2014/main" id="{C60E7BD7-6C28-AFB9-182F-8CC897A13980}"/>
              </a:ext>
            </a:extLst>
          </p:cNvPr>
          <p:cNvGrpSpPr/>
          <p:nvPr/>
        </p:nvGrpSpPr>
        <p:grpSpPr>
          <a:xfrm>
            <a:off x="8517468" y="3084753"/>
            <a:ext cx="245532" cy="245532"/>
            <a:chOff x="7349534" y="4722202"/>
            <a:chExt cx="279398" cy="279398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E9F9E4E9-CECF-4F36-AB75-2BDFB790DB3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5FDB95B1-F069-1EE8-5F2B-E03B497D99B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3" name="!! 内容2">
            <a:extLst>
              <a:ext uri="{FF2B5EF4-FFF2-40B4-BE49-F238E27FC236}">
                <a16:creationId xmlns:a16="http://schemas.microsoft.com/office/drawing/2014/main" id="{E759FE7B-BEC4-DBA3-1DA1-AFFC4313F897}"/>
              </a:ext>
            </a:extLst>
          </p:cNvPr>
          <p:cNvSpPr txBox="1"/>
          <p:nvPr/>
        </p:nvSpPr>
        <p:spPr>
          <a:xfrm>
            <a:off x="6786562" y="2039767"/>
            <a:ext cx="816504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类型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名称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状态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速度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4" name="!! 内容1">
            <a:extLst>
              <a:ext uri="{FF2B5EF4-FFF2-40B4-BE49-F238E27FC236}">
                <a16:creationId xmlns:a16="http://schemas.microsoft.com/office/drawing/2014/main" id="{3AE095A3-CA80-9A27-CC13-0C9919AB3698}"/>
              </a:ext>
            </a:extLst>
          </p:cNvPr>
          <p:cNvSpPr txBox="1"/>
          <p:nvPr/>
        </p:nvSpPr>
        <p:spPr>
          <a:xfrm>
            <a:off x="8109217" y="2039766"/>
            <a:ext cx="2731822" cy="170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有线连接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Virtual Net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无互联网访问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-</a:t>
            </a:r>
          </a:p>
        </p:txBody>
      </p:sp>
      <p:grpSp>
        <p:nvGrpSpPr>
          <p:cNvPr id="27" name="!! 大标题">
            <a:extLst>
              <a:ext uri="{FF2B5EF4-FFF2-40B4-BE49-F238E27FC236}">
                <a16:creationId xmlns:a16="http://schemas.microsoft.com/office/drawing/2014/main" id="{6CAB6D0E-E845-6B75-CA06-2D6C72E87B4C}"/>
              </a:ext>
            </a:extLst>
          </p:cNvPr>
          <p:cNvGrpSpPr/>
          <p:nvPr/>
        </p:nvGrpSpPr>
        <p:grpSpPr>
          <a:xfrm>
            <a:off x="6744289" y="1287035"/>
            <a:ext cx="1717554" cy="461665"/>
            <a:chOff x="3079753" y="1375827"/>
            <a:chExt cx="726902" cy="461665"/>
          </a:xfrm>
        </p:grpSpPr>
        <p:sp>
          <p:nvSpPr>
            <p:cNvPr id="28" name="!! 标题符">
              <a:extLst>
                <a:ext uri="{FF2B5EF4-FFF2-40B4-BE49-F238E27FC236}">
                  <a16:creationId xmlns:a16="http://schemas.microsoft.com/office/drawing/2014/main" id="{CF9E5415-5F9D-76FD-A8EA-D0368F68B195}"/>
                </a:ext>
              </a:extLst>
            </p:cNvPr>
            <p:cNvSpPr/>
            <p:nvPr/>
          </p:nvSpPr>
          <p:spPr>
            <a:xfrm>
              <a:off x="3121831" y="1685496"/>
              <a:ext cx="643642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9" name="!! 标题">
              <a:extLst>
                <a:ext uri="{FF2B5EF4-FFF2-40B4-BE49-F238E27FC236}">
                  <a16:creationId xmlns:a16="http://schemas.microsoft.com/office/drawing/2014/main" id="{085E6862-A078-33DD-3C3B-5BBB4910D3AA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网络已连接</a:t>
              </a:r>
            </a:p>
          </p:txBody>
        </p:sp>
      </p:grpSp>
      <p:sp>
        <p:nvSpPr>
          <p:cNvPr id="2" name="!! 圆形3">
            <a:extLst>
              <a:ext uri="{FF2B5EF4-FFF2-40B4-BE49-F238E27FC236}">
                <a16:creationId xmlns:a16="http://schemas.microsoft.com/office/drawing/2014/main" id="{4B1656C6-3B14-8CD2-3994-A7FABDF3DDF6}"/>
              </a:ext>
            </a:extLst>
          </p:cNvPr>
          <p:cNvSpPr/>
          <p:nvPr/>
        </p:nvSpPr>
        <p:spPr>
          <a:xfrm>
            <a:off x="12298905" y="-467093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P2">
            <a:extLst>
              <a:ext uri="{FF2B5EF4-FFF2-40B4-BE49-F238E27FC236}">
                <a16:creationId xmlns:a16="http://schemas.microsoft.com/office/drawing/2014/main" id="{690C8497-4966-98BB-9993-B39DED857338}"/>
              </a:ext>
            </a:extLst>
          </p:cNvPr>
          <p:cNvSpPr txBox="1"/>
          <p:nvPr/>
        </p:nvSpPr>
        <p:spPr>
          <a:xfrm>
            <a:off x="1513754" y="2908338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连接网络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Connect Network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" name="!! P2">
            <a:extLst>
              <a:ext uri="{FF2B5EF4-FFF2-40B4-BE49-F238E27FC236}">
                <a16:creationId xmlns:a16="http://schemas.microsoft.com/office/drawing/2014/main" id="{401B9FE9-783D-AE11-8A1B-DF2DD636D4DC}"/>
              </a:ext>
            </a:extLst>
          </p:cNvPr>
          <p:cNvSpPr txBox="1"/>
          <p:nvPr/>
        </p:nvSpPr>
        <p:spPr>
          <a:xfrm>
            <a:off x="1513754" y="2908338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选择区域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Select Region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46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0332 -7.40741E-7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L -0.03255 -3.7037E-7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7" grpId="0"/>
      <p:bldP spid="7" grpId="1"/>
      <p:bldP spid="23" grpId="0" build="p" advAuto="100"/>
      <p:bldP spid="24" grpId="0" build="p" advAuto="100"/>
      <p:bldP spid="3" grpId="0"/>
      <p:bldP spid="3" grpId="1"/>
      <p:bldP spid="4" grpId="0"/>
      <p:bldP spid="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38F95-2CEE-099F-A5C4-AD7D319C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圆形1">
            <a:extLst>
              <a:ext uri="{FF2B5EF4-FFF2-40B4-BE49-F238E27FC236}">
                <a16:creationId xmlns:a16="http://schemas.microsoft.com/office/drawing/2014/main" id="{A86B9D50-0F90-7DA2-FE89-549301037EE9}"/>
              </a:ext>
            </a:extLst>
          </p:cNvPr>
          <p:cNvSpPr/>
          <p:nvPr/>
        </p:nvSpPr>
        <p:spPr>
          <a:xfrm>
            <a:off x="-1866630" y="-156719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4467C29B-2D93-FF17-9343-53D134E905B5}"/>
              </a:ext>
            </a:extLst>
          </p:cNvPr>
          <p:cNvSpPr/>
          <p:nvPr/>
        </p:nvSpPr>
        <p:spPr>
          <a:xfrm>
            <a:off x="5511798" y="-246380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18C9E4-1128-2A5E-2592-15515ED95FB3}"/>
              </a:ext>
            </a:extLst>
          </p:cNvPr>
          <p:cNvSpPr txBox="1"/>
          <p:nvPr/>
        </p:nvSpPr>
        <p:spPr>
          <a:xfrm>
            <a:off x="2717796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vivo Sans Medium"/>
                <a:ea typeface="vivo Sans Medium"/>
                <a:cs typeface="+mn-cs"/>
              </a:rPr>
              <a:t>正在设置设备</a:t>
            </a:r>
          </a:p>
        </p:txBody>
      </p:sp>
      <p:sp>
        <p:nvSpPr>
          <p:cNvPr id="18" name="!! 圆形3">
            <a:extLst>
              <a:ext uri="{FF2B5EF4-FFF2-40B4-BE49-F238E27FC236}">
                <a16:creationId xmlns:a16="http://schemas.microsoft.com/office/drawing/2014/main" id="{9F84F66F-EF0C-5486-BA13-6EB631B32E90}"/>
              </a:ext>
            </a:extLst>
          </p:cNvPr>
          <p:cNvSpPr/>
          <p:nvPr/>
        </p:nvSpPr>
        <p:spPr>
          <a:xfrm>
            <a:off x="10830128" y="-47499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2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97FF5362-2270-9706-F279-890003E7A4DB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854B2F09-D3B3-0537-5B9D-48F81BC3332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E041DDFC-47C3-A5AA-42AA-8462C416215C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头像">
            <a:extLst>
              <a:ext uri="{FF2B5EF4-FFF2-40B4-BE49-F238E27FC236}">
                <a16:creationId xmlns:a16="http://schemas.microsoft.com/office/drawing/2014/main" id="{8AFCA0BE-26D0-BE67-BECE-B7C13F4C1574}"/>
              </a:ext>
            </a:extLst>
          </p:cNvPr>
          <p:cNvSpPr/>
          <p:nvPr/>
        </p:nvSpPr>
        <p:spPr>
          <a:xfrm>
            <a:off x="-2706113" y="2208998"/>
            <a:ext cx="2440006" cy="2440006"/>
          </a:xfrm>
          <a:prstGeom prst="donut">
            <a:avLst>
              <a:gd name="adj" fmla="val 7309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头像框">
            <a:extLst>
              <a:ext uri="{FF2B5EF4-FFF2-40B4-BE49-F238E27FC236}">
                <a16:creationId xmlns:a16="http://schemas.microsoft.com/office/drawing/2014/main" id="{BD037649-9988-09B4-92DF-3ACBC6C43CE8}"/>
              </a:ext>
            </a:extLst>
          </p:cNvPr>
          <p:cNvSpPr/>
          <p:nvPr/>
        </p:nvSpPr>
        <p:spPr>
          <a:xfrm rot="10800000">
            <a:off x="-2407731" y="2507380"/>
            <a:ext cx="1843240" cy="184324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8C534F5-F9DB-9AA3-E5ED-4E2525A5A776}"/>
              </a:ext>
            </a:extLst>
          </p:cNvPr>
          <p:cNvSpPr/>
          <p:nvPr/>
        </p:nvSpPr>
        <p:spPr>
          <a:xfrm>
            <a:off x="12547621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882EC956-B0CB-04E7-8147-B90279928CB7}"/>
              </a:ext>
            </a:extLst>
          </p:cNvPr>
          <p:cNvGrpSpPr/>
          <p:nvPr/>
        </p:nvGrpSpPr>
        <p:grpSpPr>
          <a:xfrm>
            <a:off x="13195910" y="1287035"/>
            <a:ext cx="20441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DF4DAB95-8E19-5BD9-E6F2-79C9DE9C724B}"/>
                </a:ext>
              </a:extLst>
            </p:cNvPr>
            <p:cNvSpPr/>
            <p:nvPr/>
          </p:nvSpPr>
          <p:spPr>
            <a:xfrm>
              <a:off x="3107206" y="1685496"/>
              <a:ext cx="658803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3213AB44-6B4D-D440-B533-7D0C29DAAC9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欢迎回来，夌</a:t>
              </a:r>
            </a:p>
          </p:txBody>
        </p:sp>
      </p:grpSp>
      <p:sp>
        <p:nvSpPr>
          <p:cNvPr id="15" name="!! 文本1">
            <a:extLst>
              <a:ext uri="{FF2B5EF4-FFF2-40B4-BE49-F238E27FC236}">
                <a16:creationId xmlns:a16="http://schemas.microsoft.com/office/drawing/2014/main" id="{084BA909-AFC0-997F-1822-513172A9E2D2}"/>
              </a:ext>
            </a:extLst>
          </p:cNvPr>
          <p:cNvSpPr txBox="1"/>
          <p:nvPr/>
        </p:nvSpPr>
        <p:spPr>
          <a:xfrm>
            <a:off x="13195910" y="1777143"/>
            <a:ext cx="2248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已为您自动登录</a:t>
            </a:r>
          </a:p>
        </p:txBody>
      </p: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347C91B-77F9-5D73-7D62-3DBED1119772}"/>
              </a:ext>
            </a:extLst>
          </p:cNvPr>
          <p:cNvSpPr/>
          <p:nvPr/>
        </p:nvSpPr>
        <p:spPr>
          <a:xfrm>
            <a:off x="13899068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212700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 L 0.37566 0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4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 L 0.37501 0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-0.52904 0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5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-0.52865 3.703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52969 -1.48148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-0.52956 1.85185E-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5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46000">
              <a:schemeClr val="accent4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C45B8-AF64-D6DA-F639-A4852143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C1CC6E81-8B20-F4BD-B80F-174C18404CA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C6797F41-736F-CB76-16A7-D3BE92F4D89E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A54D5256-2C2D-A6C3-92F6-8846D99E1041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9325763C-4758-F56E-FF7F-B86EE05957D9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A5E42CA0-FAE8-03AB-E479-096E6C1CF99C}"/>
              </a:ext>
            </a:extLst>
          </p:cNvPr>
          <p:cNvGrpSpPr/>
          <p:nvPr/>
        </p:nvGrpSpPr>
        <p:grpSpPr>
          <a:xfrm>
            <a:off x="6744289" y="1287035"/>
            <a:ext cx="29458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24A81FE4-C290-2655-2F05-41F5A5B47C4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4B59DD75-341F-508D-AC32-DDBDF9B75D8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保持最新的系统版本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3DA69B-85A8-E6D1-2DD0-9891FFCB7AFE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pic>
        <p:nvPicPr>
          <p:cNvPr id="4" name="!! 图标1-2">
            <a:extLst>
              <a:ext uri="{FF2B5EF4-FFF2-40B4-BE49-F238E27FC236}">
                <a16:creationId xmlns:a16="http://schemas.microsoft.com/office/drawing/2014/main" id="{6E98A1ED-850A-BCC4-BF7B-1711DECCF7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07138" y="3999245"/>
            <a:ext cx="1167538" cy="1167538"/>
          </a:xfrm>
          <a:prstGeom prst="rect">
            <a:avLst/>
          </a:prstGeom>
        </p:spPr>
      </p:pic>
      <p:sp>
        <p:nvSpPr>
          <p:cNvPr id="6" name="!! 图标1-1">
            <a:extLst>
              <a:ext uri="{FF2B5EF4-FFF2-40B4-BE49-F238E27FC236}">
                <a16:creationId xmlns:a16="http://schemas.microsoft.com/office/drawing/2014/main" id="{F5CFD69A-880C-B4A8-FC41-219776150269}"/>
              </a:ext>
            </a:extLst>
          </p:cNvPr>
          <p:cNvSpPr/>
          <p:nvPr/>
        </p:nvSpPr>
        <p:spPr>
          <a:xfrm>
            <a:off x="2584009" y="3945890"/>
            <a:ext cx="1013796" cy="7931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9" name="!! 遮罩1-1">
            <a:extLst>
              <a:ext uri="{FF2B5EF4-FFF2-40B4-BE49-F238E27FC236}">
                <a16:creationId xmlns:a16="http://schemas.microsoft.com/office/drawing/2014/main" id="{66CC1D7F-D641-A675-4761-EEA0C0CDAB37}"/>
              </a:ext>
            </a:extLst>
          </p:cNvPr>
          <p:cNvSpPr/>
          <p:nvPr/>
        </p:nvSpPr>
        <p:spPr>
          <a:xfrm>
            <a:off x="2382397" y="3945879"/>
            <a:ext cx="1417020" cy="793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0" name="!! 遮罩1-2">
            <a:extLst>
              <a:ext uri="{FF2B5EF4-FFF2-40B4-BE49-F238E27FC236}">
                <a16:creationId xmlns:a16="http://schemas.microsoft.com/office/drawing/2014/main" id="{408F08E1-509F-3817-FCF7-E1629622207C}"/>
              </a:ext>
            </a:extLst>
          </p:cNvPr>
          <p:cNvSpPr/>
          <p:nvPr/>
        </p:nvSpPr>
        <p:spPr>
          <a:xfrm>
            <a:off x="2414146" y="4023437"/>
            <a:ext cx="1353522" cy="1100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D453B9BA-B2A0-8F36-816A-57CD7E889A4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6FEF7CD-AE2B-1316-C55A-21FCE42D5B96}"/>
              </a:ext>
            </a:extLst>
          </p:cNvPr>
          <p:cNvGrpSpPr/>
          <p:nvPr/>
        </p:nvGrpSpPr>
        <p:grpSpPr>
          <a:xfrm>
            <a:off x="3813541" y="222770"/>
            <a:ext cx="4564916" cy="1314718"/>
            <a:chOff x="3813541" y="222770"/>
            <a:chExt cx="4564916" cy="1314718"/>
          </a:xfrm>
        </p:grpSpPr>
        <p:grpSp>
          <p:nvGrpSpPr>
            <p:cNvPr id="8" name="!! 通知框1">
              <a:extLst>
                <a:ext uri="{FF2B5EF4-FFF2-40B4-BE49-F238E27FC236}">
                  <a16:creationId xmlns:a16="http://schemas.microsoft.com/office/drawing/2014/main" id="{6FA942CE-56D9-3F27-F045-94691D8EDA00}"/>
                </a:ext>
              </a:extLst>
            </p:cNvPr>
            <p:cNvGrpSpPr/>
            <p:nvPr/>
          </p:nvGrpSpPr>
          <p:grpSpPr>
            <a:xfrm>
              <a:off x="3813541" y="222770"/>
              <a:ext cx="4564916" cy="1314718"/>
              <a:chOff x="5801943" y="1589193"/>
              <a:chExt cx="4564916" cy="1558796"/>
            </a:xfrm>
          </p:grpSpPr>
          <p:sp>
            <p:nvSpPr>
              <p:cNvPr id="21" name="!! 弹窗">
                <a:extLst>
                  <a:ext uri="{FF2B5EF4-FFF2-40B4-BE49-F238E27FC236}">
                    <a16:creationId xmlns:a16="http://schemas.microsoft.com/office/drawing/2014/main" id="{1BD770D9-465A-33F9-EB3E-60A323BCE0C7}"/>
                  </a:ext>
                </a:extLst>
              </p:cNvPr>
              <p:cNvSpPr/>
              <p:nvPr/>
            </p:nvSpPr>
            <p:spPr>
              <a:xfrm>
                <a:off x="5801943" y="1589193"/>
                <a:ext cx="4564916" cy="1558796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sp>
            <p:nvSpPr>
              <p:cNvPr id="23" name="标题">
                <a:extLst>
                  <a:ext uri="{FF2B5EF4-FFF2-40B4-BE49-F238E27FC236}">
                    <a16:creationId xmlns:a16="http://schemas.microsoft.com/office/drawing/2014/main" id="{7A6E5839-6872-E867-4451-005BA6CF27B5}"/>
                  </a:ext>
                </a:extLst>
              </p:cNvPr>
              <p:cNvSpPr txBox="1"/>
              <p:nvPr/>
            </p:nvSpPr>
            <p:spPr>
              <a:xfrm>
                <a:off x="5973675" y="2202535"/>
                <a:ext cx="3229042" cy="401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vivo Sans Medium"/>
                    <a:ea typeface="vivo Sans Medium"/>
                    <a:cs typeface="+mn-cs"/>
                  </a:rPr>
                  <a:t>无法设置系统更新</a:t>
                </a:r>
              </a:p>
            </p:txBody>
          </p:sp>
          <p:sp>
            <p:nvSpPr>
              <p:cNvPr id="24" name="内容">
                <a:extLst>
                  <a:ext uri="{FF2B5EF4-FFF2-40B4-BE49-F238E27FC236}">
                    <a16:creationId xmlns:a16="http://schemas.microsoft.com/office/drawing/2014/main" id="{4351847A-78C1-6ECA-7D7E-F52F676AA007}"/>
                  </a:ext>
                </a:extLst>
              </p:cNvPr>
              <p:cNvSpPr txBox="1"/>
              <p:nvPr/>
            </p:nvSpPr>
            <p:spPr>
              <a:xfrm>
                <a:off x="5973675" y="2548038"/>
                <a:ext cx="2925729" cy="364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宏与更新服务器尚未就绪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1231D25-7AB8-25FF-92CA-A6FF53A48E9A}"/>
                  </a:ext>
                </a:extLst>
              </p:cNvPr>
              <p:cNvSpPr txBox="1"/>
              <p:nvPr/>
            </p:nvSpPr>
            <p:spPr>
              <a:xfrm>
                <a:off x="6296461" y="1803287"/>
                <a:ext cx="1701800" cy="32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设置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·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现在</a:t>
                </a:r>
              </a:p>
            </p:txBody>
          </p:sp>
        </p:grp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C9B95659-80B7-B67C-A678-37ABA1CC3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063092" y="418835"/>
              <a:ext cx="246010" cy="246010"/>
            </a:xfrm>
            <a:prstGeom prst="rect">
              <a:avLst/>
            </a:prstGeom>
          </p:spPr>
        </p:pic>
      </p:grpSp>
      <p:grpSp>
        <p:nvGrpSpPr>
          <p:cNvPr id="28" name="!! 单选框 3">
            <a:extLst>
              <a:ext uri="{FF2B5EF4-FFF2-40B4-BE49-F238E27FC236}">
                <a16:creationId xmlns:a16="http://schemas.microsoft.com/office/drawing/2014/main" id="{0113F551-E48D-2A60-F03B-F1606BB02D00}"/>
              </a:ext>
            </a:extLst>
          </p:cNvPr>
          <p:cNvGrpSpPr/>
          <p:nvPr/>
        </p:nvGrpSpPr>
        <p:grpSpPr>
          <a:xfrm>
            <a:off x="6879497" y="2807038"/>
            <a:ext cx="1730112" cy="307777"/>
            <a:chOff x="6879497" y="3889843"/>
            <a:chExt cx="1730112" cy="307777"/>
          </a:xfrm>
        </p:grpSpPr>
        <p:sp>
          <p:nvSpPr>
            <p:cNvPr id="29" name="!! 单选框1">
              <a:extLst>
                <a:ext uri="{FF2B5EF4-FFF2-40B4-BE49-F238E27FC236}">
                  <a16:creationId xmlns:a16="http://schemas.microsoft.com/office/drawing/2014/main" id="{E7909BA5-0D96-0B2A-CC44-588F6D5B45BA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1" name="!! 单选文本">
              <a:extLst>
                <a:ext uri="{FF2B5EF4-FFF2-40B4-BE49-F238E27FC236}">
                  <a16:creationId xmlns:a16="http://schemas.microsoft.com/office/drawing/2014/main" id="{189F185C-96D2-4475-82A7-FF6504FE23C7}"/>
                </a:ext>
              </a:extLst>
            </p:cNvPr>
            <p:cNvSpPr txBox="1"/>
            <p:nvPr/>
          </p:nvSpPr>
          <p:spPr>
            <a:xfrm>
              <a:off x="7081696" y="3889843"/>
              <a:ext cx="15279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禁用更新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C08DD0B-3D5A-3DF9-504B-D72666EEB125}"/>
                </a:ext>
              </a:extLst>
            </p:cNvPr>
            <p:cNvSpPr/>
            <p:nvPr/>
          </p:nvSpPr>
          <p:spPr>
            <a:xfrm>
              <a:off x="691865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33" name="MG-!! 单选框2">
            <a:extLst>
              <a:ext uri="{FF2B5EF4-FFF2-40B4-BE49-F238E27FC236}">
                <a16:creationId xmlns:a16="http://schemas.microsoft.com/office/drawing/2014/main" id="{E8548825-5465-D179-CABC-C8B22A5DBD3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879497" y="2415501"/>
            <a:ext cx="2655504" cy="307777"/>
            <a:chOff x="6879497" y="3107891"/>
            <a:chExt cx="2655504" cy="307777"/>
          </a:xfrm>
        </p:grpSpPr>
        <p:sp>
          <p:nvSpPr>
            <p:cNvPr id="34" name="MG-!! 单选框1">
              <a:extLst>
                <a:ext uri="{FF2B5EF4-FFF2-40B4-BE49-F238E27FC236}">
                  <a16:creationId xmlns:a16="http://schemas.microsoft.com/office/drawing/2014/main" id="{8EB06BE6-71BE-0DFB-53B6-C5FEDF80375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5" name="MG-!! 单选文本">
              <a:extLst>
                <a:ext uri="{FF2B5EF4-FFF2-40B4-BE49-F238E27FC236}">
                  <a16:creationId xmlns:a16="http://schemas.microsoft.com/office/drawing/2014/main" id="{D738D027-5A68-9A7D-6C13-388437C73D4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7081697" y="3107891"/>
              <a:ext cx="24533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在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WLAN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下自动下载更新</a:t>
              </a:r>
            </a:p>
          </p:txBody>
        </p:sp>
      </p:grpSp>
      <p:grpSp>
        <p:nvGrpSpPr>
          <p:cNvPr id="36" name="MG-!! 单选框2">
            <a:extLst>
              <a:ext uri="{FF2B5EF4-FFF2-40B4-BE49-F238E27FC236}">
                <a16:creationId xmlns:a16="http://schemas.microsoft.com/office/drawing/2014/main" id="{AF548CEA-0AF1-163F-C039-D448D9BE32B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879497" y="2016274"/>
            <a:ext cx="2655504" cy="307777"/>
            <a:chOff x="6879497" y="3107891"/>
            <a:chExt cx="2655504" cy="307777"/>
          </a:xfrm>
        </p:grpSpPr>
        <p:sp>
          <p:nvSpPr>
            <p:cNvPr id="41" name="MG-!! 单选框1">
              <a:extLst>
                <a:ext uri="{FF2B5EF4-FFF2-40B4-BE49-F238E27FC236}">
                  <a16:creationId xmlns:a16="http://schemas.microsoft.com/office/drawing/2014/main" id="{5EA33D29-AEF1-9257-88A2-CA2907A364F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5" name="MG-!! 单选文本">
              <a:extLst>
                <a:ext uri="{FF2B5EF4-FFF2-40B4-BE49-F238E27FC236}">
                  <a16:creationId xmlns:a16="http://schemas.microsoft.com/office/drawing/2014/main" id="{F7CECD0D-BAC2-C145-E544-9373A48BC6A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081697" y="3107891"/>
              <a:ext cx="24533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自动下载并安装更新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859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64" presetClass="path" presetSubtype="0" decel="10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2.96296E-6 L 4.375E-6 -0.18449 " pathEditMode="relative" rAng="0" ptsTypes="AA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92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63" presetClass="path" presetSubtype="0" decel="10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0 L 0.12565 0 " pathEditMode="relative" rAng="0" ptsTypes="AA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7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4" presetClass="path" presetSubtype="0" accel="30303" decel="6060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0.04445 L -4.16667E-7 -0.23611 " pathEditMode="relative" rAng="0" ptsTypes="AA">
                                          <p:cBhvr>
                                            <p:cTn id="26" dur="330" spd="-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140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64" presetClass="path" presetSubtype="0" decel="88235" fill="hold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animMotion origin="layout" path="M -4.16667E-7 0.04398 L -4.16667E-7 -7.40741E-7 " pathEditMode="relative" rAng="0" ptsTypes="AA">
                                          <p:cBhvr>
                                            <p:cTn id="28" dur="34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29" restart="whenNotActive" fill="hold" evtFilter="cancelBubble" nodeType="interactiveSeq">
                    <p:stCondLst>
                      <p:cond evt="onClick" delay="0">
                        <p:tgtEl>
                          <p:spTgt spid="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0" fill="hold">
                          <p:stCondLst>
                            <p:cond delay="0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-2.96296E-6 L 3.75E-6 -2.96296E-6 " pathEditMode="relative" rAng="0" ptsTypes="AA" p14:bounceEnd="96000">
                                          <p:cBhvr>
                                            <p:cTn id="33" dur="1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35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75E-6 -2.96296E-6 L 0.01106 -2.96296E-6 " pathEditMode="relative" rAng="0" ptsTypes="AA" p14:bounceEnd="96000">
                                          <p:cBhvr>
                                            <p:cTn id="36" dur="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8"/>
                      </p:tgtEl>
                    </p:cond>
                  </p:nextCondLst>
                </p:seq>
                <p:seq concurrent="1" nextAc="seek">
                  <p:cTn id="37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8" fill="hold">
                          <p:stCondLst>
                            <p:cond delay="0"/>
                          </p:stCondLst>
                          <p:childTnLst>
                            <p:par>
                              <p:cTn id="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0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2.96296E-6 L 2.91667E-6 2.96296E-6 " pathEditMode="relative" rAng="0" ptsTypes="AA" p14:bounceEnd="96000">
                                          <p:cBhvr>
                                            <p:cTn id="41" dur="1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43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2.96296E-6 L 0.01106 2.96296E-6 " pathEditMode="relative" rAng="0" ptsTypes="AA" p14:bounceEnd="96000">
                                          <p:cBhvr>
                                            <p:cTn id="44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45" restart="whenNotActive" fill="hold" evtFilter="cancelBubble" nodeType="interactiveSeq">
                    <p:stCondLst>
                      <p:cond evt="onClick" delay="0">
                        <p:tgtEl>
                          <p:spTgt spid="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6" fill="hold">
                          <p:stCondLst>
                            <p:cond delay="0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4.81481E-6 L 2.91667E-6 4.81481E-6 " pathEditMode="relative" rAng="0" ptsTypes="AA" p14:bounceEnd="96000">
                                          <p:cBhvr>
                                            <p:cTn id="49" dur="1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51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4.81481E-6 L 0.01106 4.81481E-6 " pathEditMode="relative" rAng="0" ptsTypes="AA" p14:bounceEnd="96000">
                                          <p:cBhvr>
                                            <p:cTn id="52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6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64" presetClass="path" presetSubtype="0" decel="10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2.96296E-6 L 4.375E-6 -0.18449 " pathEditMode="relative" rAng="0" ptsTypes="AA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92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63" presetClass="path" presetSubtype="0" decel="10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0 L 0.12565 0 " pathEditMode="relative" rAng="0" ptsTypes="AA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7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4" presetClass="path" presetSubtype="0" accel="30303" decel="6060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0.04445 L -4.16667E-7 -0.23611 " pathEditMode="relative" rAng="0" ptsTypes="AA">
                                          <p:cBhvr>
                                            <p:cTn id="26" dur="330" spd="-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140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64" presetClass="path" presetSubtype="0" decel="88235" fill="hold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animMotion origin="layout" path="M -4.16667E-7 0.04398 L -4.16667E-7 -7.40741E-7 " pathEditMode="relative" rAng="0" ptsTypes="AA">
                                          <p:cBhvr>
                                            <p:cTn id="28" dur="34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29" restart="whenNotActive" fill="hold" evtFilter="cancelBubble" nodeType="interactiveSeq">
                    <p:stCondLst>
                      <p:cond evt="onClick" delay="0">
                        <p:tgtEl>
                          <p:spTgt spid="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0" fill="hold">
                          <p:stCondLst>
                            <p:cond delay="0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-2.96296E-6 L 3.75E-6 -2.96296E-6 " pathEditMode="relative" rAng="0" ptsTypes="AA">
                                          <p:cBhvr>
                                            <p:cTn id="33" dur="1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35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75E-6 -2.96296E-6 L 0.01106 -2.96296E-6 " pathEditMode="relative" rAng="0" ptsTypes="AA">
                                          <p:cBhvr>
                                            <p:cTn id="36" dur="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8"/>
                      </p:tgtEl>
                    </p:cond>
                  </p:nextCondLst>
                </p:seq>
                <p:seq concurrent="1" nextAc="seek">
                  <p:cTn id="37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8" fill="hold">
                          <p:stCondLst>
                            <p:cond delay="0"/>
                          </p:stCondLst>
                          <p:childTnLst>
                            <p:par>
                              <p:cTn id="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0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2.96296E-6 L 2.91667E-6 2.96296E-6 " pathEditMode="relative" rAng="0" ptsTypes="AA">
                                          <p:cBhvr>
                                            <p:cTn id="41" dur="1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43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2.96296E-6 L 0.01106 2.96296E-6 " pathEditMode="relative" rAng="0" ptsTypes="AA">
                                          <p:cBhvr>
                                            <p:cTn id="44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45" restart="whenNotActive" fill="hold" evtFilter="cancelBubble" nodeType="interactiveSeq">
                    <p:stCondLst>
                      <p:cond evt="onClick" delay="0">
                        <p:tgtEl>
                          <p:spTgt spid="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6" fill="hold">
                          <p:stCondLst>
                            <p:cond delay="0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4.81481E-6 L 2.91667E-6 4.81481E-6 " pathEditMode="relative" rAng="0" ptsTypes="AA">
                                          <p:cBhvr>
                                            <p:cTn id="49" dur="1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51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4.81481E-6 L 0.01106 4.81481E-6 " pathEditMode="relative" rAng="0" ptsTypes="AA">
                                          <p:cBhvr>
                                            <p:cTn id="52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6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9" grpId="0" animBg="1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4D00-3D08-652D-3218-8D1B9D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8E9268F8-3AA1-E789-592F-C2B61282DB77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09A22E3-FD92-E3D3-683B-E4EAED1371E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3F00CECC-92FC-A04E-FFDF-6156D7EB08CE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531AD010-207A-C2A4-B152-A0BCC3DF12B4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9AC24CDA-0249-F866-FFD0-C9F2DFF77E24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44D951B9-F45B-7D95-4D72-603DB7361627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8" name="!! 标题符">
              <a:extLst>
                <a:ext uri="{FF2B5EF4-FFF2-40B4-BE49-F238E27FC236}">
                  <a16:creationId xmlns:a16="http://schemas.microsoft.com/office/drawing/2014/main" id="{51E99D4E-C223-036F-AB0A-D03BED3E655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EB9C4264-152C-0A72-864C-0DD1EAA6D64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设置卫星通话</a:t>
              </a:r>
            </a:p>
          </p:txBody>
        </p:sp>
      </p:grpSp>
      <p:grpSp>
        <p:nvGrpSpPr>
          <p:cNvPr id="23" name="!! load">
            <a:extLst>
              <a:ext uri="{FF2B5EF4-FFF2-40B4-BE49-F238E27FC236}">
                <a16:creationId xmlns:a16="http://schemas.microsoft.com/office/drawing/2014/main" id="{266151B0-3CA4-C1A0-45D0-336415C340EE}"/>
              </a:ext>
            </a:extLst>
          </p:cNvPr>
          <p:cNvGrpSpPr/>
          <p:nvPr/>
        </p:nvGrpSpPr>
        <p:grpSpPr>
          <a:xfrm>
            <a:off x="8517468" y="3325384"/>
            <a:ext cx="245532" cy="245532"/>
            <a:chOff x="7349534" y="4722202"/>
            <a:chExt cx="279398" cy="279398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8825301D-E75F-AE71-2A27-A4E066774E9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DF1B10C5-1FF1-F59B-BC54-A5A39510BA0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67BCF6-9DE0-227D-29AE-CD42173E43A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sp>
        <p:nvSpPr>
          <p:cNvPr id="34" name="!! 检测">
            <a:extLst>
              <a:ext uri="{FF2B5EF4-FFF2-40B4-BE49-F238E27FC236}">
                <a16:creationId xmlns:a16="http://schemas.microsoft.com/office/drawing/2014/main" id="{434F3887-B31F-BA1E-4209-1FF49E8ED61D}"/>
              </a:ext>
            </a:extLst>
          </p:cNvPr>
          <p:cNvSpPr txBox="1"/>
          <p:nvPr/>
        </p:nvSpPr>
        <p:spPr>
          <a:xfrm>
            <a:off x="7439666" y="3650073"/>
            <a:ext cx="2407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正在检测设备</a:t>
            </a:r>
          </a:p>
        </p:txBody>
      </p:sp>
    </p:spTree>
    <p:extLst>
      <p:ext uri="{BB962C8B-B14F-4D97-AF65-F5344CB8AC3E}">
        <p14:creationId xmlns:p14="http://schemas.microsoft.com/office/powerpoint/2010/main" val="305621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01BAE-6BA7-EBE2-A5A2-AC11F0ED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5D1E70AE-E094-25E5-CD62-6F3F3B44CEC9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D32C60D8-63B4-8842-647D-07DE47A3C55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906A7D8A-7EA3-DBD6-D5B3-FEAD8E79D7C9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A40C3E3B-FFCE-40BC-53B8-B9E199DDF921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BFECC3A6-43D0-99DC-0B44-4F1078078D25}"/>
              </a:ext>
            </a:extLst>
          </p:cNvPr>
          <p:cNvGrpSpPr/>
          <p:nvPr/>
        </p:nvGrpSpPr>
        <p:grpSpPr>
          <a:xfrm>
            <a:off x="6744290" y="1287035"/>
            <a:ext cx="2048344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5B33739B-CAE5-88D8-F72A-43200C796123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785C3F6A-4247-8338-0E71-95D5363CB888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设置卫星通话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78F592-F349-3C58-C99C-073EFC59D3BA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下一步</a:t>
            </a:r>
          </a:p>
        </p:txBody>
      </p:sp>
      <p:sp>
        <p:nvSpPr>
          <p:cNvPr id="3" name="!! 头像">
            <a:extLst>
              <a:ext uri="{FF2B5EF4-FFF2-40B4-BE49-F238E27FC236}">
                <a16:creationId xmlns:a16="http://schemas.microsoft.com/office/drawing/2014/main" id="{8A2C24C0-87D6-5423-FEA2-D32485DC8FE2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5" name="!! 图标2-2">
            <a:extLst>
              <a:ext uri="{FF2B5EF4-FFF2-40B4-BE49-F238E27FC236}">
                <a16:creationId xmlns:a16="http://schemas.microsoft.com/office/drawing/2014/main" id="{2F94D1BD-4853-C4CE-3C21-DCCBBED800FE}"/>
              </a:ext>
            </a:extLst>
          </p:cNvPr>
          <p:cNvGrpSpPr/>
          <p:nvPr/>
        </p:nvGrpSpPr>
        <p:grpSpPr>
          <a:xfrm rot="10800000">
            <a:off x="1859376" y="2208998"/>
            <a:ext cx="2440891" cy="2440006"/>
            <a:chOff x="1859376" y="2208998"/>
            <a:chExt cx="2440891" cy="2440006"/>
          </a:xfrm>
        </p:grpSpPr>
        <p:sp>
          <p:nvSpPr>
            <p:cNvPr id="26" name="!! 方位">
              <a:extLst>
                <a:ext uri="{FF2B5EF4-FFF2-40B4-BE49-F238E27FC236}">
                  <a16:creationId xmlns:a16="http://schemas.microsoft.com/office/drawing/2014/main" id="{3B446211-32DD-D53E-6BD2-913A4F155BFC}"/>
                </a:ext>
              </a:extLst>
            </p:cNvPr>
            <p:cNvSpPr/>
            <p:nvPr/>
          </p:nvSpPr>
          <p:spPr>
            <a:xfrm>
              <a:off x="1860261" y="2208998"/>
              <a:ext cx="2440006" cy="2440006"/>
            </a:xfrm>
            <a:prstGeom prst="pie">
              <a:avLst>
                <a:gd name="adj1" fmla="val 13406464"/>
                <a:gd name="adj2" fmla="val 19108174"/>
              </a:avLst>
            </a:prstGeom>
            <a:solidFill>
              <a:schemeClr val="tx2">
                <a:lumMod val="50000"/>
                <a:lumOff val="5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4" name="!! 头像">
              <a:extLst>
                <a:ext uri="{FF2B5EF4-FFF2-40B4-BE49-F238E27FC236}">
                  <a16:creationId xmlns:a16="http://schemas.microsoft.com/office/drawing/2014/main" id="{1FD84719-8C0F-73A7-CD8F-215E53F904B6}"/>
                </a:ext>
              </a:extLst>
            </p:cNvPr>
            <p:cNvSpPr/>
            <p:nvPr/>
          </p:nvSpPr>
          <p:spPr>
            <a:xfrm>
              <a:off x="1859376" y="2208998"/>
              <a:ext cx="2440006" cy="2440006"/>
            </a:xfrm>
            <a:prstGeom prst="donut">
              <a:avLst>
                <a:gd name="adj" fmla="val 522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31" name="!! 图标2-1">
            <a:extLst>
              <a:ext uri="{FF2B5EF4-FFF2-40B4-BE49-F238E27FC236}">
                <a16:creationId xmlns:a16="http://schemas.microsoft.com/office/drawing/2014/main" id="{16AEFD88-6B35-DCB1-0C49-315E8205F29F}"/>
              </a:ext>
            </a:extLst>
          </p:cNvPr>
          <p:cNvSpPr/>
          <p:nvPr/>
        </p:nvSpPr>
        <p:spPr>
          <a:xfrm>
            <a:off x="2922027" y="3270762"/>
            <a:ext cx="316474" cy="31647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0" name="!! 副标题">
            <a:extLst>
              <a:ext uri="{FF2B5EF4-FFF2-40B4-BE49-F238E27FC236}">
                <a16:creationId xmlns:a16="http://schemas.microsoft.com/office/drawing/2014/main" id="{8C8DA68B-BD41-BC2B-D914-0D382E0F4962}"/>
              </a:ext>
            </a:extLst>
          </p:cNvPr>
          <p:cNvSpPr txBox="1"/>
          <p:nvPr/>
        </p:nvSpPr>
        <p:spPr>
          <a:xfrm>
            <a:off x="6749660" y="1863659"/>
            <a:ext cx="240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设备支持卫星连接</a:t>
            </a:r>
          </a:p>
        </p:txBody>
      </p:sp>
      <p:pic>
        <p:nvPicPr>
          <p:cNvPr id="51" name="!! check">
            <a:extLst>
              <a:ext uri="{FF2B5EF4-FFF2-40B4-BE49-F238E27FC236}">
                <a16:creationId xmlns:a16="http://schemas.microsoft.com/office/drawing/2014/main" id="{02DBAD77-28CB-8321-D658-83829BA09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7570" y="1938532"/>
            <a:ext cx="216514" cy="216514"/>
          </a:xfrm>
          <a:prstGeom prst="rect">
            <a:avLst/>
          </a:prstGeom>
        </p:spPr>
      </p:pic>
      <p:sp>
        <p:nvSpPr>
          <p:cNvPr id="4" name="!! 单选框1">
            <a:extLst>
              <a:ext uri="{FF2B5EF4-FFF2-40B4-BE49-F238E27FC236}">
                <a16:creationId xmlns:a16="http://schemas.microsoft.com/office/drawing/2014/main" id="{C4687832-F78B-2188-D6F6-354D9C5EC2FB}"/>
              </a:ext>
            </a:extLst>
          </p:cNvPr>
          <p:cNvSpPr/>
          <p:nvPr/>
        </p:nvSpPr>
        <p:spPr>
          <a:xfrm>
            <a:off x="6821650" y="2390589"/>
            <a:ext cx="188782" cy="18878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!! 单选文本">
            <a:extLst>
              <a:ext uri="{FF2B5EF4-FFF2-40B4-BE49-F238E27FC236}">
                <a16:creationId xmlns:a16="http://schemas.microsoft.com/office/drawing/2014/main" id="{1D46B57D-FC14-9C49-1F69-7D138B11FD34}"/>
              </a:ext>
            </a:extLst>
          </p:cNvPr>
          <p:cNvSpPr txBox="1"/>
          <p:nvPr/>
        </p:nvSpPr>
        <p:spPr>
          <a:xfrm>
            <a:off x="7010432" y="2347950"/>
            <a:ext cx="276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网络连接不良时自动启用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181BC3-2C37-EE9A-E529-11AD111307DD}"/>
              </a:ext>
            </a:extLst>
          </p:cNvPr>
          <p:cNvGrpSpPr/>
          <p:nvPr/>
        </p:nvGrpSpPr>
        <p:grpSpPr>
          <a:xfrm>
            <a:off x="6823124" y="2390589"/>
            <a:ext cx="188782" cy="188782"/>
            <a:chOff x="8861344" y="3620163"/>
            <a:chExt cx="188782" cy="188782"/>
          </a:xfrm>
        </p:grpSpPr>
        <p:sp>
          <p:nvSpPr>
            <p:cNvPr id="9" name="!! 单选框1">
              <a:extLst>
                <a:ext uri="{FF2B5EF4-FFF2-40B4-BE49-F238E27FC236}">
                  <a16:creationId xmlns:a16="http://schemas.microsoft.com/office/drawing/2014/main" id="{400A51E6-433C-30BC-E9F2-21D4C4449004}"/>
                </a:ext>
              </a:extLst>
            </p:cNvPr>
            <p:cNvSpPr/>
            <p:nvPr/>
          </p:nvSpPr>
          <p:spPr>
            <a:xfrm>
              <a:off x="8861344" y="3620163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B622CD4-1F55-5019-CA3E-6209F32DF020}"/>
                </a:ext>
              </a:extLst>
            </p:cNvPr>
            <p:cNvSpPr/>
            <p:nvPr/>
          </p:nvSpPr>
          <p:spPr>
            <a:xfrm>
              <a:off x="8897958" y="3656777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577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de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12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6" presetClass="emph" presetSubtype="0" fill="hold" grpId="0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7" dur="75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22" restart="whenNotActive" fill="hold" evtFilter="cancelBubble" nodeType="interactiveSeq">
                    <p:stCondLst>
                      <p:cond evt="onClick" delay="0">
                        <p:tgtEl>
                          <p:spTgt spid="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3" fill="hold">
                          <p:stCondLst>
                            <p:cond delay="0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6" presetClass="emph" presetSubtype="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26" dur="7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"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4" grpId="0" animBg="1"/>
          <p:bldP spid="4" grpId="1" animBg="1"/>
          <p:bldP spid="4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de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12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6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75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22" restart="whenNotActive" fill="hold" evtFilter="cancelBubble" nodeType="interactiveSeq">
                    <p:stCondLst>
                      <p:cond evt="onClick" delay="0">
                        <p:tgtEl>
                          <p:spTgt spid="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3" fill="hold">
                          <p:stCondLst>
                            <p:cond delay="0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6" presetClass="emph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7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"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4" grpId="0" animBg="1"/>
          <p:bldP spid="4" grpId="1" animBg="1"/>
          <p:bldP spid="4" grpId="2" animBg="1"/>
        </p:bldLst>
      </p:timing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A30CB-3B36-3923-7556-8E429722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7915F12A-A24E-C4F3-B91F-D04F41B97D7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3F024B5A-E404-4115-0B45-0814D1A88D1B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C371C9C3-AA23-3794-EA15-00A2602519CA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13077E81-A74A-026F-FADC-43845683CCBD}"/>
              </a:ext>
            </a:extLst>
          </p:cNvPr>
          <p:cNvSpPr/>
          <p:nvPr/>
        </p:nvSpPr>
        <p:spPr>
          <a:xfrm>
            <a:off x="6096000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0BEB6B35-8DF7-6D39-7DCD-CAFD14D91FCC}"/>
              </a:ext>
            </a:extLst>
          </p:cNvPr>
          <p:cNvGrpSpPr/>
          <p:nvPr/>
        </p:nvGrpSpPr>
        <p:grpSpPr>
          <a:xfrm>
            <a:off x="6744290" y="1287035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0D5E6849-7D2A-0F1B-2554-3D473A31EE3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FDFFB3F4-1BA5-09E9-8FFB-2C42CAB3CA5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48FF9F6D-8100-3C36-5263-9B0974ADB67D}"/>
              </a:ext>
            </a:extLst>
          </p:cNvPr>
          <p:cNvSpPr/>
          <p:nvPr/>
        </p:nvSpPr>
        <p:spPr>
          <a:xfrm>
            <a:off x="1860261" y="2208998"/>
            <a:ext cx="2440006" cy="2440006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630C84-1EFE-E55F-166A-F78C5967901C}"/>
              </a:ext>
            </a:extLst>
          </p:cNvPr>
          <p:cNvSpPr/>
          <p:nvPr/>
        </p:nvSpPr>
        <p:spPr>
          <a:xfrm>
            <a:off x="2599181" y="3044349"/>
            <a:ext cx="962166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7" name="!! 副标题">
            <a:extLst>
              <a:ext uri="{FF2B5EF4-FFF2-40B4-BE49-F238E27FC236}">
                <a16:creationId xmlns:a16="http://schemas.microsoft.com/office/drawing/2014/main" id="{EF95F44E-032F-4143-B087-3F151BAA05B9}"/>
              </a:ext>
            </a:extLst>
          </p:cNvPr>
          <p:cNvSpPr txBox="1"/>
          <p:nvPr/>
        </p:nvSpPr>
        <p:spPr>
          <a:xfrm>
            <a:off x="6749660" y="1863659"/>
            <a:ext cx="366434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 5 Preview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为预览版本，系统尚未完全开发，多数功能存在缺失，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与动画可能存有瑕疵，请等待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Beta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版本。</a:t>
            </a:r>
          </a:p>
        </p:txBody>
      </p:sp>
      <p:sp>
        <p:nvSpPr>
          <p:cNvPr id="18" name="!! 继续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1DD711D-D1C8-A51A-D252-0DF3150E3E15}"/>
              </a:ext>
            </a:extLst>
          </p:cNvPr>
          <p:cNvSpPr/>
          <p:nvPr/>
        </p:nvSpPr>
        <p:spPr>
          <a:xfrm>
            <a:off x="7447447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进入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82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28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D9B9-9B64-E68F-ED07-8A9AFD54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壁纸">
            <a:extLst>
              <a:ext uri="{FF2B5EF4-FFF2-40B4-BE49-F238E27FC236}">
                <a16:creationId xmlns:a16="http://schemas.microsoft.com/office/drawing/2014/main" id="{21BC4DDB-1FF5-37DF-0FC5-D1C0F79FC8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6D67D4DB-F089-D93F-5180-18A84D851B43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43" name="!! 设置">
              <a:extLst>
                <a:ext uri="{FF2B5EF4-FFF2-40B4-BE49-F238E27FC236}">
                  <a16:creationId xmlns:a16="http://schemas.microsoft.com/office/drawing/2014/main" id="{131F2DE8-F812-7E1A-04F3-361CA25ACC82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45" name="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4D9CCBC-618C-B169-0C90-F08145CBCCA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46" name="齿轮" descr="单级齿轮 轮廓">
                <a:extLst>
                  <a:ext uri="{FF2B5EF4-FFF2-40B4-BE49-F238E27FC236}">
                    <a16:creationId xmlns:a16="http://schemas.microsoft.com/office/drawing/2014/main" id="{02F27C18-F967-15B4-8EF7-4D4649D91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65C7A98-4DC1-9180-6940-01D1C74E8CF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0D490C6-100B-1FFA-E10E-816482BBD28A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48" name="!! 设置">
              <a:extLst>
                <a:ext uri="{FF2B5EF4-FFF2-40B4-BE49-F238E27FC236}">
                  <a16:creationId xmlns:a16="http://schemas.microsoft.com/office/drawing/2014/main" id="{2AA353C9-DA5D-5ADE-0090-087FB1CC3A75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50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0BA0B82-FE91-2E30-A9A1-5432977B11F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1" name="齿轮">
                <a:extLst>
                  <a:ext uri="{FF2B5EF4-FFF2-40B4-BE49-F238E27FC236}">
                    <a16:creationId xmlns:a16="http://schemas.microsoft.com/office/drawing/2014/main" id="{0D9890A0-FEC4-61A0-F5FC-CFFEFE146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1C03378-E9D9-04D4-1900-34E39C10B95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1FBE62A-E90E-65BB-36F6-2B8529CF67C3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53" name="!! 设置">
              <a:extLst>
                <a:ext uri="{FF2B5EF4-FFF2-40B4-BE49-F238E27FC236}">
                  <a16:creationId xmlns:a16="http://schemas.microsoft.com/office/drawing/2014/main" id="{38E6D1F9-09D4-73D6-425E-8C40F7A7AE5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55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14E1C28-EBF5-E676-FF29-5B99A783AFF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齿轮">
                <a:extLst>
                  <a:ext uri="{FF2B5EF4-FFF2-40B4-BE49-F238E27FC236}">
                    <a16:creationId xmlns:a16="http://schemas.microsoft.com/office/drawing/2014/main" id="{0A7872AA-B472-D6A6-B225-374B2AA8B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6FAD01C-900C-FB13-58F4-0E195DF75161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grpSp>
        <p:nvGrpSpPr>
          <p:cNvPr id="57" name="!! dock右">
            <a:extLst>
              <a:ext uri="{FF2B5EF4-FFF2-40B4-BE49-F238E27FC236}">
                <a16:creationId xmlns:a16="http://schemas.microsoft.com/office/drawing/2014/main" id="{50C55ADC-E0F9-2772-70DA-0C929D6A58FA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58" name="!! 模糊">
              <a:extLst>
                <a:ext uri="{FF2B5EF4-FFF2-40B4-BE49-F238E27FC236}">
                  <a16:creationId xmlns:a16="http://schemas.microsoft.com/office/drawing/2014/main" id="{C8D579CA-D344-D026-D784-7F2E9374F36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9" name="!! 颜色遮罩">
              <a:extLst>
                <a:ext uri="{FF2B5EF4-FFF2-40B4-BE49-F238E27FC236}">
                  <a16:creationId xmlns:a16="http://schemas.microsoft.com/office/drawing/2014/main" id="{D91C5656-3E86-3A1B-F1D5-C967A0B90083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0" name="!! 信号">
              <a:extLst>
                <a:ext uri="{FF2B5EF4-FFF2-40B4-BE49-F238E27FC236}">
                  <a16:creationId xmlns:a16="http://schemas.microsoft.com/office/drawing/2014/main" id="{9E2FD4CD-BB2B-5282-EBCB-DF5336F39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1" name="!! 运营商">
              <a:extLst>
                <a:ext uri="{FF2B5EF4-FFF2-40B4-BE49-F238E27FC236}">
                  <a16:creationId xmlns:a16="http://schemas.microsoft.com/office/drawing/2014/main" id="{61711A82-9B61-085E-2C64-678B416CE71A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62" name="!! 通知">
              <a:extLst>
                <a:ext uri="{FF2B5EF4-FFF2-40B4-BE49-F238E27FC236}">
                  <a16:creationId xmlns:a16="http://schemas.microsoft.com/office/drawing/2014/main" id="{CBCF7A83-BDD3-9526-B662-A027A30D4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3" name="!! 电池">
              <a:extLst>
                <a:ext uri="{FF2B5EF4-FFF2-40B4-BE49-F238E27FC236}">
                  <a16:creationId xmlns:a16="http://schemas.microsoft.com/office/drawing/2014/main" id="{65A5A16B-6BAE-5B77-BA70-DF568D9C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4" name="!! 时间">
              <a:extLst>
                <a:ext uri="{FF2B5EF4-FFF2-40B4-BE49-F238E27FC236}">
                  <a16:creationId xmlns:a16="http://schemas.microsoft.com/office/drawing/2014/main" id="{BBFC6A17-2A4B-F94E-104D-3B5644AB5B93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5" name="!! AC">
              <a:extLst>
                <a:ext uri="{FF2B5EF4-FFF2-40B4-BE49-F238E27FC236}">
                  <a16:creationId xmlns:a16="http://schemas.microsoft.com/office/drawing/2014/main" id="{52C453AF-B859-884C-A221-099306F27645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6" name="!! 声音">
              <a:extLst>
                <a:ext uri="{FF2B5EF4-FFF2-40B4-BE49-F238E27FC236}">
                  <a16:creationId xmlns:a16="http://schemas.microsoft.com/office/drawing/2014/main" id="{8E336DBF-5EFA-8763-529C-7E9D4636A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7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4EBA0F34-8BFE-5F14-8FCF-0FE051A6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pic>
        <p:nvPicPr>
          <p:cNvPr id="7" name="!! 壁纸模糊">
            <a:extLst>
              <a:ext uri="{FF2B5EF4-FFF2-40B4-BE49-F238E27FC236}">
                <a16:creationId xmlns:a16="http://schemas.microsoft.com/office/drawing/2014/main" id="{855AA39B-C1EC-2A3E-6E61-72518BBE59B3}"/>
              </a:ext>
            </a:extLst>
          </p:cNvPr>
          <p:cNvPicPr/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artisticBlur radiu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!! 锁屏">
            <a:extLst>
              <a:ext uri="{FF2B5EF4-FFF2-40B4-BE49-F238E27FC236}">
                <a16:creationId xmlns:a16="http://schemas.microsoft.com/office/drawing/2014/main" id="{0C10205A-F6C5-D72A-214F-63A267E0DBF7}"/>
              </a:ext>
            </a:extLst>
          </p:cNvPr>
          <p:cNvSpPr/>
          <p:nvPr/>
        </p:nvSpPr>
        <p:spPr>
          <a:xfrm>
            <a:off x="0" y="0"/>
            <a:ext cx="12192000" cy="685466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!! 时间">
            <a:extLst>
              <a:ext uri="{FF2B5EF4-FFF2-40B4-BE49-F238E27FC236}">
                <a16:creationId xmlns:a16="http://schemas.microsoft.com/office/drawing/2014/main" id="{1DE8A9B1-69C1-620D-2356-F79A3613F16B}"/>
              </a:ext>
            </a:extLst>
          </p:cNvPr>
          <p:cNvSpPr txBox="1"/>
          <p:nvPr/>
        </p:nvSpPr>
        <p:spPr>
          <a:xfrm>
            <a:off x="875136" y="4904250"/>
            <a:ext cx="4346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0" i="0" u="none" strike="noStrike" kern="1200" cap="none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16:34</a:t>
            </a:r>
            <a:endParaRPr kumimoji="0" lang="zh-CN" altLang="en-US" sz="8000" b="0" i="0" u="none" strike="noStrike" kern="1200" cap="none" normalizeH="0" baseline="0" noProof="0" dirty="0">
              <a:ln>
                <a:noFill/>
              </a:ln>
              <a:solidFill>
                <a:schemeClr val="accent4">
                  <a:alpha val="90000"/>
                </a:schemeClr>
              </a:solidFill>
              <a:effectLst/>
              <a:uLnTx/>
              <a:uFillTx/>
              <a:latin typeface="vivo Sans Medium"/>
              <a:ea typeface="vivo Sans Medium"/>
              <a:cs typeface="+mn-cs"/>
            </a:endParaRPr>
          </a:p>
        </p:txBody>
      </p:sp>
      <p:sp>
        <p:nvSpPr>
          <p:cNvPr id="4" name="!! 日期">
            <a:extLst>
              <a:ext uri="{FF2B5EF4-FFF2-40B4-BE49-F238E27FC236}">
                <a16:creationId xmlns:a16="http://schemas.microsoft.com/office/drawing/2014/main" id="{604C2338-7E84-C60B-1698-0CC19484BE16}"/>
              </a:ext>
            </a:extLst>
          </p:cNvPr>
          <p:cNvSpPr txBox="1"/>
          <p:nvPr/>
        </p:nvSpPr>
        <p:spPr>
          <a:xfrm>
            <a:off x="942871" y="4635025"/>
            <a:ext cx="442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2025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18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日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星期一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alpha val="90000"/>
                </a:schemeClr>
              </a:solidFill>
              <a:effectLst/>
              <a:uLnTx/>
              <a:uFillTx/>
              <a:latin typeface="vivo Sans"/>
              <a:ea typeface="vivo Sans"/>
            </a:endParaRPr>
          </a:p>
        </p:txBody>
      </p:sp>
      <p:grpSp>
        <p:nvGrpSpPr>
          <p:cNvPr id="24" name="!! LeafOS通知">
            <a:extLst>
              <a:ext uri="{FF2B5EF4-FFF2-40B4-BE49-F238E27FC236}">
                <a16:creationId xmlns:a16="http://schemas.microsoft.com/office/drawing/2014/main" id="{CAEEBBA8-5444-AE1A-797E-ECA91A08DEC8}"/>
              </a:ext>
            </a:extLst>
          </p:cNvPr>
          <p:cNvGrpSpPr/>
          <p:nvPr/>
        </p:nvGrpSpPr>
        <p:grpSpPr>
          <a:xfrm>
            <a:off x="822669" y="812174"/>
            <a:ext cx="4255665" cy="1141576"/>
            <a:chOff x="5746396" y="1119353"/>
            <a:chExt cx="4255665" cy="1141576"/>
          </a:xfrm>
        </p:grpSpPr>
        <p:sp useBgFill="1">
          <p:nvSpPr>
            <p:cNvPr id="9" name="!! 弹窗">
              <a:extLst>
                <a:ext uri="{FF2B5EF4-FFF2-40B4-BE49-F238E27FC236}">
                  <a16:creationId xmlns:a16="http://schemas.microsoft.com/office/drawing/2014/main" id="{7ABDCC1C-0333-1DED-A922-F9C98ECAAABF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" name="!! 弹窗">
              <a:extLst>
                <a:ext uri="{FF2B5EF4-FFF2-40B4-BE49-F238E27FC236}">
                  <a16:creationId xmlns:a16="http://schemas.microsoft.com/office/drawing/2014/main" id="{B90A554A-0CF7-E8FB-7096-26F3E19CBC9B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AFDC6A5B-5842-0A82-A0C8-6DC8EE60D266}"/>
                </a:ext>
              </a:extLst>
            </p:cNvPr>
            <p:cNvSpPr txBox="1"/>
            <p:nvPr/>
          </p:nvSpPr>
          <p:spPr>
            <a:xfrm>
              <a:off x="5970206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11" name="内容">
              <a:extLst>
                <a:ext uri="{FF2B5EF4-FFF2-40B4-BE49-F238E27FC236}">
                  <a16:creationId xmlns:a16="http://schemas.microsoft.com/office/drawing/2014/main" id="{94DB3294-BF37-A4EC-F350-DA7DB2222D69}"/>
                </a:ext>
              </a:extLst>
            </p:cNvPr>
            <p:cNvSpPr txBox="1"/>
            <p:nvPr/>
          </p:nvSpPr>
          <p:spPr>
            <a:xfrm>
              <a:off x="5970206" y="1809066"/>
              <a:ext cx="292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此版本的系统尚不完整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9E332F6-0F94-FE70-76A9-F9C769046422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Leaf OS · 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现在</a:t>
              </a:r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71EEB6C9-B96C-E5AA-131D-1EAED6D6A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78435" y="1324267"/>
              <a:ext cx="159760" cy="192192"/>
            </a:xfrm>
            <a:prstGeom prst="rect">
              <a:avLst/>
            </a:prstGeom>
          </p:spPr>
        </p:pic>
      </p:grpSp>
      <p:sp>
        <p:nvSpPr>
          <p:cNvPr id="3" name="!! 通知栏">
            <a:extLst>
              <a:ext uri="{FF2B5EF4-FFF2-40B4-BE49-F238E27FC236}">
                <a16:creationId xmlns:a16="http://schemas.microsoft.com/office/drawing/2014/main" id="{3969FE20-34B2-0B77-058D-D3E093377FCC}"/>
              </a:ext>
            </a:extLst>
          </p:cNvPr>
          <p:cNvSpPr txBox="1"/>
          <p:nvPr/>
        </p:nvSpPr>
        <p:spPr>
          <a:xfrm>
            <a:off x="822669" y="466977"/>
            <a:ext cx="93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</a:rPr>
              <a:t>2 </a:t>
            </a:r>
            <a:r>
              <a:rPr lang="zh-CN" altLang="en-US" sz="1200" dirty="0">
                <a:solidFill>
                  <a:schemeClr val="accent4"/>
                </a:solidFill>
              </a:rPr>
              <a:t>通知 </a:t>
            </a:r>
          </a:p>
        </p:txBody>
      </p:sp>
      <p:sp>
        <p:nvSpPr>
          <p:cNvPr id="69" name="!! 副标题">
            <a:extLst>
              <a:ext uri="{FF2B5EF4-FFF2-40B4-BE49-F238E27FC236}">
                <a16:creationId xmlns:a16="http://schemas.microsoft.com/office/drawing/2014/main" id="{5578D6A7-A98F-75E0-506A-4D4569652596}"/>
              </a:ext>
            </a:extLst>
          </p:cNvPr>
          <p:cNvSpPr txBox="1"/>
          <p:nvPr/>
        </p:nvSpPr>
        <p:spPr>
          <a:xfrm>
            <a:off x="3943350" y="6328342"/>
            <a:ext cx="430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uLnTx/>
                <a:uFillTx/>
                <a:ea typeface="OPPOSans M"/>
                <a:cs typeface="+mn-cs"/>
              </a:rPr>
              <a:t>单击任意处以解锁</a:t>
            </a:r>
          </a:p>
        </p:txBody>
      </p:sp>
      <p:grpSp>
        <p:nvGrpSpPr>
          <p:cNvPr id="13" name="!! LeafOS通知">
            <a:extLst>
              <a:ext uri="{FF2B5EF4-FFF2-40B4-BE49-F238E27FC236}">
                <a16:creationId xmlns:a16="http://schemas.microsoft.com/office/drawing/2014/main" id="{6B278492-7950-1B46-BBD0-AA51D4DDAD0A}"/>
              </a:ext>
            </a:extLst>
          </p:cNvPr>
          <p:cNvGrpSpPr/>
          <p:nvPr/>
        </p:nvGrpSpPr>
        <p:grpSpPr>
          <a:xfrm>
            <a:off x="822668" y="2107390"/>
            <a:ext cx="4255665" cy="1141576"/>
            <a:chOff x="5746396" y="1119353"/>
            <a:chExt cx="4255665" cy="1141576"/>
          </a:xfrm>
        </p:grpSpPr>
        <p:sp useBgFill="1">
          <p:nvSpPr>
            <p:cNvPr id="14" name="!! 弹窗">
              <a:extLst>
                <a:ext uri="{FF2B5EF4-FFF2-40B4-BE49-F238E27FC236}">
                  <a16:creationId xmlns:a16="http://schemas.microsoft.com/office/drawing/2014/main" id="{E34BC60A-CAD5-8033-92EE-4ED23C1EB4AC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5" name="!! 弹窗">
              <a:extLst>
                <a:ext uri="{FF2B5EF4-FFF2-40B4-BE49-F238E27FC236}">
                  <a16:creationId xmlns:a16="http://schemas.microsoft.com/office/drawing/2014/main" id="{7AEAE0E2-6281-5D86-1A6F-806E37E5C99C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标题">
              <a:extLst>
                <a:ext uri="{FF2B5EF4-FFF2-40B4-BE49-F238E27FC236}">
                  <a16:creationId xmlns:a16="http://schemas.microsoft.com/office/drawing/2014/main" id="{CF5EA2CC-89CE-2D4A-1420-7C0916554A1B}"/>
                </a:ext>
              </a:extLst>
            </p:cNvPr>
            <p:cNvSpPr txBox="1"/>
            <p:nvPr/>
          </p:nvSpPr>
          <p:spPr>
            <a:xfrm>
              <a:off x="5970206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电脑模式已启用</a:t>
              </a:r>
            </a:p>
          </p:txBody>
        </p:sp>
        <p:sp>
          <p:nvSpPr>
            <p:cNvPr id="17" name="内容">
              <a:extLst>
                <a:ext uri="{FF2B5EF4-FFF2-40B4-BE49-F238E27FC236}">
                  <a16:creationId xmlns:a16="http://schemas.microsoft.com/office/drawing/2014/main" id="{EF7797CE-484E-C304-4734-AB6449FF38E1}"/>
                </a:ext>
              </a:extLst>
            </p:cNvPr>
            <p:cNvSpPr txBox="1"/>
            <p:nvPr/>
          </p:nvSpPr>
          <p:spPr>
            <a:xfrm>
              <a:off x="5970206" y="1809066"/>
              <a:ext cx="3672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未检测到触摸设备，已自动启用电脑模式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E5D2BB2-CBF1-8963-1ECB-2F4AD3600A64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设置 </a:t>
              </a:r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· 1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分钟前</a:t>
              </a: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FD9361E0-888A-555C-3816-AD78FADA4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6048289" y="1310337"/>
              <a:ext cx="220052" cy="220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395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70">
        <p159:morph option="byCha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-3.95833E-6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9259E-6 L -4.16667E-6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7.40741E-7 L 2.91667E-6 0.09005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803B6-9D83-478B-872A-4D6483CB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F3FF6839-0975-62C0-9B58-57DD3842B4E0}"/>
              </a:ext>
            </a:extLst>
          </p:cNvPr>
          <p:cNvPicPr/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501511" cy="7594600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0507742C-A70F-1F66-26E3-14E2BA6C2034}"/>
              </a:ext>
            </a:extLst>
          </p:cNvPr>
          <p:cNvSpPr txBox="1"/>
          <p:nvPr/>
        </p:nvSpPr>
        <p:spPr>
          <a:xfrm>
            <a:off x="2844795" y="4426180"/>
            <a:ext cx="6502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18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日</a:t>
            </a:r>
            <a:endParaRPr lang="en-US" altLang="zh-CN" sz="2400" noProof="0" dirty="0">
              <a:solidFill>
                <a:schemeClr val="accent4"/>
              </a:solidFill>
              <a:latin typeface="vivo Sans"/>
              <a:ea typeface="vivo Sa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vo Sans"/>
                <a:ea typeface="vivo Sans"/>
              </a:rPr>
              <a:t>星期一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vivo Sans"/>
              <a:ea typeface="vivo San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087EDF-39DD-B7A3-75E0-2826D1E5E32D}"/>
              </a:ext>
            </a:extLst>
          </p:cNvPr>
          <p:cNvSpPr txBox="1"/>
          <p:nvPr/>
        </p:nvSpPr>
        <p:spPr>
          <a:xfrm>
            <a:off x="2043590" y="1872435"/>
            <a:ext cx="810482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spc="600" dirty="0">
                <a:solidFill>
                  <a:schemeClr val="accent4"/>
                </a:solidFill>
                <a:latin typeface="+mj-ea"/>
                <a:ea typeface="+mj-ea"/>
              </a:rPr>
              <a:t>16:34</a:t>
            </a:r>
            <a:endParaRPr lang="zh-CN" altLang="en-US" sz="16600" spc="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00544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Char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3217 " pathEditMode="relative" rAng="0" ptsTypes="AA">
                                      <p:cBhvr>
                                        <p:cTn id="9" dur="4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535FF-EE61-AFCC-01A8-3002632D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!! 壁纸">
            <a:extLst>
              <a:ext uri="{FF2B5EF4-FFF2-40B4-BE49-F238E27FC236}">
                <a16:creationId xmlns:a16="http://schemas.microsoft.com/office/drawing/2014/main" id="{498CC1FC-DF51-6C6E-2165-7BB176222A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3377D3F-2EE3-E5B5-C41D-6E51D628CA97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设置App">
            <a:extLst>
              <a:ext uri="{FF2B5EF4-FFF2-40B4-BE49-F238E27FC236}">
                <a16:creationId xmlns:a16="http://schemas.microsoft.com/office/drawing/2014/main" id="{9A56ED42-1443-86C6-BF7C-B76EC551A27F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1659673" y="933566"/>
            <a:chExt cx="658298" cy="967680"/>
          </a:xfrm>
        </p:grpSpPr>
        <p:grpSp>
          <p:nvGrpSpPr>
            <p:cNvPr id="15" name="!! icon">
              <a:extLst>
                <a:ext uri="{FF2B5EF4-FFF2-40B4-BE49-F238E27FC236}">
                  <a16:creationId xmlns:a16="http://schemas.microsoft.com/office/drawing/2014/main" id="{58B692BB-C670-9BB5-7089-271C1E87A03A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17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3512617-AD5F-AF58-4D9F-9C51DA739541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!! 图标" descr="单级齿轮 轮廓">
                <a:extLst>
                  <a:ext uri="{FF2B5EF4-FFF2-40B4-BE49-F238E27FC236}">
                    <a16:creationId xmlns:a16="http://schemas.microsoft.com/office/drawing/2014/main" id="{2DC37B08-9C7B-5E4A-CC8A-CD26D9BCF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name">
              <a:extLst>
                <a:ext uri="{FF2B5EF4-FFF2-40B4-BE49-F238E27FC236}">
                  <a16:creationId xmlns:a16="http://schemas.microsoft.com/office/drawing/2014/main" id="{C2FDE1D1-AEA0-D064-D646-05775DF6CF5A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41" name="相机App">
            <a:extLst>
              <a:ext uri="{FF2B5EF4-FFF2-40B4-BE49-F238E27FC236}">
                <a16:creationId xmlns:a16="http://schemas.microsoft.com/office/drawing/2014/main" id="{D9ED3D8A-0BAC-5C72-0BE1-82864C0910D1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3189536" y="933566"/>
            <a:chExt cx="658298" cy="967680"/>
          </a:xfrm>
        </p:grpSpPr>
        <p:grpSp>
          <p:nvGrpSpPr>
            <p:cNvPr id="24" name="!! icon">
              <a:extLst>
                <a:ext uri="{FF2B5EF4-FFF2-40B4-BE49-F238E27FC236}">
                  <a16:creationId xmlns:a16="http://schemas.microsoft.com/office/drawing/2014/main" id="{A3D8CC68-E76E-DD27-DA2B-CCEF97DAFD47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26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05D9100-7B73-F250-FDBA-A46BF87BE32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7" name="!! 图标">
                <a:extLst>
                  <a:ext uri="{FF2B5EF4-FFF2-40B4-BE49-F238E27FC236}">
                    <a16:creationId xmlns:a16="http://schemas.microsoft.com/office/drawing/2014/main" id="{6FB5606D-C74E-E2CE-CC44-3CEBFDBB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5" name="name">
              <a:extLst>
                <a:ext uri="{FF2B5EF4-FFF2-40B4-BE49-F238E27FC236}">
                  <a16:creationId xmlns:a16="http://schemas.microsoft.com/office/drawing/2014/main" id="{B4B6873D-4EAA-8166-1D3E-0E1C86E8EAAD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44" name="相册App">
            <a:extLst>
              <a:ext uri="{FF2B5EF4-FFF2-40B4-BE49-F238E27FC236}">
                <a16:creationId xmlns:a16="http://schemas.microsoft.com/office/drawing/2014/main" id="{A502DA94-1870-2335-9382-6C9CF28954EA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4719399" y="933566"/>
            <a:chExt cx="658298" cy="967680"/>
          </a:xfrm>
        </p:grpSpPr>
        <p:grpSp>
          <p:nvGrpSpPr>
            <p:cNvPr id="30" name="!! icon">
              <a:extLst>
                <a:ext uri="{FF2B5EF4-FFF2-40B4-BE49-F238E27FC236}">
                  <a16:creationId xmlns:a16="http://schemas.microsoft.com/office/drawing/2014/main" id="{9DBB6799-05E7-DE0F-21A1-F63742F4EB4A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2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A30313F9-F731-282B-EA5B-BD2211E47F1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3" name="!! 图标">
                <a:extLst>
                  <a:ext uri="{FF2B5EF4-FFF2-40B4-BE49-F238E27FC236}">
                    <a16:creationId xmlns:a16="http://schemas.microsoft.com/office/drawing/2014/main" id="{97E3923D-58D7-5D2E-02D0-943FCFE11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1" name="name">
              <a:extLst>
                <a:ext uri="{FF2B5EF4-FFF2-40B4-BE49-F238E27FC236}">
                  <a16:creationId xmlns:a16="http://schemas.microsoft.com/office/drawing/2014/main" id="{4D4E7A83-1C54-328E-DD3E-E03B08BC295D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grpSp>
        <p:nvGrpSpPr>
          <p:cNvPr id="3" name="!! dock右">
            <a:extLst>
              <a:ext uri="{FF2B5EF4-FFF2-40B4-BE49-F238E27FC236}">
                <a16:creationId xmlns:a16="http://schemas.microsoft.com/office/drawing/2014/main" id="{1CA9BDA9-28C9-0968-92BB-BD5C0EC31A6E}"/>
              </a:ext>
            </a:extLst>
          </p:cNvPr>
          <p:cNvGrpSpPr/>
          <p:nvPr/>
        </p:nvGrpSpPr>
        <p:grpSpPr>
          <a:xfrm>
            <a:off x="4869920" y="5974164"/>
            <a:ext cx="2452159" cy="704838"/>
            <a:chOff x="7408333" y="5780624"/>
            <a:chExt cx="2452159" cy="704838"/>
          </a:xfrm>
        </p:grpSpPr>
        <p:sp useBgFill="1">
          <p:nvSpPr>
            <p:cNvPr id="4" name="!! 模糊">
              <a:extLst>
                <a:ext uri="{FF2B5EF4-FFF2-40B4-BE49-F238E27FC236}">
                  <a16:creationId xmlns:a16="http://schemas.microsoft.com/office/drawing/2014/main" id="{2E289DC6-9AE2-4255-0C21-F585C7E3818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" name="!! 颜色遮罩">
              <a:extLst>
                <a:ext uri="{FF2B5EF4-FFF2-40B4-BE49-F238E27FC236}">
                  <a16:creationId xmlns:a16="http://schemas.microsoft.com/office/drawing/2014/main" id="{0E2C752D-CD73-4C8B-39C5-AF06EAAD2A5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" name="!! 信号">
              <a:extLst>
                <a:ext uri="{FF2B5EF4-FFF2-40B4-BE49-F238E27FC236}">
                  <a16:creationId xmlns:a16="http://schemas.microsoft.com/office/drawing/2014/main" id="{B75B9DE9-FD31-0825-CFC9-E9D7726D0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7" name="!! 运营商">
              <a:extLst>
                <a:ext uri="{FF2B5EF4-FFF2-40B4-BE49-F238E27FC236}">
                  <a16:creationId xmlns:a16="http://schemas.microsoft.com/office/drawing/2014/main" id="{2C3B3063-8AF7-9BC2-C62F-44EBC6513344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8" name="!! 通知">
              <a:extLst>
                <a:ext uri="{FF2B5EF4-FFF2-40B4-BE49-F238E27FC236}">
                  <a16:creationId xmlns:a16="http://schemas.microsoft.com/office/drawing/2014/main" id="{2B4E2DDA-ED4D-3500-2BD9-35D1A94EC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9" name="!! 电池">
              <a:extLst>
                <a:ext uri="{FF2B5EF4-FFF2-40B4-BE49-F238E27FC236}">
                  <a16:creationId xmlns:a16="http://schemas.microsoft.com/office/drawing/2014/main" id="{70027C4F-4840-C6A0-BBAB-B17534C6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0" name="!! 时间">
              <a:extLst>
                <a:ext uri="{FF2B5EF4-FFF2-40B4-BE49-F238E27FC236}">
                  <a16:creationId xmlns:a16="http://schemas.microsoft.com/office/drawing/2014/main" id="{66D0C747-4327-B2BC-ECE0-F51C2B4C7D5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!! AC">
              <a:extLst>
                <a:ext uri="{FF2B5EF4-FFF2-40B4-BE49-F238E27FC236}">
                  <a16:creationId xmlns:a16="http://schemas.microsoft.com/office/drawing/2014/main" id="{D39BA096-21E5-70B6-0497-5E198246BAD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" name="!! 声音">
              <a:extLst>
                <a:ext uri="{FF2B5EF4-FFF2-40B4-BE49-F238E27FC236}">
                  <a16:creationId xmlns:a16="http://schemas.microsoft.com/office/drawing/2014/main" id="{7FCBD60A-8258-2892-A95B-1AA284691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9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AB10CCD5-3A27-9394-B46C-BB83B133C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pic>
        <p:nvPicPr>
          <p:cNvPr id="59" name="!! 壁纸模糊">
            <a:extLst>
              <a:ext uri="{FF2B5EF4-FFF2-40B4-BE49-F238E27FC236}">
                <a16:creationId xmlns:a16="http://schemas.microsoft.com/office/drawing/2014/main" id="{BEBEBC9E-B376-B55D-6DDE-456CAFE4EECF}"/>
              </a:ext>
            </a:extLst>
          </p:cNvPr>
          <p:cNvPicPr/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artisticBlur radius="3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03580" b="103800"/>
          <a:stretch/>
        </p:blipFill>
        <p:spPr>
          <a:xfrm>
            <a:off x="-1" y="-7103556"/>
            <a:ext cx="12192000" cy="6842930"/>
          </a:xfrm>
          <a:prstGeom prst="rect">
            <a:avLst/>
          </a:prstGeom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275BFCB-106A-E8B4-DA4B-1F83DC4AA555}"/>
              </a:ext>
            </a:extLst>
          </p:cNvPr>
          <p:cNvGrpSpPr/>
          <p:nvPr/>
        </p:nvGrpSpPr>
        <p:grpSpPr>
          <a:xfrm>
            <a:off x="3813541" y="209792"/>
            <a:ext cx="4564916" cy="1316813"/>
            <a:chOff x="3813541" y="209792"/>
            <a:chExt cx="4564916" cy="131681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B1634A3-6319-8B2C-BBE5-EF145B384B7B}"/>
                </a:ext>
              </a:extLst>
            </p:cNvPr>
            <p:cNvGrpSpPr/>
            <p:nvPr/>
          </p:nvGrpSpPr>
          <p:grpSpPr>
            <a:xfrm>
              <a:off x="3813541" y="209792"/>
              <a:ext cx="4564916" cy="1316813"/>
              <a:chOff x="3813541" y="209792"/>
              <a:chExt cx="4564916" cy="1316813"/>
            </a:xfrm>
          </p:grpSpPr>
          <p:sp useBgFill="1">
            <p:nvSpPr>
              <p:cNvPr id="37" name="!! 弹窗">
                <a:extLst>
                  <a:ext uri="{FF2B5EF4-FFF2-40B4-BE49-F238E27FC236}">
                    <a16:creationId xmlns:a16="http://schemas.microsoft.com/office/drawing/2014/main" id="{552C8D1B-4BE5-0919-636C-1B2301D04B2B}"/>
                  </a:ext>
                </a:extLst>
              </p:cNvPr>
              <p:cNvSpPr/>
              <p:nvPr/>
            </p:nvSpPr>
            <p:spPr>
              <a:xfrm>
                <a:off x="3813541" y="211887"/>
                <a:ext cx="4564916" cy="1314718"/>
              </a:xfrm>
              <a:prstGeom prst="roundRect">
                <a:avLst>
                  <a:gd name="adj" fmla="val 7669"/>
                </a:avLst>
              </a:prstGeom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sp>
            <p:nvSpPr>
              <p:cNvPr id="22" name="!! 弹窗">
                <a:extLst>
                  <a:ext uri="{FF2B5EF4-FFF2-40B4-BE49-F238E27FC236}">
                    <a16:creationId xmlns:a16="http://schemas.microsoft.com/office/drawing/2014/main" id="{88AC33DE-4E4B-965C-210B-1D6CD9FD45BA}"/>
                  </a:ext>
                </a:extLst>
              </p:cNvPr>
              <p:cNvSpPr/>
              <p:nvPr/>
            </p:nvSpPr>
            <p:spPr>
              <a:xfrm>
                <a:off x="3813541" y="209792"/>
                <a:ext cx="4564916" cy="1314718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sp>
            <p:nvSpPr>
              <p:cNvPr id="23" name="标题">
                <a:extLst>
                  <a:ext uri="{FF2B5EF4-FFF2-40B4-BE49-F238E27FC236}">
                    <a16:creationId xmlns:a16="http://schemas.microsoft.com/office/drawing/2014/main" id="{1483D66A-60C0-B237-1E8B-5E921D63ACD9}"/>
                  </a:ext>
                </a:extLst>
              </p:cNvPr>
              <p:cNvSpPr txBox="1"/>
              <p:nvPr/>
            </p:nvSpPr>
            <p:spPr>
              <a:xfrm>
                <a:off x="3985273" y="727096"/>
                <a:ext cx="32290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vivo Sans Medium"/>
                    <a:ea typeface="vivo Sans Medium"/>
                    <a:cs typeface="+mn-cs"/>
                  </a:rPr>
                  <a:t>无法设置系统更新</a:t>
                </a:r>
              </a:p>
            </p:txBody>
          </p:sp>
          <p:sp>
            <p:nvSpPr>
              <p:cNvPr id="34" name="内容">
                <a:extLst>
                  <a:ext uri="{FF2B5EF4-FFF2-40B4-BE49-F238E27FC236}">
                    <a16:creationId xmlns:a16="http://schemas.microsoft.com/office/drawing/2014/main" id="{7DFA962C-D5E2-06BC-CE4B-1CF243DD9778}"/>
                  </a:ext>
                </a:extLst>
              </p:cNvPr>
              <p:cNvSpPr txBox="1"/>
              <p:nvPr/>
            </p:nvSpPr>
            <p:spPr>
              <a:xfrm>
                <a:off x="3985273" y="1018500"/>
                <a:ext cx="29257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宏与更新服务器尚未就绪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99E965D-626E-5247-AFF6-9F39933CEE7D}"/>
                  </a:ext>
                </a:extLst>
              </p:cNvPr>
              <p:cNvSpPr txBox="1"/>
              <p:nvPr/>
            </p:nvSpPr>
            <p:spPr>
              <a:xfrm>
                <a:off x="4308059" y="390363"/>
                <a:ext cx="1701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设置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·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5F5">
                        <a:lumMod val="50000"/>
                      </a:srgbClr>
                    </a:solidFill>
                    <a:effectLst/>
                    <a:uLnTx/>
                    <a:uFillTx/>
                    <a:latin typeface="vivo Sans"/>
                    <a:ea typeface="vivo Sans"/>
                    <a:cs typeface="+mn-cs"/>
                  </a:rPr>
                  <a:t>现在</a:t>
                </a:r>
              </a:p>
            </p:txBody>
          </p:sp>
        </p:grp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12BFEAF5-728F-4F63-C83D-B97F9D820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4063092" y="405857"/>
              <a:ext cx="246010" cy="246010"/>
            </a:xfrm>
            <a:prstGeom prst="rect">
              <a:avLst/>
            </a:prstGeom>
          </p:spPr>
        </p:pic>
      </p:grpSp>
      <p:sp>
        <p:nvSpPr>
          <p:cNvPr id="48" name="!! 锁屏">
            <a:extLst>
              <a:ext uri="{FF2B5EF4-FFF2-40B4-BE49-F238E27FC236}">
                <a16:creationId xmlns:a16="http://schemas.microsoft.com/office/drawing/2014/main" id="{C8DB9904-74F7-4C5B-F035-B54858174164}"/>
              </a:ext>
            </a:extLst>
          </p:cNvPr>
          <p:cNvSpPr/>
          <p:nvPr/>
        </p:nvSpPr>
        <p:spPr>
          <a:xfrm>
            <a:off x="0" y="-7103557"/>
            <a:ext cx="12192000" cy="68546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!! 时间">
            <a:extLst>
              <a:ext uri="{FF2B5EF4-FFF2-40B4-BE49-F238E27FC236}">
                <a16:creationId xmlns:a16="http://schemas.microsoft.com/office/drawing/2014/main" id="{64F939BA-090D-117B-82C2-22E52365F9F8}"/>
              </a:ext>
            </a:extLst>
          </p:cNvPr>
          <p:cNvSpPr txBox="1"/>
          <p:nvPr/>
        </p:nvSpPr>
        <p:spPr>
          <a:xfrm>
            <a:off x="875136" y="-2199307"/>
            <a:ext cx="4346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0" i="0" u="none" strike="noStrike" kern="1200" cap="none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16:34</a:t>
            </a:r>
            <a:endParaRPr kumimoji="0" lang="zh-CN" altLang="en-US" sz="8000" b="0" i="0" u="none" strike="noStrike" kern="1200" cap="none" normalizeH="0" baseline="0" noProof="0" dirty="0">
              <a:ln>
                <a:noFill/>
              </a:ln>
              <a:solidFill>
                <a:schemeClr val="accent4">
                  <a:alpha val="90000"/>
                </a:schemeClr>
              </a:solidFill>
              <a:effectLst/>
              <a:uLnTx/>
              <a:uFillTx/>
              <a:latin typeface="vivo Sans Medium"/>
              <a:ea typeface="vivo Sans Medium"/>
              <a:cs typeface="+mn-cs"/>
            </a:endParaRPr>
          </a:p>
        </p:txBody>
      </p:sp>
      <p:sp>
        <p:nvSpPr>
          <p:cNvPr id="50" name="!! 日期">
            <a:extLst>
              <a:ext uri="{FF2B5EF4-FFF2-40B4-BE49-F238E27FC236}">
                <a16:creationId xmlns:a16="http://schemas.microsoft.com/office/drawing/2014/main" id="{901D0691-C938-0B7A-AAFD-EF2B6214E1DB}"/>
              </a:ext>
            </a:extLst>
          </p:cNvPr>
          <p:cNvSpPr txBox="1"/>
          <p:nvPr/>
        </p:nvSpPr>
        <p:spPr>
          <a:xfrm>
            <a:off x="942871" y="-2468532"/>
            <a:ext cx="442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2025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18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日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alpha val="90000"/>
                  </a:schemeClr>
                </a:solidFill>
                <a:effectLst/>
                <a:uLnTx/>
                <a:uFillTx/>
                <a:latin typeface="vivo Sans"/>
                <a:ea typeface="vivo Sans"/>
              </a:rPr>
              <a:t>星期一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alpha val="90000"/>
                </a:schemeClr>
              </a:solidFill>
              <a:effectLst/>
              <a:uLnTx/>
              <a:uFillTx/>
              <a:latin typeface="vivo Sans"/>
              <a:ea typeface="vivo Sans"/>
            </a:endParaRPr>
          </a:p>
        </p:txBody>
      </p:sp>
      <p:grpSp>
        <p:nvGrpSpPr>
          <p:cNvPr id="51" name="!! LeafOS通知">
            <a:extLst>
              <a:ext uri="{FF2B5EF4-FFF2-40B4-BE49-F238E27FC236}">
                <a16:creationId xmlns:a16="http://schemas.microsoft.com/office/drawing/2014/main" id="{344AB5C1-4CAF-08EF-648E-DFD0A0C139D6}"/>
              </a:ext>
            </a:extLst>
          </p:cNvPr>
          <p:cNvGrpSpPr/>
          <p:nvPr/>
        </p:nvGrpSpPr>
        <p:grpSpPr>
          <a:xfrm>
            <a:off x="822669" y="-6291383"/>
            <a:ext cx="4255665" cy="1141576"/>
            <a:chOff x="5746396" y="1119353"/>
            <a:chExt cx="4255665" cy="1141576"/>
          </a:xfrm>
        </p:grpSpPr>
        <p:sp useBgFill="1">
          <p:nvSpPr>
            <p:cNvPr id="52" name="!! 弹窗">
              <a:extLst>
                <a:ext uri="{FF2B5EF4-FFF2-40B4-BE49-F238E27FC236}">
                  <a16:creationId xmlns:a16="http://schemas.microsoft.com/office/drawing/2014/main" id="{603FDD85-BE65-2A1A-BDFC-F52CB648AECF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3" name="!! 弹窗">
              <a:extLst>
                <a:ext uri="{FF2B5EF4-FFF2-40B4-BE49-F238E27FC236}">
                  <a16:creationId xmlns:a16="http://schemas.microsoft.com/office/drawing/2014/main" id="{3E17CDEA-049A-FE85-9649-9EF8D10720C4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4" name="标题">
              <a:extLst>
                <a:ext uri="{FF2B5EF4-FFF2-40B4-BE49-F238E27FC236}">
                  <a16:creationId xmlns:a16="http://schemas.microsoft.com/office/drawing/2014/main" id="{527F16B4-AC9E-8356-84B1-4106E4A142AA}"/>
                </a:ext>
              </a:extLst>
            </p:cNvPr>
            <p:cNvSpPr txBox="1"/>
            <p:nvPr/>
          </p:nvSpPr>
          <p:spPr>
            <a:xfrm>
              <a:off x="5970206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55" name="内容">
              <a:extLst>
                <a:ext uri="{FF2B5EF4-FFF2-40B4-BE49-F238E27FC236}">
                  <a16:creationId xmlns:a16="http://schemas.microsoft.com/office/drawing/2014/main" id="{E73862D2-E30C-4BB7-79D9-F1CBBCF0DA20}"/>
                </a:ext>
              </a:extLst>
            </p:cNvPr>
            <p:cNvSpPr txBox="1"/>
            <p:nvPr/>
          </p:nvSpPr>
          <p:spPr>
            <a:xfrm>
              <a:off x="5970206" y="1809066"/>
              <a:ext cx="292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此版本的系统尚不完整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77DDFFF-D620-16B0-D2BC-27EA6D48915C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Leaf OS· 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现在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70C10ABD-96B7-34B5-AAA0-DA06A929A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6078435" y="1324267"/>
              <a:ext cx="159760" cy="192192"/>
            </a:xfrm>
            <a:prstGeom prst="rect">
              <a:avLst/>
            </a:prstGeom>
          </p:spPr>
        </p:pic>
      </p:grpSp>
      <p:sp>
        <p:nvSpPr>
          <p:cNvPr id="58" name="!! 通知栏">
            <a:extLst>
              <a:ext uri="{FF2B5EF4-FFF2-40B4-BE49-F238E27FC236}">
                <a16:creationId xmlns:a16="http://schemas.microsoft.com/office/drawing/2014/main" id="{581B2806-3D88-53D3-98B1-9204CD3033BC}"/>
              </a:ext>
            </a:extLst>
          </p:cNvPr>
          <p:cNvSpPr txBox="1"/>
          <p:nvPr/>
        </p:nvSpPr>
        <p:spPr>
          <a:xfrm>
            <a:off x="822669" y="-6636580"/>
            <a:ext cx="93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</a:rPr>
              <a:t>1 </a:t>
            </a:r>
            <a:r>
              <a:rPr lang="zh-CN" altLang="en-US" sz="1200" dirty="0">
                <a:solidFill>
                  <a:schemeClr val="accent4"/>
                </a:solidFill>
              </a:rPr>
              <a:t>通知 </a:t>
            </a:r>
          </a:p>
        </p:txBody>
      </p:sp>
    </p:spTree>
    <p:extLst>
      <p:ext uri="{BB962C8B-B14F-4D97-AF65-F5344CB8AC3E}">
        <p14:creationId xmlns:p14="http://schemas.microsoft.com/office/powerpoint/2010/main" val="111761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3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DE37-E221-BDE6-9A45-0E8F4B24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D505F72C-BB6A-D8C1-A988-D953B685EB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AC649DC-AA7D-AB9E-544D-887E2DB231BD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A9FA1437-2A5B-6755-53CA-3ADF3BCE89C2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CD70BB32-A5CA-122D-D995-D1BC47E4264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4C620DFB-C507-6C80-0D7F-E6D8DA387177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6EFADDD4-DB2E-BD06-09AA-202B419BE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FB667E9A-30FB-F5BA-2FD3-4870E9F4BDB0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964A5643-0348-9488-C035-9C20C921B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D6BDA33B-3DDF-264F-1369-D7BDB4D14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BC517631-6B58-23C5-E82C-37203FDB759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8B09DE13-C5F0-7BA8-A771-C06D2F5E6B48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33E5258D-135E-3B38-4C69-0E81660E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hlinkClick r:id="rId12" action="ppaction://hlinksldjump"/>
              <a:extLst>
                <a:ext uri="{FF2B5EF4-FFF2-40B4-BE49-F238E27FC236}">
                  <a16:creationId xmlns:a16="http://schemas.microsoft.com/office/drawing/2014/main" id="{C3FB1D10-1A9D-981B-25E4-79E3DEE8F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9" name="!! 通知框1">
            <a:extLst>
              <a:ext uri="{FF2B5EF4-FFF2-40B4-BE49-F238E27FC236}">
                <a16:creationId xmlns:a16="http://schemas.microsoft.com/office/drawing/2014/main" id="{B395B654-75B5-F25C-A4E6-494A29EC7019}"/>
              </a:ext>
            </a:extLst>
          </p:cNvPr>
          <p:cNvGrpSpPr/>
          <p:nvPr/>
        </p:nvGrpSpPr>
        <p:grpSpPr>
          <a:xfrm>
            <a:off x="7322079" y="236147"/>
            <a:ext cx="4564916" cy="944954"/>
            <a:chOff x="5801943" y="1589194"/>
            <a:chExt cx="4564916" cy="1120385"/>
          </a:xfrm>
        </p:grpSpPr>
        <p:sp>
          <p:nvSpPr>
            <p:cNvPr id="20" name="!! 弹窗">
              <a:extLst>
                <a:ext uri="{FF2B5EF4-FFF2-40B4-BE49-F238E27FC236}">
                  <a16:creationId xmlns:a16="http://schemas.microsoft.com/office/drawing/2014/main" id="{711CB066-0183-0044-6788-1B141296F5DB}"/>
                </a:ext>
              </a:extLst>
            </p:cNvPr>
            <p:cNvSpPr/>
            <p:nvPr/>
          </p:nvSpPr>
          <p:spPr>
            <a:xfrm>
              <a:off x="5801943" y="1589194"/>
              <a:ext cx="4564916" cy="1120385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1" name="标题">
              <a:extLst>
                <a:ext uri="{FF2B5EF4-FFF2-40B4-BE49-F238E27FC236}">
                  <a16:creationId xmlns:a16="http://schemas.microsoft.com/office/drawing/2014/main" id="{E5061F90-07EB-B9CF-6469-2386B7127FB7}"/>
                </a:ext>
              </a:extLst>
            </p:cNvPr>
            <p:cNvSpPr txBox="1"/>
            <p:nvPr/>
          </p:nvSpPr>
          <p:spPr>
            <a:xfrm>
              <a:off x="6086462" y="1794786"/>
              <a:ext cx="3229042" cy="401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您正在使用预览版系统</a:t>
              </a:r>
            </a:p>
          </p:txBody>
        </p:sp>
        <p:sp>
          <p:nvSpPr>
            <p:cNvPr id="22" name="内容">
              <a:extLst>
                <a:ext uri="{FF2B5EF4-FFF2-40B4-BE49-F238E27FC236}">
                  <a16:creationId xmlns:a16="http://schemas.microsoft.com/office/drawing/2014/main" id="{10A51C37-6E21-2717-CD76-D868737008CB}"/>
                </a:ext>
              </a:extLst>
            </p:cNvPr>
            <p:cNvSpPr txBox="1"/>
            <p:nvPr/>
          </p:nvSpPr>
          <p:spPr>
            <a:xfrm>
              <a:off x="6086462" y="2140290"/>
              <a:ext cx="2925729" cy="364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此版本的系统尚不完整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9478989-9688-BA66-1D0E-0BDC2971D4A7}"/>
                </a:ext>
              </a:extLst>
            </p:cNvPr>
            <p:cNvSpPr txBox="1"/>
            <p:nvPr/>
          </p:nvSpPr>
          <p:spPr>
            <a:xfrm>
              <a:off x="8408381" y="1736815"/>
              <a:ext cx="1701800" cy="310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Leaf OS ·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现在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F3A8303-E1F0-1BC6-AC7D-DD925996888F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5" name="!! 设置">
              <a:extLst>
                <a:ext uri="{FF2B5EF4-FFF2-40B4-BE49-F238E27FC236}">
                  <a16:creationId xmlns:a16="http://schemas.microsoft.com/office/drawing/2014/main" id="{5CB5EB9F-B9E7-3362-59CD-2C9A60A949FB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7" name="背景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ACE8E8A4-93F8-7135-65F9-2B80BE719B5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齿轮" descr="单级齿轮 轮廓">
                <a:extLst>
                  <a:ext uri="{FF2B5EF4-FFF2-40B4-BE49-F238E27FC236}">
                    <a16:creationId xmlns:a16="http://schemas.microsoft.com/office/drawing/2014/main" id="{46863A38-225E-BEF1-351C-AEFA6E6EB2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E483916-2996-87C9-E2DD-35FACE657D34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08F2D0-4DEB-CEBA-D3C0-C0048A7FFD51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24" name="!! 设置">
              <a:extLst>
                <a:ext uri="{FF2B5EF4-FFF2-40B4-BE49-F238E27FC236}">
                  <a16:creationId xmlns:a16="http://schemas.microsoft.com/office/drawing/2014/main" id="{1CF3F830-94B2-0A17-926B-608E53BC4D63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6" name="背景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229735C7-5E11-764C-F3E8-0C0F1D3E6B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7" name="齿轮">
                <a:extLst>
                  <a:ext uri="{FF2B5EF4-FFF2-40B4-BE49-F238E27FC236}">
                    <a16:creationId xmlns:a16="http://schemas.microsoft.com/office/drawing/2014/main" id="{6FEC3D47-F37F-0B8D-A3A4-C02EA514A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344BE4-8914-98DC-0B04-3DA2B268A14B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255487F-2237-3ECC-568C-A9F7C2EFAD19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30" name="!! 设置">
              <a:extLst>
                <a:ext uri="{FF2B5EF4-FFF2-40B4-BE49-F238E27FC236}">
                  <a16:creationId xmlns:a16="http://schemas.microsoft.com/office/drawing/2014/main" id="{42F14C5F-36A0-7A00-E757-5581E06432B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32" name="背景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9A31C049-EAF4-B646-0C06-5396EA9877A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3" name="齿轮">
                <a:extLst>
                  <a:ext uri="{FF2B5EF4-FFF2-40B4-BE49-F238E27FC236}">
                    <a16:creationId xmlns:a16="http://schemas.microsoft.com/office/drawing/2014/main" id="{A51CCA43-130F-EB91-00DE-9EF8EF4A82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200F5B6-60C8-7A58-4B47-9F2DBAA95ADB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788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2" accel="10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3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5844-8027-8071-0369-C34943A3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 dock右">
            <a:extLst>
              <a:ext uri="{FF2B5EF4-FFF2-40B4-BE49-F238E27FC236}">
                <a16:creationId xmlns:a16="http://schemas.microsoft.com/office/drawing/2014/main" id="{63FE3F46-B84C-3A25-2DE4-7D5E75AA6327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9926C43F-8950-3815-D583-3D2163E5DA3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EAB71172-773E-0CFB-0387-52F10DD0171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49563261-53D0-1757-B37D-F60764AC7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8502721C-CB74-34AF-14F3-2369AA3DDF8B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9ED16195-1E75-D835-D944-514511BBD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03DDCF86-EFA6-2721-8BBC-0D7030993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38B53D26-6568-284B-CAB2-29EF31C3821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5B58586A-875F-E8A4-CE00-556B1310248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A05B92F6-B6FF-0E22-3B50-CA2F0250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extLst>
                <a:ext uri="{FF2B5EF4-FFF2-40B4-BE49-F238E27FC236}">
                  <a16:creationId xmlns:a16="http://schemas.microsoft.com/office/drawing/2014/main" id="{7B75A4E8-54FF-7F55-08CC-4D66D4907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4BA78C3-D45A-A1E0-FA56-AACD8E6E560C}"/>
              </a:ext>
            </a:extLst>
          </p:cNvPr>
          <p:cNvGrpSpPr/>
          <p:nvPr/>
        </p:nvGrpSpPr>
        <p:grpSpPr>
          <a:xfrm>
            <a:off x="2838289" y="1037886"/>
            <a:ext cx="658298" cy="967680"/>
            <a:chOff x="2726128" y="2691285"/>
            <a:chExt cx="527312" cy="775134"/>
          </a:xfrm>
          <a:effectLst/>
        </p:grpSpPr>
        <p:grpSp>
          <p:nvGrpSpPr>
            <p:cNvPr id="14" name="!! 设置">
              <a:extLst>
                <a:ext uri="{FF2B5EF4-FFF2-40B4-BE49-F238E27FC236}">
                  <a16:creationId xmlns:a16="http://schemas.microsoft.com/office/drawing/2014/main" id="{618FAF69-A422-FB23-0850-76CA6817AAF7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6" name="背景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115814E-2F5A-EEF0-5500-FFB1DE79BAB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7" name="齿轮">
                <a:extLst>
                  <a:ext uri="{FF2B5EF4-FFF2-40B4-BE49-F238E27FC236}">
                    <a16:creationId xmlns:a16="http://schemas.microsoft.com/office/drawing/2014/main" id="{A1D85C6D-8BEB-8C51-C510-811A1192A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6572A53-5377-1924-0250-5D4ED93CFA6B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96823A-5D07-E76F-6E1F-7FF8C6F15BD7}"/>
              </a:ext>
            </a:extLst>
          </p:cNvPr>
          <p:cNvGrpSpPr/>
          <p:nvPr/>
        </p:nvGrpSpPr>
        <p:grpSpPr>
          <a:xfrm>
            <a:off x="4368152" y="1037886"/>
            <a:ext cx="658298" cy="967680"/>
            <a:chOff x="2726128" y="2691285"/>
            <a:chExt cx="527312" cy="775134"/>
          </a:xfrm>
          <a:effectLst/>
        </p:grpSpPr>
        <p:grpSp>
          <p:nvGrpSpPr>
            <p:cNvPr id="19" name="!! 设置">
              <a:extLst>
                <a:ext uri="{FF2B5EF4-FFF2-40B4-BE49-F238E27FC236}">
                  <a16:creationId xmlns:a16="http://schemas.microsoft.com/office/drawing/2014/main" id="{D1EC4C8C-57FC-5436-24BF-82FC63684084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1" name="背景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EF3E375F-1AE2-ADA8-15C1-D0030EF0AB4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齿轮">
                <a:extLst>
                  <a:ext uri="{FF2B5EF4-FFF2-40B4-BE49-F238E27FC236}">
                    <a16:creationId xmlns:a16="http://schemas.microsoft.com/office/drawing/2014/main" id="{230303B3-2EAB-DDD8-F423-82F9927DD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5F9083C-60D7-BB18-CC65-3812F3620BFA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sp>
        <p:nvSpPr>
          <p:cNvPr id="24" name="!! 背景">
            <a:hlinkClick r:id="rId19" action="ppaction://hlinksldjump"/>
            <a:extLst>
              <a:ext uri="{FF2B5EF4-FFF2-40B4-BE49-F238E27FC236}">
                <a16:creationId xmlns:a16="http://schemas.microsoft.com/office/drawing/2014/main" id="{60A05875-83F0-4B2E-3940-A3B92FF8B5FE}"/>
              </a:ext>
            </a:extLst>
          </p:cNvPr>
          <p:cNvSpPr/>
          <p:nvPr/>
        </p:nvSpPr>
        <p:spPr>
          <a:xfrm>
            <a:off x="1520689" y="794080"/>
            <a:ext cx="1317600" cy="1317600"/>
          </a:xfrm>
          <a:prstGeom prst="roundRect">
            <a:avLst>
              <a:gd name="adj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3" name="!! 背景">
            <a:hlinkClick r:id="rId19" action="ppaction://hlinksldjump"/>
            <a:extLst>
              <a:ext uri="{FF2B5EF4-FFF2-40B4-BE49-F238E27FC236}">
                <a16:creationId xmlns:a16="http://schemas.microsoft.com/office/drawing/2014/main" id="{0C63F55D-70C9-A221-25E0-5E60DAC8EDCF}"/>
              </a:ext>
            </a:extLst>
          </p:cNvPr>
          <p:cNvSpPr/>
          <p:nvPr/>
        </p:nvSpPr>
        <p:spPr>
          <a:xfrm>
            <a:off x="1659673" y="933566"/>
            <a:ext cx="658298" cy="658298"/>
          </a:xfrm>
          <a:prstGeom prst="roundRect">
            <a:avLst>
              <a:gd name="adj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34" name="!! icon" descr="单级齿轮 轮廓">
            <a:extLst>
              <a:ext uri="{FF2B5EF4-FFF2-40B4-BE49-F238E27FC236}">
                <a16:creationId xmlns:a16="http://schemas.microsoft.com/office/drawing/2014/main" id="{36B55144-7EFF-74EA-B699-81E7558AF9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29811" y="1003704"/>
            <a:ext cx="518022" cy="51802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40DC0D7-52C9-29C4-B037-35D25CF10BCA}"/>
              </a:ext>
            </a:extLst>
          </p:cNvPr>
          <p:cNvSpPr txBox="1"/>
          <p:nvPr/>
        </p:nvSpPr>
        <p:spPr>
          <a:xfrm>
            <a:off x="1659673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335182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6666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" fill="hold"/>
                                        <p:tgtEl>
                                          <p:spTgt spid="3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66667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22222E-6 L 0.01576 0.02778 " pathEditMode="relative" rAng="0" ptsTypes="AA">
                                      <p:cBhvr>
                                        <p:cTn id="8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750" fill="hold"/>
                                        <p:tgtEl>
                                          <p:spTgt spid="24"/>
                                        </p:tgtEl>
                                      </p:cBhvr>
                                      <p:by x="92541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</p:cBhvr>
                                      <p:by x="100000" y="52049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44444E-6 L 0.32122 0.28819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55" y="1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24" grpId="3" animBg="1"/>
      <p:bldP spid="33" grpId="0" animBg="1"/>
      <p:bldP spid="3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3412-9D33-C3EF-9937-A65FE974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 dock右">
            <a:extLst>
              <a:ext uri="{FF2B5EF4-FFF2-40B4-BE49-F238E27FC236}">
                <a16:creationId xmlns:a16="http://schemas.microsoft.com/office/drawing/2014/main" id="{D5BE545F-80D2-E55F-96FD-023334BA24DB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3" name="!! 模糊">
              <a:extLst>
                <a:ext uri="{FF2B5EF4-FFF2-40B4-BE49-F238E27FC236}">
                  <a16:creationId xmlns:a16="http://schemas.microsoft.com/office/drawing/2014/main" id="{DB052BBE-0F43-8EFF-18FA-25A4251BAE1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" name="!! 颜色遮罩">
              <a:extLst>
                <a:ext uri="{FF2B5EF4-FFF2-40B4-BE49-F238E27FC236}">
                  <a16:creationId xmlns:a16="http://schemas.microsoft.com/office/drawing/2014/main" id="{17379B0A-7FCF-4634-9844-D1DC0ABE59A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" name="!! 信号">
              <a:extLst>
                <a:ext uri="{FF2B5EF4-FFF2-40B4-BE49-F238E27FC236}">
                  <a16:creationId xmlns:a16="http://schemas.microsoft.com/office/drawing/2014/main" id="{86F2A5CA-5F0B-6F31-71AF-2E2C136BB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" name="!! 运营商">
              <a:extLst>
                <a:ext uri="{FF2B5EF4-FFF2-40B4-BE49-F238E27FC236}">
                  <a16:creationId xmlns:a16="http://schemas.microsoft.com/office/drawing/2014/main" id="{99FB0AFA-BCF9-7B8C-4F9F-1E7705156BA9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7" name="!! 通知">
              <a:extLst>
                <a:ext uri="{FF2B5EF4-FFF2-40B4-BE49-F238E27FC236}">
                  <a16:creationId xmlns:a16="http://schemas.microsoft.com/office/drawing/2014/main" id="{F9BA928C-BF63-B41C-78B1-2C00574EC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8" name="!! 电池">
              <a:extLst>
                <a:ext uri="{FF2B5EF4-FFF2-40B4-BE49-F238E27FC236}">
                  <a16:creationId xmlns:a16="http://schemas.microsoft.com/office/drawing/2014/main" id="{EFA3F45E-DE39-5BE5-7973-CEF3EAF63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9" name="!! 时间">
              <a:extLst>
                <a:ext uri="{FF2B5EF4-FFF2-40B4-BE49-F238E27FC236}">
                  <a16:creationId xmlns:a16="http://schemas.microsoft.com/office/drawing/2014/main" id="{6EA2B47B-021A-8567-1CD2-257710AD908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0" name="!! AC">
              <a:extLst>
                <a:ext uri="{FF2B5EF4-FFF2-40B4-BE49-F238E27FC236}">
                  <a16:creationId xmlns:a16="http://schemas.microsoft.com/office/drawing/2014/main" id="{0377A83D-91F5-8DA6-5A76-CF125C3142BD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1" name="!! 声音">
              <a:extLst>
                <a:ext uri="{FF2B5EF4-FFF2-40B4-BE49-F238E27FC236}">
                  <a16:creationId xmlns:a16="http://schemas.microsoft.com/office/drawing/2014/main" id="{F3B2DF5E-5280-5F01-A987-76EBE76BD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2" name="!! 电源">
              <a:extLst>
                <a:ext uri="{FF2B5EF4-FFF2-40B4-BE49-F238E27FC236}">
                  <a16:creationId xmlns:a16="http://schemas.microsoft.com/office/drawing/2014/main" id="{4A4884B0-94AF-1765-D9F0-BB2436F0B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pic>
        <p:nvPicPr>
          <p:cNvPr id="34" name="!! icon" descr="单级齿轮 轮廓">
            <a:extLst>
              <a:ext uri="{FF2B5EF4-FFF2-40B4-BE49-F238E27FC236}">
                <a16:creationId xmlns:a16="http://schemas.microsoft.com/office/drawing/2014/main" id="{F02A48D9-4F3A-84EB-4EE8-D2B51C0D67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29811" y="1003704"/>
            <a:ext cx="518022" cy="51802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C232D44-DB9E-7538-9207-B778587FB9B2}"/>
              </a:ext>
            </a:extLst>
          </p:cNvPr>
          <p:cNvSpPr txBox="1"/>
          <p:nvPr/>
        </p:nvSpPr>
        <p:spPr>
          <a:xfrm>
            <a:off x="1659673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设置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452459D-427E-DAC0-5A7B-BF414BD52925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4" name="!! 设置">
              <a:extLst>
                <a:ext uri="{FF2B5EF4-FFF2-40B4-BE49-F238E27FC236}">
                  <a16:creationId xmlns:a16="http://schemas.microsoft.com/office/drawing/2014/main" id="{12398318-C042-17F3-6E9C-A4B7AB555F84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6" name="背景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9F8FA3C9-996D-1155-36D2-4E66F121AFA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7" name="齿轮">
                <a:extLst>
                  <a:ext uri="{FF2B5EF4-FFF2-40B4-BE49-F238E27FC236}">
                    <a16:creationId xmlns:a16="http://schemas.microsoft.com/office/drawing/2014/main" id="{5597AECE-751D-7BA5-AD10-148ED0DE8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67A25E7-FE01-8B48-F638-EBBC9D5E9A1A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913A0FE-B416-56C8-203F-200F5F1FC375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9" name="!! 设置">
              <a:extLst>
                <a:ext uri="{FF2B5EF4-FFF2-40B4-BE49-F238E27FC236}">
                  <a16:creationId xmlns:a16="http://schemas.microsoft.com/office/drawing/2014/main" id="{48B9D699-D5B0-87A7-D3DB-CB665B50E155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21" name="背景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961D4D29-9CE6-5C55-3542-2D040B3D08F1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齿轮">
                <a:extLst>
                  <a:ext uri="{FF2B5EF4-FFF2-40B4-BE49-F238E27FC236}">
                    <a16:creationId xmlns:a16="http://schemas.microsoft.com/office/drawing/2014/main" id="{E5E0B370-11F6-0AA1-2F44-3E72B17DE8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863D9E-1735-EF71-0E04-FD4EA977DA21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5183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9C2F-F7C3-8A2C-C12F-484A0153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!! 壁纸">
            <a:extLst>
              <a:ext uri="{FF2B5EF4-FFF2-40B4-BE49-F238E27FC236}">
                <a16:creationId xmlns:a16="http://schemas.microsoft.com/office/drawing/2014/main" id="{67F11038-99AC-8B5E-F5C6-0A609D342AB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!! 背景">
            <a:hlinkClick r:id="rId4" action="ppaction://hlinksldjump"/>
            <a:extLst>
              <a:ext uri="{FF2B5EF4-FFF2-40B4-BE49-F238E27FC236}">
                <a16:creationId xmlns:a16="http://schemas.microsoft.com/office/drawing/2014/main" id="{3A34F81F-A5C1-B02D-80FB-CDF8E697CF3A}"/>
              </a:ext>
            </a:extLst>
          </p:cNvPr>
          <p:cNvSpPr/>
          <p:nvPr/>
        </p:nvSpPr>
        <p:spPr>
          <a:xfrm>
            <a:off x="1659673" y="933566"/>
            <a:ext cx="658298" cy="658298"/>
          </a:xfrm>
          <a:prstGeom prst="roundRect">
            <a:avLst/>
          </a:prstGeom>
          <a:solidFill>
            <a:srgbClr val="547A9C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7" name="!! 图标" descr="单级齿轮 轮廓">
            <a:extLst>
              <a:ext uri="{FF2B5EF4-FFF2-40B4-BE49-F238E27FC236}">
                <a16:creationId xmlns:a16="http://schemas.microsoft.com/office/drawing/2014/main" id="{B263AB0A-B502-7192-1B01-25E5C7716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9811" y="1003704"/>
            <a:ext cx="518022" cy="518022"/>
          </a:xfrm>
          <a:prstGeom prst="rect">
            <a:avLst/>
          </a:prstGeom>
        </p:spPr>
      </p:pic>
      <p:sp>
        <p:nvSpPr>
          <p:cNvPr id="25" name="name">
            <a:extLst>
              <a:ext uri="{FF2B5EF4-FFF2-40B4-BE49-F238E27FC236}">
                <a16:creationId xmlns:a16="http://schemas.microsoft.com/office/drawing/2014/main" id="{0CA3A8D0-ED8F-1299-38C7-FB20D162DB03}"/>
              </a:ext>
            </a:extLst>
          </p:cNvPr>
          <p:cNvSpPr txBox="1"/>
          <p:nvPr/>
        </p:nvSpPr>
        <p:spPr>
          <a:xfrm>
            <a:off x="1659673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设置</a:t>
            </a:r>
          </a:p>
        </p:txBody>
      </p:sp>
      <p:grpSp>
        <p:nvGrpSpPr>
          <p:cNvPr id="28" name="相机App">
            <a:extLst>
              <a:ext uri="{FF2B5EF4-FFF2-40B4-BE49-F238E27FC236}">
                <a16:creationId xmlns:a16="http://schemas.microsoft.com/office/drawing/2014/main" id="{8A4E1ECB-7EDB-42D0-FD4E-3475DC663AE4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3189536" y="933566"/>
            <a:chExt cx="658298" cy="967680"/>
          </a:xfrm>
        </p:grpSpPr>
        <p:grpSp>
          <p:nvGrpSpPr>
            <p:cNvPr id="29" name="!! icon">
              <a:extLst>
                <a:ext uri="{FF2B5EF4-FFF2-40B4-BE49-F238E27FC236}">
                  <a16:creationId xmlns:a16="http://schemas.microsoft.com/office/drawing/2014/main" id="{C599B361-7DA7-FF33-C5C6-A72201236FC8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31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1D8CA45-466D-1951-CEDA-412B034D804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5" name="!! 图标">
                <a:extLst>
                  <a:ext uri="{FF2B5EF4-FFF2-40B4-BE49-F238E27FC236}">
                    <a16:creationId xmlns:a16="http://schemas.microsoft.com/office/drawing/2014/main" id="{DCC34437-5997-B938-94DA-06E5E627E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0" name="name">
              <a:extLst>
                <a:ext uri="{FF2B5EF4-FFF2-40B4-BE49-F238E27FC236}">
                  <a16:creationId xmlns:a16="http://schemas.microsoft.com/office/drawing/2014/main" id="{6B25BA0C-DB22-1A70-2290-A5B39FDF55F9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36" name="相册App">
            <a:extLst>
              <a:ext uri="{FF2B5EF4-FFF2-40B4-BE49-F238E27FC236}">
                <a16:creationId xmlns:a16="http://schemas.microsoft.com/office/drawing/2014/main" id="{5C3034D4-26FA-D058-9F46-E5699E2C339F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4719399" y="933566"/>
            <a:chExt cx="658298" cy="967680"/>
          </a:xfrm>
        </p:grpSpPr>
        <p:grpSp>
          <p:nvGrpSpPr>
            <p:cNvPr id="37" name="!! icon">
              <a:extLst>
                <a:ext uri="{FF2B5EF4-FFF2-40B4-BE49-F238E27FC236}">
                  <a16:creationId xmlns:a16="http://schemas.microsoft.com/office/drawing/2014/main" id="{23BE2DD4-5885-5CF2-4F01-2236FCE1B315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9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0A88BEA-FA35-EFC2-1B33-BAC9280A4CA6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40" name="!! 图标">
                <a:extLst>
                  <a:ext uri="{FF2B5EF4-FFF2-40B4-BE49-F238E27FC236}">
                    <a16:creationId xmlns:a16="http://schemas.microsoft.com/office/drawing/2014/main" id="{5804BF94-DCC8-2F0B-AA4C-E61D8297F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8" name="name">
              <a:extLst>
                <a:ext uri="{FF2B5EF4-FFF2-40B4-BE49-F238E27FC236}">
                  <a16:creationId xmlns:a16="http://schemas.microsoft.com/office/drawing/2014/main" id="{BB3F66CF-53A6-9163-365A-E2D166EA7FE7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grpSp>
        <p:nvGrpSpPr>
          <p:cNvPr id="41" name="!! dock右">
            <a:extLst>
              <a:ext uri="{FF2B5EF4-FFF2-40B4-BE49-F238E27FC236}">
                <a16:creationId xmlns:a16="http://schemas.microsoft.com/office/drawing/2014/main" id="{C8F74B73-E3AC-19C4-0611-8B6977144AA2}"/>
              </a:ext>
            </a:extLst>
          </p:cNvPr>
          <p:cNvGrpSpPr/>
          <p:nvPr/>
        </p:nvGrpSpPr>
        <p:grpSpPr>
          <a:xfrm>
            <a:off x="4869920" y="5974164"/>
            <a:ext cx="2452159" cy="704838"/>
            <a:chOff x="7408333" y="5780624"/>
            <a:chExt cx="2452159" cy="704838"/>
          </a:xfrm>
        </p:grpSpPr>
        <p:sp useBgFill="1">
          <p:nvSpPr>
            <p:cNvPr id="42" name="!! 模糊">
              <a:extLst>
                <a:ext uri="{FF2B5EF4-FFF2-40B4-BE49-F238E27FC236}">
                  <a16:creationId xmlns:a16="http://schemas.microsoft.com/office/drawing/2014/main" id="{E55B2640-3AB5-0CF8-AC28-B06690A6C5B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3" name="!! 颜色遮罩">
              <a:extLst>
                <a:ext uri="{FF2B5EF4-FFF2-40B4-BE49-F238E27FC236}">
                  <a16:creationId xmlns:a16="http://schemas.microsoft.com/office/drawing/2014/main" id="{8829DB92-74D2-405E-662D-D4E8FFD4FEF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4" name="!! 信号">
              <a:extLst>
                <a:ext uri="{FF2B5EF4-FFF2-40B4-BE49-F238E27FC236}">
                  <a16:creationId xmlns:a16="http://schemas.microsoft.com/office/drawing/2014/main" id="{AE1BDC3F-4A0D-CCD0-3BD8-4005F8389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5" name="!! 运营商">
              <a:extLst>
                <a:ext uri="{FF2B5EF4-FFF2-40B4-BE49-F238E27FC236}">
                  <a16:creationId xmlns:a16="http://schemas.microsoft.com/office/drawing/2014/main" id="{AF0586C9-61C3-3310-435A-62DCA7D4CCD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6" name="!! 通知">
              <a:extLst>
                <a:ext uri="{FF2B5EF4-FFF2-40B4-BE49-F238E27FC236}">
                  <a16:creationId xmlns:a16="http://schemas.microsoft.com/office/drawing/2014/main" id="{62385B51-B219-9F7C-AC55-45AD3D085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7" name="!! 电池">
              <a:extLst>
                <a:ext uri="{FF2B5EF4-FFF2-40B4-BE49-F238E27FC236}">
                  <a16:creationId xmlns:a16="http://schemas.microsoft.com/office/drawing/2014/main" id="{DC48359A-2F39-C248-0C6A-5499B51A7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8" name="!! 时间">
              <a:extLst>
                <a:ext uri="{FF2B5EF4-FFF2-40B4-BE49-F238E27FC236}">
                  <a16:creationId xmlns:a16="http://schemas.microsoft.com/office/drawing/2014/main" id="{44DB19BC-16C5-D04A-FB13-845E17F4D839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9" name="!! AC">
              <a:extLst>
                <a:ext uri="{FF2B5EF4-FFF2-40B4-BE49-F238E27FC236}">
                  <a16:creationId xmlns:a16="http://schemas.microsoft.com/office/drawing/2014/main" id="{553DDC3F-1027-E53E-C993-5FE8059B0F6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0" name="!! 声音">
              <a:extLst>
                <a:ext uri="{FF2B5EF4-FFF2-40B4-BE49-F238E27FC236}">
                  <a16:creationId xmlns:a16="http://schemas.microsoft.com/office/drawing/2014/main" id="{BBF2422C-E3DA-6201-FBFF-A9E3DDA11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1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40B30DEE-A553-C0E2-F28A-340E568EE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451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1440-B83F-11D8-DE5B-C96D7F9E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06F115BC-AB04-04F7-0149-49B8CE815F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215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2" descr="单级齿轮 轮廓">
            <a:extLst>
              <a:ext uri="{FF2B5EF4-FFF2-40B4-BE49-F238E27FC236}">
                <a16:creationId xmlns:a16="http://schemas.microsoft.com/office/drawing/2014/main" id="{AA0E716B-AB3B-8C5C-6A68-1ED6B2242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2383" y="2765384"/>
            <a:ext cx="1327232" cy="1327232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9CAFBB3B-62C4-E884-A4AF-7891817EE708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Preview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 图标" descr="单级齿轮 轮廓">
            <a:extLst>
              <a:ext uri="{FF2B5EF4-FFF2-40B4-BE49-F238E27FC236}">
                <a16:creationId xmlns:a16="http://schemas.microsoft.com/office/drawing/2014/main" id="{2A9A0FA9-C9F0-27D2-95B5-99DC49BC17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8472" y="1583402"/>
            <a:ext cx="3691196" cy="3691196"/>
          </a:xfrm>
          <a:prstGeom prst="rect">
            <a:avLst/>
          </a:prstGeom>
        </p:spPr>
      </p:pic>
      <p:grpSp>
        <p:nvGrpSpPr>
          <p:cNvPr id="5" name="!! dock右">
            <a:extLst>
              <a:ext uri="{FF2B5EF4-FFF2-40B4-BE49-F238E27FC236}">
                <a16:creationId xmlns:a16="http://schemas.microsoft.com/office/drawing/2014/main" id="{46FE2B98-720F-0A42-5596-DF808506C21D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70BD31E1-5187-CF95-62B7-E2DE4EE90E9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B67D2A6D-96F2-C012-BF78-DDC6555C30D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6C75746F-9815-BA89-C395-328410EE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2DEAA7F7-3673-A0E7-25E0-9E2E846E95F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646410E9-49F6-B247-8304-0081321DD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9EEB496E-F47A-3AFD-B27C-AADC4CDF9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0666046D-C2E0-B1D9-EC2F-61F4CE02101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09862D3A-D1AF-BCEE-FD18-3578AF33C38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A888D973-9C79-CFB2-1469-9E7ACCCEE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6" action="ppaction://hlinksldjump"/>
              <a:extLst>
                <a:ext uri="{FF2B5EF4-FFF2-40B4-BE49-F238E27FC236}">
                  <a16:creationId xmlns:a16="http://schemas.microsoft.com/office/drawing/2014/main" id="{ECAFE618-12EC-91DC-A2CE-9E070BA56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048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3DB6-5DBB-704F-C53D-349EBD24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F16F88-F4B2-28FE-AE91-63289E3FDF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72A77990-4022-47A0-9E5E-A0C770F37087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86E0983-0DFD-CFC6-1AE3-A08E356CBB9D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94EFF4F-292F-83EE-2180-85C2F36B1CA6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2995F83-9E93-5CEF-C266-4C8C76179009}"/>
              </a:ext>
            </a:extLst>
          </p:cNvPr>
          <p:cNvSpPr/>
          <p:nvPr/>
        </p:nvSpPr>
        <p:spPr>
          <a:xfrm>
            <a:off x="3594539" y="0"/>
            <a:ext cx="862088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E381A5DA-6216-0539-126A-05623A0161D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A4BBF1CC-BD38-9342-2716-9C15EB4C831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2171DED9-1572-BFA0-231B-A282ED05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pic>
        <p:nvPicPr>
          <p:cNvPr id="9" name="!! 图标" descr="单级齿轮 轮廓">
            <a:extLst>
              <a:ext uri="{FF2B5EF4-FFF2-40B4-BE49-F238E27FC236}">
                <a16:creationId xmlns:a16="http://schemas.microsoft.com/office/drawing/2014/main" id="{3D3E1A1E-00B7-5699-9BBB-98347B08D8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9654" y="2765384"/>
            <a:ext cx="1327232" cy="132723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99408DD0-3C7C-0778-8778-A22832F8F1FC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D61FEDF-3625-8DCC-F16D-E1B8BFF390FE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45" name="!! 软件更新">
            <a:extLst>
              <a:ext uri="{FF2B5EF4-FFF2-40B4-BE49-F238E27FC236}">
                <a16:creationId xmlns:a16="http://schemas.microsoft.com/office/drawing/2014/main" id="{0C328C94-A4E1-F3B3-129D-08F98C9297A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46" name="!! 未选中">
              <a:hlinkClick r:id="rId8" action="ppaction://hlinksldjump"/>
              <a:extLst>
                <a:ext uri="{FF2B5EF4-FFF2-40B4-BE49-F238E27FC236}">
                  <a16:creationId xmlns:a16="http://schemas.microsoft.com/office/drawing/2014/main" id="{BD9A9E34-0CD3-F829-6140-C842DEBE2108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47" name="icon">
              <a:extLst>
                <a:ext uri="{FF2B5EF4-FFF2-40B4-BE49-F238E27FC236}">
                  <a16:creationId xmlns:a16="http://schemas.microsoft.com/office/drawing/2014/main" id="{44056F59-8442-4D8D-BB26-18F12354E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69" name="!! 更多连接">
            <a:extLst>
              <a:ext uri="{FF2B5EF4-FFF2-40B4-BE49-F238E27FC236}">
                <a16:creationId xmlns:a16="http://schemas.microsoft.com/office/drawing/2014/main" id="{B02A8301-5C63-275F-01D7-B8F6B2EF2123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41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DB8B1776-788E-1E9E-E00C-AD00997F2D2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8E6B35B1-4679-3F08-6EC7-EA7D1B0AAAA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79EEB55-1E06-1D76-CA06-21496605961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7" name="icon">
                <a:extLst>
                  <a:ext uri="{FF2B5EF4-FFF2-40B4-BE49-F238E27FC236}">
                    <a16:creationId xmlns:a16="http://schemas.microsoft.com/office/drawing/2014/main" id="{3551D096-AF8B-8145-174E-511E04D7E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22" name="!! 蓝牙">
            <a:extLst>
              <a:ext uri="{FF2B5EF4-FFF2-40B4-BE49-F238E27FC236}">
                <a16:creationId xmlns:a16="http://schemas.microsoft.com/office/drawing/2014/main" id="{75B15ABD-F9C1-6C88-B9E5-E15FC0F10CC2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3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C5B8ABEA-BAEC-F46E-644B-87D3308B75EA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877FAD67-A7EB-9949-9D72-2539A52F0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23" name="!! WLAN">
            <a:extLst>
              <a:ext uri="{FF2B5EF4-FFF2-40B4-BE49-F238E27FC236}">
                <a16:creationId xmlns:a16="http://schemas.microsoft.com/office/drawing/2014/main" id="{0AA77C6A-45E5-63F4-1830-48A5017B0B05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4" name="!! WLAN">
              <a:extLst>
                <a:ext uri="{FF2B5EF4-FFF2-40B4-BE49-F238E27FC236}">
                  <a16:creationId xmlns:a16="http://schemas.microsoft.com/office/drawing/2014/main" id="{1BDDC6E2-6FA2-45AE-9F90-653798823D77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36" name="!! 未选中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444EB89-07B2-3E5E-FCDD-83A3DC18555C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E9309EF1-6CB4-737B-E8CA-45E0EF539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D50584B4-9E1B-E75D-B25F-7E9E17566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21" name="!! 关于">
            <a:extLst>
              <a:ext uri="{FF2B5EF4-FFF2-40B4-BE49-F238E27FC236}">
                <a16:creationId xmlns:a16="http://schemas.microsoft.com/office/drawing/2014/main" id="{4B4BAD8A-20DA-8557-A498-A76FA7E30F4E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49" name="!! 未选中">
              <a:hlinkClick r:id="rId22" action="ppaction://hlinksldjump"/>
              <a:extLst>
                <a:ext uri="{FF2B5EF4-FFF2-40B4-BE49-F238E27FC236}">
                  <a16:creationId xmlns:a16="http://schemas.microsoft.com/office/drawing/2014/main" id="{A4F1D237-B680-C8AB-8971-6AA046DBEAF4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09DBDD2F-40CC-4C4F-117D-7B9A906C7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129BBDFE-0DEF-F66F-EEAB-5CC2A71E91AF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25" action="ppaction://hlinksldjump"/>
              <a:extLst>
                <a:ext uri="{FF2B5EF4-FFF2-40B4-BE49-F238E27FC236}">
                  <a16:creationId xmlns:a16="http://schemas.microsoft.com/office/drawing/2014/main" id="{22F07386-7021-B40B-EEC0-6B738A1A9D8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187212C-5868-7F20-101C-55E3C26F1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6" name="!! 更多连接">
            <a:extLst>
              <a:ext uri="{FF2B5EF4-FFF2-40B4-BE49-F238E27FC236}">
                <a16:creationId xmlns:a16="http://schemas.microsoft.com/office/drawing/2014/main" id="{CA02C16D-0B47-2269-BC71-765610B9FC1D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7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06EEDFC1-538A-020E-92BC-90EEB29E79A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DF74511-893E-9B96-B2F0-76D4F56BA04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5CA26C0B-0D71-578E-715F-C2EF6B95104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icon">
                <a:extLst>
                  <a:ext uri="{FF2B5EF4-FFF2-40B4-BE49-F238E27FC236}">
                    <a16:creationId xmlns:a16="http://schemas.microsoft.com/office/drawing/2014/main" id="{A861E6A0-0FF2-FC22-E78F-910919F70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dock右">
            <a:extLst>
              <a:ext uri="{FF2B5EF4-FFF2-40B4-BE49-F238E27FC236}">
                <a16:creationId xmlns:a16="http://schemas.microsoft.com/office/drawing/2014/main" id="{87B59653-F21E-82D3-9A2E-2ADDEDF38F5C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39" name="!! 模糊">
              <a:extLst>
                <a:ext uri="{FF2B5EF4-FFF2-40B4-BE49-F238E27FC236}">
                  <a16:creationId xmlns:a16="http://schemas.microsoft.com/office/drawing/2014/main" id="{37C3D627-5FB9-E611-BCB5-BA7432B7E1C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0" name="!! 颜色遮罩">
              <a:extLst>
                <a:ext uri="{FF2B5EF4-FFF2-40B4-BE49-F238E27FC236}">
                  <a16:creationId xmlns:a16="http://schemas.microsoft.com/office/drawing/2014/main" id="{C892D4F1-9401-4604-5B1E-0838047C9C7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2" name="!! 信号">
              <a:extLst>
                <a:ext uri="{FF2B5EF4-FFF2-40B4-BE49-F238E27FC236}">
                  <a16:creationId xmlns:a16="http://schemas.microsoft.com/office/drawing/2014/main" id="{BF12BB76-F5F3-1515-A2C7-DE7B03FBA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1AAE3C14-27FC-0958-06B2-713664B1C83C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50" name="!! 通知">
              <a:extLst>
                <a:ext uri="{FF2B5EF4-FFF2-40B4-BE49-F238E27FC236}">
                  <a16:creationId xmlns:a16="http://schemas.microsoft.com/office/drawing/2014/main" id="{3F42327E-C0AA-06C8-8737-75AF12D5E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51" name="!! 电池">
              <a:extLst>
                <a:ext uri="{FF2B5EF4-FFF2-40B4-BE49-F238E27FC236}">
                  <a16:creationId xmlns:a16="http://schemas.microsoft.com/office/drawing/2014/main" id="{6FA16C82-1CCF-BFE8-A20B-AF179DC55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3" name="!! 时间">
              <a:extLst>
                <a:ext uri="{FF2B5EF4-FFF2-40B4-BE49-F238E27FC236}">
                  <a16:creationId xmlns:a16="http://schemas.microsoft.com/office/drawing/2014/main" id="{06E2E2FD-FEE8-29F1-A6FC-CC7EE653638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5" name="!! AC">
              <a:extLst>
                <a:ext uri="{FF2B5EF4-FFF2-40B4-BE49-F238E27FC236}">
                  <a16:creationId xmlns:a16="http://schemas.microsoft.com/office/drawing/2014/main" id="{E9BD8ED5-2C22-9465-F163-45FC0D1946CC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6" name="!! 声音">
              <a:extLst>
                <a:ext uri="{FF2B5EF4-FFF2-40B4-BE49-F238E27FC236}">
                  <a16:creationId xmlns:a16="http://schemas.microsoft.com/office/drawing/2014/main" id="{F07F6CD0-C4E1-6BAD-EB9E-E94E0DF4D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7" name="!! 电源">
              <a:hlinkClick r:id="rId39" action="ppaction://hlinksldjump"/>
              <a:extLst>
                <a:ext uri="{FF2B5EF4-FFF2-40B4-BE49-F238E27FC236}">
                  <a16:creationId xmlns:a16="http://schemas.microsoft.com/office/drawing/2014/main" id="{0115DF8C-4B12-B4FE-124C-38C3BD3D4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276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decel="10000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animMotion origin="layout" path="M 1.875E-6 1.11111E-6 L 0.02174 1.11111E-6 " pathEditMode="relative" rAng="0" ptsTypes="AA">
                                      <p:cBhvr>
                                        <p:cTn id="17" dur="33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1.875E-6 1.11111E-6 L 0.02174 1.11111E-6 " pathEditMode="relative" rAng="0" ptsTypes="AA">
                                      <p:cBhvr>
                                        <p:cTn id="22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decel="10000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1.875E-6 1.11111E-6 L 0.02174 1.11111E-6 " pathEditMode="relative" rAng="0" ptsTypes="AA">
                                      <p:cBhvr>
                                        <p:cTn id="27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3" presetClass="path" presetSubtype="0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5" dur="33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decel="10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1.875E-6 1.11111E-6 L 0.02174 1.11111E-6 " pathEditMode="relative" rAng="0" ptsTypes="AA">
                                      <p:cBhvr>
                                        <p:cTn id="40" dur="33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3" presetClass="path" presetSubtype="0" decel="10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1.875E-6 1.11111E-6 L 0.02174 1.11111E-6 " pathEditMode="relative" rAng="0" ptsTypes="AA">
                                      <p:cBhvr>
                                        <p:cTn id="45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ECD0-0710-6AD3-891E-93084FE7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72BADD9-4A75-40BE-84B3-FE47E0600053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560DECC-5057-6B67-203B-04F1E77754E6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3A15A18-82DE-0949-0022-BE1346E82CF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304112A2-B89D-5C20-840D-1F1EDCD8A305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1C569EB1-5901-407D-803A-F64606BA8469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8EA38F92-2CB2-CFF3-C887-135D617A4A5E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ECCAE648-7D04-9ADC-2B82-205119A18E6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D522CF31-6599-3FAB-64CB-F0BD46133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7" name="按钮">
            <a:extLst>
              <a:ext uri="{FF2B5EF4-FFF2-40B4-BE49-F238E27FC236}">
                <a16:creationId xmlns:a16="http://schemas.microsoft.com/office/drawing/2014/main" id="{A0EB4917-98DE-FE77-6CDB-DE82201CFDE8}"/>
              </a:ext>
            </a:extLst>
          </p:cNvPr>
          <p:cNvSpPr/>
          <p:nvPr/>
        </p:nvSpPr>
        <p:spPr>
          <a:xfrm>
            <a:off x="4178595" y="1408477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vivo Sans Light" panose="02000400000000000000" pitchFamily="2" charset="-122"/>
                <a:cs typeface="vivo Sans Light" panose="02000400000000000000" pitchFamily="2" charset="-122"/>
              </a:rPr>
              <a:t>WLAN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grpSp>
        <p:nvGrpSpPr>
          <p:cNvPr id="55" name="!! 关闭按钮">
            <a:extLst>
              <a:ext uri="{FF2B5EF4-FFF2-40B4-BE49-F238E27FC236}">
                <a16:creationId xmlns:a16="http://schemas.microsoft.com/office/drawing/2014/main" id="{4FDAB42E-9CA7-4348-243C-A355270A9E14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56" name="矩形: 圆角 55">
              <a:hlinkClick r:id="rId6" action="ppaction://hlinksldjump"/>
              <a:extLst>
                <a:ext uri="{FF2B5EF4-FFF2-40B4-BE49-F238E27FC236}">
                  <a16:creationId xmlns:a16="http://schemas.microsoft.com/office/drawing/2014/main" id="{11E6A8D4-B1EA-0A88-6F54-FA5A6D5013B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90647903-F96A-2BBA-BBA3-EF891D2EA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4" name="返回">
            <a:extLst>
              <a:ext uri="{FF2B5EF4-FFF2-40B4-BE49-F238E27FC236}">
                <a16:creationId xmlns:a16="http://schemas.microsoft.com/office/drawing/2014/main" id="{0264D694-C50D-FA7E-2D24-9B93D6417B39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8" name="!! 副标题">
              <a:extLst>
                <a:ext uri="{FF2B5EF4-FFF2-40B4-BE49-F238E27FC236}">
                  <a16:creationId xmlns:a16="http://schemas.microsoft.com/office/drawing/2014/main" id="{C2D2FFE6-1BFD-C4E1-E591-8D2332E2DECF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WLAN</a:t>
              </a:r>
              <a:endParaRPr lang="zh-CN" altLang="en-US" dirty="0"/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B93A631A-04EC-446D-63AF-653EDB784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按钮">
            <a:extLst>
              <a:ext uri="{FF2B5EF4-FFF2-40B4-BE49-F238E27FC236}">
                <a16:creationId xmlns:a16="http://schemas.microsoft.com/office/drawing/2014/main" id="{CADEF3C5-BD12-DEE7-A0CE-2EEDFA9B10E9}"/>
              </a:ext>
            </a:extLst>
          </p:cNvPr>
          <p:cNvSpPr/>
          <p:nvPr/>
        </p:nvSpPr>
        <p:spPr>
          <a:xfrm>
            <a:off x="4157833" y="2374489"/>
            <a:ext cx="7429350" cy="1347739"/>
          </a:xfrm>
          <a:prstGeom prst="roundRect">
            <a:avLst>
              <a:gd name="adj" fmla="val 9881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B333AA-1C94-BFCE-6876-401AB4B06BD3}"/>
              </a:ext>
            </a:extLst>
          </p:cNvPr>
          <p:cNvSpPr txBox="1"/>
          <p:nvPr/>
        </p:nvSpPr>
        <p:spPr>
          <a:xfrm>
            <a:off x="4254575" y="2095132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WLAN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列表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EAD9F9-990D-4542-CE24-B6BC6CCEA978}"/>
              </a:ext>
            </a:extLst>
          </p:cNvPr>
          <p:cNvSpPr txBox="1"/>
          <p:nvPr/>
        </p:nvSpPr>
        <p:spPr>
          <a:xfrm>
            <a:off x="6586984" y="2894469"/>
            <a:ext cx="261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附近暂无网络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73457D-C409-641F-EB59-9BBD6440458C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2AF277-3EB4-3A8A-C3FC-540399DB4629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16" name="!! 软件更新">
            <a:extLst>
              <a:ext uri="{FF2B5EF4-FFF2-40B4-BE49-F238E27FC236}">
                <a16:creationId xmlns:a16="http://schemas.microsoft.com/office/drawing/2014/main" id="{40C791EC-A3BE-FC09-5285-3E4CBF948090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7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8F18B274-1CBA-A1E1-D3F3-72F44B61C7A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18" name="icon">
              <a:extLst>
                <a:ext uri="{FF2B5EF4-FFF2-40B4-BE49-F238E27FC236}">
                  <a16:creationId xmlns:a16="http://schemas.microsoft.com/office/drawing/2014/main" id="{FCDB9575-CFC0-F230-B4B4-EF34C81C7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21" name="!! 更多连接">
            <a:extLst>
              <a:ext uri="{FF2B5EF4-FFF2-40B4-BE49-F238E27FC236}">
                <a16:creationId xmlns:a16="http://schemas.microsoft.com/office/drawing/2014/main" id="{0596721B-9486-970A-3275-01AE477C0E0B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22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419A1DBF-E8AA-3254-5CDC-487E11D1CE0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92C3A64-BFC2-ABB3-0B3E-E00E150118A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FB7CACA7-35C0-2CFC-4C5F-CD6D06CD1A9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" name="icon">
                <a:extLst>
                  <a:ext uri="{FF2B5EF4-FFF2-40B4-BE49-F238E27FC236}">
                    <a16:creationId xmlns:a16="http://schemas.microsoft.com/office/drawing/2014/main" id="{55771A34-4EBF-E735-463E-AEA87C2BC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29" name="!! 蓝牙">
            <a:extLst>
              <a:ext uri="{FF2B5EF4-FFF2-40B4-BE49-F238E27FC236}">
                <a16:creationId xmlns:a16="http://schemas.microsoft.com/office/drawing/2014/main" id="{3BB220F6-729D-01B3-F347-50C7F99661D7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0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97095984-C87F-CA94-9E76-0B7516ECA716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C5E24B51-5D75-0A84-2D94-35C145A75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32" name="!! WLAN">
            <a:extLst>
              <a:ext uri="{FF2B5EF4-FFF2-40B4-BE49-F238E27FC236}">
                <a16:creationId xmlns:a16="http://schemas.microsoft.com/office/drawing/2014/main" id="{BE4EDD64-0E9A-4C57-FD9B-8C89A931B95E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33" name="!! WLAN">
              <a:extLst>
                <a:ext uri="{FF2B5EF4-FFF2-40B4-BE49-F238E27FC236}">
                  <a16:creationId xmlns:a16="http://schemas.microsoft.com/office/drawing/2014/main" id="{F2B3125C-2219-79C7-9BB3-50E292A0E56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9" name="!! 未选中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734119FD-7041-6F4D-BDB1-3FD176FB5542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tx1">
                  <a:lumMod val="10000"/>
                  <a:lumOff val="90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60" name="icon">
                <a:extLst>
                  <a:ext uri="{FF2B5EF4-FFF2-40B4-BE49-F238E27FC236}">
                    <a16:creationId xmlns:a16="http://schemas.microsoft.com/office/drawing/2014/main" id="{BBE9117F-A15B-91BB-349E-6E4257BBB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82164640-2F31-59D8-7187-60E06ADF9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1" name="!! 关于">
            <a:extLst>
              <a:ext uri="{FF2B5EF4-FFF2-40B4-BE49-F238E27FC236}">
                <a16:creationId xmlns:a16="http://schemas.microsoft.com/office/drawing/2014/main" id="{71281F8E-1C8E-6806-72B2-E076E146B97D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2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8AB1FB3F-2B5E-9EA5-B5B1-BD8F51EB91F1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A065E410-1125-B303-EC7A-6D313F701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4" name="!! 更多连接">
            <a:extLst>
              <a:ext uri="{FF2B5EF4-FFF2-40B4-BE49-F238E27FC236}">
                <a16:creationId xmlns:a16="http://schemas.microsoft.com/office/drawing/2014/main" id="{16FDB528-59FF-D4E3-9FED-D9320F0CC10F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5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C8C30622-4D97-A50A-2DFF-D516EBBD3E6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66C4580-1BD0-2A34-24FC-6495A74952A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7EEB5C54-D121-90B5-AB8F-C2585A34328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8" name="icon">
                <a:extLst>
                  <a:ext uri="{FF2B5EF4-FFF2-40B4-BE49-F238E27FC236}">
                    <a16:creationId xmlns:a16="http://schemas.microsoft.com/office/drawing/2014/main" id="{E6292897-3A87-38FE-972A-67E7EEFFC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37" name="!! 开关1背景">
            <a:extLst>
              <a:ext uri="{FF2B5EF4-FFF2-40B4-BE49-F238E27FC236}">
                <a16:creationId xmlns:a16="http://schemas.microsoft.com/office/drawing/2014/main" id="{6E93833D-9AAA-3556-E426-E3BB96E0AAEC}"/>
              </a:ext>
            </a:extLst>
          </p:cNvPr>
          <p:cNvSpPr/>
          <p:nvPr/>
        </p:nvSpPr>
        <p:spPr>
          <a:xfrm>
            <a:off x="10979986" y="1585175"/>
            <a:ext cx="358687" cy="19822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8" name="!! 开关1">
            <a:extLst>
              <a:ext uri="{FF2B5EF4-FFF2-40B4-BE49-F238E27FC236}">
                <a16:creationId xmlns:a16="http://schemas.microsoft.com/office/drawing/2014/main" id="{22016A3B-C816-9B67-3C82-2429F0EDAF6F}"/>
              </a:ext>
            </a:extLst>
          </p:cNvPr>
          <p:cNvSpPr/>
          <p:nvPr/>
        </p:nvSpPr>
        <p:spPr>
          <a:xfrm>
            <a:off x="11016627" y="1618756"/>
            <a:ext cx="126000" cy="1252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9" name="!! 开关1触控响应层">
            <a:extLst>
              <a:ext uri="{FF2B5EF4-FFF2-40B4-BE49-F238E27FC236}">
                <a16:creationId xmlns:a16="http://schemas.microsoft.com/office/drawing/2014/main" id="{7AE2A287-96F0-DC1E-4803-D0BEF85E654F}"/>
              </a:ext>
            </a:extLst>
          </p:cNvPr>
          <p:cNvSpPr/>
          <p:nvPr/>
        </p:nvSpPr>
        <p:spPr>
          <a:xfrm>
            <a:off x="10979987" y="1584621"/>
            <a:ext cx="358686" cy="19822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19" name="!! dock右">
            <a:extLst>
              <a:ext uri="{FF2B5EF4-FFF2-40B4-BE49-F238E27FC236}">
                <a16:creationId xmlns:a16="http://schemas.microsoft.com/office/drawing/2014/main" id="{AFE68844-236B-C698-A8F3-76F181AE1045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84083265-A052-2D5F-71BD-09A847F4836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!! 颜色遮罩">
              <a:extLst>
                <a:ext uri="{FF2B5EF4-FFF2-40B4-BE49-F238E27FC236}">
                  <a16:creationId xmlns:a16="http://schemas.microsoft.com/office/drawing/2014/main" id="{25D6E28F-2AEC-98ED-0D45-438895B0A80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!! 信号">
              <a:extLst>
                <a:ext uri="{FF2B5EF4-FFF2-40B4-BE49-F238E27FC236}">
                  <a16:creationId xmlns:a16="http://schemas.microsoft.com/office/drawing/2014/main" id="{06C30833-66E2-CA27-18DC-05A9EDE64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1E64DCB4-5157-6604-00F9-D29636B292FE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0" name="!! 通知">
              <a:extLst>
                <a:ext uri="{FF2B5EF4-FFF2-40B4-BE49-F238E27FC236}">
                  <a16:creationId xmlns:a16="http://schemas.microsoft.com/office/drawing/2014/main" id="{08255897-626A-E5FE-49A3-943F2CB6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5BEA828C-178E-5082-F076-DCAD784DA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2" name="!! 时间">
              <a:extLst>
                <a:ext uri="{FF2B5EF4-FFF2-40B4-BE49-F238E27FC236}">
                  <a16:creationId xmlns:a16="http://schemas.microsoft.com/office/drawing/2014/main" id="{9F878706-EDE8-7BE2-2D24-2029CC0B235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3" name="!! AC">
              <a:extLst>
                <a:ext uri="{FF2B5EF4-FFF2-40B4-BE49-F238E27FC236}">
                  <a16:creationId xmlns:a16="http://schemas.microsoft.com/office/drawing/2014/main" id="{349C9F68-CC86-773A-1FE2-A45256C2837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4" name="!! 声音">
              <a:extLst>
                <a:ext uri="{FF2B5EF4-FFF2-40B4-BE49-F238E27FC236}">
                  <a16:creationId xmlns:a16="http://schemas.microsoft.com/office/drawing/2014/main" id="{8E001580-B2CC-2FE5-C459-EBFCC5E16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5" name="!! 电源">
              <a:hlinkClick r:id="rId39" action="ppaction://hlinksldjump"/>
              <a:extLst>
                <a:ext uri="{FF2B5EF4-FFF2-40B4-BE49-F238E27FC236}">
                  <a16:creationId xmlns:a16="http://schemas.microsoft.com/office/drawing/2014/main" id="{3688A5C4-C233-6C2C-7B51-F376B087C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72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95833E-6 1.11111E-6 L 0.01342 0.00069 " pathEditMode="relative" rAng="0" ptsTypes="AA" p14:bounceEnd="64000">
                                          <p:cBhvr>
                                            <p:cTn id="1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00" y="23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42" presetClass="path" presetSubtype="0" accel="18000" fill="hold" grpId="1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2 0.00069 L -3.95833E-6 1.11111E-6 " pathEditMode="relative" rAng="0" ptsTypes="AA" p14:bounceEnd="64000">
                                          <p:cBhvr>
                                            <p:cTn id="2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00" y="-46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23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24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25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2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9" grpId="0"/>
          <p:bldP spid="9" grpId="1"/>
          <p:bldP spid="10" grpId="0"/>
          <p:bldP spid="10" grpId="1"/>
          <p:bldP spid="37" grpId="0" animBg="1"/>
          <p:bldP spid="37" grpId="1" animBg="1"/>
          <p:bldP spid="38" grpId="0" animBg="1"/>
          <p:bldP spid="3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95833E-6 1.11111E-6 L 0.01342 0.00069 " pathEditMode="relative" rAng="0" ptsTypes="AA">
                                          <p:cBhvr>
                                            <p:cTn id="1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42" presetClass="path" presetSubtype="0" accel="1800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2 0.00069 L -3.95833E-6 1.11111E-6 " pathEditMode="relative" rAng="0" ptsTypes="AA">
                                          <p:cBhvr>
                                            <p:cTn id="2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23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24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25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2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9" grpId="0"/>
          <p:bldP spid="9" grpId="1"/>
          <p:bldP spid="10" grpId="0"/>
          <p:bldP spid="10" grpId="1"/>
          <p:bldP spid="37" grpId="0" animBg="1"/>
          <p:bldP spid="37" grpId="1" animBg="1"/>
          <p:bldP spid="38" grpId="0" animBg="1"/>
          <p:bldP spid="38" grpId="1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6301-A94A-43D5-56FE-AFCF6787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C0D81330-70CA-4135-A3CF-782EDD2244EA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64AF770B-F65E-2AEE-1840-D6293F626D7A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0C8589A2-EB7E-C277-ACA2-B3C3FE66A55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5FF05EE6-A410-217F-5008-7EAAAB1D587D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1954F641-E334-C1D2-2FC8-C008BD1AD622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CFEACEE8-6C8C-BEEB-289C-EBA0D202CD31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9EE75FDF-D4F1-8E63-A5EB-51A00027599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E299C930-E8F9-009F-E7CC-29B384FF6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7" name="按钮">
            <a:extLst>
              <a:ext uri="{FF2B5EF4-FFF2-40B4-BE49-F238E27FC236}">
                <a16:creationId xmlns:a16="http://schemas.microsoft.com/office/drawing/2014/main" id="{0A6257A1-335F-3AE5-4E16-692E12858F87}"/>
              </a:ext>
            </a:extLst>
          </p:cNvPr>
          <p:cNvSpPr/>
          <p:nvPr/>
        </p:nvSpPr>
        <p:spPr>
          <a:xfrm>
            <a:off x="4178595" y="1408477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蓝牙</a:t>
            </a:r>
          </a:p>
        </p:txBody>
      </p:sp>
      <p:grpSp>
        <p:nvGrpSpPr>
          <p:cNvPr id="72" name="!! 警告">
            <a:extLst>
              <a:ext uri="{FF2B5EF4-FFF2-40B4-BE49-F238E27FC236}">
                <a16:creationId xmlns:a16="http://schemas.microsoft.com/office/drawing/2014/main" id="{F7F68E91-F0CD-EC0E-1EAC-08EE203AD1EC}"/>
              </a:ext>
            </a:extLst>
          </p:cNvPr>
          <p:cNvGrpSpPr/>
          <p:nvPr/>
        </p:nvGrpSpPr>
        <p:grpSpPr>
          <a:xfrm>
            <a:off x="4178595" y="2198998"/>
            <a:ext cx="7429350" cy="781669"/>
            <a:chOff x="6744289" y="1953066"/>
            <a:chExt cx="3541817" cy="781669"/>
          </a:xfrm>
        </p:grpSpPr>
        <p:sp>
          <p:nvSpPr>
            <p:cNvPr id="73" name="!! 背景">
              <a:extLst>
                <a:ext uri="{FF2B5EF4-FFF2-40B4-BE49-F238E27FC236}">
                  <a16:creationId xmlns:a16="http://schemas.microsoft.com/office/drawing/2014/main" id="{57D8B22D-91CC-C278-8750-9D27A150F74A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5252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74" name="!! 标题">
              <a:extLst>
                <a:ext uri="{FF2B5EF4-FFF2-40B4-BE49-F238E27FC236}">
                  <a16:creationId xmlns:a16="http://schemas.microsoft.com/office/drawing/2014/main" id="{7A5DCF45-7AEC-FF06-1826-626E415923ED}"/>
                </a:ext>
              </a:extLst>
            </p:cNvPr>
            <p:cNvSpPr txBox="1"/>
            <p:nvPr/>
          </p:nvSpPr>
          <p:spPr>
            <a:xfrm>
              <a:off x="6846810" y="2081312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蓝牙不可用</a:t>
              </a:r>
            </a:p>
          </p:txBody>
        </p:sp>
        <p:sp>
          <p:nvSpPr>
            <p:cNvPr id="75" name="!! 副标题">
              <a:extLst>
                <a:ext uri="{FF2B5EF4-FFF2-40B4-BE49-F238E27FC236}">
                  <a16:creationId xmlns:a16="http://schemas.microsoft.com/office/drawing/2014/main" id="{3FAF7BC2-24D3-7CF5-D241-AF97891C9163}"/>
                </a:ext>
              </a:extLst>
            </p:cNvPr>
            <p:cNvSpPr txBox="1"/>
            <p:nvPr/>
          </p:nvSpPr>
          <p:spPr>
            <a:xfrm>
              <a:off x="6846810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未检测到蓝牙适配器</a:t>
              </a:r>
            </a:p>
          </p:txBody>
        </p:sp>
      </p:grpSp>
      <p:grpSp>
        <p:nvGrpSpPr>
          <p:cNvPr id="38" name="!! 关闭按钮">
            <a:extLst>
              <a:ext uri="{FF2B5EF4-FFF2-40B4-BE49-F238E27FC236}">
                <a16:creationId xmlns:a16="http://schemas.microsoft.com/office/drawing/2014/main" id="{BC54524F-F548-457E-EBCD-EDE44C414640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39" name="矩形: 圆角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3952ABC8-2605-DF3B-2B26-ED3BD4F1538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903C1315-8F11-E0CE-5988-B916CB912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7" name="返回">
            <a:extLst>
              <a:ext uri="{FF2B5EF4-FFF2-40B4-BE49-F238E27FC236}">
                <a16:creationId xmlns:a16="http://schemas.microsoft.com/office/drawing/2014/main" id="{EBD52A86-F672-C697-A313-34464D1A0708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8" name="!! 副标题">
              <a:extLst>
                <a:ext uri="{FF2B5EF4-FFF2-40B4-BE49-F238E27FC236}">
                  <a16:creationId xmlns:a16="http://schemas.microsoft.com/office/drawing/2014/main" id="{D3ADC455-9C09-F4CF-B33C-AB4A1B2EC68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蓝牙</a:t>
              </a: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CE2B2589-5287-7389-3A7F-AF54C9595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A850E5EA-692D-E37C-F3CC-246EB1901ACC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714217A-13DD-6D08-DFA3-9409228A7FE2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45" name="!! 软件更新">
            <a:extLst>
              <a:ext uri="{FF2B5EF4-FFF2-40B4-BE49-F238E27FC236}">
                <a16:creationId xmlns:a16="http://schemas.microsoft.com/office/drawing/2014/main" id="{4C45219C-F09F-1FB9-CDAF-B19B3BAF316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46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24ED28F0-4906-DF50-2821-6BE2AD99A228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47" name="icon">
              <a:extLst>
                <a:ext uri="{FF2B5EF4-FFF2-40B4-BE49-F238E27FC236}">
                  <a16:creationId xmlns:a16="http://schemas.microsoft.com/office/drawing/2014/main" id="{2D27E3CE-165F-C589-9F32-4B0F9E37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8" name="!! 更多连接">
            <a:extLst>
              <a:ext uri="{FF2B5EF4-FFF2-40B4-BE49-F238E27FC236}">
                <a16:creationId xmlns:a16="http://schemas.microsoft.com/office/drawing/2014/main" id="{740112C7-CC17-CCB6-FA14-1F893E80BC7E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E1F03911-15F1-42C6-95D5-481FB1DA87B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C0A2DD1-42EB-2AEC-C792-DFC4B78F1BE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B39AE883-538F-C09B-350B-672EB0221DC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E3D3568D-7EE5-6773-4018-7EAAD1D87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3" name="!! 蓝牙">
            <a:extLst>
              <a:ext uri="{FF2B5EF4-FFF2-40B4-BE49-F238E27FC236}">
                <a16:creationId xmlns:a16="http://schemas.microsoft.com/office/drawing/2014/main" id="{837F755E-5E61-61B9-65B1-37D02E554FA3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4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1960902E-D0E6-B3C1-585E-A53866064370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5" name="图形 54">
              <a:extLst>
                <a:ext uri="{FF2B5EF4-FFF2-40B4-BE49-F238E27FC236}">
                  <a16:creationId xmlns:a16="http://schemas.microsoft.com/office/drawing/2014/main" id="{08A7C615-B478-3BEC-0018-4EB61CEB7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6" name="!! WLAN">
            <a:extLst>
              <a:ext uri="{FF2B5EF4-FFF2-40B4-BE49-F238E27FC236}">
                <a16:creationId xmlns:a16="http://schemas.microsoft.com/office/drawing/2014/main" id="{6CCDFE80-E0D5-EDC1-56EB-718974CF16A0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7" name="!! WLAN">
              <a:extLst>
                <a:ext uri="{FF2B5EF4-FFF2-40B4-BE49-F238E27FC236}">
                  <a16:creationId xmlns:a16="http://schemas.microsoft.com/office/drawing/2014/main" id="{9CC0BF50-BCBC-2F14-490C-FD32D2723242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9" name="!! 未选中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63E32ED4-2BE8-0503-BC0C-90EA4A948FF1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60" name="icon">
                <a:extLst>
                  <a:ext uri="{FF2B5EF4-FFF2-40B4-BE49-F238E27FC236}">
                    <a16:creationId xmlns:a16="http://schemas.microsoft.com/office/drawing/2014/main" id="{C1C80E25-C8B1-C31D-47EC-BA51CDD2C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C4388106-4C6C-70B2-FC39-977E0351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1" name="!! 关于">
            <a:extLst>
              <a:ext uri="{FF2B5EF4-FFF2-40B4-BE49-F238E27FC236}">
                <a16:creationId xmlns:a16="http://schemas.microsoft.com/office/drawing/2014/main" id="{A66A6E31-C400-90E6-D6E3-2932E8A4F741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2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E86F41EB-82DD-AAC7-E2AB-0E782FECD6A8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3BC1D236-7B35-60B1-F121-497403003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4" name="!! 更多连接">
            <a:extLst>
              <a:ext uri="{FF2B5EF4-FFF2-40B4-BE49-F238E27FC236}">
                <a16:creationId xmlns:a16="http://schemas.microsoft.com/office/drawing/2014/main" id="{133A9712-2DDF-44D4-FAA8-2AB51B08EE89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5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D6CEDBE6-81BF-91C7-20C8-473209C183F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686302C2-01C7-377F-A789-9509E3309AB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3DDED363-7D55-BB1F-181E-F7FE48FE3F8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8" name="icon">
                <a:extLst>
                  <a:ext uri="{FF2B5EF4-FFF2-40B4-BE49-F238E27FC236}">
                    <a16:creationId xmlns:a16="http://schemas.microsoft.com/office/drawing/2014/main" id="{EF5AC8A3-F586-580C-D754-818534BB62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" name="!! 开关1背景">
            <a:extLst>
              <a:ext uri="{FF2B5EF4-FFF2-40B4-BE49-F238E27FC236}">
                <a16:creationId xmlns:a16="http://schemas.microsoft.com/office/drawing/2014/main" id="{44CCF261-8C02-AB60-AAE0-41BDF7CCF700}"/>
              </a:ext>
            </a:extLst>
          </p:cNvPr>
          <p:cNvSpPr/>
          <p:nvPr/>
        </p:nvSpPr>
        <p:spPr>
          <a:xfrm>
            <a:off x="10986218" y="1582867"/>
            <a:ext cx="361453" cy="20721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开关1">
            <a:extLst>
              <a:ext uri="{FF2B5EF4-FFF2-40B4-BE49-F238E27FC236}">
                <a16:creationId xmlns:a16="http://schemas.microsoft.com/office/drawing/2014/main" id="{B8CA36DB-7604-C649-A5E2-8619A5EBACC7}"/>
              </a:ext>
            </a:extLst>
          </p:cNvPr>
          <p:cNvSpPr/>
          <p:nvPr/>
        </p:nvSpPr>
        <p:spPr>
          <a:xfrm>
            <a:off x="11025616" y="1623613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0" name="!! 开关1触控响应层">
            <a:extLst>
              <a:ext uri="{FF2B5EF4-FFF2-40B4-BE49-F238E27FC236}">
                <a16:creationId xmlns:a16="http://schemas.microsoft.com/office/drawing/2014/main" id="{4B76DAFA-CF5F-F673-19BE-3361C4BD8F9E}"/>
              </a:ext>
            </a:extLst>
          </p:cNvPr>
          <p:cNvSpPr/>
          <p:nvPr/>
        </p:nvSpPr>
        <p:spPr>
          <a:xfrm>
            <a:off x="10975752" y="1583421"/>
            <a:ext cx="364911" cy="207217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F87AA1D0-3FB1-63D0-C224-48B8ABFD3D28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68758D95-7D04-E908-1A2C-D44BC186DE0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F84A9169-DC0D-11EB-994A-3B69ACB5D4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4B99EFAC-8047-D8E6-B961-D49A7CD53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BE41E1A9-159A-3632-08C9-5A2F65E7A7DC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6AB37BA3-98C8-59FD-6314-BF03FD37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3E3366A7-9473-E45E-A096-1B1FAEA0C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41FA5E4C-12CB-BFE1-1525-D061C188850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1" name="!! AC">
              <a:extLst>
                <a:ext uri="{FF2B5EF4-FFF2-40B4-BE49-F238E27FC236}">
                  <a16:creationId xmlns:a16="http://schemas.microsoft.com/office/drawing/2014/main" id="{05059A4E-5BD5-5E88-AB6D-E22AEE9F835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2" name="!! 声音">
              <a:extLst>
                <a:ext uri="{FF2B5EF4-FFF2-40B4-BE49-F238E27FC236}">
                  <a16:creationId xmlns:a16="http://schemas.microsoft.com/office/drawing/2014/main" id="{13248964-AE6B-EB59-D53E-DA2EB242A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3" name="!! 电源">
              <a:hlinkClick r:id="rId39" action="ppaction://hlinksldjump"/>
              <a:extLst>
                <a:ext uri="{FF2B5EF4-FFF2-40B4-BE49-F238E27FC236}">
                  <a16:creationId xmlns:a16="http://schemas.microsoft.com/office/drawing/2014/main" id="{E311AFC6-A4F2-B3DF-3EED-FFF082240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86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3.33333E-6 L 0.01263 0.00023 " pathEditMode="relative" rAng="0" ptsTypes="AA" p14:bounceEnd="64000">
                                          <p:cBhvr>
                                            <p:cTn id="1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18000" fill="hold" grpId="1" nodeType="withEffect" p14:presetBounceEnd="64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3.33333E-6 " pathEditMode="relative" rAng="0" ptsTypes="AA" p14:bounceEnd="64000">
                                          <p:cBhvr>
                                            <p:cTn id="13" dur="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"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animBg="1"/>
          <p:bldP spid="9" grpId="0" animBg="1"/>
          <p:bldP spid="9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3.33333E-6 L 0.01263 0.00023 " pathEditMode="relative" rAng="0" ptsTypes="AA">
                                          <p:cBhvr>
                                            <p:cTn id="1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18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3.33333E-6 " pathEditMode="relative" rAng="0" ptsTypes="AA">
                                          <p:cBhvr>
                                            <p:cTn id="13" dur="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"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animBg="1"/>
          <p:bldP spid="9" grpId="0" animBg="1"/>
          <p:bldP spid="9" grpId="1" animBg="1"/>
        </p:bld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2B80-6422-A97E-DE33-DE0C6D05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BD75D444-F23B-5C54-1EF9-953AEF33B77B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B8E07A8-DC7A-C104-BF06-E78D7E2BC539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C71F6AA-7747-46AB-E1AE-8BA1784E636C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BC56E1D-020D-0D85-E581-322AB47EE3B8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25FF4B99-0CB1-46B0-C257-2B1149FAD0C3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4B534FB-0B6A-0125-0E51-B846A6094A75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D00D558-8B6E-21B2-F927-07DB844B179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DE87E53-DE48-FFAC-0063-6D038DAE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8" name="!! 网1按钮属性">
            <a:extLst>
              <a:ext uri="{FF2B5EF4-FFF2-40B4-BE49-F238E27FC236}">
                <a16:creationId xmlns:a16="http://schemas.microsoft.com/office/drawing/2014/main" id="{7CF3F587-2EE1-840C-E349-2D50EC47E3BB}"/>
              </a:ext>
            </a:extLst>
          </p:cNvPr>
          <p:cNvGrpSpPr/>
          <p:nvPr/>
        </p:nvGrpSpPr>
        <p:grpSpPr>
          <a:xfrm>
            <a:off x="4178595" y="1408477"/>
            <a:ext cx="7429350" cy="545100"/>
            <a:chOff x="3640667" y="2582968"/>
            <a:chExt cx="4910666" cy="545100"/>
          </a:xfrm>
        </p:grpSpPr>
        <p:sp>
          <p:nvSpPr>
            <p:cNvPr id="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949A5346-B9AB-BC3A-42CF-EE971F3514A8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400" dirty="0">
                  <a:solidFill>
                    <a:schemeClr val="tx1"/>
                  </a:solidFill>
                </a:rPr>
                <a:t>以太网</a:t>
              </a:r>
            </a:p>
          </p:txBody>
        </p:sp>
        <p:pic>
          <p:nvPicPr>
            <p:cNvPr id="10" name="图形 9">
              <a:extLst>
                <a:ext uri="{FF2B5EF4-FFF2-40B4-BE49-F238E27FC236}">
                  <a16:creationId xmlns:a16="http://schemas.microsoft.com/office/drawing/2014/main" id="{36C7E9DA-37D1-843E-78C7-AB82AE5B0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5" name="!! 网1按钮属性">
            <a:extLst>
              <a:ext uri="{FF2B5EF4-FFF2-40B4-BE49-F238E27FC236}">
                <a16:creationId xmlns:a16="http://schemas.microsoft.com/office/drawing/2014/main" id="{CB79EEF1-2B60-63AB-A6D5-0F5CC4A65D79}"/>
              </a:ext>
            </a:extLst>
          </p:cNvPr>
          <p:cNvGrpSpPr/>
          <p:nvPr/>
        </p:nvGrpSpPr>
        <p:grpSpPr>
          <a:xfrm>
            <a:off x="4178595" y="2101897"/>
            <a:ext cx="7429350" cy="545100"/>
            <a:chOff x="3640667" y="2582968"/>
            <a:chExt cx="4910666" cy="545100"/>
          </a:xfrm>
        </p:grpSpPr>
        <p:sp>
          <p:nvSpPr>
            <p:cNvPr id="16" name="按钮">
              <a:hlinkClick r:id="rId9" action="ppaction://hlinksldjump"/>
              <a:extLst>
                <a:ext uri="{FF2B5EF4-FFF2-40B4-BE49-F238E27FC236}">
                  <a16:creationId xmlns:a16="http://schemas.microsoft.com/office/drawing/2014/main" id="{453099A9-819D-3999-3A37-9DB92D2AEE2F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400" dirty="0">
                  <a:solidFill>
                    <a:schemeClr val="tx1"/>
                  </a:solidFill>
                </a:rPr>
                <a:t>卫星连接</a:t>
              </a:r>
            </a:p>
          </p:txBody>
        </p: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159811FE-91D8-20C4-3F1B-C426E6DD9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41" name="!! 关闭按钮">
            <a:extLst>
              <a:ext uri="{FF2B5EF4-FFF2-40B4-BE49-F238E27FC236}">
                <a16:creationId xmlns:a16="http://schemas.microsoft.com/office/drawing/2014/main" id="{91D12600-847D-287F-ADA1-9C55AEF83628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42" name="矩形: 圆角 41">
              <a:hlinkClick r:id="rId10" action="ppaction://hlinksldjump"/>
              <a:extLst>
                <a:ext uri="{FF2B5EF4-FFF2-40B4-BE49-F238E27FC236}">
                  <a16:creationId xmlns:a16="http://schemas.microsoft.com/office/drawing/2014/main" id="{5227F0C0-A107-F72F-38D7-59A5DB03945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BFBD1A63-F253-5DD0-0956-FA861196C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23" name="返回">
            <a:extLst>
              <a:ext uri="{FF2B5EF4-FFF2-40B4-BE49-F238E27FC236}">
                <a16:creationId xmlns:a16="http://schemas.microsoft.com/office/drawing/2014/main" id="{34582641-D5F8-0888-6095-F18C5AA279A0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24" name="!! 副标题">
              <a:extLst>
                <a:ext uri="{FF2B5EF4-FFF2-40B4-BE49-F238E27FC236}">
                  <a16:creationId xmlns:a16="http://schemas.microsoft.com/office/drawing/2014/main" id="{CB8634D4-2427-859F-8A25-FAEEE6F6DC17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6150AC52-EC30-20E0-EC9F-92EDC9AE9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8617B7A3-9911-09F8-DC13-F01A263B88F3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6FE3B0-149D-01CF-F3B8-E438CFEB3C10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45" name="!! 软件更新">
            <a:extLst>
              <a:ext uri="{FF2B5EF4-FFF2-40B4-BE49-F238E27FC236}">
                <a16:creationId xmlns:a16="http://schemas.microsoft.com/office/drawing/2014/main" id="{5C74C4DE-B2A9-ED09-A69D-A5AE8EEEDC2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46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82A077E8-0328-ACE4-C345-31C7FEC6C00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47" name="icon">
              <a:extLst>
                <a:ext uri="{FF2B5EF4-FFF2-40B4-BE49-F238E27FC236}">
                  <a16:creationId xmlns:a16="http://schemas.microsoft.com/office/drawing/2014/main" id="{7F16A64B-97C2-9870-1CF7-17E42693B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8" name="!! 更多连接">
            <a:extLst>
              <a:ext uri="{FF2B5EF4-FFF2-40B4-BE49-F238E27FC236}">
                <a16:creationId xmlns:a16="http://schemas.microsoft.com/office/drawing/2014/main" id="{ECD2FBB3-57ED-EE4F-D6C2-7263AE9CBD4E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FC520705-DA68-0EB9-168F-05869750A38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D79E10DF-C864-91BA-656B-600AF5FAEDD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757151EA-BE9D-D014-702C-7BE6C775DC0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1986708C-2486-7E50-30C9-0ECB14417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3" name="!! 蓝牙">
            <a:extLst>
              <a:ext uri="{FF2B5EF4-FFF2-40B4-BE49-F238E27FC236}">
                <a16:creationId xmlns:a16="http://schemas.microsoft.com/office/drawing/2014/main" id="{0E125522-9351-62EC-B522-718FCDABA0A5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4" name="!! 未选中">
              <a:hlinkClick r:id="rId21" action="ppaction://hlinksldjump"/>
              <a:extLst>
                <a:ext uri="{FF2B5EF4-FFF2-40B4-BE49-F238E27FC236}">
                  <a16:creationId xmlns:a16="http://schemas.microsoft.com/office/drawing/2014/main" id="{1F67D134-15CF-FC68-228E-8E508CF8EDB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5" name="图形 54">
              <a:extLst>
                <a:ext uri="{FF2B5EF4-FFF2-40B4-BE49-F238E27FC236}">
                  <a16:creationId xmlns:a16="http://schemas.microsoft.com/office/drawing/2014/main" id="{E839CAD9-EF13-9973-A7D2-1ED26C104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6" name="!! WLAN">
            <a:extLst>
              <a:ext uri="{FF2B5EF4-FFF2-40B4-BE49-F238E27FC236}">
                <a16:creationId xmlns:a16="http://schemas.microsoft.com/office/drawing/2014/main" id="{FF2B3978-5BBC-57C7-D238-20D8707F0422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7" name="!! WLAN">
              <a:extLst>
                <a:ext uri="{FF2B5EF4-FFF2-40B4-BE49-F238E27FC236}">
                  <a16:creationId xmlns:a16="http://schemas.microsoft.com/office/drawing/2014/main" id="{9D8218A9-B5F5-9498-3707-BBDD1CD6E6BE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9" name="!! 未选中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3BC3B6E4-1BFA-B064-92ED-A81C5325A34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60" name="icon">
                <a:extLst>
                  <a:ext uri="{FF2B5EF4-FFF2-40B4-BE49-F238E27FC236}">
                    <a16:creationId xmlns:a16="http://schemas.microsoft.com/office/drawing/2014/main" id="{4A541B8A-7F81-ABA0-1B0B-1A7665266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A451DF85-7AF5-5F29-20E2-8B1619930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1" name="!! 关于">
            <a:extLst>
              <a:ext uri="{FF2B5EF4-FFF2-40B4-BE49-F238E27FC236}">
                <a16:creationId xmlns:a16="http://schemas.microsoft.com/office/drawing/2014/main" id="{12FF2356-486E-2741-D32C-F28B2FBC20B0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2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4B251BBE-C9FA-EB1B-9E96-3C9A1C0A619C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B865394B-C4F9-ED93-CB2C-839688B61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4" name="!! 更多连接">
            <a:extLst>
              <a:ext uri="{FF2B5EF4-FFF2-40B4-BE49-F238E27FC236}">
                <a16:creationId xmlns:a16="http://schemas.microsoft.com/office/drawing/2014/main" id="{6400836E-8AB8-305A-6F1C-E58D79F3794A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5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D9ECC0C3-63CA-AABE-3AD9-35C59E59844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C66CDE51-744F-53C3-40EE-710F79F9A53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06B24901-D571-0DDC-CC7F-CBF88D55619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8" name="icon">
                <a:extLst>
                  <a:ext uri="{FF2B5EF4-FFF2-40B4-BE49-F238E27FC236}">
                    <a16:creationId xmlns:a16="http://schemas.microsoft.com/office/drawing/2014/main" id="{3BDE7C1E-3FB8-E75D-242A-ECE8E37C2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FAFA494A-47E0-8F8D-3E94-0FB80283B806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7" name="!! 模糊">
              <a:extLst>
                <a:ext uri="{FF2B5EF4-FFF2-40B4-BE49-F238E27FC236}">
                  <a16:creationId xmlns:a16="http://schemas.microsoft.com/office/drawing/2014/main" id="{D1714768-9AC6-D25A-00AF-83792471952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048A7AF3-ACF3-C008-C615-9D890DABE9F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" name="!! 信号">
              <a:extLst>
                <a:ext uri="{FF2B5EF4-FFF2-40B4-BE49-F238E27FC236}">
                  <a16:creationId xmlns:a16="http://schemas.microsoft.com/office/drawing/2014/main" id="{B09CEB8C-D75E-EB5E-A749-D3FE83CD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4" name="!! 运营商">
              <a:extLst>
                <a:ext uri="{FF2B5EF4-FFF2-40B4-BE49-F238E27FC236}">
                  <a16:creationId xmlns:a16="http://schemas.microsoft.com/office/drawing/2014/main" id="{BA5D0D84-3608-45C2-E28A-71D0340A762D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7" name="!! 通知">
              <a:extLst>
                <a:ext uri="{FF2B5EF4-FFF2-40B4-BE49-F238E27FC236}">
                  <a16:creationId xmlns:a16="http://schemas.microsoft.com/office/drawing/2014/main" id="{45AD9FD9-2B31-A600-E3A0-F59CCBA56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8" name="!! 电池">
              <a:extLst>
                <a:ext uri="{FF2B5EF4-FFF2-40B4-BE49-F238E27FC236}">
                  <a16:creationId xmlns:a16="http://schemas.microsoft.com/office/drawing/2014/main" id="{8DEE8DFB-DE1E-1C4B-5480-8024455F2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9" name="!! 时间">
              <a:extLst>
                <a:ext uri="{FF2B5EF4-FFF2-40B4-BE49-F238E27FC236}">
                  <a16:creationId xmlns:a16="http://schemas.microsoft.com/office/drawing/2014/main" id="{51A5F6EF-BF95-7191-C1BD-54037733155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0" name="!! AC">
              <a:extLst>
                <a:ext uri="{FF2B5EF4-FFF2-40B4-BE49-F238E27FC236}">
                  <a16:creationId xmlns:a16="http://schemas.microsoft.com/office/drawing/2014/main" id="{E6F2E3F3-4462-8A7E-11D2-40D0EAD875BD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F01D7951-4409-F8B0-7176-13E642665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43" action="ppaction://hlinksldjump"/>
              <a:extLst>
                <a:ext uri="{FF2B5EF4-FFF2-40B4-BE49-F238E27FC236}">
                  <a16:creationId xmlns:a16="http://schemas.microsoft.com/office/drawing/2014/main" id="{604A28BE-B022-7B6E-AA57-16DD8A511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435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2F13-B8BF-1F01-753D-3C1DF117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4C7CDC2-3A70-0FB8-FC5C-3AB863A1F19F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FF611148-89D3-825C-523D-EDB6AFDA1400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A227571-0CF2-F0DD-5017-4C480B907732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8E3673D-FE6F-0766-C42A-186A0D4D4FF3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705B6BBE-6F8B-DB9C-2621-A2399D4C1C59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20A1EC13-0438-AC0A-EC9B-4159749C4400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13AC2A35-688F-D747-C1EB-E4A59C431FC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48E61A0-B74B-4817-B560-47EC309D9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6" name="!! 以太网1按钮">
            <a:extLst>
              <a:ext uri="{FF2B5EF4-FFF2-40B4-BE49-F238E27FC236}">
                <a16:creationId xmlns:a16="http://schemas.microsoft.com/office/drawing/2014/main" id="{351B3F44-DE00-4C5B-8F79-9D350D4B4A57}"/>
              </a:ext>
            </a:extLst>
          </p:cNvPr>
          <p:cNvSpPr/>
          <p:nvPr/>
        </p:nvSpPr>
        <p:spPr>
          <a:xfrm>
            <a:off x="4178595" y="1408477"/>
            <a:ext cx="7429350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以太网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 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4" name="!! 网1属性">
            <a:extLst>
              <a:ext uri="{FF2B5EF4-FFF2-40B4-BE49-F238E27FC236}">
                <a16:creationId xmlns:a16="http://schemas.microsoft.com/office/drawing/2014/main" id="{41186419-79F8-320F-8BBE-CCA5DB882D51}"/>
              </a:ext>
            </a:extLst>
          </p:cNvPr>
          <p:cNvGrpSpPr/>
          <p:nvPr/>
        </p:nvGrpSpPr>
        <p:grpSpPr>
          <a:xfrm>
            <a:off x="4178595" y="2105998"/>
            <a:ext cx="7429350" cy="545100"/>
            <a:chOff x="4590270" y="2115623"/>
            <a:chExt cx="6606000" cy="545100"/>
          </a:xfrm>
        </p:grpSpPr>
        <p:sp>
          <p:nvSpPr>
            <p:cNvPr id="11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3F8A05B4-1A78-EEF8-2B06-D0956AA052D9}"/>
                </a:ext>
              </a:extLst>
            </p:cNvPr>
            <p:cNvSpPr/>
            <p:nvPr/>
          </p:nvSpPr>
          <p:spPr>
            <a:xfrm>
              <a:off x="4590270" y="2115623"/>
              <a:ext cx="66060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1 -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属性</a:t>
              </a: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180772E6-61AF-4683-606B-BFD0EF619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854346" y="2298247"/>
              <a:ext cx="150972" cy="152400"/>
            </a:xfrm>
            <a:prstGeom prst="rect">
              <a:avLst/>
            </a:prstGeom>
          </p:spPr>
        </p:pic>
      </p:grpSp>
      <p:grpSp>
        <p:nvGrpSpPr>
          <p:cNvPr id="41" name="!! 关闭按钮">
            <a:extLst>
              <a:ext uri="{FF2B5EF4-FFF2-40B4-BE49-F238E27FC236}">
                <a16:creationId xmlns:a16="http://schemas.microsoft.com/office/drawing/2014/main" id="{2CBF60E0-B6BF-1073-E47E-40605F05E6A4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42" name="矩形: 圆角 41">
              <a:hlinkClick r:id="rId9" action="ppaction://hlinksldjump"/>
              <a:extLst>
                <a:ext uri="{FF2B5EF4-FFF2-40B4-BE49-F238E27FC236}">
                  <a16:creationId xmlns:a16="http://schemas.microsoft.com/office/drawing/2014/main" id="{B3C7AE1E-69E5-E95D-5F27-DA4755E58A7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F8C6DA11-1F05-C648-851A-4363A5132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8" name="返回">
            <a:extLst>
              <a:ext uri="{FF2B5EF4-FFF2-40B4-BE49-F238E27FC236}">
                <a16:creationId xmlns:a16="http://schemas.microsoft.com/office/drawing/2014/main" id="{4101ECD7-A90E-908B-6B24-6FD1C6A0D042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9" name="!! 副标题">
              <a:extLst>
                <a:ext uri="{FF2B5EF4-FFF2-40B4-BE49-F238E27FC236}">
                  <a16:creationId xmlns:a16="http://schemas.microsoft.com/office/drawing/2014/main" id="{16A7E3BB-4AD6-C62D-34CC-5636CC862A60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以太网</a:t>
              </a:r>
            </a:p>
          </p:txBody>
        </p:sp>
        <p:pic>
          <p:nvPicPr>
            <p:cNvPr id="19" name="图形 18">
              <a:hlinkClick r:id="rId12" action="ppaction://hlinksldjump"/>
              <a:extLst>
                <a:ext uri="{FF2B5EF4-FFF2-40B4-BE49-F238E27FC236}">
                  <a16:creationId xmlns:a16="http://schemas.microsoft.com/office/drawing/2014/main" id="{17E3D315-7B7E-E75E-5B22-6B0DF0E68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67DD29D-D444-0B3F-346C-EE2EDB3F143F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A2384A-0004-56CA-C0AF-4E993DC3C7E6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2" name="!! 软件更新">
            <a:extLst>
              <a:ext uri="{FF2B5EF4-FFF2-40B4-BE49-F238E27FC236}">
                <a16:creationId xmlns:a16="http://schemas.microsoft.com/office/drawing/2014/main" id="{0478F54F-5C98-4C79-ACA6-3C0B798AA772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44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9A20E96A-618F-210D-27BB-1E3D539CC465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45" name="icon">
              <a:extLst>
                <a:ext uri="{FF2B5EF4-FFF2-40B4-BE49-F238E27FC236}">
                  <a16:creationId xmlns:a16="http://schemas.microsoft.com/office/drawing/2014/main" id="{A12ED7E2-E34D-F4B9-71A3-3EF23895A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6" name="!! 更多连接">
            <a:extLst>
              <a:ext uri="{FF2B5EF4-FFF2-40B4-BE49-F238E27FC236}">
                <a16:creationId xmlns:a16="http://schemas.microsoft.com/office/drawing/2014/main" id="{6FF3E524-4515-C962-9FC6-17908C6FEDE2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47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17775EE5-E9FE-1B80-DCE1-A529BA08DAC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8FEE963D-34D1-290A-D612-B44E573F4FE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B576D590-6961-019C-34C6-1B33EAF8ABC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0" name="icon">
                <a:extLst>
                  <a:ext uri="{FF2B5EF4-FFF2-40B4-BE49-F238E27FC236}">
                    <a16:creationId xmlns:a16="http://schemas.microsoft.com/office/drawing/2014/main" id="{54526B49-39ED-C0D2-3330-5C58C7388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1" name="!! 蓝牙">
            <a:extLst>
              <a:ext uri="{FF2B5EF4-FFF2-40B4-BE49-F238E27FC236}">
                <a16:creationId xmlns:a16="http://schemas.microsoft.com/office/drawing/2014/main" id="{A3834134-E17B-78F0-51B8-9D48D1FDA52F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2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DB5577B8-AB8F-34E4-F313-762BA52128DD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3" name="图形 52">
              <a:extLst>
                <a:ext uri="{FF2B5EF4-FFF2-40B4-BE49-F238E27FC236}">
                  <a16:creationId xmlns:a16="http://schemas.microsoft.com/office/drawing/2014/main" id="{30B73814-6AF6-CDDF-D87F-3EB9CC230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4" name="!! WLAN">
            <a:extLst>
              <a:ext uri="{FF2B5EF4-FFF2-40B4-BE49-F238E27FC236}">
                <a16:creationId xmlns:a16="http://schemas.microsoft.com/office/drawing/2014/main" id="{E242F12B-904B-F8E1-E504-8A37ED06E3B7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5" name="!! WLAN">
              <a:extLst>
                <a:ext uri="{FF2B5EF4-FFF2-40B4-BE49-F238E27FC236}">
                  <a16:creationId xmlns:a16="http://schemas.microsoft.com/office/drawing/2014/main" id="{4B7AE200-9B4C-7AA0-6A4D-499D37DDA3DA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7" name="!! 未选中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99B082FB-3D25-A55A-CF6E-507EB96AD6E8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8" name="icon">
                <a:extLst>
                  <a:ext uri="{FF2B5EF4-FFF2-40B4-BE49-F238E27FC236}">
                    <a16:creationId xmlns:a16="http://schemas.microsoft.com/office/drawing/2014/main" id="{64BA7EE0-F07A-42DD-8A6B-2B3CB1C973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B4DDEAB4-786D-2B74-5CAF-E3306483D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9" name="!! 关于">
            <a:extLst>
              <a:ext uri="{FF2B5EF4-FFF2-40B4-BE49-F238E27FC236}">
                <a16:creationId xmlns:a16="http://schemas.microsoft.com/office/drawing/2014/main" id="{F43F145E-994E-B50E-47AE-32601CE37A06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0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CFA1AF02-E008-2415-6551-822AC855B68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162B0A01-E011-BC1B-82ED-6912DB1B9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2" name="!! 更多连接">
            <a:extLst>
              <a:ext uri="{FF2B5EF4-FFF2-40B4-BE49-F238E27FC236}">
                <a16:creationId xmlns:a16="http://schemas.microsoft.com/office/drawing/2014/main" id="{AC43ED45-9B4B-B42D-485E-61349A211B98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3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61238148-4265-6D36-486D-6F598DEFFC4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89A0939-2FFB-5335-56DA-FCFE854BE2E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084980E1-A29C-BB64-31DB-24C7F75B6AA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6" name="icon">
                <a:extLst>
                  <a:ext uri="{FF2B5EF4-FFF2-40B4-BE49-F238E27FC236}">
                    <a16:creationId xmlns:a16="http://schemas.microsoft.com/office/drawing/2014/main" id="{3D0EB630-B8C1-CD5D-7E03-3ECF82DC2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" name="!! dock右">
            <a:extLst>
              <a:ext uri="{FF2B5EF4-FFF2-40B4-BE49-F238E27FC236}">
                <a16:creationId xmlns:a16="http://schemas.microsoft.com/office/drawing/2014/main" id="{E91FE5A9-8B69-4C2B-9938-D69FA9D42284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2" name="!! 模糊">
              <a:extLst>
                <a:ext uri="{FF2B5EF4-FFF2-40B4-BE49-F238E27FC236}">
                  <a16:creationId xmlns:a16="http://schemas.microsoft.com/office/drawing/2014/main" id="{E149FD9E-F88F-DD24-B9FF-8BCE825D898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4" name="!! 颜色遮罩">
              <a:extLst>
                <a:ext uri="{FF2B5EF4-FFF2-40B4-BE49-F238E27FC236}">
                  <a16:creationId xmlns:a16="http://schemas.microsoft.com/office/drawing/2014/main" id="{4281733C-BF96-1BEC-CF35-5589B199729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5" name="!! 信号">
              <a:extLst>
                <a:ext uri="{FF2B5EF4-FFF2-40B4-BE49-F238E27FC236}">
                  <a16:creationId xmlns:a16="http://schemas.microsoft.com/office/drawing/2014/main" id="{59E021CA-5ECA-A918-A1D9-8D5E9B32B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587DF311-95F4-6932-BC67-524E6D860527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7" name="!! 通知">
              <a:extLst>
                <a:ext uri="{FF2B5EF4-FFF2-40B4-BE49-F238E27FC236}">
                  <a16:creationId xmlns:a16="http://schemas.microsoft.com/office/drawing/2014/main" id="{7BA78A58-E70B-C921-3A4B-82D756043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8" name="!! 电池">
              <a:extLst>
                <a:ext uri="{FF2B5EF4-FFF2-40B4-BE49-F238E27FC236}">
                  <a16:creationId xmlns:a16="http://schemas.microsoft.com/office/drawing/2014/main" id="{CCA81034-DEAB-844B-9325-AD293C0A6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F1801D3D-9D56-246D-837F-9272E69BCCF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9B4B08FE-0B4D-4435-B9F1-1A15E8B7488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A1232547-EF57-AAEB-0DAB-F4AE6979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42" action="ppaction://hlinksldjump"/>
              <a:extLst>
                <a:ext uri="{FF2B5EF4-FFF2-40B4-BE49-F238E27FC236}">
                  <a16:creationId xmlns:a16="http://schemas.microsoft.com/office/drawing/2014/main" id="{476ADCD0-AE27-EE68-3352-1697FFE8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35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21DD-97C7-978C-7D0A-024084B0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56BAF14-1D4A-E8F6-AD0F-C40EF16D6780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382B56B-9E34-FE94-3BC5-CCFFB282F78B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3E57AD6-490F-377D-54D5-237FFA359CA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80C5EE0-8C6B-43E4-BA93-38D12FC63B72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130E5F1-A2AA-3574-B6C4-7E166BDCD16B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2026EEC2-2D4A-9ADC-123F-4414E55500B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5BC2EB2-1E52-E147-3D74-B18B028A529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6F4B07EE-2D05-959D-E765-26290531B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8" name="!! 网1按钮属性">
            <a:extLst>
              <a:ext uri="{FF2B5EF4-FFF2-40B4-BE49-F238E27FC236}">
                <a16:creationId xmlns:a16="http://schemas.microsoft.com/office/drawing/2014/main" id="{B7B1BA8C-5B36-598C-C095-B382F8F5EEA7}"/>
              </a:ext>
            </a:extLst>
          </p:cNvPr>
          <p:cNvGrpSpPr/>
          <p:nvPr/>
        </p:nvGrpSpPr>
        <p:grpSpPr>
          <a:xfrm>
            <a:off x="4178595" y="1408477"/>
            <a:ext cx="7429350" cy="545100"/>
            <a:chOff x="3640667" y="2582968"/>
            <a:chExt cx="4910666" cy="545100"/>
          </a:xfrm>
        </p:grpSpPr>
        <p:sp>
          <p:nvSpPr>
            <p:cNvPr id="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364F2718-6DD9-EFC1-D5D2-1CA12B78EA95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</a:t>
              </a:r>
            </a:p>
          </p:txBody>
        </p:sp>
        <p:pic>
          <p:nvPicPr>
            <p:cNvPr id="10" name="图形 9">
              <a:extLst>
                <a:ext uri="{FF2B5EF4-FFF2-40B4-BE49-F238E27FC236}">
                  <a16:creationId xmlns:a16="http://schemas.microsoft.com/office/drawing/2014/main" id="{A9F801BC-75C1-DF50-BD1E-4A1A006BC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5" name="!! 网1按钮属性">
            <a:extLst>
              <a:ext uri="{FF2B5EF4-FFF2-40B4-BE49-F238E27FC236}">
                <a16:creationId xmlns:a16="http://schemas.microsoft.com/office/drawing/2014/main" id="{F7AA7944-C493-F28A-B9A6-74927681431E}"/>
              </a:ext>
            </a:extLst>
          </p:cNvPr>
          <p:cNvGrpSpPr/>
          <p:nvPr/>
        </p:nvGrpSpPr>
        <p:grpSpPr>
          <a:xfrm>
            <a:off x="4178595" y="2101897"/>
            <a:ext cx="7429350" cy="545100"/>
            <a:chOff x="3640667" y="2582968"/>
            <a:chExt cx="4910666" cy="545100"/>
          </a:xfrm>
        </p:grpSpPr>
        <p:sp>
          <p:nvSpPr>
            <p:cNvPr id="16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D02CB3C1-48F8-026B-8F83-DC7AF2060FCE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5A25252D-BE2B-E3A9-45E8-C26EA4BA8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22" name="!! 关闭按钮">
            <a:extLst>
              <a:ext uri="{FF2B5EF4-FFF2-40B4-BE49-F238E27FC236}">
                <a16:creationId xmlns:a16="http://schemas.microsoft.com/office/drawing/2014/main" id="{D8C33E5D-FAF0-AF05-E67A-8EE236CD4B59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3" name="矩形: 圆角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00480CBA-74BF-F384-FDCA-1CEEE916026E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B76A91C1-20AC-04C8-81E8-54B3581E3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49" name="返回">
            <a:extLst>
              <a:ext uri="{FF2B5EF4-FFF2-40B4-BE49-F238E27FC236}">
                <a16:creationId xmlns:a16="http://schemas.microsoft.com/office/drawing/2014/main" id="{A4A0EBBD-7BA8-2150-6E97-565F7730F280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50" name="!! 副标题">
              <a:extLst>
                <a:ext uri="{FF2B5EF4-FFF2-40B4-BE49-F238E27FC236}">
                  <a16:creationId xmlns:a16="http://schemas.microsoft.com/office/drawing/2014/main" id="{F197BDE5-8202-6109-4BA6-EAECBC6246FB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更多连接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36E0911B-EDC7-1E00-483B-F0BFE80ED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56DF310C-D42C-97B0-B383-8619D1C7BDF3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11862F0-2578-0CF6-352D-A0EAD452C9AF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78" name="!! 软件更新">
            <a:extLst>
              <a:ext uri="{FF2B5EF4-FFF2-40B4-BE49-F238E27FC236}">
                <a16:creationId xmlns:a16="http://schemas.microsoft.com/office/drawing/2014/main" id="{742B0517-6CBA-42F9-93BA-80F68750C1CE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79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63F0FD0A-5B67-E3D5-77BA-1F8FAF160B9B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80" name="icon">
              <a:extLst>
                <a:ext uri="{FF2B5EF4-FFF2-40B4-BE49-F238E27FC236}">
                  <a16:creationId xmlns:a16="http://schemas.microsoft.com/office/drawing/2014/main" id="{A8D8F318-8A64-2D11-6789-E5F5DAE37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1" name="!! 更多连接">
            <a:extLst>
              <a:ext uri="{FF2B5EF4-FFF2-40B4-BE49-F238E27FC236}">
                <a16:creationId xmlns:a16="http://schemas.microsoft.com/office/drawing/2014/main" id="{CD61C85E-3E61-2FF8-5265-14270BFEFF80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82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FDFD5C17-5A6D-619F-21E5-7A57C4E06FC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9BF69BF-12AC-A04B-057C-6344EE2B5B4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B26F5FAA-8895-EDB5-A68E-DEBCFA27BDB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5" name="icon">
                <a:extLst>
                  <a:ext uri="{FF2B5EF4-FFF2-40B4-BE49-F238E27FC236}">
                    <a16:creationId xmlns:a16="http://schemas.microsoft.com/office/drawing/2014/main" id="{2CE4C686-0932-A2B8-00E4-9DE24FF1B9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86" name="!! 蓝牙">
            <a:extLst>
              <a:ext uri="{FF2B5EF4-FFF2-40B4-BE49-F238E27FC236}">
                <a16:creationId xmlns:a16="http://schemas.microsoft.com/office/drawing/2014/main" id="{6C0B0AA2-2202-9141-1115-D17E62E6AEEF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87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BAF516F9-56A3-7CE6-87E0-D501A4CE7E56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88" name="图形 87">
              <a:extLst>
                <a:ext uri="{FF2B5EF4-FFF2-40B4-BE49-F238E27FC236}">
                  <a16:creationId xmlns:a16="http://schemas.microsoft.com/office/drawing/2014/main" id="{0ADF2EAC-9482-E16D-F24E-BB7F55228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89" name="!! WLAN">
            <a:extLst>
              <a:ext uri="{FF2B5EF4-FFF2-40B4-BE49-F238E27FC236}">
                <a16:creationId xmlns:a16="http://schemas.microsoft.com/office/drawing/2014/main" id="{0BE34B0E-37AF-089A-46D7-C41A6E9880DA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90" name="!! WLAN">
              <a:extLst>
                <a:ext uri="{FF2B5EF4-FFF2-40B4-BE49-F238E27FC236}">
                  <a16:creationId xmlns:a16="http://schemas.microsoft.com/office/drawing/2014/main" id="{9E8382D0-A828-87E6-BDF7-D79415BEBAD7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2" name="!! 未选中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9E009F8E-263D-D89F-A2AC-5ED634A635B6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93" name="icon">
                <a:extLst>
                  <a:ext uri="{FF2B5EF4-FFF2-40B4-BE49-F238E27FC236}">
                    <a16:creationId xmlns:a16="http://schemas.microsoft.com/office/drawing/2014/main" id="{DF4AEC51-4337-EEFA-359F-F9CB8EE2A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1" name="图形 90">
              <a:extLst>
                <a:ext uri="{FF2B5EF4-FFF2-40B4-BE49-F238E27FC236}">
                  <a16:creationId xmlns:a16="http://schemas.microsoft.com/office/drawing/2014/main" id="{358FF8D0-C211-9A01-31DF-DC3D84881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4" name="!! 关于">
            <a:extLst>
              <a:ext uri="{FF2B5EF4-FFF2-40B4-BE49-F238E27FC236}">
                <a16:creationId xmlns:a16="http://schemas.microsoft.com/office/drawing/2014/main" id="{49CD9B50-CB47-92F7-533D-38C368CB49C7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95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EF9A7880-B28B-4C5B-E4EA-FCCF1A055210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A8872C38-68D3-CCC6-B33E-07B7EF9EC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97" name="!! 更多连接">
            <a:extLst>
              <a:ext uri="{FF2B5EF4-FFF2-40B4-BE49-F238E27FC236}">
                <a16:creationId xmlns:a16="http://schemas.microsoft.com/office/drawing/2014/main" id="{98E502BA-74AD-C846-5651-0F87B40AC330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98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8F0F3626-9087-43F2-69EC-35D4C4DEF0A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4C6B40AE-FC63-1390-79F9-3B17F08B74C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132355FE-D3AA-ECFA-48FC-F2A82486C9A5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1" name="icon">
                <a:extLst>
                  <a:ext uri="{FF2B5EF4-FFF2-40B4-BE49-F238E27FC236}">
                    <a16:creationId xmlns:a16="http://schemas.microsoft.com/office/drawing/2014/main" id="{8E28F996-7016-2837-9BD9-B6F2434C7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" name="!! 遮罩2">
            <a:extLst>
              <a:ext uri="{FF2B5EF4-FFF2-40B4-BE49-F238E27FC236}">
                <a16:creationId xmlns:a16="http://schemas.microsoft.com/office/drawing/2014/main" id="{3AED4DE6-EC41-5B5E-8AFB-77A49DDB9EBB}"/>
              </a:ext>
            </a:extLst>
          </p:cNvPr>
          <p:cNvSpPr/>
          <p:nvPr/>
        </p:nvSpPr>
        <p:spPr>
          <a:xfrm>
            <a:off x="-10160" y="0"/>
            <a:ext cx="12202159" cy="685799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30D4304C-7802-64C2-6F8E-69EF2521AD4C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351E069D-BDE7-0C30-354D-6E8287E4C53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75384BE6-7B32-D281-AC66-72F48C72550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654CF225-1192-A411-4AB6-C2A0F5B0D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02FEBC5E-9552-F264-CA9D-D742E415C63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5F4DA78C-8986-55C1-5156-43F3AD1B0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09D25B8C-2A65-2C83-25B1-AB954C9F7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A82C4B64-1642-1088-3CC2-9F750E316FD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934D5493-7CE0-ECA7-EF14-94255E7BFAD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D162E665-253F-DC87-33D5-969C5A704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42" action="ppaction://hlinksldjump"/>
              <a:extLst>
                <a:ext uri="{FF2B5EF4-FFF2-40B4-BE49-F238E27FC236}">
                  <a16:creationId xmlns:a16="http://schemas.microsoft.com/office/drawing/2014/main" id="{ABAC0E55-27B1-BFAA-8E89-35A752933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717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615A-8A73-363C-F605-00D42521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8CD24C3-EBCC-D7A7-CE8A-E3149304A269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7046869-9D8C-7252-8E81-F5E7AD86F999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A396FE3-9707-6C5F-EFFD-C861CF8E8F3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E56A69F-89E7-F796-2B5C-5B7EAA89E13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97A0F60-3618-2D70-3F27-C1C70A10020F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6C9D6273-D864-AEE5-0DE3-F5CE48738E4A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B884073-0322-8E77-9999-AEC4419E32F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BC1F5A62-A45A-EDD9-225A-57E074FC0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8" name="!! 网1按钮属性">
            <a:extLst>
              <a:ext uri="{FF2B5EF4-FFF2-40B4-BE49-F238E27FC236}">
                <a16:creationId xmlns:a16="http://schemas.microsoft.com/office/drawing/2014/main" id="{6E825593-A2FE-ADD5-6A32-4F56265DF829}"/>
              </a:ext>
            </a:extLst>
          </p:cNvPr>
          <p:cNvGrpSpPr/>
          <p:nvPr/>
        </p:nvGrpSpPr>
        <p:grpSpPr>
          <a:xfrm>
            <a:off x="4178595" y="1408477"/>
            <a:ext cx="7429350" cy="545100"/>
            <a:chOff x="3640667" y="2582968"/>
            <a:chExt cx="4910666" cy="545100"/>
          </a:xfrm>
        </p:grpSpPr>
        <p:sp>
          <p:nvSpPr>
            <p:cNvPr id="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C7A0C2D7-A20C-D42C-3CA6-ADF007A4367D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</a:t>
              </a:r>
            </a:p>
          </p:txBody>
        </p:sp>
        <p:pic>
          <p:nvPicPr>
            <p:cNvPr id="10" name="图形 9">
              <a:extLst>
                <a:ext uri="{FF2B5EF4-FFF2-40B4-BE49-F238E27FC236}">
                  <a16:creationId xmlns:a16="http://schemas.microsoft.com/office/drawing/2014/main" id="{179986BA-4BBA-E34F-B63D-60637F2AE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5" name="!! 网1按钮属性">
            <a:extLst>
              <a:ext uri="{FF2B5EF4-FFF2-40B4-BE49-F238E27FC236}">
                <a16:creationId xmlns:a16="http://schemas.microsoft.com/office/drawing/2014/main" id="{F048FEBE-B63E-294F-1914-2E46C855FB3D}"/>
              </a:ext>
            </a:extLst>
          </p:cNvPr>
          <p:cNvGrpSpPr/>
          <p:nvPr/>
        </p:nvGrpSpPr>
        <p:grpSpPr>
          <a:xfrm>
            <a:off x="4178595" y="2101897"/>
            <a:ext cx="7429350" cy="545100"/>
            <a:chOff x="3640667" y="2582968"/>
            <a:chExt cx="4910666" cy="545100"/>
          </a:xfrm>
        </p:grpSpPr>
        <p:sp>
          <p:nvSpPr>
            <p:cNvPr id="16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B08C3293-FE27-0733-EAE3-A5A43B63A46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85F5EFF6-E2B3-EB18-2616-396140DBD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22" name="!! 关闭按钮">
            <a:extLst>
              <a:ext uri="{FF2B5EF4-FFF2-40B4-BE49-F238E27FC236}">
                <a16:creationId xmlns:a16="http://schemas.microsoft.com/office/drawing/2014/main" id="{4AADA6BB-9488-FF60-00B8-EE3E71CD91AC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3" name="矩形: 圆角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7674C798-D0B1-1493-1FF2-79DB4286DAB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29DEDE88-D2BC-1CED-89EB-E18CBEC76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49" name="返回">
            <a:extLst>
              <a:ext uri="{FF2B5EF4-FFF2-40B4-BE49-F238E27FC236}">
                <a16:creationId xmlns:a16="http://schemas.microsoft.com/office/drawing/2014/main" id="{BD9B10B0-5DE9-89D0-09CA-360106CC7B82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50" name="!! 副标题">
              <a:extLst>
                <a:ext uri="{FF2B5EF4-FFF2-40B4-BE49-F238E27FC236}">
                  <a16:creationId xmlns:a16="http://schemas.microsoft.com/office/drawing/2014/main" id="{B0B37232-50DB-4877-FDFF-4B5AE03AE8E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32F10A2A-9665-11C0-93D1-711002B98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85D28467-1C7E-DB73-A8DF-0D004AC5EAF0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0834166-A996-85E9-C536-BEE674D385BC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53" name="!! 软件更新">
            <a:extLst>
              <a:ext uri="{FF2B5EF4-FFF2-40B4-BE49-F238E27FC236}">
                <a16:creationId xmlns:a16="http://schemas.microsoft.com/office/drawing/2014/main" id="{595AF4D1-E74E-4D36-4571-767AF859278C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54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2C151735-2F9D-72FA-1ADB-BD76132A4949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55" name="icon">
              <a:extLst>
                <a:ext uri="{FF2B5EF4-FFF2-40B4-BE49-F238E27FC236}">
                  <a16:creationId xmlns:a16="http://schemas.microsoft.com/office/drawing/2014/main" id="{DC50F5FB-23F7-589A-7C08-27CA08A6C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56" name="!! 更多连接">
            <a:extLst>
              <a:ext uri="{FF2B5EF4-FFF2-40B4-BE49-F238E27FC236}">
                <a16:creationId xmlns:a16="http://schemas.microsoft.com/office/drawing/2014/main" id="{A0EF550A-4DEC-24C8-F612-3C1147902F4C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57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2CC9D173-E439-48F9-A905-53FD314869D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4116317-AF63-96D1-DA95-AD28BBBD625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7BD51152-8708-22AB-333E-BFE8B948C9D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icon">
                <a:extLst>
                  <a:ext uri="{FF2B5EF4-FFF2-40B4-BE49-F238E27FC236}">
                    <a16:creationId xmlns:a16="http://schemas.microsoft.com/office/drawing/2014/main" id="{CC982C54-42B4-BF63-F5FB-2931286DCB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1" name="!! 蓝牙">
            <a:extLst>
              <a:ext uri="{FF2B5EF4-FFF2-40B4-BE49-F238E27FC236}">
                <a16:creationId xmlns:a16="http://schemas.microsoft.com/office/drawing/2014/main" id="{2FAEDFD7-C985-D591-BA06-5551907AF875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62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B3F0A713-DE60-1DAC-D31B-37EAB5333C8A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801BC62B-9402-C99D-4E4C-CA7D2F7BD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64" name="!! WLAN">
            <a:extLst>
              <a:ext uri="{FF2B5EF4-FFF2-40B4-BE49-F238E27FC236}">
                <a16:creationId xmlns:a16="http://schemas.microsoft.com/office/drawing/2014/main" id="{C85EC3F1-ECF7-CD35-4624-A08A9A38D48E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65" name="!! WLAN">
              <a:extLst>
                <a:ext uri="{FF2B5EF4-FFF2-40B4-BE49-F238E27FC236}">
                  <a16:creationId xmlns:a16="http://schemas.microsoft.com/office/drawing/2014/main" id="{82DA094A-37F4-E349-B2FF-BF57F139E6EF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67" name="!! 未选中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DFE47544-4387-A9E7-E6E6-C7F127E9C673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68" name="icon">
                <a:extLst>
                  <a:ext uri="{FF2B5EF4-FFF2-40B4-BE49-F238E27FC236}">
                    <a16:creationId xmlns:a16="http://schemas.microsoft.com/office/drawing/2014/main" id="{28DF9AA1-CBD4-F68D-E046-F5FBD2645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66" name="图形 65">
              <a:extLst>
                <a:ext uri="{FF2B5EF4-FFF2-40B4-BE49-F238E27FC236}">
                  <a16:creationId xmlns:a16="http://schemas.microsoft.com/office/drawing/2014/main" id="{4FB6FF38-0D66-5087-72E3-A4B0690C2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9" name="!! 关于">
            <a:extLst>
              <a:ext uri="{FF2B5EF4-FFF2-40B4-BE49-F238E27FC236}">
                <a16:creationId xmlns:a16="http://schemas.microsoft.com/office/drawing/2014/main" id="{D2B3A914-4176-F8E1-C368-BE2D1812BAF7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70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C9AA78F0-DDD6-3D76-E214-7F9867046CDE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71" name="图形 70">
              <a:extLst>
                <a:ext uri="{FF2B5EF4-FFF2-40B4-BE49-F238E27FC236}">
                  <a16:creationId xmlns:a16="http://schemas.microsoft.com/office/drawing/2014/main" id="{BF8FB54F-F9A9-3117-FEB3-7B0C00C2D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72" name="!! 更多连接">
            <a:extLst>
              <a:ext uri="{FF2B5EF4-FFF2-40B4-BE49-F238E27FC236}">
                <a16:creationId xmlns:a16="http://schemas.microsoft.com/office/drawing/2014/main" id="{C7B9A6AD-6C70-1728-1661-7DC254BF0FAD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73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55FF09C3-0E91-AF94-37B0-A7BD8B69F0B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D75BB199-F255-BBB3-EFC6-F99717E2166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1D452118-17E2-92D5-B818-CE48C4AA31C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6" name="icon">
                <a:extLst>
                  <a:ext uri="{FF2B5EF4-FFF2-40B4-BE49-F238E27FC236}">
                    <a16:creationId xmlns:a16="http://schemas.microsoft.com/office/drawing/2014/main" id="{EEA3CD38-7724-6569-6C53-DC3275061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" name="!! 遮罩2">
            <a:extLst>
              <a:ext uri="{FF2B5EF4-FFF2-40B4-BE49-F238E27FC236}">
                <a16:creationId xmlns:a16="http://schemas.microsoft.com/office/drawing/2014/main" id="{F5D1734D-E6D8-5E76-7BE7-ED22219B6132}"/>
              </a:ext>
            </a:extLst>
          </p:cNvPr>
          <p:cNvSpPr/>
          <p:nvPr/>
        </p:nvSpPr>
        <p:spPr>
          <a:xfrm>
            <a:off x="-10160" y="0"/>
            <a:ext cx="1220216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D057DCC-8FDE-E151-FEC4-48F600CED1DB}"/>
              </a:ext>
            </a:extLst>
          </p:cNvPr>
          <p:cNvGrpSpPr/>
          <p:nvPr/>
        </p:nvGrpSpPr>
        <p:grpSpPr>
          <a:xfrm>
            <a:off x="3383397" y="715165"/>
            <a:ext cx="5404886" cy="5433238"/>
            <a:chOff x="3383397" y="715165"/>
            <a:chExt cx="5404886" cy="5433238"/>
          </a:xfrm>
        </p:grpSpPr>
        <p:pic>
          <p:nvPicPr>
            <p:cNvPr id="31" name="!! 背景2" descr="黑暗里有星球&#10;&#10;AI 生成的内容可能不正确。">
              <a:extLst>
                <a:ext uri="{FF2B5EF4-FFF2-40B4-BE49-F238E27FC236}">
                  <a16:creationId xmlns:a16="http://schemas.microsoft.com/office/drawing/2014/main" id="{0BDA3092-84F2-E0CE-9F8B-25C831157AA2}"/>
                </a:ext>
              </a:extLst>
            </p:cNvPr>
            <p:cNvPicPr/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4" t="12142" r="33240" b="27730"/>
            <a:stretch/>
          </p:blipFill>
          <p:spPr>
            <a:xfrm>
              <a:off x="3383397" y="715165"/>
              <a:ext cx="5404886" cy="5433238"/>
            </a:xfrm>
            <a:prstGeom prst="roundRect">
              <a:avLst>
                <a:gd name="adj" fmla="val 1913"/>
              </a:avLst>
            </a:prstGeom>
          </p:spPr>
        </p:pic>
        <p:sp>
          <p:nvSpPr>
            <p:cNvPr id="32" name="!! 按钮">
              <a:hlinkClick r:id="rId35" action="ppaction://hlinksldjump"/>
              <a:extLst>
                <a:ext uri="{FF2B5EF4-FFF2-40B4-BE49-F238E27FC236}">
                  <a16:creationId xmlns:a16="http://schemas.microsoft.com/office/drawing/2014/main" id="{CD4282D0-8825-949D-FCC2-6B24A9E3E863}"/>
                </a:ext>
              </a:extLst>
            </p:cNvPr>
            <p:cNvSpPr/>
            <p:nvPr/>
          </p:nvSpPr>
          <p:spPr>
            <a:xfrm>
              <a:off x="4409440" y="4739701"/>
              <a:ext cx="3352800" cy="4082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889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启动卫星连接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94FE75D-DF8D-BD51-5068-D9D91C1DC712}"/>
                </a:ext>
              </a:extLst>
            </p:cNvPr>
            <p:cNvSpPr txBox="1"/>
            <p:nvPr/>
          </p:nvSpPr>
          <p:spPr>
            <a:xfrm>
              <a:off x="5069958" y="3429000"/>
              <a:ext cx="2052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卫星连接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FC03829-74A6-467A-C4F5-4207CF70A1DF}"/>
                </a:ext>
              </a:extLst>
            </p:cNvPr>
            <p:cNvSpPr txBox="1"/>
            <p:nvPr/>
          </p:nvSpPr>
          <p:spPr>
            <a:xfrm>
              <a:off x="4107994" y="3887619"/>
              <a:ext cx="3976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连接卫星时，请确保设备处于户外</a:t>
              </a:r>
              <a:endParaRPr lang="en-US" altLang="zh-CN" sz="1200" dirty="0">
                <a:solidFill>
                  <a:schemeClr val="bg1">
                    <a:lumMod val="90000"/>
                  </a:schemeClr>
                </a:solidFill>
                <a:latin typeface="+mn-ea"/>
              </a:endParaRPr>
            </a:p>
            <a:p>
              <a:pPr algn="ctr"/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所有网络连接（包括</a:t>
              </a:r>
              <a:r>
                <a:rPr lang="en-US" altLang="zh-CN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WLAN</a:t>
              </a:r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、蓝牙等）将会中断</a:t>
              </a:r>
            </a:p>
          </p:txBody>
        </p:sp>
        <p:sp>
          <p:nvSpPr>
            <p:cNvPr id="35" name="文本框 34">
              <a:hlinkClick r:id="rId17" action="ppaction://hlinksldjump"/>
              <a:extLst>
                <a:ext uri="{FF2B5EF4-FFF2-40B4-BE49-F238E27FC236}">
                  <a16:creationId xmlns:a16="http://schemas.microsoft.com/office/drawing/2014/main" id="{E62502AD-2304-284F-04FA-9958CFEECDA9}"/>
                </a:ext>
              </a:extLst>
            </p:cNvPr>
            <p:cNvSpPr txBox="1"/>
            <p:nvPr/>
          </p:nvSpPr>
          <p:spPr>
            <a:xfrm>
              <a:off x="5777496" y="5289618"/>
              <a:ext cx="616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返回</a:t>
              </a:r>
            </a:p>
          </p:txBody>
        </p:sp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8B03B8A9-EC8A-EC9D-59FA-986FDF4E5003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BD2B4BFC-5E38-B64D-DCCA-6FC425A843D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2C53FB43-0FF6-F1BD-C958-FD62DD73D3D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BA962377-83F9-2420-FF39-1BC59DEB3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1ED6A4EF-6906-AEBA-E33A-62514444211C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C089BEF4-0F97-183F-F449-A43095625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8ED84664-F6A5-1AE7-F620-CD39DE510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84EEB0A7-C588-3C96-F8E4-94A5B9844E50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183A5E89-98F1-CDAA-40BB-FA15E8B9B31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0F180FBC-FCB6-5589-5990-0683CE805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44" action="ppaction://hlinksldjump"/>
              <a:extLst>
                <a:ext uri="{FF2B5EF4-FFF2-40B4-BE49-F238E27FC236}">
                  <a16:creationId xmlns:a16="http://schemas.microsoft.com/office/drawing/2014/main" id="{335AA90D-41A1-620D-4FA9-C6C1E2E33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947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10DF-6189-1142-F0AD-67D71627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733ACA9-2266-7F1C-7D7B-281EEB708C34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5F60BB2-A6E3-B518-DFE8-608627E59A6B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A5AF200-AED9-91F8-A2CA-6D5D5922B542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19DA8BD-1566-5C04-9B28-A696DE4C21FB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69A878EB-BD60-EF51-9445-99FB61BC6C9D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80AEF4E6-CC52-F486-0523-F773E7779DCD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9BC6F790-0541-BBC5-5D78-4AAC2BDC143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117D58F-6222-5CF2-EA62-467C2B493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322D92-F909-502D-D05A-AB5CFA5B90FC}"/>
              </a:ext>
            </a:extLst>
          </p:cNvPr>
          <p:cNvGrpSpPr/>
          <p:nvPr/>
        </p:nvGrpSpPr>
        <p:grpSpPr>
          <a:xfrm>
            <a:off x="5194314" y="1442107"/>
            <a:ext cx="5397912" cy="3286355"/>
            <a:chOff x="5118505" y="1442107"/>
            <a:chExt cx="5397912" cy="328635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122CD7-1D16-178D-1EE0-1CD250E46527}"/>
                </a:ext>
              </a:extLst>
            </p:cNvPr>
            <p:cNvSpPr txBox="1"/>
            <p:nvPr/>
          </p:nvSpPr>
          <p:spPr>
            <a:xfrm>
              <a:off x="5132740" y="1442107"/>
              <a:ext cx="1375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属性</a:t>
              </a:r>
            </a:p>
          </p:txBody>
        </p:sp>
        <p:sp>
          <p:nvSpPr>
            <p:cNvPr id="8" name="!! 内容2">
              <a:extLst>
                <a:ext uri="{FF2B5EF4-FFF2-40B4-BE49-F238E27FC236}">
                  <a16:creationId xmlns:a16="http://schemas.microsoft.com/office/drawing/2014/main" id="{26DB0983-CF4A-4D2D-A1A2-906CED89C8F2}"/>
                </a:ext>
              </a:extLst>
            </p:cNvPr>
            <p:cNvSpPr txBox="1"/>
            <p:nvPr/>
          </p:nvSpPr>
          <p:spPr>
            <a:xfrm>
              <a:off x="5118505" y="1763611"/>
              <a:ext cx="1824951" cy="2964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网络名称：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状态：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传输速度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(D/U)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IP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分配：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DNS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分配：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IPv4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地址：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子网掩码：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MAC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地址：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连接端口：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!! 内容1">
              <a:extLst>
                <a:ext uri="{FF2B5EF4-FFF2-40B4-BE49-F238E27FC236}">
                  <a16:creationId xmlns:a16="http://schemas.microsoft.com/office/drawing/2014/main" id="{F210B26D-B463-8480-5539-BB2CDF43CEE0}"/>
                </a:ext>
              </a:extLst>
            </p:cNvPr>
            <p:cNvSpPr txBox="1"/>
            <p:nvPr/>
          </p:nvSpPr>
          <p:spPr>
            <a:xfrm>
              <a:off x="7489993" y="1719106"/>
              <a:ext cx="2731822" cy="2964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Virtual Net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可能无互联网访问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1000/1000 Mbps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DHCP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DHCP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192.168.1.2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255.255.255.0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C6:01:FE:AC:00:91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Inside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6CBB3AD-81F2-CD7E-E0CB-707C3A7860CE}"/>
                </a:ext>
              </a:extLst>
            </p:cNvPr>
            <p:cNvCxnSpPr>
              <a:cxnSpLocks/>
            </p:cNvCxnSpPr>
            <p:nvPr/>
          </p:nvCxnSpPr>
          <p:spPr>
            <a:xfrm>
              <a:off x="5210770" y="1719106"/>
              <a:ext cx="530564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37FFB9A4-24A5-B765-9845-5D24E1CB9A5A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44" name="矩形: 圆角 43">
              <a:hlinkClick r:id="rId6" action="ppaction://hlinksldjump"/>
              <a:extLst>
                <a:ext uri="{FF2B5EF4-FFF2-40B4-BE49-F238E27FC236}">
                  <a16:creationId xmlns:a16="http://schemas.microsoft.com/office/drawing/2014/main" id="{838905D4-B981-DA8F-B2D6-8F5214642C6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7FB91518-6BFB-946A-FFA8-6290F74C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6" name="返回">
            <a:extLst>
              <a:ext uri="{FF2B5EF4-FFF2-40B4-BE49-F238E27FC236}">
                <a16:creationId xmlns:a16="http://schemas.microsoft.com/office/drawing/2014/main" id="{7A1A8F2C-71DB-BC78-238B-71398FF6C78D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1" name="!! 副标题">
              <a:hlinkClick r:id="rId9" action="ppaction://hlinksldjump"/>
              <a:extLst>
                <a:ext uri="{FF2B5EF4-FFF2-40B4-BE49-F238E27FC236}">
                  <a16:creationId xmlns:a16="http://schemas.microsoft.com/office/drawing/2014/main" id="{ACE152C0-7E56-5ABA-ABF5-C977985444E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以太网</a:t>
              </a:r>
              <a:r>
                <a:rPr lang="en-US" altLang="zh-CN" dirty="0"/>
                <a:t> 1 - </a:t>
              </a:r>
              <a:r>
                <a:rPr lang="zh-CN" altLang="en-US" dirty="0"/>
                <a:t>属性</a:t>
              </a:r>
            </a:p>
          </p:txBody>
        </p:sp>
        <p:pic>
          <p:nvPicPr>
            <p:cNvPr id="14" name="图形 13">
              <a:hlinkClick r:id="rId9" action="ppaction://hlinksldjump"/>
              <a:extLst>
                <a:ext uri="{FF2B5EF4-FFF2-40B4-BE49-F238E27FC236}">
                  <a16:creationId xmlns:a16="http://schemas.microsoft.com/office/drawing/2014/main" id="{3D1AC9E0-29F5-19C5-8B71-E94C7758F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844AA-A502-C405-0F7E-9BED09B3A8E3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55DF66-3ECF-823C-8C0E-EFEF6F4F1E6F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1" name="!! 软件更新">
            <a:extLst>
              <a:ext uri="{FF2B5EF4-FFF2-40B4-BE49-F238E27FC236}">
                <a16:creationId xmlns:a16="http://schemas.microsoft.com/office/drawing/2014/main" id="{B26F59C8-867E-2916-3710-B2D37B741DA2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22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7D202D3B-D3BF-AB80-7C82-10284BBA4868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46" name="icon">
              <a:extLst>
                <a:ext uri="{FF2B5EF4-FFF2-40B4-BE49-F238E27FC236}">
                  <a16:creationId xmlns:a16="http://schemas.microsoft.com/office/drawing/2014/main" id="{785F113F-68BC-ABD3-923A-C5AFCE15C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7" name="!! 更多连接">
            <a:extLst>
              <a:ext uri="{FF2B5EF4-FFF2-40B4-BE49-F238E27FC236}">
                <a16:creationId xmlns:a16="http://schemas.microsoft.com/office/drawing/2014/main" id="{AC15FE4A-5034-7D44-5DB1-734ADB7C838D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48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5AE3AB0F-940F-DFD3-71A8-C10FEEA919C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F53FC62-ADA1-A096-58E3-EC8F0F6279E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83ADE3E1-6444-00B7-00CB-5E53D8E61BD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" name="icon">
                <a:extLst>
                  <a:ext uri="{FF2B5EF4-FFF2-40B4-BE49-F238E27FC236}">
                    <a16:creationId xmlns:a16="http://schemas.microsoft.com/office/drawing/2014/main" id="{2CDA8B5A-C4C7-DAD3-42FB-40848E187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2" name="!! 蓝牙">
            <a:extLst>
              <a:ext uri="{FF2B5EF4-FFF2-40B4-BE49-F238E27FC236}">
                <a16:creationId xmlns:a16="http://schemas.microsoft.com/office/drawing/2014/main" id="{21E6FDDE-25B2-1041-7BED-922C06A83D50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3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5220468B-AF68-2A78-00FE-6DF9A114D78B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4" name="图形 53">
              <a:extLst>
                <a:ext uri="{FF2B5EF4-FFF2-40B4-BE49-F238E27FC236}">
                  <a16:creationId xmlns:a16="http://schemas.microsoft.com/office/drawing/2014/main" id="{98DF56E1-9776-0DC5-1A3A-005001EFC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5" name="!! WLAN">
            <a:extLst>
              <a:ext uri="{FF2B5EF4-FFF2-40B4-BE49-F238E27FC236}">
                <a16:creationId xmlns:a16="http://schemas.microsoft.com/office/drawing/2014/main" id="{BA2588CD-2551-3536-8253-C3CFC0883416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6" name="!! WLAN">
              <a:extLst>
                <a:ext uri="{FF2B5EF4-FFF2-40B4-BE49-F238E27FC236}">
                  <a16:creationId xmlns:a16="http://schemas.microsoft.com/office/drawing/2014/main" id="{06CF1AF8-26BC-B425-2BF3-EEF4B7588618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8" name="!! 未选中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B271DBA7-6AB7-F60E-C92C-FFA38553BC3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9" name="icon">
                <a:extLst>
                  <a:ext uri="{FF2B5EF4-FFF2-40B4-BE49-F238E27FC236}">
                    <a16:creationId xmlns:a16="http://schemas.microsoft.com/office/drawing/2014/main" id="{1F137F14-664B-166F-F7F7-580787BFCB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2EF6FC24-AEE2-CE9E-B92B-C9A0A8C66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0" name="!! 关于">
            <a:extLst>
              <a:ext uri="{FF2B5EF4-FFF2-40B4-BE49-F238E27FC236}">
                <a16:creationId xmlns:a16="http://schemas.microsoft.com/office/drawing/2014/main" id="{5E8638C9-DA20-9665-2AA5-D76FF7E0D553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1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A17C4BF5-7665-AC82-319D-556DA15E18EC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2" name="图形 61">
              <a:extLst>
                <a:ext uri="{FF2B5EF4-FFF2-40B4-BE49-F238E27FC236}">
                  <a16:creationId xmlns:a16="http://schemas.microsoft.com/office/drawing/2014/main" id="{B36B9277-1EF2-068D-F703-68C149591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3" name="!! 更多连接">
            <a:extLst>
              <a:ext uri="{FF2B5EF4-FFF2-40B4-BE49-F238E27FC236}">
                <a16:creationId xmlns:a16="http://schemas.microsoft.com/office/drawing/2014/main" id="{81F8354C-CB0E-0229-F476-8BFC1759FEF3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4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24AE892C-DBAC-0C18-19FB-D93EDC860EE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2B6C9598-1A75-12D5-6285-C7DFADE3396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66D3B850-B97D-0178-7107-C5759DBA93E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7" name="icon">
                <a:extLst>
                  <a:ext uri="{FF2B5EF4-FFF2-40B4-BE49-F238E27FC236}">
                    <a16:creationId xmlns:a16="http://schemas.microsoft.com/office/drawing/2014/main" id="{AB705EA2-458A-8E4D-0BD2-45A28F805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F8B76CEF-15C7-260A-8EC3-5245BC907524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6" name="!! 模糊">
              <a:extLst>
                <a:ext uri="{FF2B5EF4-FFF2-40B4-BE49-F238E27FC236}">
                  <a16:creationId xmlns:a16="http://schemas.microsoft.com/office/drawing/2014/main" id="{61E9C80D-070D-80C5-634C-0CFF4735B55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7" name="!! 颜色遮罩">
              <a:extLst>
                <a:ext uri="{FF2B5EF4-FFF2-40B4-BE49-F238E27FC236}">
                  <a16:creationId xmlns:a16="http://schemas.microsoft.com/office/drawing/2014/main" id="{45367218-C59A-1B88-D013-46E29B25D0D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8" name="!! 信号">
              <a:extLst>
                <a:ext uri="{FF2B5EF4-FFF2-40B4-BE49-F238E27FC236}">
                  <a16:creationId xmlns:a16="http://schemas.microsoft.com/office/drawing/2014/main" id="{5A04C465-8319-3948-1BEF-D6555C924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3" name="!! 运营商">
              <a:extLst>
                <a:ext uri="{FF2B5EF4-FFF2-40B4-BE49-F238E27FC236}">
                  <a16:creationId xmlns:a16="http://schemas.microsoft.com/office/drawing/2014/main" id="{598416E7-31E2-937F-C925-CBC4968C56DC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4" name="!! 通知">
              <a:extLst>
                <a:ext uri="{FF2B5EF4-FFF2-40B4-BE49-F238E27FC236}">
                  <a16:creationId xmlns:a16="http://schemas.microsoft.com/office/drawing/2014/main" id="{515EEBE9-E686-7668-9E06-5A5E091DD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6" name="!! 电池">
              <a:extLst>
                <a:ext uri="{FF2B5EF4-FFF2-40B4-BE49-F238E27FC236}">
                  <a16:creationId xmlns:a16="http://schemas.microsoft.com/office/drawing/2014/main" id="{56CFB6B5-B731-F341-9025-99B400664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9" name="!! 时间">
              <a:extLst>
                <a:ext uri="{FF2B5EF4-FFF2-40B4-BE49-F238E27FC236}">
                  <a16:creationId xmlns:a16="http://schemas.microsoft.com/office/drawing/2014/main" id="{7D440133-2BFA-BD8F-FDF2-C8DAA25273B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0" name="!! AC">
              <a:extLst>
                <a:ext uri="{FF2B5EF4-FFF2-40B4-BE49-F238E27FC236}">
                  <a16:creationId xmlns:a16="http://schemas.microsoft.com/office/drawing/2014/main" id="{0F499FBE-DA3A-2AE2-C66F-018E95D8A6DE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1" name="!! 声音">
              <a:extLst>
                <a:ext uri="{FF2B5EF4-FFF2-40B4-BE49-F238E27FC236}">
                  <a16:creationId xmlns:a16="http://schemas.microsoft.com/office/drawing/2014/main" id="{28483691-06E2-57BF-9D17-0AF6AA3EA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2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5C02F85F-A47A-65D4-E5A7-153E7B3C5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650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5FCE-ED6C-35BF-1B25-8C162837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25CF59DA-CBEC-DB74-E9F6-1F44983FBB39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E4399163-993B-9ACB-ADEE-31DBEDC23074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3AFDB76-4A7D-C840-EAE6-D7F2B52BDBF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6B102DC-6C51-B03F-BCF9-6F8CC8214935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B06BABA7-B6E4-AFD5-EFB1-C3F1E8B677B8}"/>
              </a:ext>
            </a:extLst>
          </p:cNvPr>
          <p:cNvSpPr/>
          <p:nvPr/>
        </p:nvSpPr>
        <p:spPr>
          <a:xfrm>
            <a:off x="3594540" y="5362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0F91C431-3320-0096-F2F8-72FBC946535A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74C4B007-A6F8-137F-F694-94680DB86CF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9445F514-B9AC-2F5A-559F-5034E3D7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1" name="!! 处理器">
            <a:extLst>
              <a:ext uri="{FF2B5EF4-FFF2-40B4-BE49-F238E27FC236}">
                <a16:creationId xmlns:a16="http://schemas.microsoft.com/office/drawing/2014/main" id="{B1DE71BD-010F-CA98-E7BF-4D969972264F}"/>
              </a:ext>
            </a:extLst>
          </p:cNvPr>
          <p:cNvGrpSpPr/>
          <p:nvPr/>
        </p:nvGrpSpPr>
        <p:grpSpPr>
          <a:xfrm>
            <a:off x="4267510" y="3560260"/>
            <a:ext cx="3009516" cy="480844"/>
            <a:chOff x="2646190" y="4215492"/>
            <a:chExt cx="3009516" cy="480844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510790E9-7B56-EB99-C420-E638780B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C3B8A2D-1A23-E225-442B-B8DF173B9FCC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C3C3612-2F90-099F-067D-200314C2C94E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 err="1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17" name="!! 设备">
            <a:extLst>
              <a:ext uri="{FF2B5EF4-FFF2-40B4-BE49-F238E27FC236}">
                <a16:creationId xmlns:a16="http://schemas.microsoft.com/office/drawing/2014/main" id="{F84AFC18-D53E-3BC4-5DC9-1777665AA36B}"/>
              </a:ext>
            </a:extLst>
          </p:cNvPr>
          <p:cNvSpPr txBox="1"/>
          <p:nvPr/>
        </p:nvSpPr>
        <p:spPr>
          <a:xfrm>
            <a:off x="4195102" y="3110146"/>
            <a:ext cx="158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</a:t>
            </a:r>
          </a:p>
        </p:txBody>
      </p:sp>
      <p:grpSp>
        <p:nvGrpSpPr>
          <p:cNvPr id="18" name="!! 运行内存">
            <a:extLst>
              <a:ext uri="{FF2B5EF4-FFF2-40B4-BE49-F238E27FC236}">
                <a16:creationId xmlns:a16="http://schemas.microsoft.com/office/drawing/2014/main" id="{29023636-0FF9-9B7A-017B-CD47653FEF27}"/>
              </a:ext>
            </a:extLst>
          </p:cNvPr>
          <p:cNvGrpSpPr/>
          <p:nvPr/>
        </p:nvGrpSpPr>
        <p:grpSpPr>
          <a:xfrm>
            <a:off x="4277168" y="4108199"/>
            <a:ext cx="1769374" cy="480844"/>
            <a:chOff x="2635313" y="4215492"/>
            <a:chExt cx="1769374" cy="480844"/>
          </a:xfrm>
        </p:grpSpPr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00476101-7E64-1312-36DD-32321B62F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86F55FF-65DE-699D-1D13-6BA7A5BA2565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A4D30B6-6215-B94B-C34F-8F4B503AFAD2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24 GB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9" name="!! 存储">
            <a:extLst>
              <a:ext uri="{FF2B5EF4-FFF2-40B4-BE49-F238E27FC236}">
                <a16:creationId xmlns:a16="http://schemas.microsoft.com/office/drawing/2014/main" id="{10D4A264-8C5D-154E-C106-2ED5E13D8FFF}"/>
              </a:ext>
            </a:extLst>
          </p:cNvPr>
          <p:cNvGrpSpPr/>
          <p:nvPr/>
        </p:nvGrpSpPr>
        <p:grpSpPr>
          <a:xfrm>
            <a:off x="10022415" y="3577341"/>
            <a:ext cx="1483257" cy="487932"/>
            <a:chOff x="2660366" y="4215492"/>
            <a:chExt cx="1483257" cy="487932"/>
          </a:xfrm>
        </p:grpSpPr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1A2CE739-5007-5DEE-CAB4-E7B53F8F3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3AE6C24-24AC-621E-3312-E6E8EA8A39CD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A039D33-CC04-429E-8851-23D6126BEF54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33" name="!! 系统">
            <a:extLst>
              <a:ext uri="{FF2B5EF4-FFF2-40B4-BE49-F238E27FC236}">
                <a16:creationId xmlns:a16="http://schemas.microsoft.com/office/drawing/2014/main" id="{CC8694CD-76F3-5659-4F27-D5D6410D3013}"/>
              </a:ext>
            </a:extLst>
          </p:cNvPr>
          <p:cNvGrpSpPr/>
          <p:nvPr/>
        </p:nvGrpSpPr>
        <p:grpSpPr>
          <a:xfrm>
            <a:off x="6926815" y="3570086"/>
            <a:ext cx="2356469" cy="480844"/>
            <a:chOff x="2673094" y="4215492"/>
            <a:chExt cx="2356469" cy="480844"/>
          </a:xfrm>
        </p:grpSpPr>
        <p:sp>
          <p:nvSpPr>
            <p:cNvPr id="34" name="图形 18">
              <a:extLst>
                <a:ext uri="{FF2B5EF4-FFF2-40B4-BE49-F238E27FC236}">
                  <a16:creationId xmlns:a16="http://schemas.microsoft.com/office/drawing/2014/main" id="{093CE736-72A4-6D20-DEE4-E9FCFF84E418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012EC6E-A363-9054-D43F-18857B14DB30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11E7625-E084-6484-36A2-3A83C54996F1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Preview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37" name="!! 电池">
            <a:extLst>
              <a:ext uri="{FF2B5EF4-FFF2-40B4-BE49-F238E27FC236}">
                <a16:creationId xmlns:a16="http://schemas.microsoft.com/office/drawing/2014/main" id="{9821DBC6-BFC8-C3AD-93BC-9BAC0FBCC4A2}"/>
              </a:ext>
            </a:extLst>
          </p:cNvPr>
          <p:cNvGrpSpPr/>
          <p:nvPr/>
        </p:nvGrpSpPr>
        <p:grpSpPr>
          <a:xfrm>
            <a:off x="6935430" y="4089003"/>
            <a:ext cx="1607577" cy="480844"/>
            <a:chOff x="2661454" y="4215492"/>
            <a:chExt cx="1607577" cy="480844"/>
          </a:xfrm>
        </p:grpSpPr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4E2003A2-BB53-3BCC-34B2-C46D0BAF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36E22F-5E6E-DAF5-CCFB-C84FBE6D7C63}"/>
                </a:ext>
              </a:extLst>
            </p:cNvPr>
            <p:cNvSpPr txBox="1"/>
            <p:nvPr/>
          </p:nvSpPr>
          <p:spPr>
            <a:xfrm>
              <a:off x="3033507" y="4215492"/>
              <a:ext cx="8210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C51DE6A-A642-8795-1E23-49BB9679048A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13510 mAh 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41" name="!! 设备标识">
            <a:extLst>
              <a:ext uri="{FF2B5EF4-FFF2-40B4-BE49-F238E27FC236}">
                <a16:creationId xmlns:a16="http://schemas.microsoft.com/office/drawing/2014/main" id="{59AB9FB0-1B9B-BA77-A2F7-8E596FACA86C}"/>
              </a:ext>
            </a:extLst>
          </p:cNvPr>
          <p:cNvSpPr/>
          <p:nvPr/>
        </p:nvSpPr>
        <p:spPr>
          <a:xfrm>
            <a:off x="5609378" y="3162754"/>
            <a:ext cx="505651" cy="242790"/>
          </a:xfrm>
          <a:prstGeom prst="roundRect">
            <a:avLst>
              <a:gd name="adj" fmla="val 15801"/>
            </a:avLst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accent6"/>
                </a:solidFill>
                <a:latin typeface="+mj-ea"/>
                <a:ea typeface="+mj-ea"/>
              </a:rPr>
              <a:t>Max</a:t>
            </a:r>
            <a:endParaRPr lang="zh-CN" altLang="en-US" sz="11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  <p:grpSp>
        <p:nvGrpSpPr>
          <p:cNvPr id="42" name="!! 更多信息">
            <a:extLst>
              <a:ext uri="{FF2B5EF4-FFF2-40B4-BE49-F238E27FC236}">
                <a16:creationId xmlns:a16="http://schemas.microsoft.com/office/drawing/2014/main" id="{CCF7FBBB-BD98-C733-8A5E-2B8F056E0683}"/>
              </a:ext>
            </a:extLst>
          </p:cNvPr>
          <p:cNvGrpSpPr/>
          <p:nvPr/>
        </p:nvGrpSpPr>
        <p:grpSpPr>
          <a:xfrm>
            <a:off x="4178595" y="4783147"/>
            <a:ext cx="7429350" cy="545100"/>
            <a:chOff x="3640667" y="2582968"/>
            <a:chExt cx="6605600" cy="545100"/>
          </a:xfrm>
        </p:grpSpPr>
        <p:sp>
          <p:nvSpPr>
            <p:cNvPr id="43" name="按钮">
              <a:hlinkClick r:id="rId14" action="ppaction://hlinksldjump"/>
              <a:extLst>
                <a:ext uri="{FF2B5EF4-FFF2-40B4-BE49-F238E27FC236}">
                  <a16:creationId xmlns:a16="http://schemas.microsoft.com/office/drawing/2014/main" id="{2315A65D-606C-A658-8D4C-1E44A52122BF}"/>
                </a:ext>
              </a:extLst>
            </p:cNvPr>
            <p:cNvSpPr/>
            <p:nvPr/>
          </p:nvSpPr>
          <p:spPr>
            <a:xfrm>
              <a:off x="3640667" y="2582968"/>
              <a:ext cx="66056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400" dirty="0">
                  <a:solidFill>
                    <a:schemeClr val="tx1"/>
                  </a:solidFill>
                </a:rPr>
                <a:t>更多信息</a:t>
              </a:r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E860411E-AA4A-AAA7-B609-DF134A203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904543" y="2783777"/>
              <a:ext cx="152400" cy="152400"/>
            </a:xfrm>
            <a:prstGeom prst="rect">
              <a:avLst/>
            </a:prstGeom>
          </p:spPr>
        </p:pic>
      </p:grpSp>
      <p:grpSp>
        <p:nvGrpSpPr>
          <p:cNvPr id="45" name="!! 开源">
            <a:extLst>
              <a:ext uri="{FF2B5EF4-FFF2-40B4-BE49-F238E27FC236}">
                <a16:creationId xmlns:a16="http://schemas.microsoft.com/office/drawing/2014/main" id="{E82BDEDD-4556-4FCB-0C92-4C125EBE1C15}"/>
              </a:ext>
            </a:extLst>
          </p:cNvPr>
          <p:cNvGrpSpPr/>
          <p:nvPr/>
        </p:nvGrpSpPr>
        <p:grpSpPr>
          <a:xfrm>
            <a:off x="4178595" y="5426681"/>
            <a:ext cx="7429350" cy="545100"/>
            <a:chOff x="1945733" y="2582968"/>
            <a:chExt cx="6605600" cy="545100"/>
          </a:xfrm>
        </p:grpSpPr>
        <p:sp>
          <p:nvSpPr>
            <p:cNvPr id="46" name="按钮">
              <a:hlinkClick r:id="rId17"/>
              <a:extLst>
                <a:ext uri="{FF2B5EF4-FFF2-40B4-BE49-F238E27FC236}">
                  <a16:creationId xmlns:a16="http://schemas.microsoft.com/office/drawing/2014/main" id="{30D356AF-F359-F9B0-3050-E74AA4CDEDBA}"/>
                </a:ext>
              </a:extLst>
            </p:cNvPr>
            <p:cNvSpPr/>
            <p:nvPr/>
          </p:nvSpPr>
          <p:spPr>
            <a:xfrm>
              <a:off x="1945733" y="2582968"/>
              <a:ext cx="66056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/>
              <a:r>
                <a:rPr lang="zh-CN" altLang="en-US" sz="1400" dirty="0">
                  <a:solidFill>
                    <a:schemeClr val="tx1"/>
                  </a:solidFill>
                </a:rPr>
                <a:t>开源软件声明</a:t>
              </a:r>
            </a:p>
          </p:txBody>
        </p:sp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BB1B3E11-06E3-4E35-07DD-BCCC77FBB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sp>
        <p:nvSpPr>
          <p:cNvPr id="55" name="!! 背景">
            <a:extLst>
              <a:ext uri="{FF2B5EF4-FFF2-40B4-BE49-F238E27FC236}">
                <a16:creationId xmlns:a16="http://schemas.microsoft.com/office/drawing/2014/main" id="{529428B0-339B-1ED9-4AED-25BFEC26AEC9}"/>
              </a:ext>
            </a:extLst>
          </p:cNvPr>
          <p:cNvSpPr/>
          <p:nvPr/>
        </p:nvSpPr>
        <p:spPr>
          <a:xfrm>
            <a:off x="4255068" y="1130865"/>
            <a:ext cx="7276404" cy="1756328"/>
          </a:xfrm>
          <a:prstGeom prst="roundRect">
            <a:avLst>
              <a:gd name="adj" fmla="val 8034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254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90500" sx="102000" sy="102000" algn="ctr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6" name="!! Leaf">
            <a:extLst>
              <a:ext uri="{FF2B5EF4-FFF2-40B4-BE49-F238E27FC236}">
                <a16:creationId xmlns:a16="http://schemas.microsoft.com/office/drawing/2014/main" id="{B9E60A74-B50D-98FF-9C0A-03DE9BEF39B5}"/>
              </a:ext>
            </a:extLst>
          </p:cNvPr>
          <p:cNvSpPr/>
          <p:nvPr/>
        </p:nvSpPr>
        <p:spPr>
          <a:xfrm>
            <a:off x="7732399" y="1777034"/>
            <a:ext cx="385690" cy="463988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8" name="!! 关闭按钮">
            <a:extLst>
              <a:ext uri="{FF2B5EF4-FFF2-40B4-BE49-F238E27FC236}">
                <a16:creationId xmlns:a16="http://schemas.microsoft.com/office/drawing/2014/main" id="{B88C29D2-1145-15C1-1D53-B5E347588186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79" name="矩形: 圆角 78">
              <a:hlinkClick r:id="rId18" action="ppaction://hlinksldjump"/>
              <a:extLst>
                <a:ext uri="{FF2B5EF4-FFF2-40B4-BE49-F238E27FC236}">
                  <a16:creationId xmlns:a16="http://schemas.microsoft.com/office/drawing/2014/main" id="{E32CA60E-7522-6263-FC3D-B0C28AEC815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80" name="图形 79">
              <a:extLst>
                <a:ext uri="{FF2B5EF4-FFF2-40B4-BE49-F238E27FC236}">
                  <a16:creationId xmlns:a16="http://schemas.microsoft.com/office/drawing/2014/main" id="{DB97A9DF-1CF2-2512-18A5-AC975DEE4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9" name="返回">
            <a:extLst>
              <a:ext uri="{FF2B5EF4-FFF2-40B4-BE49-F238E27FC236}">
                <a16:creationId xmlns:a16="http://schemas.microsoft.com/office/drawing/2014/main" id="{F95C157D-8432-186D-51CD-CF9F053C5F32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0" name="!! 副标题">
              <a:extLst>
                <a:ext uri="{FF2B5EF4-FFF2-40B4-BE49-F238E27FC236}">
                  <a16:creationId xmlns:a16="http://schemas.microsoft.com/office/drawing/2014/main" id="{300EC3EC-DF18-EF4F-29D6-0508BFAB478F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关于设备</a:t>
              </a: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4886C88C-D5C2-E0CB-C7DB-DB279156B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8B9034B9-AF23-302D-8505-138E1F952E59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4059A6-8D92-1D92-C925-3642ADBDE6AE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8" name="!! 软件更新">
            <a:extLst>
              <a:ext uri="{FF2B5EF4-FFF2-40B4-BE49-F238E27FC236}">
                <a16:creationId xmlns:a16="http://schemas.microsoft.com/office/drawing/2014/main" id="{0F30525A-1F82-4AA2-AAED-96ECDC10A671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0FCE796D-B6FC-5D43-4984-08C3BC5F5391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20" name="icon">
              <a:extLst>
                <a:ext uri="{FF2B5EF4-FFF2-40B4-BE49-F238E27FC236}">
                  <a16:creationId xmlns:a16="http://schemas.microsoft.com/office/drawing/2014/main" id="{D05A0DA0-BF64-6AF9-44FB-E5A26666F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21" name="!! 更多连接">
            <a:extLst>
              <a:ext uri="{FF2B5EF4-FFF2-40B4-BE49-F238E27FC236}">
                <a16:creationId xmlns:a16="http://schemas.microsoft.com/office/drawing/2014/main" id="{E83CC721-0AB2-113D-085F-F06EB39D00AF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22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76AA9ECA-CE67-13D0-63D5-EBBEC3453EA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60009C0-5CE5-5B35-9A28-44E10B93F56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C18D2DDB-4EC7-8BA4-1311-BBFC5075135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0" name="icon">
                <a:extLst>
                  <a:ext uri="{FF2B5EF4-FFF2-40B4-BE49-F238E27FC236}">
                    <a16:creationId xmlns:a16="http://schemas.microsoft.com/office/drawing/2014/main" id="{2710FFD8-3687-F65E-1690-C7795CA24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1" name="!! 蓝牙">
            <a:extLst>
              <a:ext uri="{FF2B5EF4-FFF2-40B4-BE49-F238E27FC236}">
                <a16:creationId xmlns:a16="http://schemas.microsoft.com/office/drawing/2014/main" id="{F56FBAD0-2A33-5866-FA73-3BE268D5FDC3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2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9BBA4A7C-5BF6-1CFB-14AA-1880DBE8038D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3" name="图形 52">
              <a:extLst>
                <a:ext uri="{FF2B5EF4-FFF2-40B4-BE49-F238E27FC236}">
                  <a16:creationId xmlns:a16="http://schemas.microsoft.com/office/drawing/2014/main" id="{D2A1026E-5689-D07B-0140-A7024D207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4" name="!! WLAN">
            <a:extLst>
              <a:ext uri="{FF2B5EF4-FFF2-40B4-BE49-F238E27FC236}">
                <a16:creationId xmlns:a16="http://schemas.microsoft.com/office/drawing/2014/main" id="{78E002FD-E470-BED5-257C-0D1F5772B2B3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81" name="!! WLAN">
              <a:extLst>
                <a:ext uri="{FF2B5EF4-FFF2-40B4-BE49-F238E27FC236}">
                  <a16:creationId xmlns:a16="http://schemas.microsoft.com/office/drawing/2014/main" id="{15B46920-F474-AD30-BB54-0122102AB277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83" name="!! 未选中">
                <a:hlinkClick r:id="rId32" action="ppaction://hlinksldjump"/>
                <a:extLst>
                  <a:ext uri="{FF2B5EF4-FFF2-40B4-BE49-F238E27FC236}">
                    <a16:creationId xmlns:a16="http://schemas.microsoft.com/office/drawing/2014/main" id="{80EC6AC9-1BEA-EE48-CB94-A6C3320DD743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84" name="icon">
                <a:extLst>
                  <a:ext uri="{FF2B5EF4-FFF2-40B4-BE49-F238E27FC236}">
                    <a16:creationId xmlns:a16="http://schemas.microsoft.com/office/drawing/2014/main" id="{8B70A236-56D3-4E01-2DFA-397A9FDF1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82" name="图形 81">
              <a:extLst>
                <a:ext uri="{FF2B5EF4-FFF2-40B4-BE49-F238E27FC236}">
                  <a16:creationId xmlns:a16="http://schemas.microsoft.com/office/drawing/2014/main" id="{828E648E-E9F9-522C-3125-76BB1FC04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85" name="!! 关于">
            <a:extLst>
              <a:ext uri="{FF2B5EF4-FFF2-40B4-BE49-F238E27FC236}">
                <a16:creationId xmlns:a16="http://schemas.microsoft.com/office/drawing/2014/main" id="{9D592B20-88E4-C3FC-C824-D374B3A23E8F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86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A5BC88E0-AFC2-F34F-76A8-B31875919F06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87" name="图形 86">
              <a:extLst>
                <a:ext uri="{FF2B5EF4-FFF2-40B4-BE49-F238E27FC236}">
                  <a16:creationId xmlns:a16="http://schemas.microsoft.com/office/drawing/2014/main" id="{1E82CFFC-044C-CA9F-62A3-50DD80212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88" name="!! 更多连接">
            <a:extLst>
              <a:ext uri="{FF2B5EF4-FFF2-40B4-BE49-F238E27FC236}">
                <a16:creationId xmlns:a16="http://schemas.microsoft.com/office/drawing/2014/main" id="{12A54407-EBB9-10B9-910D-7C040D5B01DD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89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068C2791-EF8C-7B7B-5051-C2A796D1E35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0A8B0F52-A1C9-E708-AA3E-8B940A85492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B9EBBC17-A4E5-B23E-7EC1-9ECF907CAC5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2" name="icon">
                <a:extLst>
                  <a:ext uri="{FF2B5EF4-FFF2-40B4-BE49-F238E27FC236}">
                    <a16:creationId xmlns:a16="http://schemas.microsoft.com/office/drawing/2014/main" id="{6B73BA31-E5D2-02A7-43A8-502CFB27E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7" name="!! dock右">
            <a:extLst>
              <a:ext uri="{FF2B5EF4-FFF2-40B4-BE49-F238E27FC236}">
                <a16:creationId xmlns:a16="http://schemas.microsoft.com/office/drawing/2014/main" id="{1F101169-E63C-6447-3FF9-DB02812B5018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58" name="!! 模糊">
              <a:extLst>
                <a:ext uri="{FF2B5EF4-FFF2-40B4-BE49-F238E27FC236}">
                  <a16:creationId xmlns:a16="http://schemas.microsoft.com/office/drawing/2014/main" id="{6EC5C092-FEEA-49AF-665C-CE2FA6564EA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9" name="!! 颜色遮罩">
              <a:extLst>
                <a:ext uri="{FF2B5EF4-FFF2-40B4-BE49-F238E27FC236}">
                  <a16:creationId xmlns:a16="http://schemas.microsoft.com/office/drawing/2014/main" id="{5713E627-82CC-1AF0-5EEF-726A67733E9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0" name="!! 信号">
              <a:extLst>
                <a:ext uri="{FF2B5EF4-FFF2-40B4-BE49-F238E27FC236}">
                  <a16:creationId xmlns:a16="http://schemas.microsoft.com/office/drawing/2014/main" id="{439C6FBF-6459-3EC2-C5C0-0F73F5EBF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1" name="!! 运营商">
              <a:extLst>
                <a:ext uri="{FF2B5EF4-FFF2-40B4-BE49-F238E27FC236}">
                  <a16:creationId xmlns:a16="http://schemas.microsoft.com/office/drawing/2014/main" id="{F401F939-F104-C1FE-6A7C-8BCC764D4072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62" name="!! 通知">
              <a:extLst>
                <a:ext uri="{FF2B5EF4-FFF2-40B4-BE49-F238E27FC236}">
                  <a16:creationId xmlns:a16="http://schemas.microsoft.com/office/drawing/2014/main" id="{83FAFA49-53BB-4555-06A5-3698C98ED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3" name="!! 电池">
              <a:extLst>
                <a:ext uri="{FF2B5EF4-FFF2-40B4-BE49-F238E27FC236}">
                  <a16:creationId xmlns:a16="http://schemas.microsoft.com/office/drawing/2014/main" id="{1B41CBEB-ECA8-DBF3-444E-D33D9EB10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4" name="!! 时间">
              <a:extLst>
                <a:ext uri="{FF2B5EF4-FFF2-40B4-BE49-F238E27FC236}">
                  <a16:creationId xmlns:a16="http://schemas.microsoft.com/office/drawing/2014/main" id="{DED18158-D3C5-776E-2093-CC185C451F0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5" name="!! AC">
              <a:extLst>
                <a:ext uri="{FF2B5EF4-FFF2-40B4-BE49-F238E27FC236}">
                  <a16:creationId xmlns:a16="http://schemas.microsoft.com/office/drawing/2014/main" id="{9FFF673C-B140-CA8A-9A94-3594FE91470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6" name="!! 声音">
              <a:extLst>
                <a:ext uri="{FF2B5EF4-FFF2-40B4-BE49-F238E27FC236}">
                  <a16:creationId xmlns:a16="http://schemas.microsoft.com/office/drawing/2014/main" id="{626724B0-F514-8355-8731-1E5D9C96A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7" name="!! 电源">
              <a:hlinkClick r:id="rId51" action="ppaction://hlinksldjump"/>
              <a:extLst>
                <a:ext uri="{FF2B5EF4-FFF2-40B4-BE49-F238E27FC236}">
                  <a16:creationId xmlns:a16="http://schemas.microsoft.com/office/drawing/2014/main" id="{EF4D5609-8D1D-4E57-E0C8-8223A7327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478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BBB9-E2BE-8CF3-2D78-377F90B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D6B1F31-3AAD-C228-E72C-DCA813AE930B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3FCF4561-2B86-B888-8D18-C0DAF007798F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74865F4-20A8-0FB4-8D62-68E01C906D3C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FA778E9-BBD2-C31C-D9EE-E673192F0FD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AF7EBEE-51E8-2CCA-A07C-EED20E0250F8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5D7469AE-8B72-EF31-B807-B6FB6CCD24CF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C4D18E0-DA72-2827-5E01-82BD789D048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6AE392F-5DE2-E5D6-8E0F-EB6D89F3E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9" name="!! 关闭按钮">
            <a:extLst>
              <a:ext uri="{FF2B5EF4-FFF2-40B4-BE49-F238E27FC236}">
                <a16:creationId xmlns:a16="http://schemas.microsoft.com/office/drawing/2014/main" id="{F7036777-350E-AA02-7D9E-3EF730F6A0E8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0" name="矩形: 圆角 19">
              <a:hlinkClick r:id="rId6" action="ppaction://hlinksldjump"/>
              <a:extLst>
                <a:ext uri="{FF2B5EF4-FFF2-40B4-BE49-F238E27FC236}">
                  <a16:creationId xmlns:a16="http://schemas.microsoft.com/office/drawing/2014/main" id="{36E50D0D-C3BD-ABAB-B002-985CDB50A5F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1B7A7B22-57DE-B7A7-1D40-A1A2B0A0A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0F4A143-A7C1-FA1F-299F-C89CCC972BE1}"/>
              </a:ext>
            </a:extLst>
          </p:cNvPr>
          <p:cNvSpPr txBox="1"/>
          <p:nvPr/>
        </p:nvSpPr>
        <p:spPr>
          <a:xfrm>
            <a:off x="4198275" y="3174894"/>
            <a:ext cx="1375321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型号代码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L315PA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ABFD37-C54A-10CF-9760-6166E0DF0D54}"/>
              </a:ext>
            </a:extLst>
          </p:cNvPr>
          <p:cNvSpPr txBox="1"/>
          <p:nvPr/>
        </p:nvSpPr>
        <p:spPr>
          <a:xfrm>
            <a:off x="7882272" y="3174894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机型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Pad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A953F0-5CB2-9F2A-F8CF-040B7992AF1D}"/>
              </a:ext>
            </a:extLst>
          </p:cNvPr>
          <p:cNvSpPr txBox="1"/>
          <p:nvPr/>
        </p:nvSpPr>
        <p:spPr>
          <a:xfrm>
            <a:off x="4198275" y="371969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5.0.0.preview.2507b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E9297-B13E-3D65-561C-A5D5950AD0F2}"/>
              </a:ext>
            </a:extLst>
          </p:cNvPr>
          <p:cNvSpPr txBox="1"/>
          <p:nvPr/>
        </p:nvSpPr>
        <p:spPr>
          <a:xfrm>
            <a:off x="7882272" y="4391503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OS 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项目成立日期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2025-06-29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22CB95-C136-4410-C89D-A3BFA7075C36}"/>
              </a:ext>
            </a:extLst>
          </p:cNvPr>
          <p:cNvSpPr txBox="1"/>
          <p:nvPr/>
        </p:nvSpPr>
        <p:spPr>
          <a:xfrm>
            <a:off x="4198275" y="4391503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编译时间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2025</a:t>
            </a:r>
            <a:r>
              <a:rPr lang="en-US" altLang="zh-CN" sz="1600" dirty="0">
                <a:latin typeface="vivo Sans"/>
                <a:ea typeface="vivo Sans"/>
              </a:rPr>
              <a:t>-08-24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10EB2-5EAC-B8A5-9A3A-553D59213908}"/>
              </a:ext>
            </a:extLst>
          </p:cNvPr>
          <p:cNvSpPr txBox="1"/>
          <p:nvPr/>
        </p:nvSpPr>
        <p:spPr>
          <a:xfrm>
            <a:off x="7882272" y="4941397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2502 (18526.20086)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5A26A6-1033-1F1F-3D1A-9D03CB68B634}"/>
              </a:ext>
            </a:extLst>
          </p:cNvPr>
          <p:cNvSpPr txBox="1"/>
          <p:nvPr/>
        </p:nvSpPr>
        <p:spPr>
          <a:xfrm>
            <a:off x="4198275" y="4941397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内核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atin typeface="vivo Sans"/>
                <a:ea typeface="vivo Sans"/>
              </a:rPr>
              <a:t>Microsoft PowerPoint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0B4B54E-5ADF-0E25-0C94-D079E116BF4F}"/>
              </a:ext>
            </a:extLst>
          </p:cNvPr>
          <p:cNvCxnSpPr>
            <a:cxnSpLocks/>
          </p:cNvCxnSpPr>
          <p:nvPr/>
        </p:nvCxnSpPr>
        <p:spPr>
          <a:xfrm>
            <a:off x="4198275" y="4323254"/>
            <a:ext cx="733840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5459898-C7EA-D3D8-701B-485CC096C612}"/>
              </a:ext>
            </a:extLst>
          </p:cNvPr>
          <p:cNvSpPr txBox="1"/>
          <p:nvPr/>
        </p:nvSpPr>
        <p:spPr>
          <a:xfrm>
            <a:off x="7882272" y="372131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限制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演示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1D5DE3D6-2C67-DCFC-6DB2-F4004586D2CF}"/>
              </a:ext>
            </a:extLst>
          </p:cNvPr>
          <p:cNvCxnSpPr>
            <a:cxnSpLocks/>
          </p:cNvCxnSpPr>
          <p:nvPr/>
        </p:nvCxnSpPr>
        <p:spPr>
          <a:xfrm>
            <a:off x="4198275" y="5577090"/>
            <a:ext cx="731881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03E2475-C195-DD0C-4D8F-5F45B0A1BC69}"/>
              </a:ext>
            </a:extLst>
          </p:cNvPr>
          <p:cNvSpPr txBox="1"/>
          <p:nvPr/>
        </p:nvSpPr>
        <p:spPr>
          <a:xfrm>
            <a:off x="7882272" y="5625276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特别鸣谢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i="0" dirty="0">
                <a:solidFill>
                  <a:srgbClr val="13181D"/>
                </a:solidFill>
                <a:effectLst/>
                <a:latin typeface="-apple-system"/>
              </a:rPr>
              <a:t>亥鸥</a:t>
            </a:r>
            <a:r>
              <a:rPr lang="en-US" altLang="zh-CN" sz="1600" i="0" dirty="0">
                <a:solidFill>
                  <a:srgbClr val="13181D"/>
                </a:solidFill>
                <a:effectLst/>
                <a:latin typeface="+mn-ea"/>
              </a:rPr>
              <a:t>_HYO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EB3DC8B-F833-5CEC-4D7D-40BC9E9D8DFC}"/>
              </a:ext>
            </a:extLst>
          </p:cNvPr>
          <p:cNvSpPr txBox="1"/>
          <p:nvPr/>
        </p:nvSpPr>
        <p:spPr>
          <a:xfrm>
            <a:off x="4198275" y="5625276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作者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latin typeface="vivo Sans"/>
                <a:ea typeface="vivo Sans"/>
              </a:rPr>
              <a:t>雨夌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9" name="返回">
            <a:extLst>
              <a:ext uri="{FF2B5EF4-FFF2-40B4-BE49-F238E27FC236}">
                <a16:creationId xmlns:a16="http://schemas.microsoft.com/office/drawing/2014/main" id="{C2F1A953-E888-6098-C452-C3ADF8146B95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30" name="!! 副标题">
              <a:extLst>
                <a:ext uri="{FF2B5EF4-FFF2-40B4-BE49-F238E27FC236}">
                  <a16:creationId xmlns:a16="http://schemas.microsoft.com/office/drawing/2014/main" id="{5C94DC7E-BDDA-A763-CF96-FC54B33D5032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更多信息</a:t>
              </a:r>
            </a:p>
          </p:txBody>
        </p: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2C9389E9-1110-54B5-CC6B-4A93F33DF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D0A762B-1FA4-03B5-096E-0B82FB7FFC71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D4856D-DCB3-3E38-653B-D12BECBECE96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15" name="!! 软件更新">
            <a:extLst>
              <a:ext uri="{FF2B5EF4-FFF2-40B4-BE49-F238E27FC236}">
                <a16:creationId xmlns:a16="http://schemas.microsoft.com/office/drawing/2014/main" id="{F230A0C1-86E7-E350-7DEE-BED8DA21B6C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6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209E60E9-7A00-1DD0-B6B7-38056D67E482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17" name="icon">
              <a:extLst>
                <a:ext uri="{FF2B5EF4-FFF2-40B4-BE49-F238E27FC236}">
                  <a16:creationId xmlns:a16="http://schemas.microsoft.com/office/drawing/2014/main" id="{45BB95A0-C3C3-5302-3953-17A0497BC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18" name="!! 更多连接">
            <a:extLst>
              <a:ext uri="{FF2B5EF4-FFF2-40B4-BE49-F238E27FC236}">
                <a16:creationId xmlns:a16="http://schemas.microsoft.com/office/drawing/2014/main" id="{303E330C-A3BE-977D-EEE3-B71170C1A9B5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23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EB3F9A79-5A1D-266C-8ADF-5EB55E4B484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40FDBE8-B96A-14E8-F5FF-BE8DA3D6213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1815D499-5ACC-170E-BC44-CAC121F1085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3" name="icon">
                <a:extLst>
                  <a:ext uri="{FF2B5EF4-FFF2-40B4-BE49-F238E27FC236}">
                    <a16:creationId xmlns:a16="http://schemas.microsoft.com/office/drawing/2014/main" id="{AF1F5CD3-B921-2DBB-2CEE-0BAE42789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4" name="!! 蓝牙">
            <a:extLst>
              <a:ext uri="{FF2B5EF4-FFF2-40B4-BE49-F238E27FC236}">
                <a16:creationId xmlns:a16="http://schemas.microsoft.com/office/drawing/2014/main" id="{FB558CCD-9D09-33FF-CBD4-33CA667CD5F0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5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C357DAEC-A657-BFB8-2499-FF2CA380475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36" name="图形 35">
              <a:extLst>
                <a:ext uri="{FF2B5EF4-FFF2-40B4-BE49-F238E27FC236}">
                  <a16:creationId xmlns:a16="http://schemas.microsoft.com/office/drawing/2014/main" id="{FFA2F48F-ED33-E2B6-6B73-2319DE317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37" name="!! WLAN">
            <a:extLst>
              <a:ext uri="{FF2B5EF4-FFF2-40B4-BE49-F238E27FC236}">
                <a16:creationId xmlns:a16="http://schemas.microsoft.com/office/drawing/2014/main" id="{966B66D8-FBC9-49B0-ACFB-5C0552E3F3E3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38" name="!! WLAN">
              <a:extLst>
                <a:ext uri="{FF2B5EF4-FFF2-40B4-BE49-F238E27FC236}">
                  <a16:creationId xmlns:a16="http://schemas.microsoft.com/office/drawing/2014/main" id="{8851B4D4-4DF3-CBBB-FAFE-8EA7CD62ABA9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40" name="!! 未选中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6D05B022-8719-2317-C672-86931E770FDC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41" name="icon">
                <a:extLst>
                  <a:ext uri="{FF2B5EF4-FFF2-40B4-BE49-F238E27FC236}">
                    <a16:creationId xmlns:a16="http://schemas.microsoft.com/office/drawing/2014/main" id="{E724587C-E22D-8E99-D56D-4D8A69231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A4770193-D83C-ABBB-82AE-54D0F78D3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42" name="!! 关于">
            <a:extLst>
              <a:ext uri="{FF2B5EF4-FFF2-40B4-BE49-F238E27FC236}">
                <a16:creationId xmlns:a16="http://schemas.microsoft.com/office/drawing/2014/main" id="{8D4E5956-D1CC-89F1-46AB-C16227D7E130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43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F19DF7DD-2F18-3069-C130-CDB38112AEDC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4CB138E4-59FD-6740-2A64-4603DF04D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45" name="!! 更多连接">
            <a:extLst>
              <a:ext uri="{FF2B5EF4-FFF2-40B4-BE49-F238E27FC236}">
                <a16:creationId xmlns:a16="http://schemas.microsoft.com/office/drawing/2014/main" id="{4F8BB379-8C59-5E89-4248-60B22F4C3C83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46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D8B2967B-A1AE-1B60-E74E-35304FFB271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3790702C-C3BF-0002-A1FE-1FAC1BD2A73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4A36C603-930A-D40D-0E34-DFC020C27EA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4" name="icon">
                <a:extLst>
                  <a:ext uri="{FF2B5EF4-FFF2-40B4-BE49-F238E27FC236}">
                    <a16:creationId xmlns:a16="http://schemas.microsoft.com/office/drawing/2014/main" id="{F9E6A7FF-566A-B5EB-168A-CCCF2BA4E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56" name="!! 背景">
            <a:extLst>
              <a:ext uri="{FF2B5EF4-FFF2-40B4-BE49-F238E27FC236}">
                <a16:creationId xmlns:a16="http://schemas.microsoft.com/office/drawing/2014/main" id="{02602DEB-F982-0D88-88B7-7AC1F22EE964}"/>
              </a:ext>
            </a:extLst>
          </p:cNvPr>
          <p:cNvSpPr/>
          <p:nvPr/>
        </p:nvSpPr>
        <p:spPr>
          <a:xfrm>
            <a:off x="4255068" y="1130865"/>
            <a:ext cx="7276404" cy="1756328"/>
          </a:xfrm>
          <a:prstGeom prst="roundRect">
            <a:avLst>
              <a:gd name="adj" fmla="val 8034"/>
            </a:avLst>
          </a:prstGeom>
          <a:solidFill>
            <a:schemeClr val="bg2">
              <a:alpha val="95000"/>
            </a:schemeClr>
          </a:solidFill>
          <a:ln>
            <a:solidFill>
              <a:schemeClr val="accent1"/>
            </a:solidFill>
          </a:ln>
          <a:effectLst>
            <a:outerShdw blurRad="254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+mj-ea"/>
                <a:ea typeface="+mj-ea"/>
                <a:cs typeface="vivo Sans" panose="02000500000000000000" pitchFamily="2" charset="-122"/>
              </a:rPr>
              <a:t>Leaf OS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alpha val="50000"/>
                  </a:schemeClr>
                </a:solidFill>
                <a:uLnTx/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Preview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alpha val="50000"/>
                </a:schemeClr>
              </a:solidFill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26" name="!! dock右">
            <a:extLst>
              <a:ext uri="{FF2B5EF4-FFF2-40B4-BE49-F238E27FC236}">
                <a16:creationId xmlns:a16="http://schemas.microsoft.com/office/drawing/2014/main" id="{C6D1FDBE-F161-DFE8-4FEC-B321C943ECF9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55" name="!! 模糊">
              <a:extLst>
                <a:ext uri="{FF2B5EF4-FFF2-40B4-BE49-F238E27FC236}">
                  <a16:creationId xmlns:a16="http://schemas.microsoft.com/office/drawing/2014/main" id="{7EEBB0E4-DB2C-0C51-43DA-A910327981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7" name="!! 颜色遮罩">
              <a:extLst>
                <a:ext uri="{FF2B5EF4-FFF2-40B4-BE49-F238E27FC236}">
                  <a16:creationId xmlns:a16="http://schemas.microsoft.com/office/drawing/2014/main" id="{E63389E5-1FDE-B7C7-0D7A-58244967F11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8" name="!! 信号">
              <a:extLst>
                <a:ext uri="{FF2B5EF4-FFF2-40B4-BE49-F238E27FC236}">
                  <a16:creationId xmlns:a16="http://schemas.microsoft.com/office/drawing/2014/main" id="{1954A956-2192-B087-E47D-995998518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59" name="!! 运营商">
              <a:extLst>
                <a:ext uri="{FF2B5EF4-FFF2-40B4-BE49-F238E27FC236}">
                  <a16:creationId xmlns:a16="http://schemas.microsoft.com/office/drawing/2014/main" id="{CA31B618-C2E2-B7B1-4499-F85BEDC229C5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60" name="!! 通知">
              <a:extLst>
                <a:ext uri="{FF2B5EF4-FFF2-40B4-BE49-F238E27FC236}">
                  <a16:creationId xmlns:a16="http://schemas.microsoft.com/office/drawing/2014/main" id="{326B7B5E-55F2-0A8F-C673-0439530DE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1" name="!! 电池">
              <a:extLst>
                <a:ext uri="{FF2B5EF4-FFF2-40B4-BE49-F238E27FC236}">
                  <a16:creationId xmlns:a16="http://schemas.microsoft.com/office/drawing/2014/main" id="{C60D6C90-0AB8-B121-2807-06F97A9A5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2" name="!! 时间">
              <a:extLst>
                <a:ext uri="{FF2B5EF4-FFF2-40B4-BE49-F238E27FC236}">
                  <a16:creationId xmlns:a16="http://schemas.microsoft.com/office/drawing/2014/main" id="{32DC960F-9EF3-94C7-E877-FF5B219832A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3" name="!! AC">
              <a:extLst>
                <a:ext uri="{FF2B5EF4-FFF2-40B4-BE49-F238E27FC236}">
                  <a16:creationId xmlns:a16="http://schemas.microsoft.com/office/drawing/2014/main" id="{B020DADE-CA20-91E6-C83B-87ED81D19FE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4" name="!! 声音">
              <a:extLst>
                <a:ext uri="{FF2B5EF4-FFF2-40B4-BE49-F238E27FC236}">
                  <a16:creationId xmlns:a16="http://schemas.microsoft.com/office/drawing/2014/main" id="{7CBC0188-021E-3116-3EA1-2C9D07FB1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5" name="!! 电源">
              <a:hlinkClick r:id="rId39" action="ppaction://hlinksldjump"/>
              <a:extLst>
                <a:ext uri="{FF2B5EF4-FFF2-40B4-BE49-F238E27FC236}">
                  <a16:creationId xmlns:a16="http://schemas.microsoft.com/office/drawing/2014/main" id="{8054D190-D71C-09FB-070F-2C7A9069E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35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0F1D-EA98-E364-04CD-27A39EF2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C8E56897-FABF-8252-0B59-8D20CEF72FFF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B1AC2BA7-AEE1-FBF9-6B63-121C7A339EBC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26A71D4-F98F-EBBE-7911-FF3B705ECF37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C45CD427-7F5C-B545-0BFA-726A8BC8586F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5A29FF8-BE27-5C31-D4EE-33E27D920A27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D4CF376-5A13-FBA9-4A24-8E1B3EF980E0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26DEDFE1-2065-6118-F3B1-5DD70B89055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5814E83D-2EE1-47BB-51F9-51C15E9FC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12CC5E-880D-93F3-086C-4EE2585D5C35}"/>
              </a:ext>
            </a:extLst>
          </p:cNvPr>
          <p:cNvGrpSpPr/>
          <p:nvPr/>
        </p:nvGrpSpPr>
        <p:grpSpPr>
          <a:xfrm>
            <a:off x="7402866" y="1246429"/>
            <a:ext cx="980808" cy="980808"/>
            <a:chOff x="7332875" y="1296357"/>
            <a:chExt cx="980808" cy="980808"/>
          </a:xfrm>
        </p:grpSpPr>
        <p:sp>
          <p:nvSpPr>
            <p:cNvPr id="11" name="!! 背景">
              <a:hlinkClick r:id="rId6" action="ppaction://hlinksldjump"/>
              <a:extLst>
                <a:ext uri="{FF2B5EF4-FFF2-40B4-BE49-F238E27FC236}">
                  <a16:creationId xmlns:a16="http://schemas.microsoft.com/office/drawing/2014/main" id="{46C56BBF-370D-2685-B3F7-EE4F2E2D4C50}"/>
                </a:ext>
              </a:extLst>
            </p:cNvPr>
            <p:cNvSpPr/>
            <p:nvPr/>
          </p:nvSpPr>
          <p:spPr>
            <a:xfrm>
              <a:off x="7332875" y="1296357"/>
              <a:ext cx="980808" cy="98080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icon">
              <a:extLst>
                <a:ext uri="{FF2B5EF4-FFF2-40B4-BE49-F238E27FC236}">
                  <a16:creationId xmlns:a16="http://schemas.microsoft.com/office/drawing/2014/main" id="{237EB526-2419-ABF3-5E82-0C80212C9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446309" y="1409791"/>
              <a:ext cx="753940" cy="753940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0E403C5A-D0DA-D516-A89F-84A2DFF60806}"/>
              </a:ext>
            </a:extLst>
          </p:cNvPr>
          <p:cNvSpPr txBox="1"/>
          <p:nvPr/>
        </p:nvSpPr>
        <p:spPr>
          <a:xfrm>
            <a:off x="7304691" y="2348691"/>
            <a:ext cx="117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设置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57826E9-5CEF-73EC-B743-005C452EA971}"/>
              </a:ext>
            </a:extLst>
          </p:cNvPr>
          <p:cNvSpPr txBox="1"/>
          <p:nvPr/>
        </p:nvSpPr>
        <p:spPr>
          <a:xfrm>
            <a:off x="6616264" y="2784389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App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1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.2.0.preview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84169A7-26E6-F915-10EE-613597A6264D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© 2025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雨夌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All Rights Reserved.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60F687-5D4C-ABF2-C154-DC82AE4B7D76}"/>
              </a:ext>
            </a:extLst>
          </p:cNvPr>
          <p:cNvSpPr txBox="1"/>
          <p:nvPr/>
        </p:nvSpPr>
        <p:spPr>
          <a:xfrm>
            <a:off x="6616264" y="3016087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5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.1.3</a:t>
            </a:r>
          </a:p>
        </p:txBody>
      </p:sp>
      <p:grpSp>
        <p:nvGrpSpPr>
          <p:cNvPr id="47" name="!! 关闭按钮">
            <a:extLst>
              <a:ext uri="{FF2B5EF4-FFF2-40B4-BE49-F238E27FC236}">
                <a16:creationId xmlns:a16="http://schemas.microsoft.com/office/drawing/2014/main" id="{00C06825-EDEF-10A6-DE1E-19385D0485E2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48" name="矩形: 圆角 47">
              <a:hlinkClick r:id="rId9" action="ppaction://hlinksldjump"/>
              <a:extLst>
                <a:ext uri="{FF2B5EF4-FFF2-40B4-BE49-F238E27FC236}">
                  <a16:creationId xmlns:a16="http://schemas.microsoft.com/office/drawing/2014/main" id="{187FD17F-C412-B74E-2902-C9CECF06128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4063F5D5-FCD9-2094-924B-CF3491BA2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D595D4A-C028-0744-2A26-EAFC134088E9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A03DA2-C962-3764-3006-59B8F601CE5D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166C8FFB-591B-D897-A50E-045C53AC8870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0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BC6EEB0D-2D87-4549-2906-78F5C8283FB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DC246DF9-BDD5-194E-FA48-F4495242D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19" name="!! 更多连接">
            <a:extLst>
              <a:ext uri="{FF2B5EF4-FFF2-40B4-BE49-F238E27FC236}">
                <a16:creationId xmlns:a16="http://schemas.microsoft.com/office/drawing/2014/main" id="{768464B6-6622-41EE-BF8A-93144C5A5921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20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04C6C1B8-D91F-8B05-E316-864770F7502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A28B2EB-6B49-EADF-0841-74D70DDB714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4EE22040-80EE-194B-E7AF-B523206278B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0" name="icon">
                <a:extLst>
                  <a:ext uri="{FF2B5EF4-FFF2-40B4-BE49-F238E27FC236}">
                    <a16:creationId xmlns:a16="http://schemas.microsoft.com/office/drawing/2014/main" id="{F8CFDEA6-35E1-4E07-1424-7D1496A34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1" name="!! 蓝牙">
            <a:extLst>
              <a:ext uri="{FF2B5EF4-FFF2-40B4-BE49-F238E27FC236}">
                <a16:creationId xmlns:a16="http://schemas.microsoft.com/office/drawing/2014/main" id="{50CE5FCC-D9DD-AFFA-EF8A-1ADD41FBC38B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52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C663B997-5856-B469-3363-D75CC4949784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3" name="图形 52">
              <a:extLst>
                <a:ext uri="{FF2B5EF4-FFF2-40B4-BE49-F238E27FC236}">
                  <a16:creationId xmlns:a16="http://schemas.microsoft.com/office/drawing/2014/main" id="{444A905A-E818-EB2D-F626-D4A836A2A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4" name="!! WLAN">
            <a:extLst>
              <a:ext uri="{FF2B5EF4-FFF2-40B4-BE49-F238E27FC236}">
                <a16:creationId xmlns:a16="http://schemas.microsoft.com/office/drawing/2014/main" id="{7444B17E-1193-0BF8-98C3-6985478B4672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55" name="!! WLAN">
              <a:extLst>
                <a:ext uri="{FF2B5EF4-FFF2-40B4-BE49-F238E27FC236}">
                  <a16:creationId xmlns:a16="http://schemas.microsoft.com/office/drawing/2014/main" id="{A41ED7DE-841D-3481-889C-E4D9C0C1998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7" name="!! 未选中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38022BBD-E2FB-4762-9767-7C5761D364AD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8" name="icon">
                <a:extLst>
                  <a:ext uri="{FF2B5EF4-FFF2-40B4-BE49-F238E27FC236}">
                    <a16:creationId xmlns:a16="http://schemas.microsoft.com/office/drawing/2014/main" id="{C3DF2FF9-46B0-B597-C2F4-0A15777066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E9DABDD8-81D6-5743-429B-031F4C9D6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9" name="!! 关于">
            <a:extLst>
              <a:ext uri="{FF2B5EF4-FFF2-40B4-BE49-F238E27FC236}">
                <a16:creationId xmlns:a16="http://schemas.microsoft.com/office/drawing/2014/main" id="{6B45CAAA-414A-6556-D905-6DDFBC76B2F0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60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D4361973-87F8-8CAA-AEEB-433D49169CA4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542EF3CA-D1AE-6B39-8F60-CF3481B87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2" name="!! 更多连接">
            <a:extLst>
              <a:ext uri="{FF2B5EF4-FFF2-40B4-BE49-F238E27FC236}">
                <a16:creationId xmlns:a16="http://schemas.microsoft.com/office/drawing/2014/main" id="{8ACF1284-CC9B-EFB8-A7F5-DA2955673D1A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63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549D9675-879C-1880-B119-2F249C373AC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D1A09B79-FB1D-52C2-9C34-AA3FC8A26AD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7AD4617E-66FA-8DAB-7378-C7CC80AE9C9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6" name="icon">
                <a:extLst>
                  <a:ext uri="{FF2B5EF4-FFF2-40B4-BE49-F238E27FC236}">
                    <a16:creationId xmlns:a16="http://schemas.microsoft.com/office/drawing/2014/main" id="{0AF6E43E-5555-CBDA-E23E-5CFE23516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CDFCD298-EA3F-F3F9-45F4-BDA11FD11ACA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6" name="!! 模糊">
              <a:extLst>
                <a:ext uri="{FF2B5EF4-FFF2-40B4-BE49-F238E27FC236}">
                  <a16:creationId xmlns:a16="http://schemas.microsoft.com/office/drawing/2014/main" id="{0B3B1362-6177-13FF-8E57-714421DC45E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7" name="!! 颜色遮罩">
              <a:extLst>
                <a:ext uri="{FF2B5EF4-FFF2-40B4-BE49-F238E27FC236}">
                  <a16:creationId xmlns:a16="http://schemas.microsoft.com/office/drawing/2014/main" id="{144FA1F8-6A47-38D4-BFA9-13C39BE0B23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8" name="!! 信号">
              <a:extLst>
                <a:ext uri="{FF2B5EF4-FFF2-40B4-BE49-F238E27FC236}">
                  <a16:creationId xmlns:a16="http://schemas.microsoft.com/office/drawing/2014/main" id="{E97EDCDD-9D4F-1087-B9F3-7F05836BF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3" name="!! 运营商">
              <a:extLst>
                <a:ext uri="{FF2B5EF4-FFF2-40B4-BE49-F238E27FC236}">
                  <a16:creationId xmlns:a16="http://schemas.microsoft.com/office/drawing/2014/main" id="{81BBBD24-E966-93CC-50D2-BA6AA744345D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4" name="!! 通知">
              <a:extLst>
                <a:ext uri="{FF2B5EF4-FFF2-40B4-BE49-F238E27FC236}">
                  <a16:creationId xmlns:a16="http://schemas.microsoft.com/office/drawing/2014/main" id="{FB3DA202-6DD5-C612-F6E6-F426F6457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6" name="!! 电池">
              <a:extLst>
                <a:ext uri="{FF2B5EF4-FFF2-40B4-BE49-F238E27FC236}">
                  <a16:creationId xmlns:a16="http://schemas.microsoft.com/office/drawing/2014/main" id="{57F546DB-5C4E-A38E-FC55-BAD79B37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9" name="!! 时间">
              <a:extLst>
                <a:ext uri="{FF2B5EF4-FFF2-40B4-BE49-F238E27FC236}">
                  <a16:creationId xmlns:a16="http://schemas.microsoft.com/office/drawing/2014/main" id="{BC040F77-57B2-0E2A-0E47-10FACA3C043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0" name="!! AC">
              <a:extLst>
                <a:ext uri="{FF2B5EF4-FFF2-40B4-BE49-F238E27FC236}">
                  <a16:creationId xmlns:a16="http://schemas.microsoft.com/office/drawing/2014/main" id="{23BA7DD5-CD4E-CD2D-8491-0BE137D600A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1" name="!! 声音">
              <a:extLst>
                <a:ext uri="{FF2B5EF4-FFF2-40B4-BE49-F238E27FC236}">
                  <a16:creationId xmlns:a16="http://schemas.microsoft.com/office/drawing/2014/main" id="{B3ED8992-7FB6-E135-A1CC-4BAC570A3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2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9B4E0741-2900-5460-DBE4-B05C0D773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363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C238-1C1D-501F-E80B-BF374606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61EF760-4AB4-6CC7-DF6A-25B27B644DB6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AC0C30A-37CE-FDC7-3667-804EEBAD3244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143F8F4-D3FF-FB06-518E-753E6FC36B0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A3323AC-6CFA-BB6A-F070-6B1821272EA9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94751F6-4D9E-7526-CA8D-AF9D8BCF4159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C5E1C45-3F4A-A91C-EDFA-090B7D9954F5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745B2FE2-5845-38B9-C122-C1069D13C91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775F319B-977F-B795-AA82-35C6E2E90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05777446-6C17-7754-2851-A3E13C9A2C35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473C2265-2CB8-CF8A-E7E4-D9530E17B22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0A6580E-4E21-3E16-1A95-D27604E41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C6F541A-EB59-02B7-05DA-A510A74C1B90}"/>
              </a:ext>
            </a:extLst>
          </p:cNvPr>
          <p:cNvSpPr txBox="1"/>
          <p:nvPr/>
        </p:nvSpPr>
        <p:spPr>
          <a:xfrm>
            <a:off x="4846235" y="1707781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Sarasa Mono Slab CL" panose="02000509000000000000" pitchFamily="49" charset="-120"/>
              </a:rPr>
              <a:t>Leaf OS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vivo Sans" panose="02000500000000000000" pitchFamily="2" charset="-122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4D8092-4777-424B-FA20-42FFDED4C0C4}"/>
              </a:ext>
            </a:extLst>
          </p:cNvPr>
          <p:cNvSpPr txBox="1"/>
          <p:nvPr/>
        </p:nvSpPr>
        <p:spPr>
          <a:xfrm>
            <a:off x="6044218" y="2415667"/>
            <a:ext cx="3698103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5.0.0.preview.2507b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文本框 11">
            <a:hlinkClick r:id="rId9"/>
            <a:extLst>
              <a:ext uri="{FF2B5EF4-FFF2-40B4-BE49-F238E27FC236}">
                <a16:creationId xmlns:a16="http://schemas.microsoft.com/office/drawing/2014/main" id="{212820BB-F26D-4C52-684B-615346AFF8CA}"/>
              </a:ext>
            </a:extLst>
          </p:cNvPr>
          <p:cNvSpPr txBox="1"/>
          <p:nvPr/>
        </p:nvSpPr>
        <p:spPr>
          <a:xfrm>
            <a:off x="6839973" y="5736683"/>
            <a:ext cx="2106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1"/>
                </a:solidFill>
              </a:rPr>
              <a:t>前往官网更新</a:t>
            </a:r>
          </a:p>
        </p:txBody>
      </p:sp>
      <p:sp>
        <p:nvSpPr>
          <p:cNvPr id="15" name="!! 禁用按钮">
            <a:extLst>
              <a:ext uri="{FF2B5EF4-FFF2-40B4-BE49-F238E27FC236}">
                <a16:creationId xmlns:a16="http://schemas.microsoft.com/office/drawing/2014/main" id="{9F705532-7101-91B4-A728-F2F4ED907947}"/>
              </a:ext>
            </a:extLst>
          </p:cNvPr>
          <p:cNvSpPr/>
          <p:nvPr/>
        </p:nvSpPr>
        <p:spPr>
          <a:xfrm>
            <a:off x="6549941" y="5227864"/>
            <a:ext cx="268665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在线更新不可用</a:t>
            </a:r>
          </a:p>
        </p:txBody>
      </p:sp>
      <p:grpSp>
        <p:nvGrpSpPr>
          <p:cNvPr id="10" name="返回">
            <a:extLst>
              <a:ext uri="{FF2B5EF4-FFF2-40B4-BE49-F238E27FC236}">
                <a16:creationId xmlns:a16="http://schemas.microsoft.com/office/drawing/2014/main" id="{CAC34B5E-A13B-7780-C908-B302F8CF3700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29A16DC1-48C1-748F-73CC-7CB6A1738F5D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系统更新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558E0EA9-85D2-6810-3FCC-095B6693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F000F220-BCBE-A511-0AE0-087B87F94395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1A9E52C-3D35-53BD-FAD6-3672FB7D5ED0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65" name="!! 软件更新">
            <a:extLst>
              <a:ext uri="{FF2B5EF4-FFF2-40B4-BE49-F238E27FC236}">
                <a16:creationId xmlns:a16="http://schemas.microsoft.com/office/drawing/2014/main" id="{1CA07566-9F48-51F8-E5CD-FB585EA95FFC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70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F9C1D9E9-7B97-B4FB-9DAA-9091C9B7C86B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71" name="icon">
              <a:extLst>
                <a:ext uri="{FF2B5EF4-FFF2-40B4-BE49-F238E27FC236}">
                  <a16:creationId xmlns:a16="http://schemas.microsoft.com/office/drawing/2014/main" id="{0B1134E5-398F-65D3-E855-AE33ED758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72" name="!! 更多连接">
            <a:extLst>
              <a:ext uri="{FF2B5EF4-FFF2-40B4-BE49-F238E27FC236}">
                <a16:creationId xmlns:a16="http://schemas.microsoft.com/office/drawing/2014/main" id="{7DE63192-A457-8B30-78F4-CD7D57C12184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73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A35D4758-2C62-453E-8CD5-A4A410226A7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3BB49B2D-9A90-E84F-4413-F5FFCD76A83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CA3D9912-4BDE-3F12-AACA-36F6661B31E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6" name="icon">
                <a:extLst>
                  <a:ext uri="{FF2B5EF4-FFF2-40B4-BE49-F238E27FC236}">
                    <a16:creationId xmlns:a16="http://schemas.microsoft.com/office/drawing/2014/main" id="{C69A0C33-FDBB-0AC1-B9EB-7E27CAFF3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7" name="!! 蓝牙">
            <a:extLst>
              <a:ext uri="{FF2B5EF4-FFF2-40B4-BE49-F238E27FC236}">
                <a16:creationId xmlns:a16="http://schemas.microsoft.com/office/drawing/2014/main" id="{E7302EEB-9B29-130F-43B7-3E437EE13AAE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78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C973E37D-6092-69D9-A412-3310424031CA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79" name="图形 78">
              <a:extLst>
                <a:ext uri="{FF2B5EF4-FFF2-40B4-BE49-F238E27FC236}">
                  <a16:creationId xmlns:a16="http://schemas.microsoft.com/office/drawing/2014/main" id="{22BB725D-0CA6-89D6-98C8-7568A6622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80" name="!! WLAN">
            <a:extLst>
              <a:ext uri="{FF2B5EF4-FFF2-40B4-BE49-F238E27FC236}">
                <a16:creationId xmlns:a16="http://schemas.microsoft.com/office/drawing/2014/main" id="{D5C4AE18-6C06-F5CC-9F43-78F7AE05A104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81" name="!! WLAN">
              <a:extLst>
                <a:ext uri="{FF2B5EF4-FFF2-40B4-BE49-F238E27FC236}">
                  <a16:creationId xmlns:a16="http://schemas.microsoft.com/office/drawing/2014/main" id="{85B3F013-5C2E-AD46-116C-FB73B4170FDF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83" name="!! 未选中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FA9FB6B4-54D5-E43E-4A4F-E20C45005CB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84" name="icon">
                <a:extLst>
                  <a:ext uri="{FF2B5EF4-FFF2-40B4-BE49-F238E27FC236}">
                    <a16:creationId xmlns:a16="http://schemas.microsoft.com/office/drawing/2014/main" id="{82B520B2-286A-1CEE-BF9B-CE5C29352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82" name="图形 81">
              <a:extLst>
                <a:ext uri="{FF2B5EF4-FFF2-40B4-BE49-F238E27FC236}">
                  <a16:creationId xmlns:a16="http://schemas.microsoft.com/office/drawing/2014/main" id="{EA0C1440-219B-E1A4-B3A7-1F8EB82E7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85" name="!! 关于">
            <a:extLst>
              <a:ext uri="{FF2B5EF4-FFF2-40B4-BE49-F238E27FC236}">
                <a16:creationId xmlns:a16="http://schemas.microsoft.com/office/drawing/2014/main" id="{F08903C1-09F2-36EC-CDCC-DDFA541D0709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86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4BF55DA5-C425-D315-9C65-EE966D64FE41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87" name="图形 86">
              <a:extLst>
                <a:ext uri="{FF2B5EF4-FFF2-40B4-BE49-F238E27FC236}">
                  <a16:creationId xmlns:a16="http://schemas.microsoft.com/office/drawing/2014/main" id="{DD241543-229B-6BD1-03AB-FE1677A1E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88" name="!! 更多连接">
            <a:extLst>
              <a:ext uri="{FF2B5EF4-FFF2-40B4-BE49-F238E27FC236}">
                <a16:creationId xmlns:a16="http://schemas.microsoft.com/office/drawing/2014/main" id="{42F05083-0967-A82A-94B5-E0BF0C0DFF8C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89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71B1DE73-65B1-778B-BCF4-845C2D45C75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119DA424-B1E7-EE87-AFCB-08B7B5F16E3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67AF02E0-3B96-4C30-50EE-31CE6F8960E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2" name="icon">
                <a:extLst>
                  <a:ext uri="{FF2B5EF4-FFF2-40B4-BE49-F238E27FC236}">
                    <a16:creationId xmlns:a16="http://schemas.microsoft.com/office/drawing/2014/main" id="{007D183D-64AB-A585-F384-D50699EC8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873506ED-AA17-DFC8-6B44-8B88B9A91300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7" name="!! 模糊">
              <a:extLst>
                <a:ext uri="{FF2B5EF4-FFF2-40B4-BE49-F238E27FC236}">
                  <a16:creationId xmlns:a16="http://schemas.microsoft.com/office/drawing/2014/main" id="{ED579B54-89B9-EB5C-B1E7-0511D9C8781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9" name="!! 颜色遮罩">
              <a:extLst>
                <a:ext uri="{FF2B5EF4-FFF2-40B4-BE49-F238E27FC236}">
                  <a16:creationId xmlns:a16="http://schemas.microsoft.com/office/drawing/2014/main" id="{57C6A3E4-BE11-6CB5-A4A6-D7855E582D4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43192C29-0B2E-CBB0-9FDF-54C8CACF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D3CD814B-6655-1A6E-79BF-76367A84D0F1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9" name="!! 通知">
              <a:extLst>
                <a:ext uri="{FF2B5EF4-FFF2-40B4-BE49-F238E27FC236}">
                  <a16:creationId xmlns:a16="http://schemas.microsoft.com/office/drawing/2014/main" id="{159288B2-8254-D356-5061-CB12647C8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0" name="!! 电池">
              <a:extLst>
                <a:ext uri="{FF2B5EF4-FFF2-40B4-BE49-F238E27FC236}">
                  <a16:creationId xmlns:a16="http://schemas.microsoft.com/office/drawing/2014/main" id="{0912FD3F-8C3F-5596-CAC7-AA380D771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F3A66962-E828-6D2B-3963-F4041FDF14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2" name="!! AC">
              <a:extLst>
                <a:ext uri="{FF2B5EF4-FFF2-40B4-BE49-F238E27FC236}">
                  <a16:creationId xmlns:a16="http://schemas.microsoft.com/office/drawing/2014/main" id="{07825B7F-8FD8-D2A0-01A1-69337D033D0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!! 声音">
              <a:extLst>
                <a:ext uri="{FF2B5EF4-FFF2-40B4-BE49-F238E27FC236}">
                  <a16:creationId xmlns:a16="http://schemas.microsoft.com/office/drawing/2014/main" id="{00FB629C-E330-C995-4A21-322156083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DED96112-B15B-E08C-3054-C83932A73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83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A478-EE0C-E0CA-CE7F-1C0105AD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6E15F46-1162-CD49-AF9B-E040A13C8868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EEF77B0-CFFE-E8D1-ADA2-54D7C5BB0415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44001C25-D5C4-6F67-7F0A-58AAE4BF8B2F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A18AD4B-9BE4-06AC-D0B6-9221899D6E6D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38237D8-40F4-2445-B7BF-A277641C1D10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FCF3A87C-3FA0-E504-0A94-730D7E7858DA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96B2F9E9-3326-68D8-53DD-DAE88BFA462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607A8396-2064-D224-0DC9-CE65FA638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BA7BCD17-274E-A222-EF57-AF783DB9645F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C56C8CA4-5EB0-C7C7-2F0D-44294885F92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6B33A37B-A25D-5A86-B2B4-C8ADEE738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A30F5AF4-F24F-A3BA-DF60-3E98CE5C8313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362145DC-4AF1-7491-44EE-DEECE4F9A34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EB182CF3-BCC8-D798-2F51-5868AB071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7AC7E51-C63D-58F8-2A76-5157AA2526B9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276E5-DDD8-72E3-2659-88C2323AA809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4BF91B06-9181-B4B3-3ACC-7DF3EF1006EB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57509876-714B-998F-8BC7-85C0055A645B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B4864C6A-CA5C-A142-760A-BA19F96F3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D863BC17-6F7D-DC5B-367A-80219BC88E8E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DE105812-D9BC-B160-5025-74726653E54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8FCEBFD-9BEA-F4AC-04A6-6787BBE6F1C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48032DE-A2F0-2944-3593-68300A0D2F0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D0A68C88-56F9-8033-6BE9-B7E07E98D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7D23B58F-06A5-DF6F-4CF9-780D10344247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9C433A6C-65AD-688E-0C0A-3A595EC1A82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6E882BFD-9F7F-21C1-514E-2F8C4D9F1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8776A454-503E-10AC-12BE-4D0AAF77B46A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6BE3DBD7-3900-B466-3127-156D8CDB78A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42CC576C-3374-35B7-983A-E8B807B0F45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B9D80A95-9D16-F158-85FB-5BEC12F61F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39894E91-D00C-B15A-BED4-B27D28616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83B2AB29-706F-E7B2-3298-289BB36144E8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A0C56685-9083-8202-7EEA-F9F126115F5F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BD618B01-5875-C643-9903-61BC213DD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15ED4825-D27F-95B7-EAF7-D5937804A558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C025A4EF-1249-9461-F5EF-CAD88A8C3CF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5866A266-F53B-1B63-1BEF-EACACF0348C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DA91E0DA-8081-A867-4DFF-5972E59819C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EAE2EF4B-3E74-A602-0BBB-B2D705F2C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B27D05A1-99ED-C8E6-DF79-E6F262F1729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ED59928A-498D-35C8-6A8F-17DBE7EC78FE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375FE938-5187-064D-C2AF-B6BFE4937644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9B6B4D55-9399-6C1D-C128-25D54789AF1E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BD5E295-3546-7A7E-922D-707474E10499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DC5CB39D-E78F-DE38-8AD9-3BB2887BDB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0EE84E8-03A3-C706-B23B-3717ACA24F61}"/>
              </a:ext>
            </a:extLst>
          </p:cNvPr>
          <p:cNvSpPr/>
          <p:nvPr/>
        </p:nvSpPr>
        <p:spPr>
          <a:xfrm>
            <a:off x="3389112" y="704239"/>
            <a:ext cx="5390463" cy="5427670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89BFFC-2802-D035-A63F-BDF18676EE6F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启用硬件保护</a:t>
            </a:r>
          </a:p>
        </p:txBody>
      </p:sp>
      <p:sp>
        <p:nvSpPr>
          <p:cNvPr id="16" name="!! 按钮">
            <a:hlinkClick r:id="rId31" action="ppaction://hlinksldjump"/>
            <a:extLst>
              <a:ext uri="{FF2B5EF4-FFF2-40B4-BE49-F238E27FC236}">
                <a16:creationId xmlns:a16="http://schemas.microsoft.com/office/drawing/2014/main" id="{59ABB1AE-86FD-772B-DAF6-A964DDBD0E64}"/>
              </a:ext>
            </a:extLst>
          </p:cNvPr>
          <p:cNvSpPr/>
          <p:nvPr/>
        </p:nvSpPr>
        <p:spPr>
          <a:xfrm>
            <a:off x="6689317" y="5308762"/>
            <a:ext cx="1655234" cy="4082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FCFBE6-8022-3A13-D19B-D992030B518B}"/>
              </a:ext>
            </a:extLst>
          </p:cNvPr>
          <p:cNvSpPr txBox="1"/>
          <p:nvPr/>
        </p:nvSpPr>
        <p:spPr>
          <a:xfrm>
            <a:off x="3831135" y="1668327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无法开启硬件保护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346396-286A-C1B8-F0D8-6E0DF5B35BC8}"/>
              </a:ext>
            </a:extLst>
          </p:cNvPr>
          <p:cNvSpPr txBox="1"/>
          <p:nvPr/>
        </p:nvSpPr>
        <p:spPr>
          <a:xfrm>
            <a:off x="3819426" y="1924733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详细信息</a:t>
            </a: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8557F4AD-89FE-7701-F303-A8F423A5BCF2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883256A1-C029-F6EF-DB18-3F2002EF334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0" name="!! 颜色遮罩">
              <a:extLst>
                <a:ext uri="{FF2B5EF4-FFF2-40B4-BE49-F238E27FC236}">
                  <a16:creationId xmlns:a16="http://schemas.microsoft.com/office/drawing/2014/main" id="{B2F30984-97F9-7B33-CCB4-514C9A199E7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1D03FDAF-136B-DF7B-155D-2FA3A9F94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3" name="!! 运营商">
              <a:extLst>
                <a:ext uri="{FF2B5EF4-FFF2-40B4-BE49-F238E27FC236}">
                  <a16:creationId xmlns:a16="http://schemas.microsoft.com/office/drawing/2014/main" id="{5DDECEDF-E53C-49EE-993E-F9AEFF959499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6" name="!! 通知">
              <a:extLst>
                <a:ext uri="{FF2B5EF4-FFF2-40B4-BE49-F238E27FC236}">
                  <a16:creationId xmlns:a16="http://schemas.microsoft.com/office/drawing/2014/main" id="{6CF321DC-6A7C-A591-4FAA-BA9CA32DB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259C72D4-4E5B-3E4D-236B-A022592AD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3" name="!! 时间">
              <a:extLst>
                <a:ext uri="{FF2B5EF4-FFF2-40B4-BE49-F238E27FC236}">
                  <a16:creationId xmlns:a16="http://schemas.microsoft.com/office/drawing/2014/main" id="{7B5CE725-6337-461B-F905-6A83FBE5B26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4" name="!! AC">
              <a:extLst>
                <a:ext uri="{FF2B5EF4-FFF2-40B4-BE49-F238E27FC236}">
                  <a16:creationId xmlns:a16="http://schemas.microsoft.com/office/drawing/2014/main" id="{D5405B80-C8D7-8C46-EDC8-983CE019705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5" name="!! 声音">
              <a:extLst>
                <a:ext uri="{FF2B5EF4-FFF2-40B4-BE49-F238E27FC236}">
                  <a16:creationId xmlns:a16="http://schemas.microsoft.com/office/drawing/2014/main" id="{71A07D04-AB3C-0EEC-9A2B-A19A8ED1B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6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9E356FE1-7930-2C41-2110-09D8C10F1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352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9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2" grpId="1" animBg="1"/>
      <p:bldP spid="14" grpId="0"/>
      <p:bldP spid="14" grpId="1"/>
      <p:bldP spid="16" grpId="0" animBg="1"/>
      <p:bldP spid="16" grpId="1" animBg="1"/>
      <p:bldP spid="21" grpId="0"/>
      <p:bldP spid="21" grpId="1"/>
      <p:bldP spid="22" grpId="0"/>
      <p:bldP spid="22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4F36-572D-0F19-8DAE-B4E42EC2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299FC49-C7C7-BA07-621F-29CEB4E1C1B3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D7800481-9AE2-2BD4-D918-410C47F41625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95A7F9C-F7CE-3CED-72E7-4603CDD55C7A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FFA2BD6-C887-E15C-83B1-3BE3AE89783C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7C2DCEC9-5B9F-FF40-EFC8-D602DD8C7BC1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C72A95EA-593E-1C72-6EDB-73035866BDAB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4FFF00F3-169F-7C23-A187-386C0051D9B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987A6CCB-BA4A-D389-C606-85D4B82EF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E4422C44-DD58-B0C7-5B5B-9FC478811B7B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D198603C-3CAD-766B-2A17-3825333A367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EBAC91D3-AD07-CD27-9FDD-042448603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67D07B2C-9485-BCD2-DF00-ED4AFE014F9F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F20A08FA-F94C-C617-5075-72A2917A54E6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56FA710E-1A5B-FA74-CF55-0F5B1007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849F812-3917-09C6-C451-392BFF69E66A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B5B377-6A7D-C367-72B0-B6F13AE90378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0AEF3466-5FDC-7DC1-F5ED-DD50656878EC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6E7C4DE0-3FBF-7D47-FA89-989F35305625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5C3F1D5B-2B86-3892-D392-8066D49AA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8F8844CF-9C2A-DCBE-76D2-31E80DBADC87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2F149090-0EF2-921C-7F9A-DC86054C685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33E9BCD-79A3-1130-2854-1E1822195F2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997B0D86-57B7-E315-1E87-97B7A496A8A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5C78B768-FC04-57F7-3A2F-B8D0AA4339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8F7104CA-6E8E-266D-0151-ADD5809102EA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219E4E71-C900-E782-7F48-61E52330A0D9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63BB654A-2744-B9FC-A7FD-D3E3CC16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E4646F9C-8590-C0A9-5223-D97349EDAD49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001ADE81-8466-B5AB-5324-3551B15B2C4A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EC821D61-29C1-D767-2004-67B29E984505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5FB83CFC-5B28-5AEA-6995-0D4CBB846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BFD3BF70-2248-8A1F-5DA8-888574196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DBB1697B-E982-BDE3-7488-6A3E2579489B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5F390B2D-AB13-48C5-6C84-56B2B7EFDDAC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D448E1D5-549C-5751-9D65-4BF34F481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8664A410-0993-6880-9ED9-7EB88636D758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B2BF9FEA-E841-975C-29D2-2AEEE4A0F13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6CF66B06-EC0F-A6A0-1D07-D9AB773A1F0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FFC7D654-E9A1-AB1F-9DE2-17C6DF6FD95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0FBCDE53-5AC6-5DE3-BB0F-FC104A1C4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FD2345A3-2C67-C43D-F543-C3B23BDBA07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D6AFBDC0-F824-E2F6-FD69-505529A8C37F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硬件保护未启用</a:t>
            </a:r>
          </a:p>
        </p:txBody>
      </p:sp>
      <p:sp>
        <p:nvSpPr>
          <p:cNvPr id="72" name="按钮">
            <a:hlinkClick r:id="rId32" action="ppaction://hlinksldjump"/>
            <a:extLst>
              <a:ext uri="{FF2B5EF4-FFF2-40B4-BE49-F238E27FC236}">
                <a16:creationId xmlns:a16="http://schemas.microsoft.com/office/drawing/2014/main" id="{69CE0229-9736-227C-0487-510D961B59B5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A419FDE3-5D82-0712-DAB5-5B2A5814B1F3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4D0D4D8-1A85-C36F-6B10-90613407FE30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设备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ID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unknown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!! dock右">
            <a:extLst>
              <a:ext uri="{FF2B5EF4-FFF2-40B4-BE49-F238E27FC236}">
                <a16:creationId xmlns:a16="http://schemas.microsoft.com/office/drawing/2014/main" id="{BF135587-4181-2243-2678-B9777A811127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5B4C37BA-1EA3-BA57-6489-19AC557E980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C616D15A-3558-81D2-9935-392C28C6696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C0ADFDD4-5C6D-BD49-FB1A-2F05FCFD2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064E4BB9-1E73-9E3A-22CF-DF750337200A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11B5B560-3349-9488-65CA-AB291FF10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0" name="!! 电池">
              <a:extLst>
                <a:ext uri="{FF2B5EF4-FFF2-40B4-BE49-F238E27FC236}">
                  <a16:creationId xmlns:a16="http://schemas.microsoft.com/office/drawing/2014/main" id="{F5D92E85-C816-3037-2AA4-3BC061C10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38BC82BD-B6E5-7347-55B4-46273963B8E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2" name="!! AC">
              <a:extLst>
                <a:ext uri="{FF2B5EF4-FFF2-40B4-BE49-F238E27FC236}">
                  <a16:creationId xmlns:a16="http://schemas.microsoft.com/office/drawing/2014/main" id="{784153BC-0E43-367E-90CD-7F86FC9E6DE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!! 声音">
              <a:extLst>
                <a:ext uri="{FF2B5EF4-FFF2-40B4-BE49-F238E27FC236}">
                  <a16:creationId xmlns:a16="http://schemas.microsoft.com/office/drawing/2014/main" id="{D5656EE1-B997-87F8-2BED-707CC3A4F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3" name="!! 电源">
              <a:hlinkClick r:id="rId41" action="ppaction://hlinksldjump"/>
              <a:extLst>
                <a:ext uri="{FF2B5EF4-FFF2-40B4-BE49-F238E27FC236}">
                  <a16:creationId xmlns:a16="http://schemas.microsoft.com/office/drawing/2014/main" id="{2F64EEEF-F199-128E-3A5C-397B388F9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070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5332-3435-F468-2C97-12ADBC25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F1BF483-1C27-1E54-396D-6A153D2726A4}"/>
              </a:ext>
            </a:extLst>
          </p:cNvPr>
          <p:cNvSpPr/>
          <p:nvPr/>
        </p:nvSpPr>
        <p:spPr>
          <a:xfrm>
            <a:off x="11709" y="0"/>
            <a:ext cx="1111617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6B2CF2E-59C8-8FB8-C798-971D0AC61807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6AF2D8D-A4B2-7174-737A-2C92E5EFB4C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7186A23-BE04-F0BF-ADF4-C02EBED15F77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7CD4AD5-7C86-CEDE-C64C-729FEAC9CD65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6D5DFA75-1FD0-62B4-2061-1CB5C2CC3AAE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D1F80B0D-3FF6-4FD7-08B5-C0352E86070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99CFA12-D190-3924-1D01-BD4FE0D4D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186271F4-C610-6EEA-608C-AE972EDDEED5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B5CE21FA-D431-FB98-CD68-5B7149BF0D4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FCBA0634-F266-4AEF-69DA-69D3574A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DF5D4F5A-0D2C-30C8-266F-B159EDCD1F6A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935D3A60-7909-DA3B-D605-8AD29AC607D0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EBB5BE57-4FD6-0477-762C-F8A5E3E55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154D9D8-93B0-DBD0-639A-81381E302E9E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F67667-9B7D-5B1B-8E06-B923DBB7B7BD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7C79DCCD-FA31-29AD-E71A-A7E5291E9DB6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66C9448E-CB3C-6E92-5588-C57E17B3DAC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7AE60FE9-1115-4EEB-1C78-C722E01E7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9418CFE0-F4E1-E502-F658-3305AB7A8A93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81224AAF-EE55-778E-D69B-613DC1F6911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94E743B-3A0F-0FC1-1F29-0A1C6B3788B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90347F4D-D585-69DE-9940-8BF14506428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CE0E9353-F489-1BD9-3506-8F303F48D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A24F5BCE-F9D8-D509-0CFF-BB7820E87001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DF3D64E1-745E-B39D-04C4-9AC6BC345EB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FB8A7598-FF26-A2E8-CC9F-DD0CCBD20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80576B61-4E98-3D12-325B-03E3F14CBAB2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95E321B5-4488-DAAE-003F-FC6C721293F8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44BDAF5B-09C7-DA29-50F1-47D5C0AD93F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0FCA238B-18A7-FEFC-88CF-B99A606DE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3EA81C5A-E193-86CE-8514-0D6078565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99D23297-C226-4015-C3E0-280B2480495C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8B5043EE-738A-EDD5-506F-6729F3E4061D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D785A00B-135B-6DE2-FBEF-6A2832F11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A58CB8D0-4185-AA91-2BF0-CA40174589A1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6D3F2B8D-19F9-F520-5055-25FD43E87AB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31A22CB2-2BE0-F8F1-B4F1-844CC410E1E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F3EC5A91-A48A-C0CC-49EC-5565C0DFAE2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73838001-9968-8917-C5FB-4F780F1CA3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CD7FE630-78B1-A871-DE57-38A8BC29B17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ABE7E734-3840-F8B1-D85A-0B0291D395B8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D073A977-EDA9-4AE2-7A63-9DE7B884B34F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0E65344F-942D-7F43-49D3-FCA323D43FF7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B8A5F8-121A-7855-C4FA-2F5AC01458DE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FF5EB5FD-74C3-7ADF-7427-4BD46436EE4A}"/>
              </a:ext>
            </a:extLst>
          </p:cNvPr>
          <p:cNvSpPr/>
          <p:nvPr/>
        </p:nvSpPr>
        <p:spPr>
          <a:xfrm>
            <a:off x="0" y="0"/>
            <a:ext cx="12180291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94564F2B-A93D-8BD9-1143-F63EDD8E9743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2" name="!! 模糊">
              <a:extLst>
                <a:ext uri="{FF2B5EF4-FFF2-40B4-BE49-F238E27FC236}">
                  <a16:creationId xmlns:a16="http://schemas.microsoft.com/office/drawing/2014/main" id="{A7D981BF-6585-D24F-7565-6CE7B3028D1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4" name="!! 颜色遮罩">
              <a:extLst>
                <a:ext uri="{FF2B5EF4-FFF2-40B4-BE49-F238E27FC236}">
                  <a16:creationId xmlns:a16="http://schemas.microsoft.com/office/drawing/2014/main" id="{F1597253-5E7C-501C-422E-289A149A422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5" name="!! 信号">
              <a:extLst>
                <a:ext uri="{FF2B5EF4-FFF2-40B4-BE49-F238E27FC236}">
                  <a16:creationId xmlns:a16="http://schemas.microsoft.com/office/drawing/2014/main" id="{819AA538-2905-2D8B-DEC6-B42DD17F8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96F9D779-8947-6751-1648-835EAA6A37E7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0" name="!! 通知">
              <a:extLst>
                <a:ext uri="{FF2B5EF4-FFF2-40B4-BE49-F238E27FC236}">
                  <a16:creationId xmlns:a16="http://schemas.microsoft.com/office/drawing/2014/main" id="{27E68DD5-8835-A7A9-2703-B0648D9EA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1" name="!! 电池">
              <a:extLst>
                <a:ext uri="{FF2B5EF4-FFF2-40B4-BE49-F238E27FC236}">
                  <a16:creationId xmlns:a16="http://schemas.microsoft.com/office/drawing/2014/main" id="{3BEAE212-967A-0E62-6F86-863CD0022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2" name="!! 时间">
              <a:extLst>
                <a:ext uri="{FF2B5EF4-FFF2-40B4-BE49-F238E27FC236}">
                  <a16:creationId xmlns:a16="http://schemas.microsoft.com/office/drawing/2014/main" id="{61C514A1-D386-1D53-F314-9E25C24781D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3" name="!! AC">
              <a:extLst>
                <a:ext uri="{FF2B5EF4-FFF2-40B4-BE49-F238E27FC236}">
                  <a16:creationId xmlns:a16="http://schemas.microsoft.com/office/drawing/2014/main" id="{FC7FF450-F31E-6CB9-724E-BCFFFAB8676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3" name="!! 声音">
              <a:extLst>
                <a:ext uri="{FF2B5EF4-FFF2-40B4-BE49-F238E27FC236}">
                  <a16:creationId xmlns:a16="http://schemas.microsoft.com/office/drawing/2014/main" id="{91D7E844-9228-19E7-1B88-2033B0B25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39" action="ppaction://hlinksldjump"/>
              <a:extLst>
                <a:ext uri="{FF2B5EF4-FFF2-40B4-BE49-F238E27FC236}">
                  <a16:creationId xmlns:a16="http://schemas.microsoft.com/office/drawing/2014/main" id="{1D0A94BA-10E9-C1CB-E9C0-E188A159B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0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0">
        <p:fade/>
      </p:transition>
    </mc:Choice>
    <mc:Fallback xmlns="">
      <p:transition advClick="0" advTm="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058A-EDAA-D90B-03EC-CAFC0F80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D1BFDA-149B-401B-D0EA-5260DEA4A2CC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E9135A38-2CE4-1F8F-1C91-79C9A7DE59AD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AEFD10F-500A-5B04-2B33-087C0B25E74F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D433B826-E4F4-2D66-9DAB-63ACDDF505B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A7B1DB1B-1594-80B3-33DE-CDC5C28EAA9F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1AC6E26-6B23-FB05-F0D9-5743762A7C63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601B5550-3AFE-879A-D6B6-7661F6897D3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193ADC7E-72F7-9484-3DE8-4DC5899A2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AC2168B1-5DB0-38B0-0B53-0368D9400DC9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25F0D962-6CC1-2DFE-274F-01F8ADE2A57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DA7D86F2-9F5A-E588-DFF6-57C4A7B9A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7A31B9F6-19A2-065E-3E0A-61810C97B61E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2CBF63F5-DFE7-4634-9764-FF88E0BEF09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B57F5337-595C-7B19-7CAC-44E10E205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F4931-EE0D-BB23-A155-DE5A4B261ACC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AC919A-5F69-B491-9FEA-8D8517FD0F04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3553212A-C443-C8A1-8F27-13B3742582E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2310054F-ECF3-686F-092B-067AC1C52329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B49155D9-A2FE-51B7-A2E8-EB9DDA696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846BDE34-F6BF-6337-B074-ADF1575B55F3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EF74A083-8829-FF35-0717-11CA21AA899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9DB14E1-0184-A268-9533-5EFDFC6E6FE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C288FF89-10ED-DFF3-98DB-775D23234F0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CC40F382-4110-AFA3-8943-1852D0B054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468E9F0C-E6C0-EA82-07DC-BC590110969F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AC641E6B-0F09-A81E-6641-7A451FF13B47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91F4E078-154B-41FD-402D-B74E28E4E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DBB2FABE-6E8C-0FB4-C7DA-3B68801C56F0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C4214E12-0996-572D-2220-EEDDD8BE73A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98ECE6C2-FB1B-C938-0DB4-895EF1C332F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A07B42FD-F301-822B-97F9-9888A9842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5D4A80E1-555F-30C1-CB78-63EAFDE13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0CEB323B-61FD-0AEA-FB98-169762D3C9DC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D661065C-A56E-4D3C-53B7-5FA6FFA79A28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BA5903DB-B838-FA53-7101-9085DCDD6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59D8130C-721A-02AF-A514-DB8DD513B8D3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6D8F12AC-B189-FC23-B763-B4840368DF1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B569AE3-B0A1-8A64-BC2E-5849E2A2A63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A1394984-E801-F87A-CE86-D3240958331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B6D8B6F2-DBE2-C8D7-3F4E-664FFA1C8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FD92EB1F-1A53-16CF-98C9-A06AE75B5DE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34B380AD-ABD7-0318-21C8-430F6121AE25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985B9E58-CFB6-2F9C-7E7B-9D4519190FA8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C2E23050-E66A-5AEB-EE38-238AAB7072E2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BBD8E8E-2B39-1588-0DEC-5EBB27B94B4F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954013F6-40E1-33E4-00A8-E3F76C721107}"/>
              </a:ext>
            </a:extLst>
          </p:cNvPr>
          <p:cNvSpPr/>
          <p:nvPr/>
        </p:nvSpPr>
        <p:spPr>
          <a:xfrm>
            <a:off x="1" y="0"/>
            <a:ext cx="1218029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F896AF-7640-0199-95B9-C6076F923671}"/>
              </a:ext>
            </a:extLst>
          </p:cNvPr>
          <p:cNvSpPr/>
          <p:nvPr/>
        </p:nvSpPr>
        <p:spPr>
          <a:xfrm>
            <a:off x="3389112" y="704239"/>
            <a:ext cx="5390463" cy="5427670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70340-F368-2F9B-39AE-3915C31F5D26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77C84-F41A-017C-F1E2-D5D88F49EE9B}"/>
              </a:ext>
            </a:extLst>
          </p:cNvPr>
          <p:cNvSpPr txBox="1"/>
          <p:nvPr/>
        </p:nvSpPr>
        <p:spPr>
          <a:xfrm>
            <a:off x="3823760" y="1671395"/>
            <a:ext cx="45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启用硬件保护可以保护你的设备不被恶意程序损坏</a:t>
            </a:r>
            <a:endParaRPr lang="en-US" altLang="zh-CN" sz="1400" dirty="0"/>
          </a:p>
          <a:p>
            <a:r>
              <a:rPr lang="zh-CN" altLang="en-US" sz="1400" dirty="0"/>
              <a:t>接下来将进行硬件验证，验证成功后即可启用</a:t>
            </a:r>
          </a:p>
        </p:txBody>
      </p:sp>
      <p:sp>
        <p:nvSpPr>
          <p:cNvPr id="16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9558D66-EB1F-809B-1CC1-F4E2F43E0F8B}"/>
              </a:ext>
            </a:extLst>
          </p:cNvPr>
          <p:cNvSpPr/>
          <p:nvPr/>
        </p:nvSpPr>
        <p:spPr>
          <a:xfrm>
            <a:off x="6689317" y="5308762"/>
            <a:ext cx="1655234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下一步</a:t>
            </a:r>
          </a:p>
        </p:txBody>
      </p:sp>
      <p:sp>
        <p:nvSpPr>
          <p:cNvPr id="20" name="!! 返回">
            <a:hlinkClick r:id="rId31" action="ppaction://hlinksldjump"/>
            <a:extLst>
              <a:ext uri="{FF2B5EF4-FFF2-40B4-BE49-F238E27FC236}">
                <a16:creationId xmlns:a16="http://schemas.microsoft.com/office/drawing/2014/main" id="{031E349F-87C8-90FA-9FB7-46A66DE9F755}"/>
              </a:ext>
            </a:extLst>
          </p:cNvPr>
          <p:cNvSpPr/>
          <p:nvPr/>
        </p:nvSpPr>
        <p:spPr>
          <a:xfrm>
            <a:off x="5343259" y="5308762"/>
            <a:ext cx="118769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023A4E4E-899C-526B-46B1-D48430F89006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1" name="!! 模糊">
              <a:extLst>
                <a:ext uri="{FF2B5EF4-FFF2-40B4-BE49-F238E27FC236}">
                  <a16:creationId xmlns:a16="http://schemas.microsoft.com/office/drawing/2014/main" id="{0A243D6B-00EF-7A9C-B64D-8EAF11B9673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2" name="!! 颜色遮罩">
              <a:extLst>
                <a:ext uri="{FF2B5EF4-FFF2-40B4-BE49-F238E27FC236}">
                  <a16:creationId xmlns:a16="http://schemas.microsoft.com/office/drawing/2014/main" id="{683694AE-AFC0-A5CE-C9CE-4A52F659CE1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436CDA85-53D6-49FD-1660-E530079DE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3" name="!! 运营商">
              <a:extLst>
                <a:ext uri="{FF2B5EF4-FFF2-40B4-BE49-F238E27FC236}">
                  <a16:creationId xmlns:a16="http://schemas.microsoft.com/office/drawing/2014/main" id="{E39F5ED8-55D5-E5C0-71E5-76F443BADC61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6" name="!! 通知">
              <a:extLst>
                <a:ext uri="{FF2B5EF4-FFF2-40B4-BE49-F238E27FC236}">
                  <a16:creationId xmlns:a16="http://schemas.microsoft.com/office/drawing/2014/main" id="{CFF68B42-0589-1598-3480-0672B5A06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96F05AC0-85E7-0B9F-586B-4AD0E9E2A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3" name="!! 时间">
              <a:extLst>
                <a:ext uri="{FF2B5EF4-FFF2-40B4-BE49-F238E27FC236}">
                  <a16:creationId xmlns:a16="http://schemas.microsoft.com/office/drawing/2014/main" id="{B55F91E1-3C3B-958D-5784-0F4E9ABE044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4" name="!! AC">
              <a:extLst>
                <a:ext uri="{FF2B5EF4-FFF2-40B4-BE49-F238E27FC236}">
                  <a16:creationId xmlns:a16="http://schemas.microsoft.com/office/drawing/2014/main" id="{9C3B8887-08C7-1626-3789-60CFC096377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5" name="!! 声音">
              <a:extLst>
                <a:ext uri="{FF2B5EF4-FFF2-40B4-BE49-F238E27FC236}">
                  <a16:creationId xmlns:a16="http://schemas.microsoft.com/office/drawing/2014/main" id="{979E3FEB-EA72-9195-5AEE-12E4708D0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6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4967E982-7416-137B-5BD5-E5ECA29A4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308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-2.08333E-6 0.03218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2.08333E-6 0.03218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L 3.54167E-6 0.03218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L 3.54167E-6 0.03218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/>
      <p:bldP spid="14" grpId="1"/>
      <p:bldP spid="15" grpId="0"/>
      <p:bldP spid="15" grpId="1"/>
      <p:bldP spid="16" grpId="0" animBg="1"/>
      <p:bldP spid="16" grpId="1" animBg="1"/>
      <p:bldP spid="20" grpId="0" animBg="1"/>
      <p:bldP spid="20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5470-C2CD-E48D-8806-59852D32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5919FD5-D2F0-02E1-12CC-51656881F5D4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8D42260-F4C5-8602-9732-835C8BABD9AD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B05BFF9D-BFFA-9A1B-B513-F65A19B15DE1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A5B11BD-14EF-4B1D-9DCE-9E330494C742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C263659-EBD8-C306-F405-30C12184E24E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1DD95C8F-1611-CF6F-BF14-449DE3001B8B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8DBAC88-14CB-37C3-71E6-65C9D333960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E80354AA-79C2-3097-A1BD-72BDF45D3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58A89C01-3367-1A81-CA04-0225BA524071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CB196338-F9D8-D0F7-EA12-8F929CECC52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ECCD875-02B6-74CA-0582-454A1C33D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6DDB9884-27C0-16D1-00C0-2CD5D24F6B22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18652B96-4EC4-8BED-4F90-B77521A095B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F417133D-E48F-1869-93E0-CC3413ADA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5181F4D-767D-A596-92EF-3EBCD7E89D07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E35623-4A41-AB9D-96EB-F176AD518FF3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9DE380ED-26BD-45B9-4F73-C103EBC90FD7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00471066-1EB1-BE02-446B-54E5C2205CBD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907EFAEC-D1C1-F7C6-31DC-AB7440B28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D4A8E5CF-F0D6-EA73-030D-79958E5521F4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688B3224-95F5-594B-542A-D4A6C117233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7D477AF8-B6EA-55A6-ECA4-A1A171C946E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B3CBBEF7-33CF-122F-BF06-3DB546E6E9B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88CAD87A-A06A-A835-47F3-A5FAC0B7B8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45695EAE-4881-E44F-D1C6-D75D10D1B28A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0D01EBE4-E521-1604-6C35-97FB3834CB6A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A8ACDEE9-56BE-2C37-ED04-1207A2F41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F6BA8B3A-CCFA-FC29-66B3-3EE16F9F4A2A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160CCADD-2495-7F64-2DD0-9697BE363227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8F98C433-5ECC-B6C8-F9AF-D56242855D72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AC1859FE-8546-969E-2583-D72C8815F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6D859E2E-2FA3-CF1B-9365-66EF4F802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5C786D90-B57E-C6F7-48B5-D8E4EAF75A55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4AC013F7-DC4E-C839-C898-5DD66E9FB1F9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DC2AA499-2798-6383-E292-23404A90C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1E4838CA-E364-0F55-D91C-2D3E9568F1F7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0432ED9A-7486-05E6-F64E-542C4344434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1F4C4FFA-E546-1C49-4844-DD639C7CD5C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3C9C94A6-4980-04B6-8648-7BA507E4252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3E95F37C-FB1A-862F-C977-80BC5FC64D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A59B4443-E2C4-76DB-4BB8-1FBD760CA4B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F8CA5C2E-3C39-2E1A-4EC6-F0916BC0D4E0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50FF0280-C73A-F518-B9FE-40753588BF1D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9948AF2F-7BEF-5F54-8C98-DA65554C954B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8269CD0-DA33-E03B-ECEC-0D811997300F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2ABA749F-253B-6981-14EB-FB0E801670A1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E23D9D6-2A1B-4929-8AA5-0BB8E7C88AD1}"/>
              </a:ext>
            </a:extLst>
          </p:cNvPr>
          <p:cNvSpPr/>
          <p:nvPr/>
        </p:nvSpPr>
        <p:spPr>
          <a:xfrm>
            <a:off x="3389112" y="704239"/>
            <a:ext cx="5390463" cy="5427670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137B20-8129-AB80-C7B0-6EC5B6588859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B08FA-5072-DF6F-24D5-677AA9E9B5C3}"/>
              </a:ext>
            </a:extLst>
          </p:cNvPr>
          <p:cNvSpPr txBox="1"/>
          <p:nvPr/>
        </p:nvSpPr>
        <p:spPr>
          <a:xfrm>
            <a:off x="3823760" y="1671395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正在验证设备硬件中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5F5801-FB07-BAD0-56F7-255AFD4E0436}"/>
              </a:ext>
            </a:extLst>
          </p:cNvPr>
          <p:cNvSpPr txBox="1"/>
          <p:nvPr/>
        </p:nvSpPr>
        <p:spPr>
          <a:xfrm>
            <a:off x="3823759" y="1675819"/>
            <a:ext cx="45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启用硬件保护可以保护你的设备不被恶意程序损坏</a:t>
            </a:r>
            <a:endParaRPr lang="en-US" altLang="zh-CN" sz="1400" dirty="0"/>
          </a:p>
          <a:p>
            <a:r>
              <a:rPr lang="zh-CN" altLang="en-US" sz="1400" dirty="0"/>
              <a:t>接下来将进行硬件验证，验证成功后即可启用</a:t>
            </a:r>
          </a:p>
        </p:txBody>
      </p:sp>
      <p:sp>
        <p:nvSpPr>
          <p:cNvPr id="16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243286-CD45-75BB-5618-742C89DB19A2}"/>
              </a:ext>
            </a:extLst>
          </p:cNvPr>
          <p:cNvSpPr/>
          <p:nvPr/>
        </p:nvSpPr>
        <p:spPr>
          <a:xfrm>
            <a:off x="6689317" y="5308762"/>
            <a:ext cx="1655234" cy="4082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下一步</a:t>
            </a:r>
          </a:p>
        </p:txBody>
      </p:sp>
      <p:sp>
        <p:nvSpPr>
          <p:cNvPr id="20" name="!! 返回">
            <a:hlinkClick r:id="rId31" action="ppaction://hlinksldjump"/>
            <a:extLst>
              <a:ext uri="{FF2B5EF4-FFF2-40B4-BE49-F238E27FC236}">
                <a16:creationId xmlns:a16="http://schemas.microsoft.com/office/drawing/2014/main" id="{94FE6428-D853-F339-9F22-EC89F2AA8282}"/>
              </a:ext>
            </a:extLst>
          </p:cNvPr>
          <p:cNvSpPr/>
          <p:nvPr/>
        </p:nvSpPr>
        <p:spPr>
          <a:xfrm>
            <a:off x="5343259" y="5308762"/>
            <a:ext cx="118769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  <p:grpSp>
        <p:nvGrpSpPr>
          <p:cNvPr id="21" name="!! dock右">
            <a:extLst>
              <a:ext uri="{FF2B5EF4-FFF2-40B4-BE49-F238E27FC236}">
                <a16:creationId xmlns:a16="http://schemas.microsoft.com/office/drawing/2014/main" id="{68462A24-28A3-1B0F-8ABB-E19060C45119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2" name="!! 模糊">
              <a:extLst>
                <a:ext uri="{FF2B5EF4-FFF2-40B4-BE49-F238E27FC236}">
                  <a16:creationId xmlns:a16="http://schemas.microsoft.com/office/drawing/2014/main" id="{B7279719-EC30-FC0A-9F0D-379E71454E2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3" name="!! 颜色遮罩">
              <a:extLst>
                <a:ext uri="{FF2B5EF4-FFF2-40B4-BE49-F238E27FC236}">
                  <a16:creationId xmlns:a16="http://schemas.microsoft.com/office/drawing/2014/main" id="{E06DBA8B-014F-E783-03C6-FCD9081F30C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3" name="!! 信号">
              <a:extLst>
                <a:ext uri="{FF2B5EF4-FFF2-40B4-BE49-F238E27FC236}">
                  <a16:creationId xmlns:a16="http://schemas.microsoft.com/office/drawing/2014/main" id="{C6E16D7B-FB29-FA8F-7D37-36289509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53D0844D-9751-F6A7-45C2-3780BBA8EE5B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1" name="!! 通知">
              <a:extLst>
                <a:ext uri="{FF2B5EF4-FFF2-40B4-BE49-F238E27FC236}">
                  <a16:creationId xmlns:a16="http://schemas.microsoft.com/office/drawing/2014/main" id="{17CCC454-9CD0-8428-7253-67A06062A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3" name="!! 电池">
              <a:extLst>
                <a:ext uri="{FF2B5EF4-FFF2-40B4-BE49-F238E27FC236}">
                  <a16:creationId xmlns:a16="http://schemas.microsoft.com/office/drawing/2014/main" id="{FAC8253F-840C-7ACD-9D71-360B809E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4" name="!! 时间">
              <a:extLst>
                <a:ext uri="{FF2B5EF4-FFF2-40B4-BE49-F238E27FC236}">
                  <a16:creationId xmlns:a16="http://schemas.microsoft.com/office/drawing/2014/main" id="{D680B9B6-B340-2BDC-0EA1-FCF7DF1F26A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5" name="!! AC">
              <a:extLst>
                <a:ext uri="{FF2B5EF4-FFF2-40B4-BE49-F238E27FC236}">
                  <a16:creationId xmlns:a16="http://schemas.microsoft.com/office/drawing/2014/main" id="{6A1204B7-C02E-00C9-F0F5-B2BED1501D7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6" name="!! 声音">
              <a:extLst>
                <a:ext uri="{FF2B5EF4-FFF2-40B4-BE49-F238E27FC236}">
                  <a16:creationId xmlns:a16="http://schemas.microsoft.com/office/drawing/2014/main" id="{C6585B24-5891-4C89-BB16-DB4A40298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7" name="!! 电源">
              <a:hlinkClick r:id="rId40" action="ppaction://hlinksldjump"/>
              <a:extLst>
                <a:ext uri="{FF2B5EF4-FFF2-40B4-BE49-F238E27FC236}">
                  <a16:creationId xmlns:a16="http://schemas.microsoft.com/office/drawing/2014/main" id="{F24202F6-CEB1-914E-C678-B7C6056A1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190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85185E-6 L 0.03321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1" grpId="0"/>
      <p:bldP spid="11" grpId="1"/>
      <p:bldP spid="16" grpId="0" animBg="1"/>
      <p:bldP spid="16" grpId="1" animBg="1"/>
      <p:bldP spid="20" grpId="0" animBg="1"/>
      <p:bldP spid="20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6DD3-11BE-B5D7-CBB3-904F2EE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1306026-011B-8B54-BFFE-188982E5F569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0E4490E-01AA-84AB-7283-0285DA7CF510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44D9040-1396-804C-B805-099EC5A71A0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F57F641-8803-5B33-06F1-EFF59B258E10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6D6D646-3980-3F76-39F6-7C569793050B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E9F82D3F-A002-B93C-1C4E-8D4D9CA71A07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BE21AB19-444F-8C5E-39DC-B644CD4CB04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F1C0835-AC16-DB92-EDDE-353F87E4C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7BC8562C-320D-A672-B6BF-D13A5B904C6D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2B9D81DD-5821-A14A-D016-3703F032070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7C76ED39-80C7-FBEB-ECFD-0444F7A98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201A3CB2-C7C2-E636-B38C-02C46E91B053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6A7EB730-DF2A-82E1-10E0-044FA68E9AD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4B4F4731-8FDF-E6A9-18DA-C6ABD82FD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52BBE2C-B7AF-271F-7662-77B87D2E4597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08DE8D-4667-1E13-C29A-40555604A62E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5CDC5957-BED8-19E5-4D56-DA6AE4C9C75B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2B98B589-A98A-FE4A-6FEB-F7E339644871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5053E28B-E3F2-03F6-A562-9B96BA66F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694AC342-4116-56B8-73D4-7A6F2BC31C22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EA4A5A0A-0E23-09A5-C575-D1893AF3E1D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EDEB790-0163-2B16-818B-8C4A4A56B8F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F5A6D2C9-472A-47A6-FCF9-BBF11945B5F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F4455A0F-3A2C-4C96-0D7A-75F0C8AC9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C334193D-13D4-F9C6-F914-713268870DD9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32AA039C-070C-0111-2D2B-208117DC3CAD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BC5009C5-AC6D-7BE5-5825-89D845FF3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CDC5B242-1751-53BF-BD26-7FB10063F646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630CE147-B59A-CDAE-BDBE-9D7C42653F0B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A49FB7CC-51AC-FD18-4C4F-B51974D751A4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067DD364-804E-ABF9-A73D-880F88B34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9C1E9E29-6ADF-3FBD-545F-D582501DF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F83B92B4-E7B2-FAC1-DE01-42B2E81C4DCF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5FAE5915-9DFD-FD16-626D-A4DA58007C1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083E4BC8-4D09-4896-1C8F-5AE5110F2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AFA76358-7C0C-AF5C-59A7-3662BE74C392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BC071E2F-43FE-CBD8-53EE-E5978EBE83D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B7468B4-0252-58AF-A786-B86064C6E2A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88DD1C99-17DE-FCF3-110A-E99DC345887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CD0E0B9E-4FAA-E1D6-72DA-4DA43C1A3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45D346B2-5A75-C1F7-D0E7-FD916BB5255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807A1A8C-A4FD-ABB1-FB7E-54E736A9C4BC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FE5BFF3B-0E4C-527F-C4B6-10D50BD60FE3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53E7311D-6A1B-408C-A566-C1C974066661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8B903A1-C078-311C-D428-03A6A8C81257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171565BE-AFEC-E6DF-2476-AA4A98B050C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BCEAAC-798C-F69E-19F7-8874695D7094}"/>
              </a:ext>
            </a:extLst>
          </p:cNvPr>
          <p:cNvSpPr/>
          <p:nvPr/>
        </p:nvSpPr>
        <p:spPr>
          <a:xfrm>
            <a:off x="3389112" y="704239"/>
            <a:ext cx="5390463" cy="5427670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8AD056-A66C-37AE-E116-6E3771183F0E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6E3DFB-0F77-4453-3837-26D0221D9376}"/>
              </a:ext>
            </a:extLst>
          </p:cNvPr>
          <p:cNvSpPr txBox="1"/>
          <p:nvPr/>
        </p:nvSpPr>
        <p:spPr>
          <a:xfrm>
            <a:off x="3823760" y="1671395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正在验证设备硬件中</a:t>
            </a:r>
          </a:p>
        </p:txBody>
      </p:sp>
      <p:sp>
        <p:nvSpPr>
          <p:cNvPr id="16" name="!! 按钮">
            <a:hlinkClick r:id="rId31" action="ppaction://hlinksldjump"/>
            <a:extLst>
              <a:ext uri="{FF2B5EF4-FFF2-40B4-BE49-F238E27FC236}">
                <a16:creationId xmlns:a16="http://schemas.microsoft.com/office/drawing/2014/main" id="{67B88753-7D24-287C-D023-797B5B61182F}"/>
              </a:ext>
            </a:extLst>
          </p:cNvPr>
          <p:cNvSpPr/>
          <p:nvPr/>
        </p:nvSpPr>
        <p:spPr>
          <a:xfrm>
            <a:off x="6689317" y="5308762"/>
            <a:ext cx="1655234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EFCADD-F906-D849-7FBA-BF9210E91494}"/>
              </a:ext>
            </a:extLst>
          </p:cNvPr>
          <p:cNvSpPr txBox="1"/>
          <p:nvPr/>
        </p:nvSpPr>
        <p:spPr>
          <a:xfrm>
            <a:off x="3831135" y="1666545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无法开启硬件保护</a:t>
            </a:r>
          </a:p>
        </p:txBody>
      </p:sp>
      <p:sp>
        <p:nvSpPr>
          <p:cNvPr id="22" name="文本框 21">
            <a:hlinkClick r:id="rId32" action="ppaction://hlinksldjump"/>
            <a:extLst>
              <a:ext uri="{FF2B5EF4-FFF2-40B4-BE49-F238E27FC236}">
                <a16:creationId xmlns:a16="http://schemas.microsoft.com/office/drawing/2014/main" id="{27A04569-AF4A-9763-C4AA-D531DC52F429}"/>
              </a:ext>
            </a:extLst>
          </p:cNvPr>
          <p:cNvSpPr txBox="1"/>
          <p:nvPr/>
        </p:nvSpPr>
        <p:spPr>
          <a:xfrm>
            <a:off x="3819426" y="1924733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详细信息</a:t>
            </a: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4EA7AF29-D538-2F8F-E71D-A5EE33EC6694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6BF98275-3917-6567-5EF0-E75E11E2AB7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3" name="!! 颜色遮罩">
              <a:extLst>
                <a:ext uri="{FF2B5EF4-FFF2-40B4-BE49-F238E27FC236}">
                  <a16:creationId xmlns:a16="http://schemas.microsoft.com/office/drawing/2014/main" id="{4A4EFC0C-3BEF-C489-000A-798B69ED03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3" name="!! 信号">
              <a:extLst>
                <a:ext uri="{FF2B5EF4-FFF2-40B4-BE49-F238E27FC236}">
                  <a16:creationId xmlns:a16="http://schemas.microsoft.com/office/drawing/2014/main" id="{C0391A10-56FD-B4E6-774B-6FD4D27F6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61B5F025-B573-B8B8-C59D-E9A468BA4F9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1" name="!! 通知">
              <a:extLst>
                <a:ext uri="{FF2B5EF4-FFF2-40B4-BE49-F238E27FC236}">
                  <a16:creationId xmlns:a16="http://schemas.microsoft.com/office/drawing/2014/main" id="{B4F74717-A035-5369-FE57-558B8B66F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3" name="!! 电池">
              <a:extLst>
                <a:ext uri="{FF2B5EF4-FFF2-40B4-BE49-F238E27FC236}">
                  <a16:creationId xmlns:a16="http://schemas.microsoft.com/office/drawing/2014/main" id="{67A6F3CC-B4E9-C205-A864-972D8EA6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4" name="!! 时间">
              <a:extLst>
                <a:ext uri="{FF2B5EF4-FFF2-40B4-BE49-F238E27FC236}">
                  <a16:creationId xmlns:a16="http://schemas.microsoft.com/office/drawing/2014/main" id="{B43D570E-F4E4-890D-D22E-32E1BA1019D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5" name="!! AC">
              <a:extLst>
                <a:ext uri="{FF2B5EF4-FFF2-40B4-BE49-F238E27FC236}">
                  <a16:creationId xmlns:a16="http://schemas.microsoft.com/office/drawing/2014/main" id="{66F41A3F-D7E1-0655-CECF-6154F8D688D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6" name="!! 声音">
              <a:extLst>
                <a:ext uri="{FF2B5EF4-FFF2-40B4-BE49-F238E27FC236}">
                  <a16:creationId xmlns:a16="http://schemas.microsoft.com/office/drawing/2014/main" id="{D10C5D4E-0BB3-5F79-35D0-F4507103D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7" name="!! 电源">
              <a:hlinkClick r:id="rId41" action="ppaction://hlinksldjump"/>
              <a:extLst>
                <a:ext uri="{FF2B5EF4-FFF2-40B4-BE49-F238E27FC236}">
                  <a16:creationId xmlns:a16="http://schemas.microsoft.com/office/drawing/2014/main" id="{6A62CB32-ADE1-31D9-D95E-113C9D7DB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472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0.0332 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0.0332 7.40741E-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0.0332 7.40741E-7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 animBg="1"/>
      <p:bldP spid="16" grpId="1" animBg="1"/>
      <p:bldP spid="21" grpId="0"/>
      <p:bldP spid="21" grpId="1"/>
      <p:bldP spid="22" grpId="0"/>
      <p:bldP spid="22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0EB6-5D54-04DB-43EF-DEB38713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CD0BF43-46DF-104A-2376-2FFA0747CD6C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72CC2C2-7DE5-4BC1-2035-CECEAC5D6DAB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469DF5C1-BAF1-4986-2509-982CDAFC9A95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48ABC38-9E02-4652-DE37-122377A3C2D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509BF15-7629-1173-4012-2D05FBA05198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2E750F8-DAE1-1510-3971-64C51A93D30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2C9691D9-501A-3E8D-F39C-2BC5F9E370B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82E69295-8387-5F59-EFBB-C5F12F566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A2CBB945-321F-DB18-5F5A-CAEB1B799174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CF72D99B-E62A-9AC7-8B42-29C78AC1A32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AB01B908-A197-5C49-1E58-8323C48C6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EEE7F45A-869C-D417-90D9-032707BA340D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8E156B37-6A5F-7F03-8F75-24773B98BB2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55FEC142-E40C-792F-8E72-D52B4EF47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FD7FCE5-BA69-FCF1-9B90-57152FE70CA1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网络与连接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1A0999-6EF7-61BF-5256-D34765BB93F3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系统</a:t>
            </a:r>
          </a:p>
        </p:txBody>
      </p:sp>
      <p:grpSp>
        <p:nvGrpSpPr>
          <p:cNvPr id="9" name="!! 软件更新">
            <a:extLst>
              <a:ext uri="{FF2B5EF4-FFF2-40B4-BE49-F238E27FC236}">
                <a16:creationId xmlns:a16="http://schemas.microsoft.com/office/drawing/2014/main" id="{E9C5B88C-501D-CF38-6E9D-D51424EC8FB0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19" name="!! 未选中">
              <a:extLst>
                <a:ext uri="{FF2B5EF4-FFF2-40B4-BE49-F238E27FC236}">
                  <a16:creationId xmlns:a16="http://schemas.microsoft.com/office/drawing/2014/main" id="{B603A133-1C6B-C040-280A-7E57BE2D38B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5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4C1C64A2-DFB7-D7BF-2BD6-A8E5BC8B2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538F3DD4-2DE5-3B6E-DC00-7354F21B9F60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BC90398E-AC19-C434-621E-94087402F40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9785398-5FFF-7256-327B-7ED48E38125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295EAEC5-E907-CD3A-A9E4-D888DA974A5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37" name="icon">
                <a:extLst>
                  <a:ext uri="{FF2B5EF4-FFF2-40B4-BE49-F238E27FC236}">
                    <a16:creationId xmlns:a16="http://schemas.microsoft.com/office/drawing/2014/main" id="{3800F61E-2C05-AA2D-D21D-9927DCE0B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8" name="!! 蓝牙">
            <a:extLst>
              <a:ext uri="{FF2B5EF4-FFF2-40B4-BE49-F238E27FC236}">
                <a16:creationId xmlns:a16="http://schemas.microsoft.com/office/drawing/2014/main" id="{263A60C9-8D67-0EFF-3AB9-50FDD9AF7AE3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B92BFE26-10B0-98B2-16B6-E93167CFFB4C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65872553-25BE-2B1C-6179-5112D150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2" name="!! WLAN">
            <a:extLst>
              <a:ext uri="{FF2B5EF4-FFF2-40B4-BE49-F238E27FC236}">
                <a16:creationId xmlns:a16="http://schemas.microsoft.com/office/drawing/2014/main" id="{0122016D-5F80-9147-5DAE-9927D3E4DE07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8" name="!! WLAN">
              <a:extLst>
                <a:ext uri="{FF2B5EF4-FFF2-40B4-BE49-F238E27FC236}">
                  <a16:creationId xmlns:a16="http://schemas.microsoft.com/office/drawing/2014/main" id="{CAC24B9F-1276-CFBD-14EF-728266E52958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51" name="!! 未选中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55A209A1-78D7-E80C-BBD2-4A1909118D2A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53" name="icon">
                <a:extLst>
                  <a:ext uri="{FF2B5EF4-FFF2-40B4-BE49-F238E27FC236}">
                    <a16:creationId xmlns:a16="http://schemas.microsoft.com/office/drawing/2014/main" id="{B2B67AF7-3A84-0F10-7D28-4ED793AF7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50" name="图形 49">
              <a:extLst>
                <a:ext uri="{FF2B5EF4-FFF2-40B4-BE49-F238E27FC236}">
                  <a16:creationId xmlns:a16="http://schemas.microsoft.com/office/drawing/2014/main" id="{E35489B7-0D3F-CAF8-5A61-8C5511E50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55" name="!! 关于">
            <a:extLst>
              <a:ext uri="{FF2B5EF4-FFF2-40B4-BE49-F238E27FC236}">
                <a16:creationId xmlns:a16="http://schemas.microsoft.com/office/drawing/2014/main" id="{A6EBD0DC-ED8D-6C28-51CA-DB585C52B59D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6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EB42B10D-32E6-B868-F6F0-DBC96917E481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E69B03CD-8681-98E0-B3F2-23725A1DE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8" name="!! 保护">
            <a:extLst>
              <a:ext uri="{FF2B5EF4-FFF2-40B4-BE49-F238E27FC236}">
                <a16:creationId xmlns:a16="http://schemas.microsoft.com/office/drawing/2014/main" id="{656EBD73-D98F-BF88-382C-A5B949B0AD3F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9" name="!! 未选中">
              <a:extLst>
                <a:ext uri="{FF2B5EF4-FFF2-40B4-BE49-F238E27FC236}">
                  <a16:creationId xmlns:a16="http://schemas.microsoft.com/office/drawing/2014/main" id="{A6AA9918-105B-41BD-E5B3-FBA0FBA451D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8D0472E-6DE3-F192-026A-FB53092CB3E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ADD2E8C9-F670-1E4E-21D0-79E0DDA6E03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endParaRP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A839D899-5359-9260-B077-2393C0BFD1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A63D3739-6631-A0EC-ACF3-54AD36ACA8A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7449364" y="1377369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E16FF41E-C150-6DAE-09C0-C37BDC2AF841}"/>
              </a:ext>
            </a:extLst>
          </p:cNvPr>
          <p:cNvSpPr txBox="1"/>
          <p:nvPr/>
        </p:nvSpPr>
        <p:spPr>
          <a:xfrm>
            <a:off x="6689317" y="2523369"/>
            <a:ext cx="240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027E661C-6088-8983-533A-C99F9B1ECBC1}"/>
              </a:ext>
            </a:extLst>
          </p:cNvPr>
          <p:cNvSpPr/>
          <p:nvPr/>
        </p:nvSpPr>
        <p:spPr>
          <a:xfrm>
            <a:off x="4178595" y="3145061"/>
            <a:ext cx="7429350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8026E3D8-6DB3-C4DE-95BD-98C233495A9E}"/>
              </a:ext>
            </a:extLst>
          </p:cNvPr>
          <p:cNvSpPr/>
          <p:nvPr/>
        </p:nvSpPr>
        <p:spPr>
          <a:xfrm>
            <a:off x="10984952" y="3346145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7EB72BA-82F1-BF4A-34B1-62C175AD09B3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设备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ID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unknown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6FD2F0EE-F8D0-D75D-8C18-FBDA91A16D4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D4B6F1-17B2-E139-7123-F474F7D9AC45}"/>
              </a:ext>
            </a:extLst>
          </p:cNvPr>
          <p:cNvSpPr/>
          <p:nvPr/>
        </p:nvSpPr>
        <p:spPr>
          <a:xfrm>
            <a:off x="3389112" y="704239"/>
            <a:ext cx="5390463" cy="5427670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0E0D21-A807-7743-7895-B475045497D1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启用硬件保护</a:t>
            </a:r>
          </a:p>
        </p:txBody>
      </p:sp>
      <p:sp>
        <p:nvSpPr>
          <p:cNvPr id="16" name="!! 按钮">
            <a:hlinkClick r:id="rId31" action="ppaction://hlinksldjump"/>
            <a:extLst>
              <a:ext uri="{FF2B5EF4-FFF2-40B4-BE49-F238E27FC236}">
                <a16:creationId xmlns:a16="http://schemas.microsoft.com/office/drawing/2014/main" id="{52BE64DF-9057-FFDA-C3CC-2B33DC24EEC0}"/>
              </a:ext>
            </a:extLst>
          </p:cNvPr>
          <p:cNvSpPr/>
          <p:nvPr/>
        </p:nvSpPr>
        <p:spPr>
          <a:xfrm>
            <a:off x="6689317" y="5308762"/>
            <a:ext cx="1655234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3B95AD-A8C2-CFC4-1633-694140EF104D}"/>
              </a:ext>
            </a:extLst>
          </p:cNvPr>
          <p:cNvSpPr txBox="1"/>
          <p:nvPr/>
        </p:nvSpPr>
        <p:spPr>
          <a:xfrm>
            <a:off x="3831135" y="1668327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无法开启硬件保护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065DAF-196B-23F1-3D9D-9BF252393910}"/>
              </a:ext>
            </a:extLst>
          </p:cNvPr>
          <p:cNvSpPr txBox="1"/>
          <p:nvPr/>
        </p:nvSpPr>
        <p:spPr>
          <a:xfrm>
            <a:off x="3819426" y="1924733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详细信息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5FB6C5-A059-7379-3253-6C0A4E8497E4}"/>
              </a:ext>
            </a:extLst>
          </p:cNvPr>
          <p:cNvSpPr txBox="1"/>
          <p:nvPr/>
        </p:nvSpPr>
        <p:spPr>
          <a:xfrm>
            <a:off x="3823760" y="1216315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详细信息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 Medium"/>
              <a:ea typeface="vivo Sans Medium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AB82B2-7662-0D84-74EC-43A4313ECA4F}"/>
              </a:ext>
            </a:extLst>
          </p:cNvPr>
          <p:cNvSpPr txBox="1"/>
          <p:nvPr/>
        </p:nvSpPr>
        <p:spPr>
          <a:xfrm>
            <a:off x="3831135" y="1668327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ivo Sans"/>
                <a:ea typeface="vivo Sans"/>
                <a:cs typeface="+mn-cs"/>
              </a:rPr>
              <a:t>系统为可编辑模式，无法启用硬件保护</a:t>
            </a:r>
          </a:p>
        </p:txBody>
      </p:sp>
      <p:sp>
        <p:nvSpPr>
          <p:cNvPr id="23" name="文本框 22">
            <a:hlinkClick r:id="rId32" action="ppaction://hlinksldjump"/>
            <a:extLst>
              <a:ext uri="{FF2B5EF4-FFF2-40B4-BE49-F238E27FC236}">
                <a16:creationId xmlns:a16="http://schemas.microsoft.com/office/drawing/2014/main" id="{B408A8A9-5AB4-7991-536C-0402224C8A30}"/>
              </a:ext>
            </a:extLst>
          </p:cNvPr>
          <p:cNvSpPr txBox="1"/>
          <p:nvPr/>
        </p:nvSpPr>
        <p:spPr>
          <a:xfrm>
            <a:off x="3827635" y="1905714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629D5E09-4C52-26D7-764A-A5873AFFA68A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33" name="!! 模糊">
              <a:extLst>
                <a:ext uri="{FF2B5EF4-FFF2-40B4-BE49-F238E27FC236}">
                  <a16:creationId xmlns:a16="http://schemas.microsoft.com/office/drawing/2014/main" id="{EAB23F2D-C980-C2BF-469D-472C7F35998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6" name="!! 颜色遮罩">
              <a:extLst>
                <a:ext uri="{FF2B5EF4-FFF2-40B4-BE49-F238E27FC236}">
                  <a16:creationId xmlns:a16="http://schemas.microsoft.com/office/drawing/2014/main" id="{DFF0EEA0-26FF-3F97-7937-B1F28621EFB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1" name="!! 信号">
              <a:extLst>
                <a:ext uri="{FF2B5EF4-FFF2-40B4-BE49-F238E27FC236}">
                  <a16:creationId xmlns:a16="http://schemas.microsoft.com/office/drawing/2014/main" id="{E0DDF597-FB79-FC2C-721A-729225C54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3" name="!! 运营商">
              <a:extLst>
                <a:ext uri="{FF2B5EF4-FFF2-40B4-BE49-F238E27FC236}">
                  <a16:creationId xmlns:a16="http://schemas.microsoft.com/office/drawing/2014/main" id="{02BCF7DF-1049-0475-A8DD-31795F58CEFC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4" name="!! 通知">
              <a:extLst>
                <a:ext uri="{FF2B5EF4-FFF2-40B4-BE49-F238E27FC236}">
                  <a16:creationId xmlns:a16="http://schemas.microsoft.com/office/drawing/2014/main" id="{5CE4FDDE-EAC2-DFB5-DF7B-62D80D3B2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5" name="!! 电池">
              <a:extLst>
                <a:ext uri="{FF2B5EF4-FFF2-40B4-BE49-F238E27FC236}">
                  <a16:creationId xmlns:a16="http://schemas.microsoft.com/office/drawing/2014/main" id="{C8C1D240-84C3-4C65-F9EB-9547C1D35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6" name="!! 时间">
              <a:extLst>
                <a:ext uri="{FF2B5EF4-FFF2-40B4-BE49-F238E27FC236}">
                  <a16:creationId xmlns:a16="http://schemas.microsoft.com/office/drawing/2014/main" id="{E6093EC3-7D0E-AB09-0178-C3BD82AE9FE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7" name="!! AC">
              <a:extLst>
                <a:ext uri="{FF2B5EF4-FFF2-40B4-BE49-F238E27FC236}">
                  <a16:creationId xmlns:a16="http://schemas.microsoft.com/office/drawing/2014/main" id="{8DB1114F-82C6-9F9E-552B-67B4FF230A4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9" name="!! 声音">
              <a:extLst>
                <a:ext uri="{FF2B5EF4-FFF2-40B4-BE49-F238E27FC236}">
                  <a16:creationId xmlns:a16="http://schemas.microsoft.com/office/drawing/2014/main" id="{D98B3745-626A-5326-8B08-559E85A9C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2" name="!! 电源">
              <a:hlinkClick r:id="rId41" action="ppaction://hlinksldjump"/>
              <a:extLst>
                <a:ext uri="{FF2B5EF4-FFF2-40B4-BE49-F238E27FC236}">
                  <a16:creationId xmlns:a16="http://schemas.microsoft.com/office/drawing/2014/main" id="{4B4B7ED2-06D0-EE08-EC9D-E1655CFA7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094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-0.03255 3.7037E-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0.03321 3.7037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-0.03255 -7.40741E-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0.0332 -7.40741E-7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0332 -1.48148E-6 " pathEditMode="relative" rAng="0" ptsTypes="AA">
                                      <p:cBhvr>
                                        <p:cTn id="34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21" grpId="0"/>
      <p:bldP spid="21" grpId="1"/>
      <p:bldP spid="22" grpId="0"/>
      <p:bldP spid="22" grpId="1"/>
      <p:bldP spid="11" grpId="0"/>
      <p:bldP spid="11" grpId="1"/>
      <p:bldP spid="20" grpId="0"/>
      <p:bldP spid="20" grpId="1"/>
      <p:bldP spid="23" grpId="0"/>
      <p:bldP spid="23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1F97-F3D6-A6D6-A368-4ABF2752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2BD93356-1D78-2491-4A99-0323DBBD9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1E359924-63E1-D2F0-4C79-EF931E1518C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05C51728-FF5E-0BB6-39EF-18E7FB2D0333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9AF216B-61E9-0DC7-64B2-23B027A72991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5F68CE7C-4785-C159-2766-F37D46B2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E8298683-55AE-05CC-D989-DE172365A95B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ED29F4E-8E37-E935-9F2C-D04D785748B3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6" action="ppaction://hlinksldjump"/>
              <a:extLst>
                <a:ext uri="{FF2B5EF4-FFF2-40B4-BE49-F238E27FC236}">
                  <a16:creationId xmlns:a16="http://schemas.microsoft.com/office/drawing/2014/main" id="{7D8A3CB9-F69E-4D27-3C43-150BBF30231F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1754506-F77E-81D4-1399-E6C7CB97E370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624BB16-1373-055E-7E96-96DCAF589C37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83E26B1C-0921-05C7-4683-92237FC1A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81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11432 0.2044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1020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044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-0.11432 0.2046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16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CB24-CAF3-1904-3D66-086D0DE8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42F1B054-B2B7-76CB-ACF6-29AB817BAB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DB40A390-F9FC-ACA3-C3C3-78EA690F1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BD1B4B71-F73B-D2BB-DD52-BC0DB23B989D}"/>
              </a:ext>
            </a:extLst>
          </p:cNvPr>
          <p:cNvGrpSpPr/>
          <p:nvPr/>
        </p:nvGrpSpPr>
        <p:grpSpPr>
          <a:xfrm>
            <a:off x="4317365" y="3044825"/>
            <a:ext cx="768350" cy="768350"/>
            <a:chOff x="3873499" y="4722659"/>
            <a:chExt cx="768350" cy="768350"/>
          </a:xfrm>
        </p:grpSpPr>
        <p:sp>
          <p:nvSpPr>
            <p:cNvPr id="35" name="椭圆 34">
              <a:hlinkClick r:id="rId4" action="ppaction://hlinksldjump"/>
              <a:extLst>
                <a:ext uri="{FF2B5EF4-FFF2-40B4-BE49-F238E27FC236}">
                  <a16:creationId xmlns:a16="http://schemas.microsoft.com/office/drawing/2014/main" id="{E211F856-33C4-A948-5778-59EE9FE92CB8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33E38AA5-4944-B9E2-8590-3F068E6B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0617B9EC-2566-472C-2BA3-956AC31AD1AF}"/>
              </a:ext>
            </a:extLst>
          </p:cNvPr>
          <p:cNvGrpSpPr/>
          <p:nvPr/>
        </p:nvGrpSpPr>
        <p:grpSpPr>
          <a:xfrm>
            <a:off x="5711825" y="3044825"/>
            <a:ext cx="768350" cy="768350"/>
            <a:chOff x="5078522" y="4722659"/>
            <a:chExt cx="768350" cy="768350"/>
          </a:xfrm>
        </p:grpSpPr>
        <p:sp>
          <p:nvSpPr>
            <p:cNvPr id="36" name="椭圆 35">
              <a:hlinkClick r:id="rId7" action="ppaction://hlinksldjump"/>
              <a:extLst>
                <a:ext uri="{FF2B5EF4-FFF2-40B4-BE49-F238E27FC236}">
                  <a16:creationId xmlns:a16="http://schemas.microsoft.com/office/drawing/2014/main" id="{BE6F16C8-903D-6275-6F04-89C855D48D54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26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B5CA1FB4-D44E-5B97-3397-3B9FEAB08FF1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6323E56-9AC1-6F16-D596-E26B4729DA13}"/>
              </a:ext>
            </a:extLst>
          </p:cNvPr>
          <p:cNvGrpSpPr/>
          <p:nvPr/>
        </p:nvGrpSpPr>
        <p:grpSpPr>
          <a:xfrm>
            <a:off x="7106285" y="3044825"/>
            <a:ext cx="768350" cy="768350"/>
            <a:chOff x="7589108" y="3216636"/>
            <a:chExt cx="768350" cy="768350"/>
          </a:xfrm>
        </p:grpSpPr>
        <p:sp>
          <p:nvSpPr>
            <p:cNvPr id="40" name="椭圆 39">
              <a:hlinkClick r:id="rId9" action="ppaction://hlinksldjump"/>
              <a:extLst>
                <a:ext uri="{FF2B5EF4-FFF2-40B4-BE49-F238E27FC236}">
                  <a16:creationId xmlns:a16="http://schemas.microsoft.com/office/drawing/2014/main" id="{7CCAE3D4-056D-284F-6D05-696E9D74BE31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23CF4FAA-61B1-434B-7BA4-0F50FDB4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803833D-D6B5-5D5F-3531-8971F500D1F6}"/>
              </a:ext>
            </a:extLst>
          </p:cNvPr>
          <p:cNvSpPr txBox="1"/>
          <p:nvPr/>
        </p:nvSpPr>
        <p:spPr>
          <a:xfrm>
            <a:off x="425497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关机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8335B9-D33A-B658-26D9-EF7185FBCA0B}"/>
              </a:ext>
            </a:extLst>
          </p:cNvPr>
          <p:cNvSpPr txBox="1"/>
          <p:nvPr/>
        </p:nvSpPr>
        <p:spPr>
          <a:xfrm>
            <a:off x="564943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重启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09535-8C19-56A5-40D5-8305547170F4}"/>
              </a:ext>
            </a:extLst>
          </p:cNvPr>
          <p:cNvSpPr txBox="1"/>
          <p:nvPr/>
        </p:nvSpPr>
        <p:spPr>
          <a:xfrm>
            <a:off x="7043892" y="3834439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1472379349"/>
      </p:ext>
    </p:extLst>
  </p:cSld>
  <p:clrMapOvr>
    <a:masterClrMapping/>
  </p:clrMapOvr>
  <p:transition advClick="0">
    <p:split orient="vert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B1FF-45C6-682F-1833-24E77BED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C7FE0F3A-BC23-D3D6-E0C8-2B60953774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AF94F267-B3E6-0F6B-3CE2-76B3D2173D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!! 关机">
            <a:extLst>
              <a:ext uri="{FF2B5EF4-FFF2-40B4-BE49-F238E27FC236}">
                <a16:creationId xmlns:a16="http://schemas.microsoft.com/office/drawing/2014/main" id="{4760683A-B0E2-61DD-AFCE-BD5573511223}"/>
              </a:ext>
            </a:extLst>
          </p:cNvPr>
          <p:cNvGrpSpPr/>
          <p:nvPr/>
        </p:nvGrpSpPr>
        <p:grpSpPr>
          <a:xfrm>
            <a:off x="4236720" y="2964180"/>
            <a:ext cx="929640" cy="929640"/>
            <a:chOff x="3873499" y="4722659"/>
            <a:chExt cx="768350" cy="768350"/>
          </a:xfrm>
        </p:grpSpPr>
        <p:sp>
          <p:nvSpPr>
            <p:cNvPr id="18" name="椭圆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C6117451-D640-4CE3-7255-5CA00E87885F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9" name="!! 按钮-关机">
              <a:extLst>
                <a:ext uri="{FF2B5EF4-FFF2-40B4-BE49-F238E27FC236}">
                  <a16:creationId xmlns:a16="http://schemas.microsoft.com/office/drawing/2014/main" id="{3749A472-4E2B-8947-CC77-F9222534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sp>
        <p:nvSpPr>
          <p:cNvPr id="4" name="标题">
            <a:extLst>
              <a:ext uri="{FF2B5EF4-FFF2-40B4-BE49-F238E27FC236}">
                <a16:creationId xmlns:a16="http://schemas.microsoft.com/office/drawing/2014/main" id="{2C571767-DED2-B3A2-B40F-704220B38563}"/>
              </a:ext>
            </a:extLst>
          </p:cNvPr>
          <p:cNvSpPr txBox="1"/>
          <p:nvPr/>
        </p:nvSpPr>
        <p:spPr>
          <a:xfrm>
            <a:off x="4674905" y="3763504"/>
            <a:ext cx="2842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正在关机</a:t>
            </a:r>
          </a:p>
        </p:txBody>
      </p:sp>
      <p:grpSp>
        <p:nvGrpSpPr>
          <p:cNvPr id="6" name="!! load">
            <a:extLst>
              <a:ext uri="{FF2B5EF4-FFF2-40B4-BE49-F238E27FC236}">
                <a16:creationId xmlns:a16="http://schemas.microsoft.com/office/drawing/2014/main" id="{F2E6511D-C084-21D6-DEED-A96EA7E98F2F}"/>
              </a:ext>
            </a:extLst>
          </p:cNvPr>
          <p:cNvGrpSpPr/>
          <p:nvPr/>
        </p:nvGrpSpPr>
        <p:grpSpPr>
          <a:xfrm>
            <a:off x="5901995" y="3234994"/>
            <a:ext cx="388010" cy="388010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F93A014A-2C24-B2E1-B711-5E0362AB193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2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8717A15E-8A1A-993C-074C-230B68F82B29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560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772E7-AFBB-3CF7-98CB-AF911174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251E49-A966-9FEB-F298-66E41864CDBA}"/>
              </a:ext>
            </a:extLst>
          </p:cNvPr>
          <p:cNvSpPr txBox="1"/>
          <p:nvPr/>
        </p:nvSpPr>
        <p:spPr>
          <a:xfrm>
            <a:off x="3985256" y="4774353"/>
            <a:ext cx="42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Leaf OS </a:t>
            </a:r>
            <a:r>
              <a:rPr lang="zh-CN" altLang="en-US" dirty="0">
                <a:solidFill>
                  <a:schemeClr val="bg1"/>
                </a:solidFill>
              </a:rPr>
              <a:t>已安全关闭，可手动退出</a:t>
            </a:r>
          </a:p>
        </p:txBody>
      </p:sp>
      <p:sp>
        <p:nvSpPr>
          <p:cNvPr id="3" name="!! 按钮">
            <a:hlinkClick r:id="rId4" action="ppaction://hlinksldjump"/>
            <a:extLst>
              <a:ext uri="{FF2B5EF4-FFF2-40B4-BE49-F238E27FC236}">
                <a16:creationId xmlns:a16="http://schemas.microsoft.com/office/drawing/2014/main" id="{AEC01939-F2CA-72AC-CD32-15292FDBAF8E}"/>
              </a:ext>
            </a:extLst>
          </p:cNvPr>
          <p:cNvSpPr/>
          <p:nvPr/>
        </p:nvSpPr>
        <p:spPr>
          <a:xfrm>
            <a:off x="4939089" y="5406054"/>
            <a:ext cx="2313818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再次开机</a:t>
            </a:r>
          </a:p>
        </p:txBody>
      </p:sp>
    </p:spTree>
    <p:extLst>
      <p:ext uri="{BB962C8B-B14F-4D97-AF65-F5344CB8AC3E}">
        <p14:creationId xmlns:p14="http://schemas.microsoft.com/office/powerpoint/2010/main" val="50498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>
        <p:fade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1949-E21F-2C54-8293-3A8D89C3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20B2DD-4AC0-3A0A-A6A4-0A4F5C7E3A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D0268FED-FF1F-371B-E0F4-A3D5E26C818F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9171F23-5A1A-F042-31DC-B78C92F39839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D828D62-5240-38AC-C46B-5CF39A48D68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2315D07-FBC7-0293-5289-A35AA6D557A6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4" action="ppaction://hlinksldjump"/>
              <a:extLst>
                <a:ext uri="{FF2B5EF4-FFF2-40B4-BE49-F238E27FC236}">
                  <a16:creationId xmlns:a16="http://schemas.microsoft.com/office/drawing/2014/main" id="{49D063D7-5073-C72D-7CE0-A1C2FBE629F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18820907-A3A7-0244-6C31-837B790F7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39D3F62B-E866-47A4-6DBD-2E92CAEC54B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rId7" action="ppaction://hlinksldjump"/>
              <a:extLst>
                <a:ext uri="{FF2B5EF4-FFF2-40B4-BE49-F238E27FC236}">
                  <a16:creationId xmlns:a16="http://schemas.microsoft.com/office/drawing/2014/main" id="{0E731369-4212-6319-4338-DE8F45926331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24A72EC9-030B-58C2-6168-437E8B41B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85EAD040-0609-3B23-B21D-31AF97A2733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/>
            <a:r>
              <a:rPr lang="zh-CN" altLang="en-US" sz="1600" dirty="0">
                <a:solidFill>
                  <a:schemeClr val="tx1"/>
                </a:solidFill>
              </a:rPr>
              <a:t>启用卫星连接</a:t>
            </a:r>
          </a:p>
        </p:txBody>
      </p:sp>
      <p:sp>
        <p:nvSpPr>
          <p:cNvPr id="7" name="!! 开关1">
            <a:extLst>
              <a:ext uri="{FF2B5EF4-FFF2-40B4-BE49-F238E27FC236}">
                <a16:creationId xmlns:a16="http://schemas.microsoft.com/office/drawing/2014/main" id="{9B4037F9-DCC3-5816-8C34-5A1870901E6E}"/>
              </a:ext>
            </a:extLst>
          </p:cNvPr>
          <p:cNvSpPr/>
          <p:nvPr/>
        </p:nvSpPr>
        <p:spPr>
          <a:xfrm>
            <a:off x="7991826" y="209930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触发开关背景">
            <a:hlinkClick r:id="rId10" action="ppaction://hlinksldjump"/>
            <a:extLst>
              <a:ext uri="{FF2B5EF4-FFF2-40B4-BE49-F238E27FC236}">
                <a16:creationId xmlns:a16="http://schemas.microsoft.com/office/drawing/2014/main" id="{8BF2987C-ABFA-1F2F-4A00-E0F7CCF26573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hlinkClick r:id="rId10" action="ppaction://hlinksldjump"/>
            <a:extLst>
              <a:ext uri="{FF2B5EF4-FFF2-40B4-BE49-F238E27FC236}">
                <a16:creationId xmlns:a16="http://schemas.microsoft.com/office/drawing/2014/main" id="{2BB488C4-9189-1485-DCA6-0D5E2F49D9E7}"/>
              </a:ext>
            </a:extLst>
          </p:cNvPr>
          <p:cNvSpPr/>
          <p:nvPr/>
        </p:nvSpPr>
        <p:spPr>
          <a:xfrm>
            <a:off x="7931895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43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>
        <p14:pan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01549 -2.96296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49 -2.96296E-6 L 1.25E-6 -2.96296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8B8B8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B3B4-609D-26FC-30F0-13BA7904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4235C1F-E41F-62FA-8F60-6FF320706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94175A81-14EB-3CA2-527F-188A88FD2900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0F5B40A-7685-79D7-4A3B-771F2919612A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40232BC-E124-C218-DF9D-32555AE25D04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8183A604-8271-193E-4D21-F2B909729649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3" action="ppaction://hlinksldjump"/>
              <a:extLst>
                <a:ext uri="{FF2B5EF4-FFF2-40B4-BE49-F238E27FC236}">
                  <a16:creationId xmlns:a16="http://schemas.microsoft.com/office/drawing/2014/main" id="{2F806266-C3DB-E817-1E2D-473C42C0A2B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B8FDBEF5-33D9-41EB-38A6-A56426C6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5381E921-D1F6-BBD1-05B1-28A914361FE6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C1D53108-4013-5699-22D2-0A872DB600DD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9963116A-4B66-2441-8F05-C7A5AB948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61AB6445-DD5C-0306-8B9D-31159E034440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2" name="!! 触发开关背景">
            <a:extLst>
              <a:ext uri="{FF2B5EF4-FFF2-40B4-BE49-F238E27FC236}">
                <a16:creationId xmlns:a16="http://schemas.microsoft.com/office/drawing/2014/main" id="{40EB5EC4-626B-C115-5392-E36377F05AE5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3" name="!! 触发开关">
            <a:extLst>
              <a:ext uri="{FF2B5EF4-FFF2-40B4-BE49-F238E27FC236}">
                <a16:creationId xmlns:a16="http://schemas.microsoft.com/office/drawing/2014/main" id="{F32DA4F1-B44C-C6B3-76C3-BD60190B9309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748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A637B-8847-9AAF-92ED-A98A3DFB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8399F2D-B03E-A5F5-0FF3-5E6F98D2AE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C6581B58-AC4D-C73C-EE0E-BC30FCB6E793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1D923B14-735C-DE39-23C6-C944DE20B2C5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462FECA-3A06-828E-4788-B20E25B2E512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C592A4A8-8DA4-D5C4-3D89-874EA6DD4CAF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3" action="ppaction://hlinksldjump"/>
              <a:extLst>
                <a:ext uri="{FF2B5EF4-FFF2-40B4-BE49-F238E27FC236}">
                  <a16:creationId xmlns:a16="http://schemas.microsoft.com/office/drawing/2014/main" id="{E2B4024E-8D37-B8D5-153B-31ED4E96CA4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555370FB-3F98-22E0-453E-E4FD1F3B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8C93C719-EA81-2868-DCFF-0E2694C06159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61F9A2DA-683A-1C39-A091-614E82ECD7DB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69D24432-403A-F987-ADBD-DAF7D23C1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DDC6E52F-8E2D-F36F-BFB6-FED4986B53FC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12" name="!! 触发开关背景">
            <a:extLst>
              <a:ext uri="{FF2B5EF4-FFF2-40B4-BE49-F238E27FC236}">
                <a16:creationId xmlns:a16="http://schemas.microsoft.com/office/drawing/2014/main" id="{098697D8-17FA-8B73-2925-2E25858B6757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4" name="!! 触发开关">
            <a:extLst>
              <a:ext uri="{FF2B5EF4-FFF2-40B4-BE49-F238E27FC236}">
                <a16:creationId xmlns:a16="http://schemas.microsoft.com/office/drawing/2014/main" id="{532764F2-37CD-EE45-AC59-E7F822A8F26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4" name="!! 遮罩">
            <a:extLst>
              <a:ext uri="{FF2B5EF4-FFF2-40B4-BE49-F238E27FC236}">
                <a16:creationId xmlns:a16="http://schemas.microsoft.com/office/drawing/2014/main" id="{25852636-227B-232F-840E-2318A6952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6" name="带按钮的无图标提示框">
            <a:extLst>
              <a:ext uri="{FF2B5EF4-FFF2-40B4-BE49-F238E27FC236}">
                <a16:creationId xmlns:a16="http://schemas.microsoft.com/office/drawing/2014/main" id="{BDA12DB8-BF48-236D-CBEB-C59949679FDC}"/>
              </a:ext>
            </a:extLst>
          </p:cNvPr>
          <p:cNvGrpSpPr/>
          <p:nvPr/>
        </p:nvGrpSpPr>
        <p:grpSpPr>
          <a:xfrm>
            <a:off x="3813542" y="2595766"/>
            <a:ext cx="4564916" cy="1752714"/>
            <a:chOff x="2912999" y="3341281"/>
            <a:chExt cx="4564916" cy="1752714"/>
          </a:xfrm>
        </p:grpSpPr>
        <p:sp>
          <p:nvSpPr>
            <p:cNvPr id="7" name="!! 弹窗">
              <a:extLst>
                <a:ext uri="{FF2B5EF4-FFF2-40B4-BE49-F238E27FC236}">
                  <a16:creationId xmlns:a16="http://schemas.microsoft.com/office/drawing/2014/main" id="{4FEDC4EA-4365-5BC9-7905-B26AD8E73A4B}"/>
                </a:ext>
              </a:extLst>
            </p:cNvPr>
            <p:cNvSpPr/>
            <p:nvPr/>
          </p:nvSpPr>
          <p:spPr>
            <a:xfrm>
              <a:off x="2912999" y="3341281"/>
              <a:ext cx="4564916" cy="1752714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B28E66BC-E55A-95F6-3FBE-A58DF66F1B9D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启用卫星连接</a:t>
              </a:r>
            </a:p>
          </p:txBody>
        </p:sp>
        <p:sp>
          <p:nvSpPr>
            <p:cNvPr id="9" name="副标题">
              <a:extLst>
                <a:ext uri="{FF2B5EF4-FFF2-40B4-BE49-F238E27FC236}">
                  <a16:creationId xmlns:a16="http://schemas.microsoft.com/office/drawing/2014/main" id="{6F8ED2F8-039A-7DCE-909A-39C88377ECD1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启用卫星连接后，所有连接（包括</a:t>
              </a:r>
              <a:r>
                <a:rPr lang="en-US" altLang="zh-CN" sz="1400" dirty="0">
                  <a:latin typeface="+mn-ea"/>
                </a:rPr>
                <a:t>WLAN</a:t>
              </a:r>
              <a:r>
                <a:rPr lang="zh-CN" altLang="en-US" sz="1400" dirty="0">
                  <a:latin typeface="+mn-ea"/>
                </a:rPr>
                <a:t>、有线连接等）将会中断</a:t>
              </a:r>
            </a:p>
          </p:txBody>
        </p:sp>
        <p:sp>
          <p:nvSpPr>
            <p:cNvPr id="10" name="矩形: 圆角 9">
              <a:hlinkClick r:id="rId8" action="ppaction://hlinksldjump"/>
              <a:extLst>
                <a:ext uri="{FF2B5EF4-FFF2-40B4-BE49-F238E27FC236}">
                  <a16:creationId xmlns:a16="http://schemas.microsoft.com/office/drawing/2014/main" id="{20B10546-A66C-906D-D9C7-04D810C4F053}"/>
                </a:ext>
              </a:extLst>
            </p:cNvPr>
            <p:cNvSpPr/>
            <p:nvPr/>
          </p:nvSpPr>
          <p:spPr>
            <a:xfrm>
              <a:off x="6105759" y="459326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5A939FDC-2223-19BE-D54E-19294EDD277E}"/>
                </a:ext>
              </a:extLst>
            </p:cNvPr>
            <p:cNvSpPr/>
            <p:nvPr/>
          </p:nvSpPr>
          <p:spPr>
            <a:xfrm>
              <a:off x="4843301" y="459004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4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385D-8828-8129-7173-56962360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D9ABA39-BB80-3B94-3E9C-5E7B31846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7">
            <a:extLst>
              <a:ext uri="{FF2B5EF4-FFF2-40B4-BE49-F238E27FC236}">
                <a16:creationId xmlns:a16="http://schemas.microsoft.com/office/drawing/2014/main" id="{67625681-AC69-8A40-3DEF-408DF2D88CE8}"/>
              </a:ext>
            </a:extLst>
          </p:cNvPr>
          <p:cNvGrpSpPr/>
          <p:nvPr/>
        </p:nvGrpSpPr>
        <p:grpSpPr>
          <a:xfrm>
            <a:off x="5364480" y="931625"/>
            <a:ext cx="1463040" cy="461665"/>
            <a:chOff x="3079753" y="1375827"/>
            <a:chExt cx="72690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EFF65A3-C200-8328-1282-0BC614C1A19C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CDDE8765-513B-3CEE-5CCF-F1D998274CC5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卫星连接</a:t>
              </a:r>
            </a:p>
          </p:txBody>
        </p:sp>
      </p:grpSp>
      <p:grpSp>
        <p:nvGrpSpPr>
          <p:cNvPr id="36" name="!! 关闭按钮">
            <a:extLst>
              <a:ext uri="{FF2B5EF4-FFF2-40B4-BE49-F238E27FC236}">
                <a16:creationId xmlns:a16="http://schemas.microsoft.com/office/drawing/2014/main" id="{76641332-F7D5-8254-39AF-971B93D866EB}"/>
              </a:ext>
            </a:extLst>
          </p:cNvPr>
          <p:cNvGrpSpPr/>
          <p:nvPr/>
        </p:nvGrpSpPr>
        <p:grpSpPr>
          <a:xfrm>
            <a:off x="8154595" y="1047495"/>
            <a:ext cx="290510" cy="290510"/>
            <a:chOff x="2328464" y="3107859"/>
            <a:chExt cx="583223" cy="583223"/>
          </a:xfrm>
        </p:grpSpPr>
        <p:sp>
          <p:nvSpPr>
            <p:cNvPr id="37" name="矩形: 圆角 36">
              <a:hlinkClick r:id="rId3" action="ppaction://hlinksldjump"/>
              <a:extLst>
                <a:ext uri="{FF2B5EF4-FFF2-40B4-BE49-F238E27FC236}">
                  <a16:creationId xmlns:a16="http://schemas.microsoft.com/office/drawing/2014/main" id="{A44E433B-20E3-C282-8B00-91CCC9CCA2B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C02AF105-D154-DE7A-2015-DE9DAE881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56" name="!! 返回按钮">
            <a:extLst>
              <a:ext uri="{FF2B5EF4-FFF2-40B4-BE49-F238E27FC236}">
                <a16:creationId xmlns:a16="http://schemas.microsoft.com/office/drawing/2014/main" id="{D63573B5-6787-E90D-B054-A4FAD80A171D}"/>
              </a:ext>
            </a:extLst>
          </p:cNvPr>
          <p:cNvGrpSpPr/>
          <p:nvPr/>
        </p:nvGrpSpPr>
        <p:grpSpPr>
          <a:xfrm>
            <a:off x="3737431" y="1038033"/>
            <a:ext cx="309436" cy="309436"/>
            <a:chOff x="2309466" y="3088861"/>
            <a:chExt cx="621218" cy="621218"/>
          </a:xfrm>
        </p:grpSpPr>
        <p:sp>
          <p:nvSpPr>
            <p:cNvPr id="57" name="矩形: 圆角 56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1A0C5B7D-21C5-E898-ADA0-57257103A324}"/>
                </a:ext>
              </a:extLst>
            </p:cNvPr>
            <p:cNvSpPr/>
            <p:nvPr/>
          </p:nvSpPr>
          <p:spPr>
            <a:xfrm>
              <a:off x="2309466" y="3088861"/>
              <a:ext cx="621218" cy="621218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8" name="图形 57">
              <a:extLst>
                <a:ext uri="{FF2B5EF4-FFF2-40B4-BE49-F238E27FC236}">
                  <a16:creationId xmlns:a16="http://schemas.microsoft.com/office/drawing/2014/main" id="{06925B0E-2A86-1AB0-8141-C5B27BE0C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 rot="10800000">
              <a:off x="2432286" y="3243557"/>
              <a:ext cx="311826" cy="311826"/>
            </a:xfrm>
            <a:prstGeom prst="rect">
              <a:avLst/>
            </a:prstGeom>
          </p:spPr>
        </p:pic>
      </p:grpSp>
      <p:sp>
        <p:nvSpPr>
          <p:cNvPr id="5" name="!! 以太网1按钮">
            <a:extLst>
              <a:ext uri="{FF2B5EF4-FFF2-40B4-BE49-F238E27FC236}">
                <a16:creationId xmlns:a16="http://schemas.microsoft.com/office/drawing/2014/main" id="{B61BB8AE-CA82-3D9D-4013-B665439535C3}"/>
              </a:ext>
            </a:extLst>
          </p:cNvPr>
          <p:cNvSpPr/>
          <p:nvPr/>
        </p:nvSpPr>
        <p:spPr>
          <a:xfrm>
            <a:off x="3640667" y="1875822"/>
            <a:ext cx="4910666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启用卫星连接</a:t>
            </a:r>
          </a:p>
        </p:txBody>
      </p:sp>
      <p:sp>
        <p:nvSpPr>
          <p:cNvPr id="6" name="!! 触发开关背景">
            <a:extLst>
              <a:ext uri="{FF2B5EF4-FFF2-40B4-BE49-F238E27FC236}">
                <a16:creationId xmlns:a16="http://schemas.microsoft.com/office/drawing/2014/main" id="{5DE259D9-8F33-F58C-26EA-99A1B7E3851E}"/>
              </a:ext>
            </a:extLst>
          </p:cNvPr>
          <p:cNvSpPr/>
          <p:nvPr/>
        </p:nvSpPr>
        <p:spPr>
          <a:xfrm>
            <a:off x="7898213" y="2060424"/>
            <a:ext cx="376430" cy="1710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7" name="!! 触发开关">
            <a:extLst>
              <a:ext uri="{FF2B5EF4-FFF2-40B4-BE49-F238E27FC236}">
                <a16:creationId xmlns:a16="http://schemas.microsoft.com/office/drawing/2014/main" id="{84F69248-2C39-7C97-28FB-4609CE18F25C}"/>
              </a:ext>
            </a:extLst>
          </p:cNvPr>
          <p:cNvSpPr/>
          <p:nvPr/>
        </p:nvSpPr>
        <p:spPr>
          <a:xfrm>
            <a:off x="8118083" y="2084068"/>
            <a:ext cx="119862" cy="1237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0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B3EF902-986A-A4CA-BBB7-7F7B2072333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!! 遮罩">
            <a:extLst>
              <a:ext uri="{FF2B5EF4-FFF2-40B4-BE49-F238E27FC236}">
                <a16:creationId xmlns:a16="http://schemas.microsoft.com/office/drawing/2014/main" id="{7E473D54-D615-469D-1B57-AFB36FBDF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2" name="!! 提示框">
            <a:extLst>
              <a:ext uri="{FF2B5EF4-FFF2-40B4-BE49-F238E27FC236}">
                <a16:creationId xmlns:a16="http://schemas.microsoft.com/office/drawing/2014/main" id="{31687CD0-FB20-FC66-158F-41E08AD1572B}"/>
              </a:ext>
            </a:extLst>
          </p:cNvPr>
          <p:cNvGrpSpPr/>
          <p:nvPr/>
        </p:nvGrpSpPr>
        <p:grpSpPr>
          <a:xfrm>
            <a:off x="3813542" y="2810933"/>
            <a:ext cx="4564916" cy="1236134"/>
            <a:chOff x="3813540" y="2810933"/>
            <a:chExt cx="4564916" cy="1236134"/>
          </a:xfrm>
          <a:solidFill>
            <a:schemeClr val="bg1">
              <a:lumMod val="25000"/>
            </a:schemeClr>
          </a:solidFill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C93ACB76-CAC8-57AD-2950-661B7530C9D2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8B39CC24-3328-0660-9E1A-FB46059E841E}"/>
                </a:ext>
              </a:extLst>
            </p:cNvPr>
            <p:cNvSpPr txBox="1"/>
            <p:nvPr/>
          </p:nvSpPr>
          <p:spPr>
            <a:xfrm>
              <a:off x="5012459" y="3110342"/>
              <a:ext cx="256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正在初始化卫星连接</a:t>
              </a:r>
            </a:p>
          </p:txBody>
        </p:sp>
        <p:sp>
          <p:nvSpPr>
            <p:cNvPr id="16" name="副标题">
              <a:extLst>
                <a:ext uri="{FF2B5EF4-FFF2-40B4-BE49-F238E27FC236}">
                  <a16:creationId xmlns:a16="http://schemas.microsoft.com/office/drawing/2014/main" id="{97CD9874-8B42-091E-0CC2-2CF3B4754A4A}"/>
                </a:ext>
              </a:extLst>
            </p:cNvPr>
            <p:cNvSpPr txBox="1"/>
            <p:nvPr/>
          </p:nvSpPr>
          <p:spPr>
            <a:xfrm>
              <a:off x="5012459" y="3429000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请稍候</a:t>
              </a:r>
            </a:p>
          </p:txBody>
        </p:sp>
      </p:grpSp>
      <p:grpSp>
        <p:nvGrpSpPr>
          <p:cNvPr id="17" name="!! load">
            <a:extLst>
              <a:ext uri="{FF2B5EF4-FFF2-40B4-BE49-F238E27FC236}">
                <a16:creationId xmlns:a16="http://schemas.microsoft.com/office/drawing/2014/main" id="{47465F36-3CA5-DC82-826F-2E99C6836381}"/>
              </a:ext>
            </a:extLst>
          </p:cNvPr>
          <p:cNvGrpSpPr/>
          <p:nvPr/>
        </p:nvGrpSpPr>
        <p:grpSpPr>
          <a:xfrm>
            <a:off x="4306609" y="3182795"/>
            <a:ext cx="505104" cy="505104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89316348-EAEE-A68D-4824-33FC2D0AE668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762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FC1516F6-F8BA-D45B-C673-F25F07BEF774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762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02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1.666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1821-F82B-D54F-9DA1-58FE4D7E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12E03924-781F-BE0D-8052-7B0FDA8307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背景板">
            <a:extLst>
              <a:ext uri="{FF2B5EF4-FFF2-40B4-BE49-F238E27FC236}">
                <a16:creationId xmlns:a16="http://schemas.microsoft.com/office/drawing/2014/main" id="{72DC3652-43CC-D30F-6A83-AFF61132B66A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8BE77EC6-135D-0ADC-67F0-0DDDF8864282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4" name="!! 标题符">
              <a:extLst>
                <a:ext uri="{FF2B5EF4-FFF2-40B4-BE49-F238E27FC236}">
                  <a16:creationId xmlns:a16="http://schemas.microsoft.com/office/drawing/2014/main" id="{29AA0119-D205-4523-4AD1-31AE61752E6B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" name="!! 标题">
              <a:extLst>
                <a:ext uri="{FF2B5EF4-FFF2-40B4-BE49-F238E27FC236}">
                  <a16:creationId xmlns:a16="http://schemas.microsoft.com/office/drawing/2014/main" id="{2362AC4A-1F99-4F09-9751-E3D58631CDC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6" name="!! 二级背景">
            <a:extLst>
              <a:ext uri="{FF2B5EF4-FFF2-40B4-BE49-F238E27FC236}">
                <a16:creationId xmlns:a16="http://schemas.microsoft.com/office/drawing/2014/main" id="{E97E331A-E366-E107-67AC-D6166272D47A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7" name="!! 关闭按钮">
            <a:extLst>
              <a:ext uri="{FF2B5EF4-FFF2-40B4-BE49-F238E27FC236}">
                <a16:creationId xmlns:a16="http://schemas.microsoft.com/office/drawing/2014/main" id="{751F9F2C-E695-0369-E075-47EFA8942502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8" name="矩形: 圆角 7">
              <a:hlinkClick r:id="rId4" action="ppaction://hlinksldjump"/>
              <a:extLst>
                <a:ext uri="{FF2B5EF4-FFF2-40B4-BE49-F238E27FC236}">
                  <a16:creationId xmlns:a16="http://schemas.microsoft.com/office/drawing/2014/main" id="{5C148290-99CC-BEBD-2880-7A6BD4381CF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30BAF192-7AA5-F36A-8417-0C03DCA05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0" name="!! 网1按钮属性">
            <a:extLst>
              <a:ext uri="{FF2B5EF4-FFF2-40B4-BE49-F238E27FC236}">
                <a16:creationId xmlns:a16="http://schemas.microsoft.com/office/drawing/2014/main" id="{7B2C2B29-18D5-BDEA-6FFD-2B1D28AE6722}"/>
              </a:ext>
            </a:extLst>
          </p:cNvPr>
          <p:cNvGrpSpPr/>
          <p:nvPr/>
        </p:nvGrpSpPr>
        <p:grpSpPr>
          <a:xfrm>
            <a:off x="4178595" y="1408477"/>
            <a:ext cx="7429350" cy="545100"/>
            <a:chOff x="3640667" y="2582968"/>
            <a:chExt cx="4910666" cy="545100"/>
          </a:xfrm>
        </p:grpSpPr>
        <p:sp>
          <p:nvSpPr>
            <p:cNvPr id="11" name="按钮">
              <a:hlinkClick r:id="rId7" action="ppaction://hlinksldjump"/>
              <a:extLst>
                <a:ext uri="{FF2B5EF4-FFF2-40B4-BE49-F238E27FC236}">
                  <a16:creationId xmlns:a16="http://schemas.microsoft.com/office/drawing/2014/main" id="{7325422F-86F9-4B31-899B-537FDA46B7A2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</a:t>
              </a: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D22E740E-478F-3571-D390-3E52A0932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3" name="!! 网1按钮属性">
            <a:extLst>
              <a:ext uri="{FF2B5EF4-FFF2-40B4-BE49-F238E27FC236}">
                <a16:creationId xmlns:a16="http://schemas.microsoft.com/office/drawing/2014/main" id="{0A19B04E-8A57-F70D-6717-24E44E00D6AE}"/>
              </a:ext>
            </a:extLst>
          </p:cNvPr>
          <p:cNvGrpSpPr/>
          <p:nvPr/>
        </p:nvGrpSpPr>
        <p:grpSpPr>
          <a:xfrm>
            <a:off x="4178595" y="2101897"/>
            <a:ext cx="7429350" cy="545100"/>
            <a:chOff x="3640667" y="2582968"/>
            <a:chExt cx="4910666" cy="545100"/>
          </a:xfrm>
        </p:grpSpPr>
        <p:sp>
          <p:nvSpPr>
            <p:cNvPr id="14" name="按钮">
              <a:hlinkClick r:id="rId7" action="ppaction://hlinksldjump"/>
              <a:extLst>
                <a:ext uri="{FF2B5EF4-FFF2-40B4-BE49-F238E27FC236}">
                  <a16:creationId xmlns:a16="http://schemas.microsoft.com/office/drawing/2014/main" id="{6E14C019-60A3-A60D-4939-3F7ADB14D8F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A87F04FB-FDA9-E89F-E912-BFDAA172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6" name="!! 关闭按钮">
            <a:extLst>
              <a:ext uri="{FF2B5EF4-FFF2-40B4-BE49-F238E27FC236}">
                <a16:creationId xmlns:a16="http://schemas.microsoft.com/office/drawing/2014/main" id="{958B5F1D-5008-21C6-5F68-D176A963BD4D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7" name="矩形: 圆角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8FE18D0E-EE42-EA9A-623F-C67B5E41264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A76724C6-CAE1-B22B-0D5D-CA9A917B3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9" name="返回">
            <a:extLst>
              <a:ext uri="{FF2B5EF4-FFF2-40B4-BE49-F238E27FC236}">
                <a16:creationId xmlns:a16="http://schemas.microsoft.com/office/drawing/2014/main" id="{5E84E60E-05E7-8D98-2E8B-5E2D6EED12D9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20" name="!! 副标题">
              <a:extLst>
                <a:ext uri="{FF2B5EF4-FFF2-40B4-BE49-F238E27FC236}">
                  <a16:creationId xmlns:a16="http://schemas.microsoft.com/office/drawing/2014/main" id="{D04442FE-6AA4-718F-12E9-3D8D9189166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73715074-0CD4-34E6-5712-A62E876D3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0B3BFC6-63E3-A3FB-E9AF-3373C5F15A95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21665-B146-8244-6706-3706A5361FD8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7" name="!! 软件更新">
            <a:extLst>
              <a:ext uri="{FF2B5EF4-FFF2-40B4-BE49-F238E27FC236}">
                <a16:creationId xmlns:a16="http://schemas.microsoft.com/office/drawing/2014/main" id="{0D5FE3D5-5C1A-205F-FB44-C7B365DD410A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29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A5F6C859-9440-E14E-0B56-DAB939A7D866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F14DEC40-F139-29BA-8480-41B379753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E274F7DA-CF88-D111-0A98-620F43202915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DE7CCB06-2DF6-7AE0-96AA-0BF3C2ACDB9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AD173DB-CA3D-2D02-92F2-89050B75E8D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F6FB8738-B368-AD28-BF65-CAC5A4BFA17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0" name="icon">
                <a:extLst>
                  <a:ext uri="{FF2B5EF4-FFF2-40B4-BE49-F238E27FC236}">
                    <a16:creationId xmlns:a16="http://schemas.microsoft.com/office/drawing/2014/main" id="{3FC3A5D3-6D8A-F19D-4A1A-020203E52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1" name="!! 蓝牙">
            <a:extLst>
              <a:ext uri="{FF2B5EF4-FFF2-40B4-BE49-F238E27FC236}">
                <a16:creationId xmlns:a16="http://schemas.microsoft.com/office/drawing/2014/main" id="{65EE3FD4-7C64-C57A-9069-127F351DCB2F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42" name="!! 未选中">
              <a:hlinkClick r:id="rId21" action="ppaction://hlinksldjump"/>
              <a:extLst>
                <a:ext uri="{FF2B5EF4-FFF2-40B4-BE49-F238E27FC236}">
                  <a16:creationId xmlns:a16="http://schemas.microsoft.com/office/drawing/2014/main" id="{8947BD58-37BB-1B05-A689-D4954884374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9911085E-FD3F-E7B9-3462-00DE983AB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4" name="!! WLAN">
            <a:extLst>
              <a:ext uri="{FF2B5EF4-FFF2-40B4-BE49-F238E27FC236}">
                <a16:creationId xmlns:a16="http://schemas.microsoft.com/office/drawing/2014/main" id="{CAF025D3-2A0B-5ADA-A41C-4D19580F6440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5" name="!! WLAN">
              <a:extLst>
                <a:ext uri="{FF2B5EF4-FFF2-40B4-BE49-F238E27FC236}">
                  <a16:creationId xmlns:a16="http://schemas.microsoft.com/office/drawing/2014/main" id="{B2DEC3CB-710F-0F6E-0856-97E7203987E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47" name="!! 未选中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8185ABC1-C56A-F5B6-E5F6-1C36FA024B2F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48" name="icon">
                <a:extLst>
                  <a:ext uri="{FF2B5EF4-FFF2-40B4-BE49-F238E27FC236}">
                    <a16:creationId xmlns:a16="http://schemas.microsoft.com/office/drawing/2014/main" id="{E6FBDD9A-D6CB-6BAB-1D2B-6604CC36C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46" name="图形 45">
              <a:extLst>
                <a:ext uri="{FF2B5EF4-FFF2-40B4-BE49-F238E27FC236}">
                  <a16:creationId xmlns:a16="http://schemas.microsoft.com/office/drawing/2014/main" id="{1652CC1D-1FCE-2B07-AEBC-6443824A0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49" name="!! 关于">
            <a:extLst>
              <a:ext uri="{FF2B5EF4-FFF2-40B4-BE49-F238E27FC236}">
                <a16:creationId xmlns:a16="http://schemas.microsoft.com/office/drawing/2014/main" id="{683F8F43-3B22-E57B-2A73-64536C1645F4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5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1AF8F927-3F9B-F51B-391B-7583514732BF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9396BA19-BBEE-25E4-4468-188A2BF79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2" name="!! 更多连接">
            <a:extLst>
              <a:ext uri="{FF2B5EF4-FFF2-40B4-BE49-F238E27FC236}">
                <a16:creationId xmlns:a16="http://schemas.microsoft.com/office/drawing/2014/main" id="{591F883C-03FF-6206-B8B0-FCCFCB46CD9C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53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E7C17034-6FAC-3052-1ED9-8CFB382945B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3A7DB83-9FD8-66D9-DC68-7C7397D20EC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267452B8-B1BC-58F5-26A1-9AABE365279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6" name="icon">
                <a:extLst>
                  <a:ext uri="{FF2B5EF4-FFF2-40B4-BE49-F238E27FC236}">
                    <a16:creationId xmlns:a16="http://schemas.microsoft.com/office/drawing/2014/main" id="{F3C80173-A679-3C08-B690-7CE8DF49F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35" name="!! 背景板">
            <a:extLst>
              <a:ext uri="{FF2B5EF4-FFF2-40B4-BE49-F238E27FC236}">
                <a16:creationId xmlns:a16="http://schemas.microsoft.com/office/drawing/2014/main" id="{E12B90CE-AC4A-86A0-6F0D-F4C6E192DF12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1" name="!! 遮罩2">
            <a:extLst>
              <a:ext uri="{FF2B5EF4-FFF2-40B4-BE49-F238E27FC236}">
                <a16:creationId xmlns:a16="http://schemas.microsoft.com/office/drawing/2014/main" id="{89898634-A05B-5ABC-5F01-C1AB47AD5B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22" name="!! 背景2" descr="黑暗里有星球&#10;&#10;AI 生成的内容可能不正确。">
            <a:extLst>
              <a:ext uri="{FF2B5EF4-FFF2-40B4-BE49-F238E27FC236}">
                <a16:creationId xmlns:a16="http://schemas.microsoft.com/office/drawing/2014/main" id="{8F18394D-9FBA-316B-0094-C4BB83A9D1CD}"/>
              </a:ext>
            </a:extLst>
          </p:cNvPr>
          <p:cNvPicPr/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14" t="12142" r="33240" b="27730"/>
          <a:stretch/>
        </p:blipFill>
        <p:spPr>
          <a:xfrm>
            <a:off x="3383397" y="716009"/>
            <a:ext cx="5404886" cy="5433238"/>
          </a:xfrm>
          <a:prstGeom prst="roundRect">
            <a:avLst>
              <a:gd name="adj" fmla="val 1913"/>
            </a:avLst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32A1C58-DB9D-868D-3B74-BF951843981C}"/>
              </a:ext>
            </a:extLst>
          </p:cNvPr>
          <p:cNvSpPr txBox="1"/>
          <p:nvPr/>
        </p:nvSpPr>
        <p:spPr>
          <a:xfrm>
            <a:off x="5069958" y="3429000"/>
            <a:ext cx="2052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卫星连接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0C405D-1F26-6165-7E45-0AA768245F8B}"/>
              </a:ext>
            </a:extLst>
          </p:cNvPr>
          <p:cNvSpPr txBox="1"/>
          <p:nvPr/>
        </p:nvSpPr>
        <p:spPr>
          <a:xfrm>
            <a:off x="4107994" y="3887619"/>
            <a:ext cx="397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9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连接卫星时，请确保设备处于户外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9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9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所有网络连接（包括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9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WLAN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9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、蓝牙等）将会中断</a:t>
            </a:r>
          </a:p>
        </p:txBody>
      </p:sp>
      <p:grpSp>
        <p:nvGrpSpPr>
          <p:cNvPr id="36" name="!! load">
            <a:extLst>
              <a:ext uri="{FF2B5EF4-FFF2-40B4-BE49-F238E27FC236}">
                <a16:creationId xmlns:a16="http://schemas.microsoft.com/office/drawing/2014/main" id="{1C65DB09-D7EE-E35D-6FF8-41FB5E0142B1}"/>
              </a:ext>
            </a:extLst>
          </p:cNvPr>
          <p:cNvGrpSpPr/>
          <p:nvPr/>
        </p:nvGrpSpPr>
        <p:grpSpPr>
          <a:xfrm>
            <a:off x="5920205" y="4849293"/>
            <a:ext cx="351590" cy="351590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AE84B861-51FA-6BA1-3455-0B751F2DC38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B6CF0112-699D-AFF6-A0E2-EB736DFCACF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67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19C6-A5D7-DB66-4845-74FA29B3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板">
            <a:extLst>
              <a:ext uri="{FF2B5EF4-FFF2-40B4-BE49-F238E27FC236}">
                <a16:creationId xmlns:a16="http://schemas.microsoft.com/office/drawing/2014/main" id="{32A7488E-D125-8D37-C161-444C9FED555F}"/>
              </a:ext>
            </a:extLst>
          </p:cNvPr>
          <p:cNvSpPr/>
          <p:nvPr/>
        </p:nvSpPr>
        <p:spPr>
          <a:xfrm>
            <a:off x="-10160" y="0"/>
            <a:ext cx="1220216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" name="!! 大标题">
            <a:extLst>
              <a:ext uri="{FF2B5EF4-FFF2-40B4-BE49-F238E27FC236}">
                <a16:creationId xmlns:a16="http://schemas.microsoft.com/office/drawing/2014/main" id="{269911F3-6AA6-EE05-0687-BD07DD478812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5" name="!! 标题符">
              <a:extLst>
                <a:ext uri="{FF2B5EF4-FFF2-40B4-BE49-F238E27FC236}">
                  <a16:creationId xmlns:a16="http://schemas.microsoft.com/office/drawing/2014/main" id="{E7361682-48CE-4FDB-AE42-CED57818096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B5654D15-A5DD-BFF6-9C5B-4D0B2D87494C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设置</a:t>
              </a:r>
            </a:p>
          </p:txBody>
        </p:sp>
      </p:grpSp>
      <p:sp>
        <p:nvSpPr>
          <p:cNvPr id="7" name="!! 二级背景">
            <a:extLst>
              <a:ext uri="{FF2B5EF4-FFF2-40B4-BE49-F238E27FC236}">
                <a16:creationId xmlns:a16="http://schemas.microsoft.com/office/drawing/2014/main" id="{39B20017-9F08-C48F-1BFE-184D7773A797}"/>
              </a:ext>
            </a:extLst>
          </p:cNvPr>
          <p:cNvSpPr/>
          <p:nvPr/>
        </p:nvSpPr>
        <p:spPr>
          <a:xfrm>
            <a:off x="3594539" y="0"/>
            <a:ext cx="8585971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9F90A101-B86F-2D4A-3CD6-9B4784D1FA4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12" name="矩形: 圆角 11">
              <a:hlinkClick r:id="rId3" action="ppaction://hlinksldjump"/>
              <a:extLst>
                <a:ext uri="{FF2B5EF4-FFF2-40B4-BE49-F238E27FC236}">
                  <a16:creationId xmlns:a16="http://schemas.microsoft.com/office/drawing/2014/main" id="{83D62707-5133-4806-0744-CA1A02B699D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242D146C-3A15-3742-A00C-7B8F3ACF1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4" name="!! 网1按钮属性">
            <a:extLst>
              <a:ext uri="{FF2B5EF4-FFF2-40B4-BE49-F238E27FC236}">
                <a16:creationId xmlns:a16="http://schemas.microsoft.com/office/drawing/2014/main" id="{78303A54-25A4-1F62-BE27-D7080B1689A6}"/>
              </a:ext>
            </a:extLst>
          </p:cNvPr>
          <p:cNvGrpSpPr/>
          <p:nvPr/>
        </p:nvGrpSpPr>
        <p:grpSpPr>
          <a:xfrm>
            <a:off x="4178595" y="1408477"/>
            <a:ext cx="7429350" cy="545100"/>
            <a:chOff x="3640667" y="2582968"/>
            <a:chExt cx="4910666" cy="545100"/>
          </a:xfrm>
        </p:grpSpPr>
        <p:sp>
          <p:nvSpPr>
            <p:cNvPr id="15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275C8BDC-254F-7C3F-644E-667F178CCEFD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以太网</a:t>
              </a:r>
            </a:p>
          </p:txBody>
        </p:sp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80C37E46-ACA0-8FFF-DF81-8CC3A51FB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7" name="!! 网1按钮属性">
            <a:extLst>
              <a:ext uri="{FF2B5EF4-FFF2-40B4-BE49-F238E27FC236}">
                <a16:creationId xmlns:a16="http://schemas.microsoft.com/office/drawing/2014/main" id="{EF54207C-0D5A-091C-D664-357503E00D39}"/>
              </a:ext>
            </a:extLst>
          </p:cNvPr>
          <p:cNvGrpSpPr/>
          <p:nvPr/>
        </p:nvGrpSpPr>
        <p:grpSpPr>
          <a:xfrm>
            <a:off x="4178595" y="2101897"/>
            <a:ext cx="7429350" cy="545100"/>
            <a:chOff x="3640667" y="2582968"/>
            <a:chExt cx="4910666" cy="545100"/>
          </a:xfrm>
        </p:grpSpPr>
        <p:sp>
          <p:nvSpPr>
            <p:cNvPr id="18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FBC1C8D5-EEFF-CBC3-50C4-08890438E7B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卫星连接</a:t>
              </a: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53B3C940-8912-5259-C956-0B4DF442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21" name="!! 关闭按钮">
            <a:extLst>
              <a:ext uri="{FF2B5EF4-FFF2-40B4-BE49-F238E27FC236}">
                <a16:creationId xmlns:a16="http://schemas.microsoft.com/office/drawing/2014/main" id="{B23E14BE-285A-3FC2-4C0D-0E5473D14F1D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22" name="矩形: 圆角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B5FC5EDF-D9CD-E6B3-4780-DADC296386C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6AB4C9E5-B9D1-90B7-97B0-E3A0E4B5E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24" name="返回">
            <a:extLst>
              <a:ext uri="{FF2B5EF4-FFF2-40B4-BE49-F238E27FC236}">
                <a16:creationId xmlns:a16="http://schemas.microsoft.com/office/drawing/2014/main" id="{3EB99559-8EF9-191C-0586-67C28025841B}"/>
              </a:ext>
            </a:extLst>
          </p:cNvPr>
          <p:cNvGrpSpPr/>
          <p:nvPr/>
        </p:nvGrpSpPr>
        <p:grpSpPr>
          <a:xfrm>
            <a:off x="4133687" y="519573"/>
            <a:ext cx="2667863" cy="369332"/>
            <a:chOff x="4133687" y="519573"/>
            <a:chExt cx="2667863" cy="369332"/>
          </a:xfrm>
        </p:grpSpPr>
        <p:sp>
          <p:nvSpPr>
            <p:cNvPr id="25" name="!! 副标题">
              <a:extLst>
                <a:ext uri="{FF2B5EF4-FFF2-40B4-BE49-F238E27FC236}">
                  <a16:creationId xmlns:a16="http://schemas.microsoft.com/office/drawing/2014/main" id="{CF7B4542-DF9D-A89E-373A-AC752B5E22B7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E6F19324-00E9-FAB0-F112-B6FAB7400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76048965-8A07-FF3F-2E64-94575A8D4A17}"/>
              </a:ext>
            </a:extLst>
          </p:cNvPr>
          <p:cNvSpPr txBox="1"/>
          <p:nvPr/>
        </p:nvSpPr>
        <p:spPr>
          <a:xfrm>
            <a:off x="462453" y="1233830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9DF3705-9A61-E68A-0116-772CA9E90C93}"/>
              </a:ext>
            </a:extLst>
          </p:cNvPr>
          <p:cNvSpPr txBox="1"/>
          <p:nvPr/>
        </p:nvSpPr>
        <p:spPr>
          <a:xfrm>
            <a:off x="462454" y="3246453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9" name="!! 软件更新">
            <a:extLst>
              <a:ext uri="{FF2B5EF4-FFF2-40B4-BE49-F238E27FC236}">
                <a16:creationId xmlns:a16="http://schemas.microsoft.com/office/drawing/2014/main" id="{7765DEFD-0435-3094-88B3-6F0CB067BD54}"/>
              </a:ext>
            </a:extLst>
          </p:cNvPr>
          <p:cNvGrpSpPr/>
          <p:nvPr/>
        </p:nvGrpSpPr>
        <p:grpSpPr>
          <a:xfrm>
            <a:off x="462454" y="3512772"/>
            <a:ext cx="2552892" cy="457924"/>
            <a:chOff x="481145" y="1890767"/>
            <a:chExt cx="2552892" cy="457924"/>
          </a:xfrm>
        </p:grpSpPr>
        <p:sp>
          <p:nvSpPr>
            <p:cNvPr id="30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981F2149-3194-F1BD-A275-618C1A2389E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1" name="icon">
              <a:extLst>
                <a:ext uri="{FF2B5EF4-FFF2-40B4-BE49-F238E27FC236}">
                  <a16:creationId xmlns:a16="http://schemas.microsoft.com/office/drawing/2014/main" id="{1B673C1E-B9CC-2EF2-9C63-081DF6E0A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2" name="!! 更多连接">
            <a:extLst>
              <a:ext uri="{FF2B5EF4-FFF2-40B4-BE49-F238E27FC236}">
                <a16:creationId xmlns:a16="http://schemas.microsoft.com/office/drawing/2014/main" id="{D4C69377-FA8C-58DC-B1D9-5FC0AAA5891B}"/>
              </a:ext>
            </a:extLst>
          </p:cNvPr>
          <p:cNvGrpSpPr/>
          <p:nvPr/>
        </p:nvGrpSpPr>
        <p:grpSpPr>
          <a:xfrm>
            <a:off x="462453" y="2623554"/>
            <a:ext cx="2552892" cy="457924"/>
            <a:chOff x="462453" y="2623554"/>
            <a:chExt cx="2552892" cy="457924"/>
          </a:xfrm>
        </p:grpSpPr>
        <p:sp>
          <p:nvSpPr>
            <p:cNvPr id="33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81A16AC3-CE49-B3A4-A710-FC1AA3711A6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F06DB6B-5F10-274B-6485-BAA65417E96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1FCB6A4-4586-8BDD-B9DE-AB90FE45695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" name="icon">
                <a:extLst>
                  <a:ext uri="{FF2B5EF4-FFF2-40B4-BE49-F238E27FC236}">
                    <a16:creationId xmlns:a16="http://schemas.microsoft.com/office/drawing/2014/main" id="{2B2E47CE-FB1E-3CF8-E2AD-AC6DB340B0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7" name="!! 蓝牙">
            <a:extLst>
              <a:ext uri="{FF2B5EF4-FFF2-40B4-BE49-F238E27FC236}">
                <a16:creationId xmlns:a16="http://schemas.microsoft.com/office/drawing/2014/main" id="{535B0650-DEF1-A806-46A7-D7EC8904CCCD}"/>
              </a:ext>
            </a:extLst>
          </p:cNvPr>
          <p:cNvGrpSpPr/>
          <p:nvPr/>
        </p:nvGrpSpPr>
        <p:grpSpPr>
          <a:xfrm>
            <a:off x="462452" y="2059603"/>
            <a:ext cx="2552892" cy="457924"/>
            <a:chOff x="462452" y="2059603"/>
            <a:chExt cx="2552892" cy="457924"/>
          </a:xfrm>
        </p:grpSpPr>
        <p:sp>
          <p:nvSpPr>
            <p:cNvPr id="38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1023913E-DF4F-60BE-9B84-46B57C2FE067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8519273D-7F61-4E60-1F5D-475100E62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0" name="!! WLAN">
            <a:extLst>
              <a:ext uri="{FF2B5EF4-FFF2-40B4-BE49-F238E27FC236}">
                <a16:creationId xmlns:a16="http://schemas.microsoft.com/office/drawing/2014/main" id="{32688A31-CF23-67CB-81C5-568EF355232D}"/>
              </a:ext>
            </a:extLst>
          </p:cNvPr>
          <p:cNvGrpSpPr/>
          <p:nvPr/>
        </p:nvGrpSpPr>
        <p:grpSpPr>
          <a:xfrm>
            <a:off x="462452" y="1495653"/>
            <a:ext cx="2552892" cy="457924"/>
            <a:chOff x="462452" y="1495653"/>
            <a:chExt cx="2552892" cy="457924"/>
          </a:xfrm>
        </p:grpSpPr>
        <p:grpSp>
          <p:nvGrpSpPr>
            <p:cNvPr id="41" name="!! WLAN">
              <a:extLst>
                <a:ext uri="{FF2B5EF4-FFF2-40B4-BE49-F238E27FC236}">
                  <a16:creationId xmlns:a16="http://schemas.microsoft.com/office/drawing/2014/main" id="{7629A822-CB6E-846B-5B81-ED1F9F392D2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43" name="!! 未选中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3174843C-88E4-97F9-74F2-EF592693F22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20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90000"/>
                        <a:lumOff val="10000"/>
                      </a:schemeClr>
                    </a:solidFill>
                    <a:effectLst/>
                    <a:uLnTx/>
                    <a:uFillTx/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44" name="icon">
                <a:extLst>
                  <a:ext uri="{FF2B5EF4-FFF2-40B4-BE49-F238E27FC236}">
                    <a16:creationId xmlns:a16="http://schemas.microsoft.com/office/drawing/2014/main" id="{BACFA9A7-7978-62AF-8B49-A7D8A79EC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DC778646-6EFB-0DDC-8D38-AF28DCB67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45" name="!! 关于">
            <a:extLst>
              <a:ext uri="{FF2B5EF4-FFF2-40B4-BE49-F238E27FC236}">
                <a16:creationId xmlns:a16="http://schemas.microsoft.com/office/drawing/2014/main" id="{C4343B04-E638-FAF0-E0F8-71613E9F07F1}"/>
              </a:ext>
            </a:extLst>
          </p:cNvPr>
          <p:cNvGrpSpPr/>
          <p:nvPr/>
        </p:nvGrpSpPr>
        <p:grpSpPr>
          <a:xfrm>
            <a:off x="462452" y="5967589"/>
            <a:ext cx="2552892" cy="457924"/>
            <a:chOff x="453977" y="4076722"/>
            <a:chExt cx="2552892" cy="457924"/>
          </a:xfrm>
        </p:grpSpPr>
        <p:sp>
          <p:nvSpPr>
            <p:cNvPr id="46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B7C8A918-5C39-D6AD-568F-C0CE2B5EC339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E8A1C88F-47F2-2328-222D-DB255E997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48" name="!! 更多连接">
            <a:extLst>
              <a:ext uri="{FF2B5EF4-FFF2-40B4-BE49-F238E27FC236}">
                <a16:creationId xmlns:a16="http://schemas.microsoft.com/office/drawing/2014/main" id="{CA7BA6D2-10E8-5ABE-0984-C5A9BDB17DD6}"/>
              </a:ext>
            </a:extLst>
          </p:cNvPr>
          <p:cNvGrpSpPr/>
          <p:nvPr/>
        </p:nvGrpSpPr>
        <p:grpSpPr>
          <a:xfrm>
            <a:off x="461125" y="4081938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101C22CA-D8FA-E9FB-9539-5EF36FB012C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90CDCA4-AC19-D842-E280-BA73AD6BE41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95F7FCDE-550D-123E-0D1C-01429CFC108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A6DB03AA-BD97-63DA-9601-BDD22F897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53" name="!! 遮罩2">
            <a:extLst>
              <a:ext uri="{FF2B5EF4-FFF2-40B4-BE49-F238E27FC236}">
                <a16:creationId xmlns:a16="http://schemas.microsoft.com/office/drawing/2014/main" id="{7DF9EAFD-4F2A-A4D5-7C68-45FDD4BB5BCD}"/>
              </a:ext>
            </a:extLst>
          </p:cNvPr>
          <p:cNvSpPr/>
          <p:nvPr/>
        </p:nvSpPr>
        <p:spPr>
          <a:xfrm>
            <a:off x="10160" y="0"/>
            <a:ext cx="12194277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3" name="!! 背景2" descr="黑暗里有星球&#10;&#10;AI 生成的内容可能不正确。">
            <a:extLst>
              <a:ext uri="{FF2B5EF4-FFF2-40B4-BE49-F238E27FC236}">
                <a16:creationId xmlns:a16="http://schemas.microsoft.com/office/drawing/2014/main" id="{5F9D7EC9-113E-40AA-60E6-E7E4B854A63F}"/>
              </a:ext>
            </a:extLst>
          </p:cNvPr>
          <p:cNvPicPr/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7" y="0"/>
            <a:ext cx="12189723" cy="6858000"/>
          </a:xfrm>
          <a:prstGeom prst="roundRect">
            <a:avLst>
              <a:gd name="adj" fmla="val 1936"/>
            </a:avLst>
          </a:prstGeom>
        </p:spPr>
      </p:pic>
      <p:sp>
        <p:nvSpPr>
          <p:cNvPr id="20" name="!! 遮罩">
            <a:extLst>
              <a:ext uri="{FF2B5EF4-FFF2-40B4-BE49-F238E27FC236}">
                <a16:creationId xmlns:a16="http://schemas.microsoft.com/office/drawing/2014/main" id="{CE49A960-07DD-D202-0530-878876016FD4}"/>
              </a:ext>
            </a:extLst>
          </p:cNvPr>
          <p:cNvSpPr/>
          <p:nvPr/>
        </p:nvSpPr>
        <p:spPr>
          <a:xfrm>
            <a:off x="10160" y="-10682"/>
            <a:ext cx="12202160" cy="6858000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43758505-C199-DAFE-0DAC-E475D9FA329E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卫星连接已就绪</a:t>
            </a:r>
          </a:p>
        </p:txBody>
      </p:sp>
      <p:sp>
        <p:nvSpPr>
          <p:cNvPr id="10" name="!! 按钮3">
            <a:hlinkClick r:id="rId35" action="ppaction://hlinksldjump"/>
            <a:extLst>
              <a:ext uri="{FF2B5EF4-FFF2-40B4-BE49-F238E27FC236}">
                <a16:creationId xmlns:a16="http://schemas.microsoft.com/office/drawing/2014/main" id="{3A5511A6-1481-AD31-3ADD-C1E3B646F471}"/>
              </a:ext>
            </a:extLst>
          </p:cNvPr>
          <p:cNvSpPr/>
          <p:nvPr/>
        </p:nvSpPr>
        <p:spPr>
          <a:xfrm>
            <a:off x="4191000" y="5333682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连接卫星</a:t>
            </a:r>
          </a:p>
        </p:txBody>
      </p:sp>
      <p:sp>
        <p:nvSpPr>
          <p:cNvPr id="11" name="!! 按钮2">
            <a:hlinkClick r:id="rId17" action="ppaction://hlinksldjump"/>
            <a:extLst>
              <a:ext uri="{FF2B5EF4-FFF2-40B4-BE49-F238E27FC236}">
                <a16:creationId xmlns:a16="http://schemas.microsoft.com/office/drawing/2014/main" id="{BAB65A6D-616D-3518-750D-2F512F4D046E}"/>
              </a:ext>
            </a:extLst>
          </p:cNvPr>
          <p:cNvSpPr txBox="1"/>
          <p:nvPr/>
        </p:nvSpPr>
        <p:spPr>
          <a:xfrm>
            <a:off x="5342467" y="5838283"/>
            <a:ext cx="150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517288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7EAB-938A-5A38-8770-32B14035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2B0A5B3-0E14-810A-336C-64D991269C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!! 遮罩">
            <a:extLst>
              <a:ext uri="{FF2B5EF4-FFF2-40B4-BE49-F238E27FC236}">
                <a16:creationId xmlns:a16="http://schemas.microsoft.com/office/drawing/2014/main" id="{C984E761-0AE6-DD00-B17E-69821B571D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CA4C17EC-A81D-18BD-B475-4C4C5E732566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卫星连接已就绪</a:t>
            </a:r>
          </a:p>
        </p:txBody>
      </p:sp>
      <p:sp>
        <p:nvSpPr>
          <p:cNvPr id="10" name="!! 按钮3">
            <a:hlinkClick r:id="rId4" action="ppaction://hlinksldjump"/>
            <a:extLst>
              <a:ext uri="{FF2B5EF4-FFF2-40B4-BE49-F238E27FC236}">
                <a16:creationId xmlns:a16="http://schemas.microsoft.com/office/drawing/2014/main" id="{5523DEE1-6D43-7EE8-D9EE-7CA7923AFAA0}"/>
              </a:ext>
            </a:extLst>
          </p:cNvPr>
          <p:cNvSpPr/>
          <p:nvPr/>
        </p:nvSpPr>
        <p:spPr>
          <a:xfrm>
            <a:off x="4191000" y="5333682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连接卫星</a:t>
            </a:r>
          </a:p>
        </p:txBody>
      </p:sp>
      <p:sp>
        <p:nvSpPr>
          <p:cNvPr id="11" name="!! 按钮2">
            <a:hlinkClick r:id="rId5" action="ppaction://hlinksldjump"/>
            <a:extLst>
              <a:ext uri="{FF2B5EF4-FFF2-40B4-BE49-F238E27FC236}">
                <a16:creationId xmlns:a16="http://schemas.microsoft.com/office/drawing/2014/main" id="{F950268B-B3EF-C0B2-BD42-ABA479C88E1D}"/>
              </a:ext>
            </a:extLst>
          </p:cNvPr>
          <p:cNvSpPr txBox="1"/>
          <p:nvPr/>
        </p:nvSpPr>
        <p:spPr>
          <a:xfrm>
            <a:off x="5342467" y="5838283"/>
            <a:ext cx="150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23006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2707-6FA8-0912-4661-0BAC76F2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590B74B-00FA-60A6-1807-5BA4F432D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912DAB9A-0FF7-FABC-D771-74E769E05C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标题">
            <a:extLst>
              <a:ext uri="{FF2B5EF4-FFF2-40B4-BE49-F238E27FC236}">
                <a16:creationId xmlns:a16="http://schemas.microsoft.com/office/drawing/2014/main" id="{2CD0D8B5-5673-E20F-019E-1CD086AF5F81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正在定位中</a:t>
            </a:r>
          </a:p>
        </p:txBody>
      </p:sp>
      <p:sp>
        <p:nvSpPr>
          <p:cNvPr id="4" name="!! 标题">
            <a:extLst>
              <a:ext uri="{FF2B5EF4-FFF2-40B4-BE49-F238E27FC236}">
                <a16:creationId xmlns:a16="http://schemas.microsoft.com/office/drawing/2014/main" id="{F727D5CF-2514-0681-833F-CFC7361C1C9D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ea typeface="OPPOSans M"/>
                <a:cs typeface="+mn-cs"/>
              </a:rPr>
              <a:t>请移步至开阔地带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2A0F7C7F-761A-C438-9433-62AABBED8224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6" name="!! 定位">
            <a:extLst>
              <a:ext uri="{FF2B5EF4-FFF2-40B4-BE49-F238E27FC236}">
                <a16:creationId xmlns:a16="http://schemas.microsoft.com/office/drawing/2014/main" id="{7D9134BE-59C6-EDE9-2FD7-E6B6AD9F5279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90AD90F4-9D89-2BDA-69DD-C63316FF0FD2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1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>
        <p14:pan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1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1981A-8A6F-ACD6-FB31-DB5ECCE0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5A38365D-4E0F-669B-716F-A04E6D7EA2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F7940E97-CA84-FB5C-225F-55CF4D9433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标题2">
            <a:extLst>
              <a:ext uri="{FF2B5EF4-FFF2-40B4-BE49-F238E27FC236}">
                <a16:creationId xmlns:a16="http://schemas.microsoft.com/office/drawing/2014/main" id="{E7678E44-80C7-30A2-6B6E-B4FB1BF52E28}"/>
              </a:ext>
            </a:extLst>
          </p:cNvPr>
          <p:cNvSpPr txBox="1"/>
          <p:nvPr/>
        </p:nvSpPr>
        <p:spPr>
          <a:xfrm>
            <a:off x="3943350" y="140123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已找到卫星</a:t>
            </a:r>
          </a:p>
        </p:txBody>
      </p:sp>
      <p:sp>
        <p:nvSpPr>
          <p:cNvPr id="4" name="!! 副标题2">
            <a:extLst>
              <a:ext uri="{FF2B5EF4-FFF2-40B4-BE49-F238E27FC236}">
                <a16:creationId xmlns:a16="http://schemas.microsoft.com/office/drawing/2014/main" id="{A994237B-619C-7517-7FBD-5E157242D85F}"/>
              </a:ext>
            </a:extLst>
          </p:cNvPr>
          <p:cNvSpPr txBox="1"/>
          <p:nvPr/>
        </p:nvSpPr>
        <p:spPr>
          <a:xfrm>
            <a:off x="3943350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ea typeface="OPPOSans M"/>
                <a:cs typeface="+mn-cs"/>
              </a:rPr>
              <a:t>正在确认卫星信息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0ED5B845-C522-97F1-FFB1-381D9360E5F5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47C0AFCE-50BE-62BD-E09E-CEEA18AF349D}"/>
              </a:ext>
            </a:extLst>
          </p:cNvPr>
          <p:cNvSpPr/>
          <p:nvPr/>
        </p:nvSpPr>
        <p:spPr>
          <a:xfrm>
            <a:off x="4783667" y="3029995"/>
            <a:ext cx="2624666" cy="2624666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B7BA44E5-5CE3-2CB5-C968-AA926368F9C2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" name="!! 卫星">
            <a:extLst>
              <a:ext uri="{FF2B5EF4-FFF2-40B4-BE49-F238E27FC236}">
                <a16:creationId xmlns:a16="http://schemas.microsoft.com/office/drawing/2014/main" id="{F1DFE027-D966-33F7-8FB6-577F4BC1376B}"/>
              </a:ext>
            </a:extLst>
          </p:cNvPr>
          <p:cNvGrpSpPr/>
          <p:nvPr/>
        </p:nvGrpSpPr>
        <p:grpSpPr>
          <a:xfrm>
            <a:off x="7023524" y="3918816"/>
            <a:ext cx="700616" cy="264388"/>
            <a:chOff x="5151235" y="2985879"/>
            <a:chExt cx="835229" cy="315185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D092A33-F7BA-92C7-5853-E91A76E98BD8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39A8700-9678-28E2-660E-29277DCE12BA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1998ACF-2940-FB6F-B45B-948AFDD5A03D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13" name="!! 方位">
            <a:extLst>
              <a:ext uri="{FF2B5EF4-FFF2-40B4-BE49-F238E27FC236}">
                <a16:creationId xmlns:a16="http://schemas.microsoft.com/office/drawing/2014/main" id="{EAA6502E-DDB8-CA63-6FA2-9DD06FDE60CD}"/>
              </a:ext>
            </a:extLst>
          </p:cNvPr>
          <p:cNvSpPr/>
          <p:nvPr/>
        </p:nvSpPr>
        <p:spPr>
          <a:xfrm>
            <a:off x="4783667" y="3034735"/>
            <a:ext cx="2624666" cy="2624666"/>
          </a:xfrm>
          <a:prstGeom prst="pie">
            <a:avLst>
              <a:gd name="adj1" fmla="val 14999593"/>
              <a:gd name="adj2" fmla="val 1743942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1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000">
        <p14:pan/>
      </p:transition>
    </mc:Choice>
    <mc:Fallback xmlns="">
      <p:transition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3234-B714-9243-FBF8-32F2C419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8FF1974-A518-66D8-626E-657F618D1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D7E9DE94-97E4-35F4-2917-FDEF9BF89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8FB8456D-F0BC-CAE0-113D-3C747FE051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64B5901-6D64-AD63-E493-9183B1C98F0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70000">
                <a:schemeClr val="bg1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5151560D-064C-9B4A-0D69-762264C082D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">
            <a:extLst>
              <a:ext uri="{FF2B5EF4-FFF2-40B4-BE49-F238E27FC236}">
                <a16:creationId xmlns:a16="http://schemas.microsoft.com/office/drawing/2014/main" id="{67763700-6501-C959-94C7-1765AB656BD3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正在自动设置天线</a:t>
            </a:r>
          </a:p>
        </p:txBody>
      </p:sp>
      <p:sp>
        <p:nvSpPr>
          <p:cNvPr id="12" name="!! 副标题">
            <a:extLst>
              <a:ext uri="{FF2B5EF4-FFF2-40B4-BE49-F238E27FC236}">
                <a16:creationId xmlns:a16="http://schemas.microsoft.com/office/drawing/2014/main" id="{40159A83-EE2F-02A8-6E30-5EB61FA6DEC8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ea typeface="OPPOSans M"/>
                <a:cs typeface="+mn-cs"/>
              </a:rPr>
              <a:t>请不要移动设备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10110A87-AFCC-017C-38F3-DCF168CDA1BD}"/>
              </a:ext>
            </a:extLst>
          </p:cNvPr>
          <p:cNvGrpSpPr/>
          <p:nvPr/>
        </p:nvGrpSpPr>
        <p:grpSpPr>
          <a:xfrm>
            <a:off x="9415713" y="2798302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8C27B79-5184-D853-261B-286AB2B3719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27A0AC-8EE4-B9E3-5A51-FC0647ACBAB0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A585245-E9A9-6976-A3A0-27FD638AC958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3" name="!! 中心点">
            <a:extLst>
              <a:ext uri="{FF2B5EF4-FFF2-40B4-BE49-F238E27FC236}">
                <a16:creationId xmlns:a16="http://schemas.microsoft.com/office/drawing/2014/main" id="{DB8DE98E-4AB5-EAFF-74DE-DE453C72BE14}"/>
              </a:ext>
            </a:extLst>
          </p:cNvPr>
          <p:cNvSpPr/>
          <p:nvPr/>
        </p:nvSpPr>
        <p:spPr>
          <a:xfrm>
            <a:off x="5676900" y="7664609"/>
            <a:ext cx="838200" cy="838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48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6000">
        <p159:morph option="byObject"/>
      </p:transition>
    </mc:Choice>
    <mc:Fallback xmlns="">
      <p:transition spd="med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7" presetClass="path" presetSubtype="0" accel="20000" decel="3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4 -0.00093 C -0.06967 -0.08496 -0.10287 -0.11366 -0.14831 -0.14028 C -0.20925 -0.17107 -0.22696 -0.18195 -0.31589 -0.18843 " pathEditMode="relative" rAng="0" ptsTypes="AAA">
                                      <p:cBhvr>
                                        <p:cTn id="1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-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7108-A9AA-10B9-CB51-7F27EE3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AFF66454-FBFA-EEEE-90BE-D272B6454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354F2BF-E0F0-947A-E6DA-D4EE27404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3A3D630D-DFE3-D9A1-740B-7C4F268A232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DE6B2E7-633F-400F-FFF4-859194B7BA2D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3">
            <a:extLst>
              <a:ext uri="{FF2B5EF4-FFF2-40B4-BE49-F238E27FC236}">
                <a16:creationId xmlns:a16="http://schemas.microsoft.com/office/drawing/2014/main" id="{4A5E85A6-3DAC-7214-BE7B-2BCEA4B2983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3">
            <a:extLst>
              <a:ext uri="{FF2B5EF4-FFF2-40B4-BE49-F238E27FC236}">
                <a16:creationId xmlns:a16="http://schemas.microsoft.com/office/drawing/2014/main" id="{9C712D87-E876-582E-D73D-2C4E815C5A2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…90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73799616-534E-37B6-E4C0-70F435E973A3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01C684-DBDB-651D-E937-70A2805AC6D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8A1F020-7AB3-4E88-31E8-03E65EA374C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3EB3B73-8640-AC6B-B357-D87C9BFDB8C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sp>
        <p:nvSpPr>
          <p:cNvPr id="9" name="!! 方位">
            <a:extLst>
              <a:ext uri="{FF2B5EF4-FFF2-40B4-BE49-F238E27FC236}">
                <a16:creationId xmlns:a16="http://schemas.microsoft.com/office/drawing/2014/main" id="{4D25404C-017E-87DA-0EF1-25E9CFFBF338}"/>
              </a:ext>
            </a:extLst>
          </p:cNvPr>
          <p:cNvSpPr/>
          <p:nvPr/>
        </p:nvSpPr>
        <p:spPr>
          <a:xfrm>
            <a:off x="-279401" y="1705846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33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800">
        <p159:morph option="byObject"/>
      </p:transition>
    </mc:Choice>
    <mc:Fallback xmlns="">
      <p:transition advClick="0" advTm="80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56EE-459F-C7A5-BC87-86022EBC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5D59DE5-B85C-C561-B0D6-22B47B7F9B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B7342218-7FC5-1B1D-00B9-5B9890BB0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D75DC01C-3CEF-329D-1648-26D91B7A858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E45D5272-29A6-09C4-FBA2-9B56803C795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A466F0-DC3C-D269-98DE-CA3C7AAF8C9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20E0FB1E-35A4-3FB2-826B-B3E3948D6519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6C5B188C-0A8D-00F4-A824-4EFD74B72505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A8AA21D-7C1A-E94C-68ED-81DCF6B5C386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1CF5F4F-7451-307A-875A-56493ECF9414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68ADF0A-78BD-9222-546F-4399F5EC44E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3F6289C-EE65-8381-2572-97D4571E9E9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91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8B36-3CBE-E787-F1B9-8E8A0B74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1E2003D8-61C8-602B-D0F6-AAD7AE1F1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569E0EC9-ED76-CE42-B664-487F93F59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75707367-C48A-8906-50E6-5FC54D98666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8699E5EA-E574-7838-1BAF-1AEA9AD29D7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663FE2C7-A078-BAE6-F883-9857E2EAA0D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F8798411-A7DC-3012-07D9-68AC8FD62D3C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88D9DE45-B61C-D9FC-5F57-A93CC925AF5E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68ABFEA-FE74-AFBA-553C-8E95B6A9D4F1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132A1D6-26ED-4F74-45BC-B648DBF1A71C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1A32F63-D682-E197-7088-4D45CEC9CFD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3E69DA8-2AAD-EA81-4E33-5EA17A383B1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15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23D8-165E-A005-BCF1-8690F470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F8268272-9C6B-2608-D1E1-F0BE97C2E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74338D5B-C11D-40CF-339C-744888A9D4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1264049B-5BCF-7359-2579-2CC097A39225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95319A06-6FE4-E591-CCA3-49FAA3770483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F682EB35-14CA-4FE3-FBAA-9F98CB87E731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CABFFFEB-F006-2827-6A00-FFA28D275241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54ADF226-55AC-6613-1854-DAAE795BC18F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7767209-2EDC-DB23-026F-E210994730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508D7D2-BF96-9F68-2F5D-CEAC4A7944D9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37C530A-9B58-696B-1813-B2821ECDF7B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2C04ADC-E88D-A290-89FC-0EED403984E1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765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E1C7-B008-7F9B-7352-B18F8B6C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631B3D0-9A5C-4683-A666-64FD863679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E5DA3D6D-972D-3F24-224C-8468D073F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50F09E70-6C6E-74E2-2BD8-88C8D1290188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59552084-5881-0BF7-7AA3-9DDD6ECCAC24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684A0F-45BC-DB2F-FDA5-C6D1EB679B80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177820AF-7DC8-DE5E-4F2E-F72AE9F73AF0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703EE60D-AC0B-BCE1-642C-48671C6B9ECA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正在连接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…86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853F15F-7CC5-B60E-DEFC-E5D686129FBF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3DCEAFA-5131-1EE4-5DE3-49F7AA5129E0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6496864-0BD4-9E8E-D4EA-E7A691AFE923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1C04847-22E9-3239-080C-13E9C70BEE90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65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800"/>
    </mc:Choice>
    <mc:Fallback xmlns="">
      <p:transition advClick="0" advTm="8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CEAF-0B15-DA17-A2CF-FCC9D2A6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7569AD3A-204F-FDB2-2728-1B0DCC7E8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C7DC2B8-C7CB-8C40-AD22-0CECD9B2D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A1111911-BF71-097D-07EA-69C662D8DA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D4BA8C24-019F-219D-5D8E-A8B3386ABF2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sp>
        <p:nvSpPr>
          <p:cNvPr id="11" name="!! 标题4">
            <a:extLst>
              <a:ext uri="{FF2B5EF4-FFF2-40B4-BE49-F238E27FC236}">
                <a16:creationId xmlns:a16="http://schemas.microsoft.com/office/drawing/2014/main" id="{70A78C74-80F5-8061-BFB4-397A536CFD98}"/>
              </a:ext>
            </a:extLst>
          </p:cNvPr>
          <p:cNvSpPr txBox="1"/>
          <p:nvPr/>
        </p:nvSpPr>
        <p:spPr>
          <a:xfrm>
            <a:off x="3943350" y="4381501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卫星已连接</a:t>
            </a:r>
          </a:p>
        </p:txBody>
      </p:sp>
      <p:sp>
        <p:nvSpPr>
          <p:cNvPr id="12" name="!! 副标题4">
            <a:extLst>
              <a:ext uri="{FF2B5EF4-FFF2-40B4-BE49-F238E27FC236}">
                <a16:creationId xmlns:a16="http://schemas.microsoft.com/office/drawing/2014/main" id="{0D6BA688-1886-D1B0-6083-52D3A174E4C6}"/>
              </a:ext>
            </a:extLst>
          </p:cNvPr>
          <p:cNvSpPr txBox="1"/>
          <p:nvPr/>
        </p:nvSpPr>
        <p:spPr>
          <a:xfrm>
            <a:off x="3943350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正在准备通讯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D0941F15-ABDC-894F-BD2E-17683542469B}"/>
              </a:ext>
            </a:extLst>
          </p:cNvPr>
          <p:cNvGrpSpPr/>
          <p:nvPr/>
        </p:nvGrpSpPr>
        <p:grpSpPr>
          <a:xfrm>
            <a:off x="5564649" y="1505334"/>
            <a:ext cx="1062702" cy="401026"/>
            <a:chOff x="5151235" y="2985879"/>
            <a:chExt cx="835229" cy="315185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4E9FC30-9772-3A2C-216C-84B1B0AA115A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F3517DA-1AC6-CFE6-90BD-FE8FB591E5C8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B76F9E1-2C6B-3A69-8351-30EC86E18E23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42A2D78-3219-D849-0C37-90D40EB10361}"/>
              </a:ext>
            </a:extLst>
          </p:cNvPr>
          <p:cNvGrpSpPr/>
          <p:nvPr/>
        </p:nvGrpSpPr>
        <p:grpSpPr>
          <a:xfrm>
            <a:off x="3875137" y="6958329"/>
            <a:ext cx="2042373" cy="704838"/>
            <a:chOff x="1927647" y="3732963"/>
            <a:chExt cx="2042373" cy="704838"/>
          </a:xfrm>
        </p:grpSpPr>
        <p:sp>
          <p:nvSpPr>
            <p:cNvPr id="29" name="!! 颜色遮罩">
              <a:extLst>
                <a:ext uri="{FF2B5EF4-FFF2-40B4-BE49-F238E27FC236}">
                  <a16:creationId xmlns:a16="http://schemas.microsoft.com/office/drawing/2014/main" id="{AFD893DE-E541-6E56-97AF-8D1D71322014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30" name="!! Leaf">
              <a:extLst>
                <a:ext uri="{FF2B5EF4-FFF2-40B4-BE49-F238E27FC236}">
                  <a16:creationId xmlns:a16="http://schemas.microsoft.com/office/drawing/2014/main" id="{186BDBB6-20A7-C447-5524-1E7EC164073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37" name="!! 背景">
                <a:extLst>
                  <a:ext uri="{FF2B5EF4-FFF2-40B4-BE49-F238E27FC236}">
                    <a16:creationId xmlns:a16="http://schemas.microsoft.com/office/drawing/2014/main" id="{CC464311-F7B7-C898-20A5-EE1088DF7E67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8" name="!! leaf" descr="树叶 纯色填充">
                <a:extLst>
                  <a:ext uri="{FF2B5EF4-FFF2-40B4-BE49-F238E27FC236}">
                    <a16:creationId xmlns:a16="http://schemas.microsoft.com/office/drawing/2014/main" id="{F4CE4C77-7FD5-EE10-B117-665B2A8DE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31" name="电话">
              <a:extLst>
                <a:ext uri="{FF2B5EF4-FFF2-40B4-BE49-F238E27FC236}">
                  <a16:creationId xmlns:a16="http://schemas.microsoft.com/office/drawing/2014/main" id="{7AE65213-3675-D2CA-B14B-8E9F2511F0F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3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77775A6-5481-B6AF-C627-32FD24D93A4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6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4172552C-7F18-719A-2F55-E72C559B6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32" name="电话">
              <a:extLst>
                <a:ext uri="{FF2B5EF4-FFF2-40B4-BE49-F238E27FC236}">
                  <a16:creationId xmlns:a16="http://schemas.microsoft.com/office/drawing/2014/main" id="{E5417028-13EF-8D2C-6343-5C607D060551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33" name="背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FE4DE0B-2523-BE1A-88D6-E7BD7913316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4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D361FBE-583C-C6A7-2FE3-24BD0752F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C05E3D-CDB8-16C4-5343-3CA7C5E02FE6}"/>
              </a:ext>
            </a:extLst>
          </p:cNvPr>
          <p:cNvGrpSpPr/>
          <p:nvPr/>
        </p:nvGrpSpPr>
        <p:grpSpPr>
          <a:xfrm>
            <a:off x="6016923" y="7103931"/>
            <a:ext cx="2452159" cy="704838"/>
            <a:chOff x="4869919" y="5962663"/>
            <a:chExt cx="2452159" cy="704838"/>
          </a:xfrm>
        </p:grpSpPr>
        <p:sp>
          <p:nvSpPr>
            <p:cNvPr id="47" name="!! 颜色遮罩">
              <a:extLst>
                <a:ext uri="{FF2B5EF4-FFF2-40B4-BE49-F238E27FC236}">
                  <a16:creationId xmlns:a16="http://schemas.microsoft.com/office/drawing/2014/main" id="{837FCFF9-3E3D-5EA6-B287-CDFC1F55BC4F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F093E63E-0D09-1B17-F749-B40F2A515CE3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49" name="!! 通知">
              <a:extLst>
                <a:ext uri="{FF2B5EF4-FFF2-40B4-BE49-F238E27FC236}">
                  <a16:creationId xmlns:a16="http://schemas.microsoft.com/office/drawing/2014/main" id="{F397F6CF-6FFD-66FA-9314-7A3050978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50" name="!! 电池">
              <a:extLst>
                <a:ext uri="{FF2B5EF4-FFF2-40B4-BE49-F238E27FC236}">
                  <a16:creationId xmlns:a16="http://schemas.microsoft.com/office/drawing/2014/main" id="{0CFFF7F6-AB14-4DD2-971F-94D9AD05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51" name="!! 时间">
              <a:extLst>
                <a:ext uri="{FF2B5EF4-FFF2-40B4-BE49-F238E27FC236}">
                  <a16:creationId xmlns:a16="http://schemas.microsoft.com/office/drawing/2014/main" id="{FAEACCA0-145A-F5E0-2D63-5AA820AD55B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2" name="!! AC">
              <a:extLst>
                <a:ext uri="{FF2B5EF4-FFF2-40B4-BE49-F238E27FC236}">
                  <a16:creationId xmlns:a16="http://schemas.microsoft.com/office/drawing/2014/main" id="{4D9B86DE-48BE-EE97-FC66-8A0857CAF18B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3" name="!! 声音">
              <a:extLst>
                <a:ext uri="{FF2B5EF4-FFF2-40B4-BE49-F238E27FC236}">
                  <a16:creationId xmlns:a16="http://schemas.microsoft.com/office/drawing/2014/main" id="{315E4733-0534-52DD-D159-DE2C5A5F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54" name="!! 卫星2">
              <a:extLst>
                <a:ext uri="{FF2B5EF4-FFF2-40B4-BE49-F238E27FC236}">
                  <a16:creationId xmlns:a16="http://schemas.microsoft.com/office/drawing/2014/main" id="{C17440DE-D82F-C2A0-512D-BD0C25212CDD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178D64C-35D8-4DBC-AAD1-1A17801E663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93827E1-F937-9339-741F-9227A80FB87E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BF5B7A4D-7232-58F1-0BD5-B27AEE8236A5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58" name="椭圆 57">
            <a:extLst>
              <a:ext uri="{FF2B5EF4-FFF2-40B4-BE49-F238E27FC236}">
                <a16:creationId xmlns:a16="http://schemas.microsoft.com/office/drawing/2014/main" id="{9F9A032F-4C72-2B8F-F241-681D818200F4}"/>
              </a:ext>
            </a:extLst>
          </p:cNvPr>
          <p:cNvSpPr/>
          <p:nvPr/>
        </p:nvSpPr>
        <p:spPr>
          <a:xfrm>
            <a:off x="5441747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C09B2C5-5EDE-7199-7645-D05D30A43565}"/>
              </a:ext>
            </a:extLst>
          </p:cNvPr>
          <p:cNvSpPr/>
          <p:nvPr/>
        </p:nvSpPr>
        <p:spPr>
          <a:xfrm>
            <a:off x="582006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D9404CC-DAB0-6516-F9AC-716539D33678}"/>
              </a:ext>
            </a:extLst>
          </p:cNvPr>
          <p:cNvSpPr/>
          <p:nvPr/>
        </p:nvSpPr>
        <p:spPr>
          <a:xfrm>
            <a:off x="6198379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0E29974-AB2B-D5C2-3681-8EACC0C5209C}"/>
              </a:ext>
            </a:extLst>
          </p:cNvPr>
          <p:cNvSpPr/>
          <p:nvPr/>
        </p:nvSpPr>
        <p:spPr>
          <a:xfrm>
            <a:off x="657503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3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C5F3-2C78-0CFA-80EB-760B137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35E952B1-98C0-1EB9-9181-71A57C9DE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48C32926-12EC-BB81-0DFE-1C7CB2144B7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834E512-03AD-4763-73DD-6C8C7BE2BB79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95FCFD41-EA41-3201-D9FB-36CC14D9C2A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A4F8BAB-2196-2AF2-E9CA-14ADAE95327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A8AD99B-4F13-D5D2-CA3E-C986EA03C943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21E49A99-4799-FC09-404D-A106DFD5A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009779BA-EC04-AB2D-5B38-14B21554CE57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64BA84A-0912-346C-4A4E-4C8DCF405D4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D44D2DE-23B3-B2C7-0CE1-F4343947D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6CE8D13D-564E-9B04-B9F9-CB4DB6C8452D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5F8799F9-F8B1-98E9-272A-F2969BD9254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A15CE600-8D39-B138-D2AD-71227A349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3B058FF-DDC3-5C66-6045-B2A089827B6D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42562B1D-1C21-DCCD-074F-1EBC09F31DF4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6EE5E55A-F760-4DCB-BA7A-BF38C22D2F68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079F1F49-4865-AE7D-D906-86E5B6E52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05481758-46D6-2563-E5AD-DF9B5B52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9CFF919-D048-C233-E4F7-258EECD058C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E90DD14F-3232-B33D-C85D-2F79151A862F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0397A4E2-B31C-4D09-A866-CA7E85E9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B196135E-DFAD-5607-BD7E-6A67E39B65A6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EA11DEA-F209-0157-65E3-0AB98DBFFE7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34A05064-5150-3609-3F5F-5AC19400F347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A5AFFBF-50BC-C736-DF91-AA2FBE2C1A56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7C4740-8F77-7366-9020-F6E983E0EBE5}"/>
              </a:ext>
            </a:extLst>
          </p:cNvPr>
          <p:cNvSpPr/>
          <p:nvPr/>
        </p:nvSpPr>
        <p:spPr>
          <a:xfrm>
            <a:off x="3953329" y="6120700"/>
            <a:ext cx="1594786" cy="4398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7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F39B-585D-A4C2-D7DF-A66B854B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49B697A1-544D-7903-782F-18ABB6977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20062AA1-F1A8-4955-000B-09345C09EB83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D88544-31F5-3B1C-EB17-12266810617D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A276589A-CD77-989F-FADC-10221ADFD9EB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B798F7E-11FD-B346-FAE9-59A27C398B5D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89C0E793-B5D5-02F2-CCEC-798DAD2A638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D0D65ECC-973F-D4BC-19A2-85B44A37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193C9B1B-1930-7630-1078-33B25D8FAD61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extLst>
                  <a:ext uri="{FF2B5EF4-FFF2-40B4-BE49-F238E27FC236}">
                    <a16:creationId xmlns:a16="http://schemas.microsoft.com/office/drawing/2014/main" id="{5AFC816F-0E95-E672-F2DB-EB7726EE103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extLst>
                  <a:ext uri="{FF2B5EF4-FFF2-40B4-BE49-F238E27FC236}">
                    <a16:creationId xmlns:a16="http://schemas.microsoft.com/office/drawing/2014/main" id="{44F3A8C3-8DDF-939F-DA48-917B79AD0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B091E4B4-390E-14A7-3333-749E67D586B9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CAA6CFD8-352B-5B90-3893-7469EF34CD4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F152A45F-4B39-E77C-7327-EE0D5A1DB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A2AB666-C74E-5265-894F-3E7FB406D945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EB064C19-A3C8-6680-C428-DD4D696254C5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DCE86236-FD2E-2B05-F1D1-9E08F749104A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12B64357-430B-FDF0-5A78-84821867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3DEB0977-9202-7A8D-FD48-7423A5A10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CFCEA1AF-B7AA-064E-A265-5A186494CB5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9ECB611C-7A06-AEBE-9E80-D91621D462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BE449B1B-D69A-76B7-9103-A05660F2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47ABDDA4-0C6B-BF2B-21F9-1C48D9102647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B103ABA-6CCE-EB3A-815E-A0F3D0B276E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BD77217B-C704-499B-BB5C-9123644516CB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52E188C-BD3A-2463-28F7-825E8611996E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261425-6F9B-0A3E-0305-59BB0169E4C1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003212-B6E7-32C2-55E3-579FE3E7035A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卫星拨号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979E-02FE-0344-1621-10F5E6F76BF9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240616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8372-078D-9778-3F44-5CB26CD0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CDBD796-C70B-6665-3D9F-2C4A6E24C6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AE6DA753-177C-1A5E-F96C-4323659F501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D12C22-DF5D-3C9F-708E-62760C19D0B1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435D258C-8C15-9D80-5E3A-5A0A0DDFD56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46686806-3B10-307E-7B6D-BF53F9D2B46B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FEF5AC2-25BE-CF1F-78EE-F26CB12B4BEF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9FAB6FA5-E23E-45B6-7A40-101BA96FC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EE2DEB28-CCCE-3FA8-F85C-EC9647DC8AB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4A619F5-2468-A491-4F38-F654438C5C6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6" name="前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EB4B38A-FB68-BC96-7393-79111778C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7D87FF08-4A12-A83A-3B53-77E9469B7458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extLst>
                  <a:ext uri="{FF2B5EF4-FFF2-40B4-BE49-F238E27FC236}">
                    <a16:creationId xmlns:a16="http://schemas.microsoft.com/office/drawing/2014/main" id="{DEF4FC5F-EA79-01CA-149A-A0009650B1C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59" name="前景">
                <a:extLst>
                  <a:ext uri="{FF2B5EF4-FFF2-40B4-BE49-F238E27FC236}">
                    <a16:creationId xmlns:a16="http://schemas.microsoft.com/office/drawing/2014/main" id="{AC4BACA1-0E1F-1905-75A9-47863F8B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2B4395-3588-E04A-E0A7-B9426D393AC7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D033397B-49E2-9E6A-C683-20CD26E389C1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485F0C53-9172-8045-8709-7A96D2C7FDFB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8ACA7A9A-3554-B059-9D4A-05BAD161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91D121C8-9C78-9738-EAF5-F1DB9126B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39D7831-F2BF-B454-617E-3331A7604275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C346590A-31EB-555F-ED9E-B01AED6454A9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9777E3DC-BE6D-5417-65DF-529F86921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1F2540A6-F816-4F23-5C41-C02C154388AC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E8727FF1-2DB5-DF1F-7B50-8A462F3E2B5E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9659A242-57CE-6493-12DE-00752C29E9B9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886BEE2E-76A1-9278-D7A8-845091EBC9D8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DEC55997-8D5A-AFFB-C573-9BEFEF98FFC8}"/>
              </a:ext>
            </a:extLst>
          </p:cNvPr>
          <p:cNvSpPr/>
          <p:nvPr/>
        </p:nvSpPr>
        <p:spPr>
          <a:xfrm>
            <a:off x="3722918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A62FB-398A-50C1-5F66-30A663BF4706}"/>
              </a:ext>
            </a:extLst>
          </p:cNvPr>
          <p:cNvSpPr txBox="1"/>
          <p:nvPr/>
        </p:nvSpPr>
        <p:spPr>
          <a:xfrm>
            <a:off x="5347135" y="972562"/>
            <a:ext cx="1505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短信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1C5644-296D-2A7A-05D4-BDADF7903A35}"/>
              </a:ext>
            </a:extLst>
          </p:cNvPr>
          <p:cNvSpPr txBox="1"/>
          <p:nvPr/>
        </p:nvSpPr>
        <p:spPr>
          <a:xfrm>
            <a:off x="5169635" y="2943137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4320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24449-20EA-CF0B-B06B-3C2DC22F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B01ED612-C912-5B29-63EE-7C8AF51449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07A1E426-49F0-C380-73C9-6F8C8A74B63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D9E9B4-0DC3-1A2F-EA81-6EAF0AEEC897}"/>
              </a:ext>
            </a:extLst>
          </p:cNvPr>
          <p:cNvGrpSpPr/>
          <p:nvPr/>
        </p:nvGrpSpPr>
        <p:grpSpPr>
          <a:xfrm>
            <a:off x="3722919" y="5990589"/>
            <a:ext cx="2042373" cy="704838"/>
            <a:chOff x="1927647" y="3732963"/>
            <a:chExt cx="2042373" cy="704838"/>
          </a:xfrm>
        </p:grpSpPr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DE1BBB8C-B5CD-4887-2BC9-1F49B493C5D2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16" name="!! Leaf">
              <a:extLst>
                <a:ext uri="{FF2B5EF4-FFF2-40B4-BE49-F238E27FC236}">
                  <a16:creationId xmlns:a16="http://schemas.microsoft.com/office/drawing/2014/main" id="{A91D50FA-9D68-A188-9438-430FC37CC6B1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23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BA6FC1B-4BDB-0DF4-618C-4AFCCDAE48A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4" name="!! leaf" descr="树叶 纯色填充">
                <a:extLst>
                  <a:ext uri="{FF2B5EF4-FFF2-40B4-BE49-F238E27FC236}">
                    <a16:creationId xmlns:a16="http://schemas.microsoft.com/office/drawing/2014/main" id="{3F3B5A8F-F30A-14ED-A14A-784DDA8F4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17" name="电话">
              <a:extLst>
                <a:ext uri="{FF2B5EF4-FFF2-40B4-BE49-F238E27FC236}">
                  <a16:creationId xmlns:a16="http://schemas.microsoft.com/office/drawing/2014/main" id="{71C9BC34-F5DB-CAFF-9D9E-E28B9EEE55C9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21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485F284-57B1-5DB4-0064-F8E07FDE7D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2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C019A5B-FF95-7097-F21A-DD75BE704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18" name="电话">
              <a:extLst>
                <a:ext uri="{FF2B5EF4-FFF2-40B4-BE49-F238E27FC236}">
                  <a16:creationId xmlns:a16="http://schemas.microsoft.com/office/drawing/2014/main" id="{A1F30BF7-F1E7-4A9B-3377-403BD83AD2B6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19" name="背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CE16DD50-A0E5-E616-5519-39466865998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1BFA8556-0AFE-9EEC-47A0-39BCE8E10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E0D5F9E-DC49-132D-EE51-37F964A0C478}"/>
              </a:ext>
            </a:extLst>
          </p:cNvPr>
          <p:cNvGrpSpPr/>
          <p:nvPr/>
        </p:nvGrpSpPr>
        <p:grpSpPr>
          <a:xfrm>
            <a:off x="6016923" y="5991411"/>
            <a:ext cx="2452159" cy="704838"/>
            <a:chOff x="4869919" y="5962663"/>
            <a:chExt cx="2452159" cy="704838"/>
          </a:xfrm>
        </p:grpSpPr>
        <p:sp>
          <p:nvSpPr>
            <p:cNvPr id="26" name="!! 颜色遮罩">
              <a:extLst>
                <a:ext uri="{FF2B5EF4-FFF2-40B4-BE49-F238E27FC236}">
                  <a16:creationId xmlns:a16="http://schemas.microsoft.com/office/drawing/2014/main" id="{35C80FFF-9354-AE57-6784-10824F90CA77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7" name="!! 运营商">
              <a:extLst>
                <a:ext uri="{FF2B5EF4-FFF2-40B4-BE49-F238E27FC236}">
                  <a16:creationId xmlns:a16="http://schemas.microsoft.com/office/drawing/2014/main" id="{403C004D-2D42-BFF6-1512-CABBE9131F34}"/>
                </a:ext>
              </a:extLst>
            </p:cNvPr>
            <p:cNvSpPr txBox="1"/>
            <p:nvPr/>
          </p:nvSpPr>
          <p:spPr>
            <a:xfrm>
              <a:off x="5230811" y="6095493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卫星网络</a:t>
              </a:r>
            </a:p>
          </p:txBody>
        </p:sp>
        <p:pic>
          <p:nvPicPr>
            <p:cNvPr id="28" name="!! 通知">
              <a:extLst>
                <a:ext uri="{FF2B5EF4-FFF2-40B4-BE49-F238E27FC236}">
                  <a16:creationId xmlns:a16="http://schemas.microsoft.com/office/drawing/2014/main" id="{FAF1C44B-916E-5C7A-4437-31BBCAC1F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DEA8BD58-EC97-0F43-0C45-32336AE4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728ACA53-6D54-3B83-B179-2EDEDE78314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689DDD3D-D0D5-575D-121F-D0CB6F98FB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7C2E4EC8-C11C-E708-11C0-014BF902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33" name="!! 卫星2">
              <a:extLst>
                <a:ext uri="{FF2B5EF4-FFF2-40B4-BE49-F238E27FC236}">
                  <a16:creationId xmlns:a16="http://schemas.microsoft.com/office/drawing/2014/main" id="{00282243-5792-70FB-814B-AD1AAE2B9CF3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F56AAA62-1855-C3B2-4BB8-9A01D767D783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EFCF06A0-FD04-2064-CF9B-D027AA561E0F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5E7CE78C-3AD6-EA29-49F7-6CCF841B8A74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37" name="!! 遮罩">
            <a:extLst>
              <a:ext uri="{FF2B5EF4-FFF2-40B4-BE49-F238E27FC236}">
                <a16:creationId xmlns:a16="http://schemas.microsoft.com/office/drawing/2014/main" id="{D2442495-A9F8-91ED-BB79-C89974361A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678360-8FDD-A769-5DB4-B4DBBD101BE1}"/>
              </a:ext>
            </a:extLst>
          </p:cNvPr>
          <p:cNvGrpSpPr/>
          <p:nvPr/>
        </p:nvGrpSpPr>
        <p:grpSpPr>
          <a:xfrm>
            <a:off x="3813542" y="2595766"/>
            <a:ext cx="4564916" cy="1666468"/>
            <a:chOff x="3813542" y="2595766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13E1D3C-C307-FFCF-6833-A1065D199852}"/>
                </a:ext>
              </a:extLst>
            </p:cNvPr>
            <p:cNvSpPr/>
            <p:nvPr/>
          </p:nvSpPr>
          <p:spPr>
            <a:xfrm>
              <a:off x="3813542" y="2595766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>
                <a:lumMod val="25000"/>
              </a:schemeClr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1462ADA-84F0-DDAD-C8DC-251D3DD0267D}"/>
                </a:ext>
              </a:extLst>
            </p:cNvPr>
            <p:cNvSpPr txBox="1"/>
            <p:nvPr/>
          </p:nvSpPr>
          <p:spPr>
            <a:xfrm>
              <a:off x="5012461" y="2852840"/>
              <a:ext cx="2505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退出卫星通话</a:t>
              </a: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80A1FB9F-4B82-FB9D-F431-A44EB1A12CFA}"/>
                </a:ext>
              </a:extLst>
            </p:cNvPr>
            <p:cNvSpPr txBox="1"/>
            <p:nvPr/>
          </p:nvSpPr>
          <p:spPr>
            <a:xfrm>
              <a:off x="5012461" y="3171498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断开卫星连接并返回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Leaf OS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矩形: 圆角 9">
              <a:hlinkClick r:id="rId19" action="ppaction://hlinksldjump"/>
              <a:extLst>
                <a:ext uri="{FF2B5EF4-FFF2-40B4-BE49-F238E27FC236}">
                  <a16:creationId xmlns:a16="http://schemas.microsoft.com/office/drawing/2014/main" id="{15B0F9F0-943C-D5E0-9B98-5D2F9EE14E9D}"/>
                </a:ext>
              </a:extLst>
            </p:cNvPr>
            <p:cNvSpPr/>
            <p:nvPr/>
          </p:nvSpPr>
          <p:spPr>
            <a:xfrm>
              <a:off x="7014769" y="3751231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退出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1" name="矩形: 圆角 10">
              <a:hlinkClick r:id="rId20" action="ppaction://hlinksldjump"/>
              <a:extLst>
                <a:ext uri="{FF2B5EF4-FFF2-40B4-BE49-F238E27FC236}">
                  <a16:creationId xmlns:a16="http://schemas.microsoft.com/office/drawing/2014/main" id="{DF83EDB9-60D2-BEB0-196C-BE7730A96282}"/>
                </a:ext>
              </a:extLst>
            </p:cNvPr>
            <p:cNvSpPr/>
            <p:nvPr/>
          </p:nvSpPr>
          <p:spPr>
            <a:xfrm>
              <a:off x="5752311" y="374800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>
                <a:lumMod val="25000"/>
              </a:schemeClr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  <p:pic>
          <p:nvPicPr>
            <p:cNvPr id="12" name="!! leaf" descr="树叶 纯色填充">
              <a:extLst>
                <a:ext uri="{FF2B5EF4-FFF2-40B4-BE49-F238E27FC236}">
                  <a16:creationId xmlns:a16="http://schemas.microsoft.com/office/drawing/2014/main" id="{1F485743-E6AF-5D27-90FB-8C1ADCE65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257674" y="2918636"/>
              <a:ext cx="602974" cy="602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81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5734-36DE-2D7A-1929-6BE36CB4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807B9124-4369-A04A-274F-7B0F456635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70C6FF08-9A22-4FA5-4BB2-F29038DAD64F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3" name="设置App">
            <a:extLst>
              <a:ext uri="{FF2B5EF4-FFF2-40B4-BE49-F238E27FC236}">
                <a16:creationId xmlns:a16="http://schemas.microsoft.com/office/drawing/2014/main" id="{F318D681-3B80-C193-3F89-15789B5D383C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1659673" y="933566"/>
            <a:chExt cx="658298" cy="967680"/>
          </a:xfrm>
        </p:grpSpPr>
        <p:grpSp>
          <p:nvGrpSpPr>
            <p:cNvPr id="24" name="!! icon">
              <a:extLst>
                <a:ext uri="{FF2B5EF4-FFF2-40B4-BE49-F238E27FC236}">
                  <a16:creationId xmlns:a16="http://schemas.microsoft.com/office/drawing/2014/main" id="{F252AE4A-8693-B4C1-A888-AFA257A58EC8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30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734D736-054A-45FD-F6D2-72CB8A54F506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1" name="!! 图标" descr="单级齿轮 轮廓">
                <a:extLst>
                  <a:ext uri="{FF2B5EF4-FFF2-40B4-BE49-F238E27FC236}">
                    <a16:creationId xmlns:a16="http://schemas.microsoft.com/office/drawing/2014/main" id="{5A6CF3D6-B820-E6A3-DFEE-B332EE8F5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29" name="name">
              <a:extLst>
                <a:ext uri="{FF2B5EF4-FFF2-40B4-BE49-F238E27FC236}">
                  <a16:creationId xmlns:a16="http://schemas.microsoft.com/office/drawing/2014/main" id="{DEC9C788-F0EC-ED8D-5428-B409D1F8E77C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sp>
        <p:nvSpPr>
          <p:cNvPr id="36" name="!! 背景">
            <a:hlinkClick r:id="rId7" action="ppaction://hlinksldjump"/>
            <a:extLst>
              <a:ext uri="{FF2B5EF4-FFF2-40B4-BE49-F238E27FC236}">
                <a16:creationId xmlns:a16="http://schemas.microsoft.com/office/drawing/2014/main" id="{D73A83DE-0E9D-E129-3699-125205F5DE28}"/>
              </a:ext>
            </a:extLst>
          </p:cNvPr>
          <p:cNvSpPr/>
          <p:nvPr/>
        </p:nvSpPr>
        <p:spPr>
          <a:xfrm>
            <a:off x="3189536" y="933566"/>
            <a:ext cx="658298" cy="658298"/>
          </a:xfrm>
          <a:prstGeom prst="roundRect">
            <a:avLst/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37" name="!! 图标">
            <a:extLst>
              <a:ext uri="{FF2B5EF4-FFF2-40B4-BE49-F238E27FC236}">
                <a16:creationId xmlns:a16="http://schemas.microsoft.com/office/drawing/2014/main" id="{B11A8BFE-0D42-806A-4879-25A3E59D2B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328520" y="1072550"/>
            <a:ext cx="380330" cy="380330"/>
          </a:xfrm>
          <a:prstGeom prst="rect">
            <a:avLst/>
          </a:prstGeom>
        </p:spPr>
      </p:pic>
      <p:sp>
        <p:nvSpPr>
          <p:cNvPr id="34" name="name">
            <a:extLst>
              <a:ext uri="{FF2B5EF4-FFF2-40B4-BE49-F238E27FC236}">
                <a16:creationId xmlns:a16="http://schemas.microsoft.com/office/drawing/2014/main" id="{364FCDBF-4B55-D26C-B21E-5D15F7A42E86}"/>
              </a:ext>
            </a:extLst>
          </p:cNvPr>
          <p:cNvSpPr txBox="1"/>
          <p:nvPr/>
        </p:nvSpPr>
        <p:spPr>
          <a:xfrm>
            <a:off x="3189536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相机</a:t>
            </a:r>
          </a:p>
        </p:txBody>
      </p:sp>
      <p:grpSp>
        <p:nvGrpSpPr>
          <p:cNvPr id="38" name="相册App">
            <a:extLst>
              <a:ext uri="{FF2B5EF4-FFF2-40B4-BE49-F238E27FC236}">
                <a16:creationId xmlns:a16="http://schemas.microsoft.com/office/drawing/2014/main" id="{452B35AE-ECFE-ED17-4B42-A5C31329F07A}"/>
              </a:ext>
            </a:extLst>
          </p:cNvPr>
          <p:cNvGrpSpPr/>
          <p:nvPr/>
        </p:nvGrpSpPr>
        <p:grpSpPr>
          <a:xfrm>
            <a:off x="4719399" y="933566"/>
            <a:ext cx="658298" cy="967680"/>
            <a:chOff x="4719399" y="933566"/>
            <a:chExt cx="658298" cy="967680"/>
          </a:xfrm>
        </p:grpSpPr>
        <p:grpSp>
          <p:nvGrpSpPr>
            <p:cNvPr id="39" name="!! icon">
              <a:extLst>
                <a:ext uri="{FF2B5EF4-FFF2-40B4-BE49-F238E27FC236}">
                  <a16:creationId xmlns:a16="http://schemas.microsoft.com/office/drawing/2014/main" id="{019242DB-9475-8B84-BDED-2838DFFFBAC9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41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7F2F9F8-990C-3C60-42F0-B1F7D70C6A1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42" name="!! 图标">
                <a:extLst>
                  <a:ext uri="{FF2B5EF4-FFF2-40B4-BE49-F238E27FC236}">
                    <a16:creationId xmlns:a16="http://schemas.microsoft.com/office/drawing/2014/main" id="{8750B1F5-E56D-9663-2376-37E6FCD316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0" name="name">
              <a:extLst>
                <a:ext uri="{FF2B5EF4-FFF2-40B4-BE49-F238E27FC236}">
                  <a16:creationId xmlns:a16="http://schemas.microsoft.com/office/drawing/2014/main" id="{2DDA61D6-4F89-02AA-D6D5-27AFD1FAA0B9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grpSp>
        <p:nvGrpSpPr>
          <p:cNvPr id="43" name="!! dock右">
            <a:extLst>
              <a:ext uri="{FF2B5EF4-FFF2-40B4-BE49-F238E27FC236}">
                <a16:creationId xmlns:a16="http://schemas.microsoft.com/office/drawing/2014/main" id="{505C3CD2-81AB-A9EA-F111-CF3282691C75}"/>
              </a:ext>
            </a:extLst>
          </p:cNvPr>
          <p:cNvGrpSpPr/>
          <p:nvPr/>
        </p:nvGrpSpPr>
        <p:grpSpPr>
          <a:xfrm>
            <a:off x="4869920" y="5974164"/>
            <a:ext cx="2452159" cy="704838"/>
            <a:chOff x="7408333" y="5780624"/>
            <a:chExt cx="2452159" cy="704838"/>
          </a:xfrm>
        </p:grpSpPr>
        <p:sp useBgFill="1">
          <p:nvSpPr>
            <p:cNvPr id="44" name="!! 模糊">
              <a:extLst>
                <a:ext uri="{FF2B5EF4-FFF2-40B4-BE49-F238E27FC236}">
                  <a16:creationId xmlns:a16="http://schemas.microsoft.com/office/drawing/2014/main" id="{53A478A6-544F-B282-F447-4D7756B679B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5" name="!! 颜色遮罩">
              <a:extLst>
                <a:ext uri="{FF2B5EF4-FFF2-40B4-BE49-F238E27FC236}">
                  <a16:creationId xmlns:a16="http://schemas.microsoft.com/office/drawing/2014/main" id="{C34AEADE-80D6-22A8-D919-FBCFE33390B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6" name="!! 信号">
              <a:extLst>
                <a:ext uri="{FF2B5EF4-FFF2-40B4-BE49-F238E27FC236}">
                  <a16:creationId xmlns:a16="http://schemas.microsoft.com/office/drawing/2014/main" id="{7B172AC9-557B-222E-ABE9-42C625469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7" name="!! 运营商">
              <a:extLst>
                <a:ext uri="{FF2B5EF4-FFF2-40B4-BE49-F238E27FC236}">
                  <a16:creationId xmlns:a16="http://schemas.microsoft.com/office/drawing/2014/main" id="{0E5DD862-9BD0-029F-AC59-16B1DD107070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8" name="!! 通知">
              <a:extLst>
                <a:ext uri="{FF2B5EF4-FFF2-40B4-BE49-F238E27FC236}">
                  <a16:creationId xmlns:a16="http://schemas.microsoft.com/office/drawing/2014/main" id="{BFC779CB-15B1-8CA2-12F8-26DCC78A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9" name="!! 电池">
              <a:extLst>
                <a:ext uri="{FF2B5EF4-FFF2-40B4-BE49-F238E27FC236}">
                  <a16:creationId xmlns:a16="http://schemas.microsoft.com/office/drawing/2014/main" id="{5D23AFF8-D156-05F5-110B-07E9ACB1F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0" name="!! 时间">
              <a:extLst>
                <a:ext uri="{FF2B5EF4-FFF2-40B4-BE49-F238E27FC236}">
                  <a16:creationId xmlns:a16="http://schemas.microsoft.com/office/drawing/2014/main" id="{C4ABD406-9736-B28F-B3EE-D462AB6AAC7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1" name="!! AC">
              <a:extLst>
                <a:ext uri="{FF2B5EF4-FFF2-40B4-BE49-F238E27FC236}">
                  <a16:creationId xmlns:a16="http://schemas.microsoft.com/office/drawing/2014/main" id="{987A60F4-9F9F-FC81-A865-27F605EAC6F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2" name="!! 声音">
              <a:extLst>
                <a:ext uri="{FF2B5EF4-FFF2-40B4-BE49-F238E27FC236}">
                  <a16:creationId xmlns:a16="http://schemas.microsoft.com/office/drawing/2014/main" id="{D50C0724-8D33-2950-EACD-FD014C0B8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3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A2568306-9A8E-21DD-7BDF-FD3B303B4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704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6C1F-4706-5A39-8871-A3E82CB2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D8DBD783-115F-47BB-7EE8-21BC7F995F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2">
            <a:extLst>
              <a:ext uri="{FF2B5EF4-FFF2-40B4-BE49-F238E27FC236}">
                <a16:creationId xmlns:a16="http://schemas.microsoft.com/office/drawing/2014/main" id="{8FCE6D29-E1E3-61AF-88D5-2C25835E2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43772" y="2876773"/>
            <a:ext cx="1104454" cy="1104454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770C0757-042A-E06D-8874-AD494DFE8D0A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相机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Preview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lumMod val="50000"/>
                  <a:lumOff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3" name="!! 图标">
            <a:extLst>
              <a:ext uri="{FF2B5EF4-FFF2-40B4-BE49-F238E27FC236}">
                <a16:creationId xmlns:a16="http://schemas.microsoft.com/office/drawing/2014/main" id="{8078A5D2-3958-AB67-1B08-7C0D41DF53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242395" y="1577325"/>
            <a:ext cx="3703350" cy="3703350"/>
          </a:xfrm>
          <a:prstGeom prst="rect">
            <a:avLst/>
          </a:prstGeom>
        </p:spPr>
      </p:pic>
      <p:grpSp>
        <p:nvGrpSpPr>
          <p:cNvPr id="16" name="!! dock右">
            <a:extLst>
              <a:ext uri="{FF2B5EF4-FFF2-40B4-BE49-F238E27FC236}">
                <a16:creationId xmlns:a16="http://schemas.microsoft.com/office/drawing/2014/main" id="{D718BAFF-345C-9E48-60D6-06BC626FEF2D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7" name="!! 模糊">
              <a:extLst>
                <a:ext uri="{FF2B5EF4-FFF2-40B4-BE49-F238E27FC236}">
                  <a16:creationId xmlns:a16="http://schemas.microsoft.com/office/drawing/2014/main" id="{D45685C2-5566-8751-9C65-6A171CF6A6F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637E86F4-2F98-A08C-97C3-13520BB3835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D0C5EB76-4937-FBEE-C1C9-00B1A0F1E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6E1C2615-CA51-3D18-EA96-F58E0D5F6B6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EFECB693-E862-1898-39A2-9E791AAC8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7F87098D-BB21-2330-15ED-BB5DA192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1109680F-C9C1-4A6F-5F49-1E37F1FCA48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A06E3A0-97B8-4D39-A71E-44F88A5BB84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7820B018-E2D9-96DC-19B2-64807C7D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7" name="!! 电源">
              <a:hlinkClick r:id="rId15" action="ppaction://hlinksldjump"/>
              <a:extLst>
                <a:ext uri="{FF2B5EF4-FFF2-40B4-BE49-F238E27FC236}">
                  <a16:creationId xmlns:a16="http://schemas.microsoft.com/office/drawing/2014/main" id="{8B097E3F-20AD-854D-2620-E8B868836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94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7335-635E-2156-2458-1F5C6D29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1CC9A7F9-229E-9DE3-2B1E-A368D119BE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0187D773-1517-06EB-7CFD-E7E34E27B6E3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45311A4-B119-1632-B0FE-FDE0CEEFDDB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B6CF9C-1522-7C5E-C97D-BDDA4FC1F029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!! 遮罩">
            <a:extLst>
              <a:ext uri="{FF2B5EF4-FFF2-40B4-BE49-F238E27FC236}">
                <a16:creationId xmlns:a16="http://schemas.microsoft.com/office/drawing/2014/main" id="{D080FDAF-9820-3C3C-DEA7-D90327688E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" name="带按钮的无图标提示框">
            <a:extLst>
              <a:ext uri="{FF2B5EF4-FFF2-40B4-BE49-F238E27FC236}">
                <a16:creationId xmlns:a16="http://schemas.microsoft.com/office/drawing/2014/main" id="{4EF500DF-3AB8-A43F-3FFF-E1DFA4743492}"/>
              </a:ext>
            </a:extLst>
          </p:cNvPr>
          <p:cNvGrpSpPr/>
          <p:nvPr/>
        </p:nvGrpSpPr>
        <p:grpSpPr>
          <a:xfrm>
            <a:off x="3813542" y="2672375"/>
            <a:ext cx="4564916" cy="1610257"/>
            <a:chOff x="2912999" y="3341279"/>
            <a:chExt cx="4564916" cy="1610257"/>
          </a:xfrm>
        </p:grpSpPr>
        <p:sp>
          <p:nvSpPr>
            <p:cNvPr id="6" name="!! 弹窗">
              <a:extLst>
                <a:ext uri="{FF2B5EF4-FFF2-40B4-BE49-F238E27FC236}">
                  <a16:creationId xmlns:a16="http://schemas.microsoft.com/office/drawing/2014/main" id="{66BBBB30-97F1-B93D-497C-0ABAA202CF00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标题">
              <a:extLst>
                <a:ext uri="{FF2B5EF4-FFF2-40B4-BE49-F238E27FC236}">
                  <a16:creationId xmlns:a16="http://schemas.microsoft.com/office/drawing/2014/main" id="{245A5F7B-8C7D-0508-17D5-0EEC8840B15F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相机</a:t>
              </a:r>
            </a:p>
          </p:txBody>
        </p:sp>
        <p:sp>
          <p:nvSpPr>
            <p:cNvPr id="8" name="副标题">
              <a:extLst>
                <a:ext uri="{FF2B5EF4-FFF2-40B4-BE49-F238E27FC236}">
                  <a16:creationId xmlns:a16="http://schemas.microsoft.com/office/drawing/2014/main" id="{AD151DAE-337B-DFC6-59F3-3874262DC483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摄像头尚未就绪，无法使用相机</a:t>
              </a:r>
              <a:r>
                <a:rPr lang="en-US" altLang="zh-CN" sz="1400" dirty="0">
                  <a:latin typeface="+mn-ea"/>
                </a:rPr>
                <a:t>Preview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3" action="ppaction://hlinksldjump"/>
              <a:extLst>
                <a:ext uri="{FF2B5EF4-FFF2-40B4-BE49-F238E27FC236}">
                  <a16:creationId xmlns:a16="http://schemas.microsoft.com/office/drawing/2014/main" id="{E8AA789E-E8FB-C226-4E88-8C40A00C75E8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57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D048-9092-DAC7-04DC-DF56A346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4828BE2B-2447-4E65-5ACD-0B47556F48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70856925-F68C-60AD-8C0B-D95F6AC833B2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57DDB24D-6EEE-B53A-8220-64D7E410A5BE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FB4EFD3-9BEA-B002-1D88-B98CF3F788CE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CAE8B1-A6A1-2C3E-782C-44AE4D6811FA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hlinkClick r:id="rId3" action="ppaction://hlinksldjump"/>
            <a:extLst>
              <a:ext uri="{FF2B5EF4-FFF2-40B4-BE49-F238E27FC236}">
                <a16:creationId xmlns:a16="http://schemas.microsoft.com/office/drawing/2014/main" id="{D1A993F5-CD5F-64B6-8FE9-2DE092F7F445}"/>
              </a:ext>
            </a:extLst>
          </p:cNvPr>
          <p:cNvSpPr txBox="1"/>
          <p:nvPr/>
        </p:nvSpPr>
        <p:spPr>
          <a:xfrm>
            <a:off x="10768005" y="335747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专业</a:t>
            </a:r>
          </a:p>
        </p:txBody>
      </p:sp>
      <p:sp>
        <p:nvSpPr>
          <p:cNvPr id="27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6817189B-084D-84AA-E4B7-06DCE67F0CAF}"/>
              </a:ext>
            </a:extLst>
          </p:cNvPr>
          <p:cNvSpPr txBox="1"/>
          <p:nvPr/>
        </p:nvSpPr>
        <p:spPr>
          <a:xfrm>
            <a:off x="10768005" y="379480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28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4555870D-44B7-6621-7C5E-588BA585B2D6}"/>
              </a:ext>
            </a:extLst>
          </p:cNvPr>
          <p:cNvSpPr txBox="1"/>
          <p:nvPr/>
        </p:nvSpPr>
        <p:spPr>
          <a:xfrm>
            <a:off x="10768005" y="423213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拍照</a:t>
            </a:r>
          </a:p>
        </p:txBody>
      </p:sp>
      <p:sp>
        <p:nvSpPr>
          <p:cNvPr id="29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2BD4FB63-121C-6A1C-CFFE-73CED5691010}"/>
              </a:ext>
            </a:extLst>
          </p:cNvPr>
          <p:cNvSpPr txBox="1"/>
          <p:nvPr/>
        </p:nvSpPr>
        <p:spPr>
          <a:xfrm>
            <a:off x="10768005" y="292013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更多</a:t>
            </a:r>
          </a:p>
        </p:txBody>
      </p:sp>
      <p:sp>
        <p:nvSpPr>
          <p:cNvPr id="30" name="!! 指示">
            <a:extLst>
              <a:ext uri="{FF2B5EF4-FFF2-40B4-BE49-F238E27FC236}">
                <a16:creationId xmlns:a16="http://schemas.microsoft.com/office/drawing/2014/main" id="{19C3E465-8EBA-5285-E879-5B9F781E4631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3D8B316A-6BA3-04A0-76C7-9D3FF8C4C13C}"/>
              </a:ext>
            </a:extLst>
          </p:cNvPr>
          <p:cNvSpPr txBox="1"/>
          <p:nvPr/>
        </p:nvSpPr>
        <p:spPr>
          <a:xfrm>
            <a:off x="10768005" y="466947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夜景</a:t>
            </a:r>
          </a:p>
        </p:txBody>
      </p:sp>
      <p:grpSp>
        <p:nvGrpSpPr>
          <p:cNvPr id="32" name="!! 关闭按钮">
            <a:extLst>
              <a:ext uri="{FF2B5EF4-FFF2-40B4-BE49-F238E27FC236}">
                <a16:creationId xmlns:a16="http://schemas.microsoft.com/office/drawing/2014/main" id="{10E952B6-19DA-478C-1797-6535250719D7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33" name="矩形: 圆角 32">
              <a:hlinkClick r:id="rId8" action="ppaction://hlinksldjump"/>
              <a:extLst>
                <a:ext uri="{FF2B5EF4-FFF2-40B4-BE49-F238E27FC236}">
                  <a16:creationId xmlns:a16="http://schemas.microsoft.com/office/drawing/2014/main" id="{6DD8A000-F7B0-EAAA-C167-EF77DF408B6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550E4BB-D9A5-61E4-5BA7-6D42A6138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B66AFC82-3AF7-ECAF-0010-B135DFA5DB11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4" name="!! 模糊">
              <a:extLst>
                <a:ext uri="{FF2B5EF4-FFF2-40B4-BE49-F238E27FC236}">
                  <a16:creationId xmlns:a16="http://schemas.microsoft.com/office/drawing/2014/main" id="{EA0D3AC6-5877-F87B-F1CB-AE107F660C3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6" name="!! 颜色遮罩">
              <a:extLst>
                <a:ext uri="{FF2B5EF4-FFF2-40B4-BE49-F238E27FC236}">
                  <a16:creationId xmlns:a16="http://schemas.microsoft.com/office/drawing/2014/main" id="{53CD6BEE-82FB-A5F6-F7D2-CB97CA02873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7" name="!! 信号">
              <a:extLst>
                <a:ext uri="{FF2B5EF4-FFF2-40B4-BE49-F238E27FC236}">
                  <a16:creationId xmlns:a16="http://schemas.microsoft.com/office/drawing/2014/main" id="{B235DE77-0C57-B354-1B33-3124061E5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8" name="!! 运营商">
              <a:extLst>
                <a:ext uri="{FF2B5EF4-FFF2-40B4-BE49-F238E27FC236}">
                  <a16:creationId xmlns:a16="http://schemas.microsoft.com/office/drawing/2014/main" id="{6EFE237E-3B88-1E3F-5055-5E03927203D9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9" name="!! 通知">
              <a:extLst>
                <a:ext uri="{FF2B5EF4-FFF2-40B4-BE49-F238E27FC236}">
                  <a16:creationId xmlns:a16="http://schemas.microsoft.com/office/drawing/2014/main" id="{1895270D-F13B-B379-891D-1E334CA48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0" name="!! 电池">
              <a:extLst>
                <a:ext uri="{FF2B5EF4-FFF2-40B4-BE49-F238E27FC236}">
                  <a16:creationId xmlns:a16="http://schemas.microsoft.com/office/drawing/2014/main" id="{517E1A94-658C-3370-2806-6CAFE80CA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1" name="!! 时间">
              <a:extLst>
                <a:ext uri="{FF2B5EF4-FFF2-40B4-BE49-F238E27FC236}">
                  <a16:creationId xmlns:a16="http://schemas.microsoft.com/office/drawing/2014/main" id="{08C9E70B-C23D-E7EA-34EC-DAB5D33156CC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AC">
              <a:extLst>
                <a:ext uri="{FF2B5EF4-FFF2-40B4-BE49-F238E27FC236}">
                  <a16:creationId xmlns:a16="http://schemas.microsoft.com/office/drawing/2014/main" id="{C8318574-43AA-7EEF-3750-403CCBDFA1B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3" name="!! 声音">
              <a:extLst>
                <a:ext uri="{FF2B5EF4-FFF2-40B4-BE49-F238E27FC236}">
                  <a16:creationId xmlns:a16="http://schemas.microsoft.com/office/drawing/2014/main" id="{1BA08EDF-89B2-D6AE-D642-47278A44B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B65650FC-D049-BF77-9580-C9BA2D622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630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4308-1863-1A0E-C238-6A7B1451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84D58DE7-B059-9AF2-9CF8-EF48E686B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4047B623-DA7E-D605-FD39-2E61A64AA00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E2DC6287-CFEA-9CFA-BEB6-C1A635A94B1E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7F6FA5A-4B20-24B7-5675-B7DDC2BD801B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7C754A9-1B76-90A7-907E-081A7C9E39F1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4" name="文本框 3">
            <a:hlinkClick r:id="rId3" action="ppaction://hlinksldjump"/>
            <a:extLst>
              <a:ext uri="{FF2B5EF4-FFF2-40B4-BE49-F238E27FC236}">
                <a16:creationId xmlns:a16="http://schemas.microsoft.com/office/drawing/2014/main" id="{E419A849-4AC4-8A6D-3A30-64289496447E}"/>
              </a:ext>
            </a:extLst>
          </p:cNvPr>
          <p:cNvSpPr txBox="1"/>
          <p:nvPr/>
        </p:nvSpPr>
        <p:spPr>
          <a:xfrm>
            <a:off x="10768005" y="291551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6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295FE2BF-44C5-9224-BB8B-8A87DD0F1EB9}"/>
              </a:ext>
            </a:extLst>
          </p:cNvPr>
          <p:cNvSpPr txBox="1"/>
          <p:nvPr/>
        </p:nvSpPr>
        <p:spPr>
          <a:xfrm>
            <a:off x="10768005" y="335284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录像</a:t>
            </a:r>
          </a:p>
        </p:txBody>
      </p:sp>
      <p:sp>
        <p:nvSpPr>
          <p:cNvPr id="7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8AFBEA64-B1A4-20E8-6F75-BC3BF6995EB2}"/>
              </a:ext>
            </a:extLst>
          </p:cNvPr>
          <p:cNvSpPr txBox="1"/>
          <p:nvPr/>
        </p:nvSpPr>
        <p:spPr>
          <a:xfrm>
            <a:off x="10768005" y="379017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8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C3C14944-688A-F0CF-A3AE-F53D032E3ED6}"/>
              </a:ext>
            </a:extLst>
          </p:cNvPr>
          <p:cNvSpPr txBox="1"/>
          <p:nvPr/>
        </p:nvSpPr>
        <p:spPr>
          <a:xfrm>
            <a:off x="10768005" y="247817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更多</a:t>
            </a:r>
          </a:p>
        </p:txBody>
      </p:sp>
      <p:sp>
        <p:nvSpPr>
          <p:cNvPr id="9" name="!! 指示">
            <a:extLst>
              <a:ext uri="{FF2B5EF4-FFF2-40B4-BE49-F238E27FC236}">
                <a16:creationId xmlns:a16="http://schemas.microsoft.com/office/drawing/2014/main" id="{5ECAD174-FA00-A2FB-F5CA-0357F5C98948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049D16DA-CBE1-F3F1-7D4B-19CCC12C81BB}"/>
              </a:ext>
            </a:extLst>
          </p:cNvPr>
          <p:cNvSpPr txBox="1"/>
          <p:nvPr/>
        </p:nvSpPr>
        <p:spPr>
          <a:xfrm>
            <a:off x="10768005" y="422751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夜景</a:t>
            </a:r>
          </a:p>
        </p:txBody>
      </p:sp>
      <p:grpSp>
        <p:nvGrpSpPr>
          <p:cNvPr id="11" name="!! 关闭按钮">
            <a:extLst>
              <a:ext uri="{FF2B5EF4-FFF2-40B4-BE49-F238E27FC236}">
                <a16:creationId xmlns:a16="http://schemas.microsoft.com/office/drawing/2014/main" id="{1095C5F1-00F4-741C-19AD-C981D67FBE3F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2" name="矩形: 圆角 11">
              <a:hlinkClick r:id="rId8" action="ppaction://hlinksldjump"/>
              <a:extLst>
                <a:ext uri="{FF2B5EF4-FFF2-40B4-BE49-F238E27FC236}">
                  <a16:creationId xmlns:a16="http://schemas.microsoft.com/office/drawing/2014/main" id="{42284923-BFD6-0417-0DA2-55528681F7F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BF3F0A12-367C-5706-BB59-E70C5B61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646D29B5-F29D-76D5-F0BF-31FD602820F8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2CA978FD-5E02-4FC6-7476-86638A3D155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5360DF66-DE28-450B-6E90-2CE56419FA3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46DF75B8-EEAA-3671-735C-87BF8BEA3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08AADB7D-65FF-A96E-9058-77FDA39F727F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F254D7A7-8199-BB2A-F154-7B90FCB88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CD5B8EF5-55A7-0E15-1931-8D0A7F295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F3620715-9542-D412-B32F-104020FCE3D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C59DDA87-0564-8314-6066-45154676BB8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38D2E109-AC13-615F-F3F9-D46748F02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4E8F0C23-76A7-E1D8-870B-804244C83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798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1350-D154-A68D-3F0C-C48A941A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888DF20-E964-9D7C-9BCE-C64DDC1AA1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CFA217F5-D5DA-8BC7-502F-99633115D78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8670C9A6-375D-EB8A-FDAB-08D4AC12BB9A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7CD5669-D6A3-A0C1-C8BA-478C131AB0E5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F5C4FF1-D5F0-8C86-3054-8F19F09D1C8C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4303DACC-DFD9-8001-F744-B45921C027E1}"/>
              </a:ext>
            </a:extLst>
          </p:cNvPr>
          <p:cNvSpPr txBox="1"/>
          <p:nvPr/>
        </p:nvSpPr>
        <p:spPr>
          <a:xfrm>
            <a:off x="10768005" y="248117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D8BCFC98-DDD6-C07A-5BF4-69DC3987135D}"/>
              </a:ext>
            </a:extLst>
          </p:cNvPr>
          <p:cNvSpPr txBox="1"/>
          <p:nvPr/>
        </p:nvSpPr>
        <p:spPr>
          <a:xfrm>
            <a:off x="10768005" y="291850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08BDAE5A-0B5F-C2A2-2270-DB73B635117C}"/>
              </a:ext>
            </a:extLst>
          </p:cNvPr>
          <p:cNvSpPr txBox="1"/>
          <p:nvPr/>
        </p:nvSpPr>
        <p:spPr>
          <a:xfrm>
            <a:off x="10768005" y="335583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AEC99A08-AC01-94CB-F647-AAD4E9DE1DF9}"/>
              </a:ext>
            </a:extLst>
          </p:cNvPr>
          <p:cNvSpPr txBox="1"/>
          <p:nvPr/>
        </p:nvSpPr>
        <p:spPr>
          <a:xfrm>
            <a:off x="10768005" y="204383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C09669FC-4EA1-A501-4CAD-F816E6480C9B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76149D65-37FD-1C21-676E-2EA2C450540F}"/>
              </a:ext>
            </a:extLst>
          </p:cNvPr>
          <p:cNvSpPr txBox="1"/>
          <p:nvPr/>
        </p:nvSpPr>
        <p:spPr>
          <a:xfrm>
            <a:off x="10768005" y="379317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9C2CF91F-D611-A585-229D-8D16BE6598BA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8" action="ppaction://hlinksldjump"/>
              <a:extLst>
                <a:ext uri="{FF2B5EF4-FFF2-40B4-BE49-F238E27FC236}">
                  <a16:creationId xmlns:a16="http://schemas.microsoft.com/office/drawing/2014/main" id="{F8644540-039B-8B6B-EF39-B837D13EEFD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BA0A0E6D-E864-5568-66EF-A146DC93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3" name="!! dock右">
            <a:extLst>
              <a:ext uri="{FF2B5EF4-FFF2-40B4-BE49-F238E27FC236}">
                <a16:creationId xmlns:a16="http://schemas.microsoft.com/office/drawing/2014/main" id="{94996B7F-18D5-B25C-48CA-2B76798E9A49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8AA8B719-6503-155C-B24A-19A88405A83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51E1D02B-8E9C-F94E-4486-060185FE583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218A70BD-B46C-CC0E-1D9F-2F47723C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D6CA16D7-F6C3-A98E-C232-4D0AD2F3D449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1D180D20-C244-4E35-1A2D-4A13470DF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E8E931F7-7D95-2ED8-12AE-A0AA0F66B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030A8C72-5DE4-3F4B-5903-959040FD84A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5F76055-83E4-A275-0F22-68723652649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1A3167EF-C292-EC21-54B8-4A7B58389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14C80279-D967-09AD-1A86-E458B218D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6249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44" dur="33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 animBg="1"/>
      <p:bldP spid="8" grpId="1" animBg="1"/>
      <p:bldP spid="9" grpId="0"/>
      <p:bldP spid="9" grpId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EAED-6E77-4B9A-CC00-19E07BA8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39716AB-9EA4-9645-4B1E-B1B90498B6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D2F1C26D-7D9E-E413-90CD-F4B4A16160EF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CACB0A06-CCA0-4834-2464-BDDBEFE07810}"/>
              </a:ext>
            </a:extLst>
          </p:cNvPr>
          <p:cNvGrpSpPr/>
          <p:nvPr/>
        </p:nvGrpSpPr>
        <p:grpSpPr>
          <a:xfrm>
            <a:off x="10766886" y="5433397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2147A26-49BE-6430-D774-62A350B700A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728546E-53D3-F01F-445E-C0BF696723E3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</p:grp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67166222-95A2-A87C-3CAC-083737CFBEFE}"/>
              </a:ext>
            </a:extLst>
          </p:cNvPr>
          <p:cNvSpPr txBox="1"/>
          <p:nvPr/>
        </p:nvSpPr>
        <p:spPr>
          <a:xfrm>
            <a:off x="10768005" y="2039211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5941BAB8-FD7F-D634-DFD9-E50238238598}"/>
              </a:ext>
            </a:extLst>
          </p:cNvPr>
          <p:cNvSpPr txBox="1"/>
          <p:nvPr/>
        </p:nvSpPr>
        <p:spPr>
          <a:xfrm>
            <a:off x="10768005" y="2476545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2E6D6ACF-A8EA-5E06-4A67-30E9F0E0E473}"/>
              </a:ext>
            </a:extLst>
          </p:cNvPr>
          <p:cNvSpPr txBox="1"/>
          <p:nvPr/>
        </p:nvSpPr>
        <p:spPr>
          <a:xfrm>
            <a:off x="10768005" y="2913879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7" name="!! 更多">
            <a:extLst>
              <a:ext uri="{FF2B5EF4-FFF2-40B4-BE49-F238E27FC236}">
                <a16:creationId xmlns:a16="http://schemas.microsoft.com/office/drawing/2014/main" id="{19186F1E-BA7D-C67E-C83D-7B9469B634CD}"/>
              </a:ext>
            </a:extLst>
          </p:cNvPr>
          <p:cNvSpPr txBox="1"/>
          <p:nvPr/>
        </p:nvSpPr>
        <p:spPr>
          <a:xfrm>
            <a:off x="10768005" y="1601877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9811773-B589-65FE-29CD-4A003C19A65E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6" action="ppaction://hlinksldjump"/>
            <a:extLst>
              <a:ext uri="{FF2B5EF4-FFF2-40B4-BE49-F238E27FC236}">
                <a16:creationId xmlns:a16="http://schemas.microsoft.com/office/drawing/2014/main" id="{08A4ACE9-9BED-7D71-9E50-69FB58534D28}"/>
              </a:ext>
            </a:extLst>
          </p:cNvPr>
          <p:cNvSpPr txBox="1"/>
          <p:nvPr/>
        </p:nvSpPr>
        <p:spPr>
          <a:xfrm>
            <a:off x="10768005" y="3351213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DDA15DC3-A8F4-B6AA-AFDC-FECB3BA53DD3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7" action="ppaction://hlinksldjump"/>
              <a:extLst>
                <a:ext uri="{FF2B5EF4-FFF2-40B4-BE49-F238E27FC236}">
                  <a16:creationId xmlns:a16="http://schemas.microsoft.com/office/drawing/2014/main" id="{6899C10F-12AA-68CD-1A06-C671498EF1B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6D6FBF2F-FB2C-B5F0-74AE-7CE85A90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3" name="!! dock右">
            <a:extLst>
              <a:ext uri="{FF2B5EF4-FFF2-40B4-BE49-F238E27FC236}">
                <a16:creationId xmlns:a16="http://schemas.microsoft.com/office/drawing/2014/main" id="{C8CDD119-FCC8-EFB0-486E-DF3CB65DD4EB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2557E634-B9E2-A8F4-51BE-111CFA53060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186190F5-FAEA-AC18-9AD0-B6EDDFF4AF0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CD9D5EF9-6474-C0DB-1139-172EA0625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55391668-2F35-FA65-E5CA-176071680DF5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76A29146-F7A5-6416-8495-4C582FA14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4F4DA33F-38BC-89BF-11E1-B995E0F49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BD98A58B-EDE2-6EDF-38FD-5100FEA34109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CCFD8B5-7CC9-DAA1-6830-D42D8C43CBA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31F2E44D-9272-A2A4-25E8-83586D690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8" action="ppaction://hlinksldjump"/>
              <a:extLst>
                <a:ext uri="{FF2B5EF4-FFF2-40B4-BE49-F238E27FC236}">
                  <a16:creationId xmlns:a16="http://schemas.microsoft.com/office/drawing/2014/main" id="{BDEFE4C4-0726-016A-B618-5E5F7D8F9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813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8439E-5715-1B82-5B8A-9CFF3AAE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AE0BA88-1C98-D273-F7BC-A4EBAC5D2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5486C73-1332-3C9D-985E-019E6CBA9527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D90E729F-D8E9-7D46-87A6-785202F198A1}"/>
              </a:ext>
            </a:extLst>
          </p:cNvPr>
          <p:cNvSpPr txBox="1"/>
          <p:nvPr/>
        </p:nvSpPr>
        <p:spPr>
          <a:xfrm>
            <a:off x="10768005" y="3788394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185FC92F-1562-2E78-2526-43C9DDB67CE3}"/>
              </a:ext>
            </a:extLst>
          </p:cNvPr>
          <p:cNvSpPr txBox="1"/>
          <p:nvPr/>
        </p:nvSpPr>
        <p:spPr>
          <a:xfrm>
            <a:off x="10768005" y="4225728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zh-CN" altLang="en-US" dirty="0"/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A3C0D354-4434-85E1-2C1E-611704C6B524}"/>
              </a:ext>
            </a:extLst>
          </p:cNvPr>
          <p:cNvSpPr txBox="1"/>
          <p:nvPr/>
        </p:nvSpPr>
        <p:spPr>
          <a:xfrm>
            <a:off x="10768005" y="4663062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zh-CN" altLang="en-US" dirty="0"/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FC91542A-F19E-9E60-C66A-4A1DC1DE62BA}"/>
              </a:ext>
            </a:extLst>
          </p:cNvPr>
          <p:cNvSpPr txBox="1"/>
          <p:nvPr/>
        </p:nvSpPr>
        <p:spPr>
          <a:xfrm>
            <a:off x="10768005" y="3351060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3643BFFF-CEA5-3591-832A-1ADBC4B5BEF8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95EC393C-4E0B-9406-5AE0-EECBBCD6AD38}"/>
              </a:ext>
            </a:extLst>
          </p:cNvPr>
          <p:cNvSpPr txBox="1"/>
          <p:nvPr/>
        </p:nvSpPr>
        <p:spPr>
          <a:xfrm>
            <a:off x="10768005" y="5100396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夜景</a:t>
            </a:r>
          </a:p>
        </p:txBody>
      </p:sp>
      <p:grpSp>
        <p:nvGrpSpPr>
          <p:cNvPr id="54" name="!! 关闭按钮">
            <a:extLst>
              <a:ext uri="{FF2B5EF4-FFF2-40B4-BE49-F238E27FC236}">
                <a16:creationId xmlns:a16="http://schemas.microsoft.com/office/drawing/2014/main" id="{BE5C448D-F9F4-0DBE-B2EB-675809C92E3D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55" name="矩形: 圆角 54">
              <a:hlinkClick r:id="rId7" action="ppaction://hlinksldjump"/>
              <a:extLst>
                <a:ext uri="{FF2B5EF4-FFF2-40B4-BE49-F238E27FC236}">
                  <a16:creationId xmlns:a16="http://schemas.microsoft.com/office/drawing/2014/main" id="{BED2D5B4-E261-6028-FF82-A2F372A29C3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1D01E54E-3310-5788-6011-428EE7876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5" name="!! 遮罩">
            <a:extLst>
              <a:ext uri="{FF2B5EF4-FFF2-40B4-BE49-F238E27FC236}">
                <a16:creationId xmlns:a16="http://schemas.microsoft.com/office/drawing/2014/main" id="{E06305CD-9FA6-65EA-A635-08C0B0863C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6" name="带按钮的无图标提示框">
            <a:extLst>
              <a:ext uri="{FF2B5EF4-FFF2-40B4-BE49-F238E27FC236}">
                <a16:creationId xmlns:a16="http://schemas.microsoft.com/office/drawing/2014/main" id="{C2C758EF-5EE0-64DF-42AF-A374BE92D3E9}"/>
              </a:ext>
            </a:extLst>
          </p:cNvPr>
          <p:cNvGrpSpPr/>
          <p:nvPr/>
        </p:nvGrpSpPr>
        <p:grpSpPr>
          <a:xfrm>
            <a:off x="3813542" y="2672375"/>
            <a:ext cx="4564916" cy="1610257"/>
            <a:chOff x="2912999" y="3341279"/>
            <a:chExt cx="4564916" cy="1610257"/>
          </a:xfrm>
        </p:grpSpPr>
        <p:sp>
          <p:nvSpPr>
            <p:cNvPr id="47" name="!! 弹窗">
              <a:extLst>
                <a:ext uri="{FF2B5EF4-FFF2-40B4-BE49-F238E27FC236}">
                  <a16:creationId xmlns:a16="http://schemas.microsoft.com/office/drawing/2014/main" id="{192C78D1-8E75-F605-8910-58CD3641D8D3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sp>
          <p:nvSpPr>
            <p:cNvPr id="48" name="标题">
              <a:extLst>
                <a:ext uri="{FF2B5EF4-FFF2-40B4-BE49-F238E27FC236}">
                  <a16:creationId xmlns:a16="http://schemas.microsoft.com/office/drawing/2014/main" id="{6AA0F7D7-411F-96CA-5171-ED6BF3DCF80A}"/>
                </a:ext>
              </a:extLst>
            </p:cNvPr>
            <p:cNvSpPr txBox="1"/>
            <p:nvPr/>
          </p:nvSpPr>
          <p:spPr>
            <a:xfrm>
              <a:off x="3311314" y="3596868"/>
              <a:ext cx="2331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相机</a:t>
              </a:r>
            </a:p>
          </p:txBody>
        </p:sp>
        <p:sp>
          <p:nvSpPr>
            <p:cNvPr id="49" name="副标题">
              <a:extLst>
                <a:ext uri="{FF2B5EF4-FFF2-40B4-BE49-F238E27FC236}">
                  <a16:creationId xmlns:a16="http://schemas.microsoft.com/office/drawing/2014/main" id="{3A32EF94-40C9-2C6D-8F29-CA1ED8E5637D}"/>
                </a:ext>
              </a:extLst>
            </p:cNvPr>
            <p:cNvSpPr txBox="1"/>
            <p:nvPr/>
          </p:nvSpPr>
          <p:spPr>
            <a:xfrm>
              <a:off x="3314796" y="3915526"/>
              <a:ext cx="3778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更多模式正在准备中，请等待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Beta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vivo Sans"/>
                  <a:ea typeface="vivo Sans"/>
                  <a:cs typeface="+mn-cs"/>
                </a:rPr>
                <a:t>版本</a:t>
              </a:r>
            </a:p>
          </p:txBody>
        </p:sp>
        <p:sp>
          <p:nvSpPr>
            <p:cNvPr id="50" name="矩形: 圆角 49">
              <a:hlinkClick r:id="rId10" action="ppaction://hlinksldjump"/>
              <a:extLst>
                <a:ext uri="{FF2B5EF4-FFF2-40B4-BE49-F238E27FC236}">
                  <a16:creationId xmlns:a16="http://schemas.microsoft.com/office/drawing/2014/main" id="{0E9351AD-86A8-0811-239D-1CCF3EA31866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</p:grpSp>
      <p:grpSp>
        <p:nvGrpSpPr>
          <p:cNvPr id="5" name="!! dock右">
            <a:extLst>
              <a:ext uri="{FF2B5EF4-FFF2-40B4-BE49-F238E27FC236}">
                <a16:creationId xmlns:a16="http://schemas.microsoft.com/office/drawing/2014/main" id="{EAA70D32-0483-5C21-9435-AA5F427481B9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0" name="!! 模糊">
              <a:extLst>
                <a:ext uri="{FF2B5EF4-FFF2-40B4-BE49-F238E27FC236}">
                  <a16:creationId xmlns:a16="http://schemas.microsoft.com/office/drawing/2014/main" id="{1AF0A5C1-5C0B-7BDF-4EB1-B3A0B9A44C7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70802798-D4F3-21D1-183C-DBBA462AAB2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" name="!! 信号">
              <a:extLst>
                <a:ext uri="{FF2B5EF4-FFF2-40B4-BE49-F238E27FC236}">
                  <a16:creationId xmlns:a16="http://schemas.microsoft.com/office/drawing/2014/main" id="{20D1286F-21A2-AC86-7B5C-94A308D21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3" name="!! 运营商">
              <a:extLst>
                <a:ext uri="{FF2B5EF4-FFF2-40B4-BE49-F238E27FC236}">
                  <a16:creationId xmlns:a16="http://schemas.microsoft.com/office/drawing/2014/main" id="{107F42C8-23E8-2C62-D96C-6B156BB1F788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5" name="!! 通知">
              <a:extLst>
                <a:ext uri="{FF2B5EF4-FFF2-40B4-BE49-F238E27FC236}">
                  <a16:creationId xmlns:a16="http://schemas.microsoft.com/office/drawing/2014/main" id="{9BD44A0A-C6A2-F872-3A29-14E22FAB0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6" name="!! 电池">
              <a:extLst>
                <a:ext uri="{FF2B5EF4-FFF2-40B4-BE49-F238E27FC236}">
                  <a16:creationId xmlns:a16="http://schemas.microsoft.com/office/drawing/2014/main" id="{47254DF9-4875-64D6-AFAE-44D1D5A6C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7" name="!! 时间">
              <a:extLst>
                <a:ext uri="{FF2B5EF4-FFF2-40B4-BE49-F238E27FC236}">
                  <a16:creationId xmlns:a16="http://schemas.microsoft.com/office/drawing/2014/main" id="{BCCCF3C3-6705-3BB7-0228-457B940EB31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AC">
              <a:extLst>
                <a:ext uri="{FF2B5EF4-FFF2-40B4-BE49-F238E27FC236}">
                  <a16:creationId xmlns:a16="http://schemas.microsoft.com/office/drawing/2014/main" id="{9EC8F504-E7BB-50DE-E937-FD0D8602F7B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声音">
              <a:extLst>
                <a:ext uri="{FF2B5EF4-FFF2-40B4-BE49-F238E27FC236}">
                  <a16:creationId xmlns:a16="http://schemas.microsoft.com/office/drawing/2014/main" id="{2E45DE72-CA71-B66D-AE62-05B013E4F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0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B3DBEE99-FAAD-BB05-3F36-9606D0AD4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606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074B-1AB0-45B5-8A07-A1AB8132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DA4BBD8A-4439-8439-BCD7-8201F7D784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A1111F6-B9BF-55E5-6851-9C785C43B761}"/>
              </a:ext>
            </a:extLst>
          </p:cNvPr>
          <p:cNvSpPr/>
          <p:nvPr/>
        </p:nvSpPr>
        <p:spPr>
          <a:xfrm>
            <a:off x="932795" y="-7883"/>
            <a:ext cx="9143998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BF0AA6AB-6967-98F7-3155-6AE9FB3BE4CE}"/>
              </a:ext>
            </a:extLst>
          </p:cNvPr>
          <p:cNvSpPr txBox="1"/>
          <p:nvPr/>
        </p:nvSpPr>
        <p:spPr>
          <a:xfrm>
            <a:off x="10768005" y="3788394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0723D887-2D8D-B3F6-DC83-6EFDB572FAD9}"/>
              </a:ext>
            </a:extLst>
          </p:cNvPr>
          <p:cNvSpPr txBox="1"/>
          <p:nvPr/>
        </p:nvSpPr>
        <p:spPr>
          <a:xfrm>
            <a:off x="10768005" y="4225728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20852EC1-9A2D-4523-474B-07B7D37FC496}"/>
              </a:ext>
            </a:extLst>
          </p:cNvPr>
          <p:cNvSpPr txBox="1"/>
          <p:nvPr/>
        </p:nvSpPr>
        <p:spPr>
          <a:xfrm>
            <a:off x="10768005" y="4663062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6D9D3636-BDDC-E49D-1BC2-7FD5A8AE6CF7}"/>
              </a:ext>
            </a:extLst>
          </p:cNvPr>
          <p:cNvSpPr txBox="1"/>
          <p:nvPr/>
        </p:nvSpPr>
        <p:spPr>
          <a:xfrm>
            <a:off x="10768005" y="3351060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345B73A-DC71-10D9-C4B0-823F9BE9EC8D}"/>
              </a:ext>
            </a:extLst>
          </p:cNvPr>
          <p:cNvSpPr/>
          <p:nvPr/>
        </p:nvSpPr>
        <p:spPr>
          <a:xfrm>
            <a:off x="10670362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FC559427-3D8D-2BB6-1853-18C13B93C5AE}"/>
              </a:ext>
            </a:extLst>
          </p:cNvPr>
          <p:cNvSpPr txBox="1"/>
          <p:nvPr/>
        </p:nvSpPr>
        <p:spPr>
          <a:xfrm>
            <a:off x="10768005" y="5100396"/>
            <a:ext cx="720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alpha val="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夜景</a:t>
            </a:r>
          </a:p>
        </p:txBody>
      </p:sp>
      <p:grpSp>
        <p:nvGrpSpPr>
          <p:cNvPr id="5" name="!! 关闭按钮">
            <a:extLst>
              <a:ext uri="{FF2B5EF4-FFF2-40B4-BE49-F238E27FC236}">
                <a16:creationId xmlns:a16="http://schemas.microsoft.com/office/drawing/2014/main" id="{B07269EE-23C2-BAA2-1561-ECFB3A6F0AAF}"/>
              </a:ext>
            </a:extLst>
          </p:cNvPr>
          <p:cNvGrpSpPr/>
          <p:nvPr/>
        </p:nvGrpSpPr>
        <p:grpSpPr>
          <a:xfrm>
            <a:off x="10899626" y="608567"/>
            <a:ext cx="469540" cy="469540"/>
            <a:chOff x="2328464" y="3107859"/>
            <a:chExt cx="583223" cy="583223"/>
          </a:xfrm>
        </p:grpSpPr>
        <p:sp>
          <p:nvSpPr>
            <p:cNvPr id="10" name="矩形: 圆角 9">
              <a:hlinkClick r:id="rId7" action="ppaction://hlinksldjump"/>
              <a:extLst>
                <a:ext uri="{FF2B5EF4-FFF2-40B4-BE49-F238E27FC236}">
                  <a16:creationId xmlns:a16="http://schemas.microsoft.com/office/drawing/2014/main" id="{8A969CDE-8A03-2362-5F71-4F46DC42B9F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AA0D6AF9-8C1A-7195-6AEC-A3505953B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2" name="!! dock右">
            <a:extLst>
              <a:ext uri="{FF2B5EF4-FFF2-40B4-BE49-F238E27FC236}">
                <a16:creationId xmlns:a16="http://schemas.microsoft.com/office/drawing/2014/main" id="{DEAABCAC-B7AD-CBB1-1929-F3A761CE2807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3" name="!! 模糊">
              <a:extLst>
                <a:ext uri="{FF2B5EF4-FFF2-40B4-BE49-F238E27FC236}">
                  <a16:creationId xmlns:a16="http://schemas.microsoft.com/office/drawing/2014/main" id="{7A0997C5-B34A-9D94-0593-4033A49985D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4411A22D-3763-9429-8391-A6E4E3C33AD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6" name="!! 信号">
              <a:extLst>
                <a:ext uri="{FF2B5EF4-FFF2-40B4-BE49-F238E27FC236}">
                  <a16:creationId xmlns:a16="http://schemas.microsoft.com/office/drawing/2014/main" id="{F9711931-4730-2EE6-148D-0DD4BB006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C43305D0-6176-8F88-9B25-E7CBB55AF0E3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9F5AB82C-9D52-8C27-9BDF-E0E551AE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664FF90A-5036-7EFA-CD11-81C01F1A1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24E44261-DC97-651D-4192-B0D48C51EBF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1" name="!! AC">
              <a:extLst>
                <a:ext uri="{FF2B5EF4-FFF2-40B4-BE49-F238E27FC236}">
                  <a16:creationId xmlns:a16="http://schemas.microsoft.com/office/drawing/2014/main" id="{B171FF61-1796-9C22-51C5-11ACC0625FF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2" name="!! 声音">
              <a:extLst>
                <a:ext uri="{FF2B5EF4-FFF2-40B4-BE49-F238E27FC236}">
                  <a16:creationId xmlns:a16="http://schemas.microsoft.com/office/drawing/2014/main" id="{1FCE98F3-FBC4-2467-C45B-6704DE885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3" name="!! 电源">
              <a:hlinkClick r:id="rId18" action="ppaction://hlinksldjump"/>
              <a:extLst>
                <a:ext uri="{FF2B5EF4-FFF2-40B4-BE49-F238E27FC236}">
                  <a16:creationId xmlns:a16="http://schemas.microsoft.com/office/drawing/2014/main" id="{6E2F3D2E-1587-4F6D-724E-D1D7F482B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312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AF0C-204A-E008-5B26-527E82A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68B72689-0D39-BAD4-FD0F-04B1369E5F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FD456647-4077-B559-E589-BD080F6AEFD7}"/>
              </a:ext>
            </a:extLst>
          </p:cNvPr>
          <p:cNvSpPr/>
          <p:nvPr/>
        </p:nvSpPr>
        <p:spPr>
          <a:xfrm>
            <a:off x="3573638" y="1621084"/>
            <a:ext cx="5044722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13" name="设置App">
            <a:extLst>
              <a:ext uri="{FF2B5EF4-FFF2-40B4-BE49-F238E27FC236}">
                <a16:creationId xmlns:a16="http://schemas.microsoft.com/office/drawing/2014/main" id="{240BF1F8-50CB-0433-4A2E-603F3B87AA57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1659673" y="933566"/>
            <a:chExt cx="658298" cy="967680"/>
          </a:xfrm>
        </p:grpSpPr>
        <p:grpSp>
          <p:nvGrpSpPr>
            <p:cNvPr id="19" name="!! icon">
              <a:extLst>
                <a:ext uri="{FF2B5EF4-FFF2-40B4-BE49-F238E27FC236}">
                  <a16:creationId xmlns:a16="http://schemas.microsoft.com/office/drawing/2014/main" id="{90921CC7-C5C5-97A0-C63D-8D28F06811A6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29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8A36FD8-6C16-3E43-181E-C908FEC5FAA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0" name="!! 图标" descr="单级齿轮 轮廓">
                <a:extLst>
                  <a:ext uri="{FF2B5EF4-FFF2-40B4-BE49-F238E27FC236}">
                    <a16:creationId xmlns:a16="http://schemas.microsoft.com/office/drawing/2014/main" id="{42E60DBA-F2AB-009F-9917-45855234B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24" name="name">
              <a:extLst>
                <a:ext uri="{FF2B5EF4-FFF2-40B4-BE49-F238E27FC236}">
                  <a16:creationId xmlns:a16="http://schemas.microsoft.com/office/drawing/2014/main" id="{6E1653D5-CF28-B76B-78E4-19A2E372A54D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31" name="相机App">
            <a:extLst>
              <a:ext uri="{FF2B5EF4-FFF2-40B4-BE49-F238E27FC236}">
                <a16:creationId xmlns:a16="http://schemas.microsoft.com/office/drawing/2014/main" id="{4E7B3500-5C3C-0D66-5A52-CFD5C58372C3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3189536" y="933566"/>
            <a:chExt cx="658298" cy="967680"/>
          </a:xfrm>
        </p:grpSpPr>
        <p:grpSp>
          <p:nvGrpSpPr>
            <p:cNvPr id="32" name="!! icon">
              <a:extLst>
                <a:ext uri="{FF2B5EF4-FFF2-40B4-BE49-F238E27FC236}">
                  <a16:creationId xmlns:a16="http://schemas.microsoft.com/office/drawing/2014/main" id="{BCD6F480-CB4C-459D-FA7E-0ADD05C75D47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34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795B270-DD7B-F01A-6F0D-93012316704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6" name="!! 图标">
                <a:extLst>
                  <a:ext uri="{FF2B5EF4-FFF2-40B4-BE49-F238E27FC236}">
                    <a16:creationId xmlns:a16="http://schemas.microsoft.com/office/drawing/2014/main" id="{03C46528-CDA3-2D97-9EF6-A553ACD98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3" name="name">
              <a:extLst>
                <a:ext uri="{FF2B5EF4-FFF2-40B4-BE49-F238E27FC236}">
                  <a16:creationId xmlns:a16="http://schemas.microsoft.com/office/drawing/2014/main" id="{BE29E513-08CD-1A6F-BC19-B3B66D4B3F8F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40" name="!! 背景">
            <a:hlinkClick r:id="rId10" action="ppaction://hlinksldjump"/>
            <a:extLst>
              <a:ext uri="{FF2B5EF4-FFF2-40B4-BE49-F238E27FC236}">
                <a16:creationId xmlns:a16="http://schemas.microsoft.com/office/drawing/2014/main" id="{03C8E147-FBAC-0522-A46E-5A288A93095D}"/>
              </a:ext>
            </a:extLst>
          </p:cNvPr>
          <p:cNvSpPr/>
          <p:nvPr/>
        </p:nvSpPr>
        <p:spPr>
          <a:xfrm>
            <a:off x="4719399" y="933566"/>
            <a:ext cx="658298" cy="65829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41" name="!! 图标">
            <a:extLst>
              <a:ext uri="{FF2B5EF4-FFF2-40B4-BE49-F238E27FC236}">
                <a16:creationId xmlns:a16="http://schemas.microsoft.com/office/drawing/2014/main" id="{9A13BBD4-3DF8-6E9C-8C57-DCDA3EE666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858383" y="1072550"/>
            <a:ext cx="380330" cy="380330"/>
          </a:xfrm>
          <a:prstGeom prst="rect">
            <a:avLst/>
          </a:prstGeom>
        </p:spPr>
      </p:pic>
      <p:sp>
        <p:nvSpPr>
          <p:cNvPr id="39" name="name">
            <a:extLst>
              <a:ext uri="{FF2B5EF4-FFF2-40B4-BE49-F238E27FC236}">
                <a16:creationId xmlns:a16="http://schemas.microsoft.com/office/drawing/2014/main" id="{1DE6C53A-4EAB-D8E0-F763-74A2F07FB283}"/>
              </a:ext>
            </a:extLst>
          </p:cNvPr>
          <p:cNvSpPr txBox="1"/>
          <p:nvPr/>
        </p:nvSpPr>
        <p:spPr>
          <a:xfrm>
            <a:off x="4719399" y="1624246"/>
            <a:ext cx="65829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相册</a:t>
            </a:r>
          </a:p>
        </p:txBody>
      </p:sp>
      <p:grpSp>
        <p:nvGrpSpPr>
          <p:cNvPr id="42" name="!! dock右">
            <a:extLst>
              <a:ext uri="{FF2B5EF4-FFF2-40B4-BE49-F238E27FC236}">
                <a16:creationId xmlns:a16="http://schemas.microsoft.com/office/drawing/2014/main" id="{9103FCB1-9E59-4587-A1C9-D3E6933DCDB6}"/>
              </a:ext>
            </a:extLst>
          </p:cNvPr>
          <p:cNvGrpSpPr/>
          <p:nvPr/>
        </p:nvGrpSpPr>
        <p:grpSpPr>
          <a:xfrm>
            <a:off x="4869920" y="5974164"/>
            <a:ext cx="2452159" cy="704838"/>
            <a:chOff x="7408333" y="5780624"/>
            <a:chExt cx="2452159" cy="704838"/>
          </a:xfrm>
        </p:grpSpPr>
        <p:sp useBgFill="1">
          <p:nvSpPr>
            <p:cNvPr id="43" name="!! 模糊">
              <a:extLst>
                <a:ext uri="{FF2B5EF4-FFF2-40B4-BE49-F238E27FC236}">
                  <a16:creationId xmlns:a16="http://schemas.microsoft.com/office/drawing/2014/main" id="{6D8C93D9-858B-5283-9CD3-65BB893C5E1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44" name="!! 颜色遮罩">
              <a:extLst>
                <a:ext uri="{FF2B5EF4-FFF2-40B4-BE49-F238E27FC236}">
                  <a16:creationId xmlns:a16="http://schemas.microsoft.com/office/drawing/2014/main" id="{DC6C60B7-2943-5488-D6A9-93C891E21F33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45" name="!! 信号">
              <a:extLst>
                <a:ext uri="{FF2B5EF4-FFF2-40B4-BE49-F238E27FC236}">
                  <a16:creationId xmlns:a16="http://schemas.microsoft.com/office/drawing/2014/main" id="{430F3B38-3D34-81DF-0CFC-5F43F9A04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6" name="!! 运营商">
              <a:extLst>
                <a:ext uri="{FF2B5EF4-FFF2-40B4-BE49-F238E27FC236}">
                  <a16:creationId xmlns:a16="http://schemas.microsoft.com/office/drawing/2014/main" id="{E43C0E6E-0A22-BE73-0C24-CAAC9D33B31B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47" name="!! 通知">
              <a:extLst>
                <a:ext uri="{FF2B5EF4-FFF2-40B4-BE49-F238E27FC236}">
                  <a16:creationId xmlns:a16="http://schemas.microsoft.com/office/drawing/2014/main" id="{B1046E62-63D9-46B6-DBFE-FBCD1B8C2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8" name="!! 电池">
              <a:extLst>
                <a:ext uri="{FF2B5EF4-FFF2-40B4-BE49-F238E27FC236}">
                  <a16:creationId xmlns:a16="http://schemas.microsoft.com/office/drawing/2014/main" id="{ECF76923-5353-42C7-A48A-5D7C55560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9" name="!! 时间">
              <a:extLst>
                <a:ext uri="{FF2B5EF4-FFF2-40B4-BE49-F238E27FC236}">
                  <a16:creationId xmlns:a16="http://schemas.microsoft.com/office/drawing/2014/main" id="{9C80874F-7452-50A3-1389-76EA79F9EC8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0" name="!! AC">
              <a:extLst>
                <a:ext uri="{FF2B5EF4-FFF2-40B4-BE49-F238E27FC236}">
                  <a16:creationId xmlns:a16="http://schemas.microsoft.com/office/drawing/2014/main" id="{8EFDEE73-B3F2-8716-67BC-B2C3D31E37F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51" name="!! 声音">
              <a:extLst>
                <a:ext uri="{FF2B5EF4-FFF2-40B4-BE49-F238E27FC236}">
                  <a16:creationId xmlns:a16="http://schemas.microsoft.com/office/drawing/2014/main" id="{5102E5FC-7362-5767-3946-4A437FED2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2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75AFD058-C57A-40F5-8F13-B2EEF4EAD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337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568A-9612-703A-49C1-EB59B4FD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 dock右">
            <a:extLst>
              <a:ext uri="{FF2B5EF4-FFF2-40B4-BE49-F238E27FC236}">
                <a16:creationId xmlns:a16="http://schemas.microsoft.com/office/drawing/2014/main" id="{A85426DF-9353-6E83-A171-EBA8E6CFB7ED}"/>
              </a:ext>
            </a:extLst>
          </p:cNvPr>
          <p:cNvGrpSpPr/>
          <p:nvPr/>
        </p:nvGrpSpPr>
        <p:grpSpPr>
          <a:xfrm>
            <a:off x="4869920" y="5917016"/>
            <a:ext cx="2452159" cy="704838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50DAEE48-0FBB-F06E-DAA4-150C90FA89D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FDA09180-E152-2246-4E2A-883B6B4EF73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6709658D-6F3F-07BE-30F7-482AD0816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BC21A343-89A0-D064-A017-E59A1DEC9E7F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16CB8938-DCB5-A32E-34FA-ED0A15369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0D6F663F-A2BB-2DC5-35F5-CD0F7381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9925BD18-F6F3-75F1-15A8-1410B785B6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E2B93911-486D-40D0-CA67-43F09AEE1A9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0B666867-C1A8-A4CC-9244-8D442E605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08BFACBD-2500-9380-4148-F6D7CFD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B61DB4-3954-2929-845F-2B82A19CFB81}"/>
              </a:ext>
            </a:extLst>
          </p:cNvPr>
          <p:cNvGrpSpPr/>
          <p:nvPr/>
        </p:nvGrpSpPr>
        <p:grpSpPr>
          <a:xfrm>
            <a:off x="1659673" y="933566"/>
            <a:ext cx="658298" cy="967680"/>
            <a:chOff x="2726128" y="2691285"/>
            <a:chExt cx="527312" cy="775134"/>
          </a:xfrm>
          <a:effectLst/>
        </p:grpSpPr>
        <p:grpSp>
          <p:nvGrpSpPr>
            <p:cNvPr id="17" name="!! 设置">
              <a:extLst>
                <a:ext uri="{FF2B5EF4-FFF2-40B4-BE49-F238E27FC236}">
                  <a16:creationId xmlns:a16="http://schemas.microsoft.com/office/drawing/2014/main" id="{54A78E3C-5FFC-691D-B8BE-09B5B67DA0C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9" name="背景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A3DE0590-939A-29F2-F6F5-BBC8D7FAA10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齿轮" descr="单级齿轮 轮廓">
                <a:extLst>
                  <a:ext uri="{FF2B5EF4-FFF2-40B4-BE49-F238E27FC236}">
                    <a16:creationId xmlns:a16="http://schemas.microsoft.com/office/drawing/2014/main" id="{C6EBCF05-CEE3-C562-2277-D3CBD05D4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D321A8D-E822-EFAC-2FC0-6B06E416B88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21" name="相机">
            <a:extLst>
              <a:ext uri="{FF2B5EF4-FFF2-40B4-BE49-F238E27FC236}">
                <a16:creationId xmlns:a16="http://schemas.microsoft.com/office/drawing/2014/main" id="{E24702D6-4FF8-BB54-7914-55049C8FC427}"/>
              </a:ext>
            </a:extLst>
          </p:cNvPr>
          <p:cNvGrpSpPr/>
          <p:nvPr/>
        </p:nvGrpSpPr>
        <p:grpSpPr>
          <a:xfrm>
            <a:off x="3189536" y="933566"/>
            <a:ext cx="658298" cy="967680"/>
            <a:chOff x="3189536" y="933566"/>
            <a:chExt cx="658298" cy="967680"/>
          </a:xfrm>
        </p:grpSpPr>
        <p:sp>
          <p:nvSpPr>
            <p:cNvPr id="22" name="背景">
              <a:extLst>
                <a:ext uri="{FF2B5EF4-FFF2-40B4-BE49-F238E27FC236}">
                  <a16:creationId xmlns:a16="http://schemas.microsoft.com/office/drawing/2014/main" id="{FD8C947E-F5EC-D7A1-EFC7-E25171EFE1AD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527D4F85-80AE-F648-5228-329006FE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ECBDD15-64D0-BE2E-ED43-61E8BCC51470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2" name="!! 背景">
            <a:extLst>
              <a:ext uri="{FF2B5EF4-FFF2-40B4-BE49-F238E27FC236}">
                <a16:creationId xmlns:a16="http://schemas.microsoft.com/office/drawing/2014/main" id="{4D1E5330-0E65-5576-7CAF-FB70F923CA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20229FC1-E1FA-0F7C-8348-3D9CD31FE8B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5543772" y="2876773"/>
            <a:ext cx="1104454" cy="1104454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2CA15259-BB57-3858-E5BD-BFA7CE515443}"/>
              </a:ext>
            </a:extLst>
          </p:cNvPr>
          <p:cNvSpPr txBox="1"/>
          <p:nvPr/>
        </p:nvSpPr>
        <p:spPr>
          <a:xfrm>
            <a:off x="5046561" y="4880565"/>
            <a:ext cx="2095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相册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50000"/>
                    <a:lumOff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Preview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lumMod val="50000"/>
                  <a:lumOff val="50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F4E94849-9FA4-E19B-E7B8-EBA7265693A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4483237" y="1818167"/>
            <a:ext cx="3221666" cy="3221666"/>
          </a:xfrm>
          <a:prstGeom prst="rect">
            <a:avLst/>
          </a:prstGeom>
        </p:spPr>
      </p:pic>
      <p:grpSp>
        <p:nvGrpSpPr>
          <p:cNvPr id="25" name="!! dock右">
            <a:extLst>
              <a:ext uri="{FF2B5EF4-FFF2-40B4-BE49-F238E27FC236}">
                <a16:creationId xmlns:a16="http://schemas.microsoft.com/office/drawing/2014/main" id="{10D38FD3-5E97-AF0F-19AF-07D7C13BE7FB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7" name="!! 模糊">
              <a:extLst>
                <a:ext uri="{FF2B5EF4-FFF2-40B4-BE49-F238E27FC236}">
                  <a16:creationId xmlns:a16="http://schemas.microsoft.com/office/drawing/2014/main" id="{41A1A068-C4D7-4938-AC08-FF9D386129A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颜色遮罩">
              <a:extLst>
                <a:ext uri="{FF2B5EF4-FFF2-40B4-BE49-F238E27FC236}">
                  <a16:creationId xmlns:a16="http://schemas.microsoft.com/office/drawing/2014/main" id="{E2344923-21B0-E32B-B048-CBF0C9442CC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信号">
              <a:extLst>
                <a:ext uri="{FF2B5EF4-FFF2-40B4-BE49-F238E27FC236}">
                  <a16:creationId xmlns:a16="http://schemas.microsoft.com/office/drawing/2014/main" id="{51C31F46-D72E-B1C0-9659-2D2F1ED76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0" name="!! 运营商">
              <a:extLst>
                <a:ext uri="{FF2B5EF4-FFF2-40B4-BE49-F238E27FC236}">
                  <a16:creationId xmlns:a16="http://schemas.microsoft.com/office/drawing/2014/main" id="{A7817575-4F95-A647-3921-F2067840B8C5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1" name="!! 通知">
              <a:extLst>
                <a:ext uri="{FF2B5EF4-FFF2-40B4-BE49-F238E27FC236}">
                  <a16:creationId xmlns:a16="http://schemas.microsoft.com/office/drawing/2014/main" id="{1FE0A139-A02A-3177-7988-A33EF02C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32" name="!! 电池">
              <a:extLst>
                <a:ext uri="{FF2B5EF4-FFF2-40B4-BE49-F238E27FC236}">
                  <a16:creationId xmlns:a16="http://schemas.microsoft.com/office/drawing/2014/main" id="{6E02053B-3E99-4792-9C8A-375F2FDD6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3" name="!! 时间">
              <a:extLst>
                <a:ext uri="{FF2B5EF4-FFF2-40B4-BE49-F238E27FC236}">
                  <a16:creationId xmlns:a16="http://schemas.microsoft.com/office/drawing/2014/main" id="{5829D9EF-F796-5D29-4BCB-10B82CD317E9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!! AC">
              <a:extLst>
                <a:ext uri="{FF2B5EF4-FFF2-40B4-BE49-F238E27FC236}">
                  <a16:creationId xmlns:a16="http://schemas.microsoft.com/office/drawing/2014/main" id="{7C52BB28-7E0B-B992-4684-2AE00C43B00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!! 声音">
              <a:extLst>
                <a:ext uri="{FF2B5EF4-FFF2-40B4-BE49-F238E27FC236}">
                  <a16:creationId xmlns:a16="http://schemas.microsoft.com/office/drawing/2014/main" id="{A25F920B-5F99-0C3E-B17C-59A5FA853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53CA7F2E-99D3-DD28-1B35-92D7DF7E7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7968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A0B6-8031-1E92-B483-FF4A281B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C5F7830-6D8D-61EE-9798-36DF083DD2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1665021-BEB1-3753-0DAC-BD1FBCA5ACCE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CA957EB-425A-B91A-A6C6-18108B400F0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E81CF53-81C2-C0A8-E4EA-D42B042FE9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6FAF49CD-6600-84CB-9EF8-DAC35683953F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9AA7C9F-21A8-95B6-B842-F1108659DEF6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BEA4C74F-0292-E1E1-C43A-4CA7B982528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9F6C24C-D4B5-D64E-C526-82275ADE4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7" name="!! 相机">
            <a:extLst>
              <a:ext uri="{FF2B5EF4-FFF2-40B4-BE49-F238E27FC236}">
                <a16:creationId xmlns:a16="http://schemas.microsoft.com/office/drawing/2014/main" id="{3E93E8EA-05D5-1E36-1984-F0BC7019CE19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8" name="!! 选中">
              <a:hlinkClick r:id="rId6" action="ppaction://hlinksldjump"/>
              <a:extLst>
                <a:ext uri="{FF2B5EF4-FFF2-40B4-BE49-F238E27FC236}">
                  <a16:creationId xmlns:a16="http://schemas.microsoft.com/office/drawing/2014/main" id="{A26A6E92-3DFA-E411-D4C9-AB1A4D6C0E7A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3B6982FE-78BB-B27C-59BB-582F46BAA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8589DBD8-52DB-FEE1-7CA0-2EEB709D2E2C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CA8922BD-1BE9-585C-CCDF-927C95D4710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E1D553A6-51D3-41B1-F954-C1EB1532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6" name="!! 关闭按钮">
            <a:extLst>
              <a:ext uri="{FF2B5EF4-FFF2-40B4-BE49-F238E27FC236}">
                <a16:creationId xmlns:a16="http://schemas.microsoft.com/office/drawing/2014/main" id="{93792B83-04FF-531F-24B5-3EF214B4865E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7" name="矩形: 圆角 16">
              <a:hlinkClick r:id="rId12" action="ppaction://hlinksldjump"/>
              <a:extLst>
                <a:ext uri="{FF2B5EF4-FFF2-40B4-BE49-F238E27FC236}">
                  <a16:creationId xmlns:a16="http://schemas.microsoft.com/office/drawing/2014/main" id="{12CE03EF-34E4-D768-6C3C-212E71ECAE4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9219B4F9-E1F4-C0B8-3DA8-064533AA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pic>
        <p:nvPicPr>
          <p:cNvPr id="19" name="!! ico">
            <a:extLst>
              <a:ext uri="{FF2B5EF4-FFF2-40B4-BE49-F238E27FC236}">
                <a16:creationId xmlns:a16="http://schemas.microsoft.com/office/drawing/2014/main" id="{8966FA6E-48AC-4D27-5E6D-D69B4C61DEE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341043" y="2876773"/>
            <a:ext cx="1104454" cy="1104454"/>
          </a:xfrm>
          <a:prstGeom prst="rect">
            <a:avLst/>
          </a:prstGeom>
        </p:spPr>
      </p:pic>
      <p:grpSp>
        <p:nvGrpSpPr>
          <p:cNvPr id="9" name="!! dock右">
            <a:extLst>
              <a:ext uri="{FF2B5EF4-FFF2-40B4-BE49-F238E27FC236}">
                <a16:creationId xmlns:a16="http://schemas.microsoft.com/office/drawing/2014/main" id="{31126468-A604-718A-C9FC-0633024329D6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0" name="!! 模糊">
              <a:extLst>
                <a:ext uri="{FF2B5EF4-FFF2-40B4-BE49-F238E27FC236}">
                  <a16:creationId xmlns:a16="http://schemas.microsoft.com/office/drawing/2014/main" id="{30F7FB94-2444-FC21-76BC-FE4D12F79B9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408F2B46-1B4F-10FC-A996-1C3FE12DE2B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0" name="!! 信号">
              <a:extLst>
                <a:ext uri="{FF2B5EF4-FFF2-40B4-BE49-F238E27FC236}">
                  <a16:creationId xmlns:a16="http://schemas.microsoft.com/office/drawing/2014/main" id="{C3316997-E7B0-D224-4850-DA80B4B30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1" name="!! 运营商">
              <a:extLst>
                <a:ext uri="{FF2B5EF4-FFF2-40B4-BE49-F238E27FC236}">
                  <a16:creationId xmlns:a16="http://schemas.microsoft.com/office/drawing/2014/main" id="{E98523CC-932F-E963-6D46-0DB6E4AC10E9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2" name="!! 通知">
              <a:extLst>
                <a:ext uri="{FF2B5EF4-FFF2-40B4-BE49-F238E27FC236}">
                  <a16:creationId xmlns:a16="http://schemas.microsoft.com/office/drawing/2014/main" id="{E306C13D-F1E3-21EE-1D0E-745008538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3" name="!! 电池">
              <a:extLst>
                <a:ext uri="{FF2B5EF4-FFF2-40B4-BE49-F238E27FC236}">
                  <a16:creationId xmlns:a16="http://schemas.microsoft.com/office/drawing/2014/main" id="{F6F47A09-3E9F-DF42-CE7B-0CD748C0C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4" name="!! 时间">
              <a:extLst>
                <a:ext uri="{FF2B5EF4-FFF2-40B4-BE49-F238E27FC236}">
                  <a16:creationId xmlns:a16="http://schemas.microsoft.com/office/drawing/2014/main" id="{39251A43-D38C-4C9B-F86C-737F4576C26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EF086251-7414-56D4-B99D-5E43684EB49A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3419D50D-D2BB-7D54-1E8A-862E83C39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25" action="ppaction://hlinksldjump"/>
              <a:extLst>
                <a:ext uri="{FF2B5EF4-FFF2-40B4-BE49-F238E27FC236}">
                  <a16:creationId xmlns:a16="http://schemas.microsoft.com/office/drawing/2014/main" id="{B9155580-6F15-73C4-58BD-BDEEC9CBB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500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781A-70FD-548C-1AFA-ED1F98C2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42CB7A9-6A96-DEB7-392A-DEB59018C5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65AE912-02D0-9A24-5B3A-4C019174CE10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DA6B55F-46D0-AE2F-33F8-F98081415FE9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9F468BF-B780-E85C-FCCD-A3100F08DD71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22CD572F-14FC-0F2D-B240-9567237E17E1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31649A7-7FC8-1522-6FFB-7362875895C9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E2E918FF-3E1F-22AB-30F1-5CA049D74E3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28167790-7C8F-EE9A-8E5B-455B9457D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D0CCBDEE-806D-FD3D-7A50-F96ED8E9E17A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0" name="矩形: 圆角 9">
              <a:hlinkClick r:id="rId6" action="ppaction://hlinksldjump"/>
              <a:extLst>
                <a:ext uri="{FF2B5EF4-FFF2-40B4-BE49-F238E27FC236}">
                  <a16:creationId xmlns:a16="http://schemas.microsoft.com/office/drawing/2014/main" id="{89BD7709-3496-9FCD-EA7E-B7001CCA139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2CDC8B86-4A2B-A71D-F46E-B543BA786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154C5CA2-EF76-218D-B0AD-E360FC6BA308}"/>
              </a:ext>
            </a:extLst>
          </p:cNvPr>
          <p:cNvSpPr txBox="1"/>
          <p:nvPr/>
        </p:nvSpPr>
        <p:spPr>
          <a:xfrm>
            <a:off x="5886670" y="6207760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共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项（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图片，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视频），占用 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 MB</a:t>
            </a:r>
            <a:endParaRPr lang="zh-CN" altLang="en-US" sz="1400" dirty="0">
              <a:solidFill>
                <a:schemeClr val="bg1">
                  <a:lumMod val="25000"/>
                </a:schemeClr>
              </a:solidFill>
            </a:endParaRPr>
          </a:p>
        </p:txBody>
      </p:sp>
      <p:grpSp>
        <p:nvGrpSpPr>
          <p:cNvPr id="6" name="!! 相机">
            <a:extLst>
              <a:ext uri="{FF2B5EF4-FFF2-40B4-BE49-F238E27FC236}">
                <a16:creationId xmlns:a16="http://schemas.microsoft.com/office/drawing/2014/main" id="{509CA650-6CFF-118E-CCF3-3AF133440E6B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7" name="!! 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2D69E160-2920-66DD-A397-53B5F78F9783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8" name="icon">
              <a:extLst>
                <a:ext uri="{FF2B5EF4-FFF2-40B4-BE49-F238E27FC236}">
                  <a16:creationId xmlns:a16="http://schemas.microsoft.com/office/drawing/2014/main" id="{971DE965-2DAF-9967-3C4F-BB28768B8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2" name="!! 全部媒体">
            <a:extLst>
              <a:ext uri="{FF2B5EF4-FFF2-40B4-BE49-F238E27FC236}">
                <a16:creationId xmlns:a16="http://schemas.microsoft.com/office/drawing/2014/main" id="{340B3DD3-55FF-77E3-A2B6-66950F35CA0B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14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DC0C7AC8-B40A-D918-D3A0-5E5D6D315765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5" name="icon">
              <a:extLst>
                <a:ext uri="{FF2B5EF4-FFF2-40B4-BE49-F238E27FC236}">
                  <a16:creationId xmlns:a16="http://schemas.microsoft.com/office/drawing/2014/main" id="{8D4E134D-DFBD-B270-BB95-41BD46DF3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16" name="!! dock右">
            <a:extLst>
              <a:ext uri="{FF2B5EF4-FFF2-40B4-BE49-F238E27FC236}">
                <a16:creationId xmlns:a16="http://schemas.microsoft.com/office/drawing/2014/main" id="{55FC8504-487E-5989-827F-2B54F0532D82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17" name="!! 模糊">
              <a:extLst>
                <a:ext uri="{FF2B5EF4-FFF2-40B4-BE49-F238E27FC236}">
                  <a16:creationId xmlns:a16="http://schemas.microsoft.com/office/drawing/2014/main" id="{77BC289C-F5ED-82D4-4994-F2D8D3675EB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AFCB29F1-AD50-656B-83C4-7DE8C4A3DED7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71CDE998-84E9-BD5F-92B0-688793EF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C8A78619-ECEA-0DAB-B1A1-BE64FA06E260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CA0A78D3-2173-9CD6-F7EB-D0BA5EB7D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6B80DDD2-B2D8-2214-98E8-0F9452AA5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80BCF282-58D1-919E-CD5E-63DDF53DAEA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658E2D61-0E40-1991-02C4-560D4EA59E6C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6" name="!! 声音">
              <a:extLst>
                <a:ext uri="{FF2B5EF4-FFF2-40B4-BE49-F238E27FC236}">
                  <a16:creationId xmlns:a16="http://schemas.microsoft.com/office/drawing/2014/main" id="{A84D4F33-1722-1033-318D-18E37AA3E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9" name="!! 电源">
              <a:hlinkClick r:id="rId23" action="ppaction://hlinksldjump"/>
              <a:extLst>
                <a:ext uri="{FF2B5EF4-FFF2-40B4-BE49-F238E27FC236}">
                  <a16:creationId xmlns:a16="http://schemas.microsoft.com/office/drawing/2014/main" id="{A974FED5-247A-6710-87FE-3D6BDE9EF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357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99C4-FDA2-F82E-DB53-289D341E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28B8256-050A-5219-9449-2D4592DEE1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07D33BE-3356-E406-286E-0211442C718F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BF5D485-A43F-6381-503D-732AD0E5FECB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B75C99E-8C74-56FD-FF8E-A05D29671A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5C5CC81-9DC3-E646-51E7-3C31CEAF7721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4D32BA3-34E1-CE7C-410A-E8D22EBB9280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AFE7DC05-A7C0-9A19-2FFE-1ADD3DB742F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D364920-9D4B-104F-1BC2-B98F214B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1BAFF56-D9ED-3110-D1E7-73D12930DA8E}"/>
              </a:ext>
            </a:extLst>
          </p:cNvPr>
          <p:cNvSpPr txBox="1"/>
          <p:nvPr/>
        </p:nvSpPr>
        <p:spPr>
          <a:xfrm>
            <a:off x="5886670" y="6207760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项（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图片，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视频），占用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2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&lt;1 MB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2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7" name="!! img1">
            <a:extLst>
              <a:ext uri="{FF2B5EF4-FFF2-40B4-BE49-F238E27FC236}">
                <a16:creationId xmlns:a16="http://schemas.microsoft.com/office/drawing/2014/main" id="{35E1A5DB-D612-FB32-2EEC-6FA37BFD7B55}"/>
              </a:ext>
            </a:extLst>
          </p:cNvPr>
          <p:cNvSpPr/>
          <p:nvPr/>
        </p:nvSpPr>
        <p:spPr>
          <a:xfrm>
            <a:off x="3598346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img2">
            <a:extLst>
              <a:ext uri="{FF2B5EF4-FFF2-40B4-BE49-F238E27FC236}">
                <a16:creationId xmlns:a16="http://schemas.microsoft.com/office/drawing/2014/main" id="{07F7406C-C24E-6229-9529-AA8928DCD64A}"/>
              </a:ext>
            </a:extLst>
          </p:cNvPr>
          <p:cNvSpPr/>
          <p:nvPr/>
        </p:nvSpPr>
        <p:spPr>
          <a:xfrm>
            <a:off x="5031742" y="-2507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!! img3">
            <a:extLst>
              <a:ext uri="{FF2B5EF4-FFF2-40B4-BE49-F238E27FC236}">
                <a16:creationId xmlns:a16="http://schemas.microsoft.com/office/drawing/2014/main" id="{62A2BD97-EB8B-92FC-99B7-6304D65DFD3F}"/>
              </a:ext>
            </a:extLst>
          </p:cNvPr>
          <p:cNvSpPr/>
          <p:nvPr/>
        </p:nvSpPr>
        <p:spPr>
          <a:xfrm>
            <a:off x="6465134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img4">
            <a:extLst>
              <a:ext uri="{FF2B5EF4-FFF2-40B4-BE49-F238E27FC236}">
                <a16:creationId xmlns:a16="http://schemas.microsoft.com/office/drawing/2014/main" id="{B3FCA693-1CAF-6781-C128-5B292898D95A}"/>
              </a:ext>
            </a:extLst>
          </p:cNvPr>
          <p:cNvSpPr/>
          <p:nvPr/>
        </p:nvSpPr>
        <p:spPr>
          <a:xfrm>
            <a:off x="7888616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!! img5">
            <a:extLst>
              <a:ext uri="{FF2B5EF4-FFF2-40B4-BE49-F238E27FC236}">
                <a16:creationId xmlns:a16="http://schemas.microsoft.com/office/drawing/2014/main" id="{6CA5DDAB-2DE1-A12B-8A9D-C75A22DAD686}"/>
              </a:ext>
            </a:extLst>
          </p:cNvPr>
          <p:cNvSpPr/>
          <p:nvPr/>
        </p:nvSpPr>
        <p:spPr>
          <a:xfrm>
            <a:off x="9321849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!! img6">
            <a:extLst>
              <a:ext uri="{FF2B5EF4-FFF2-40B4-BE49-F238E27FC236}">
                <a16:creationId xmlns:a16="http://schemas.microsoft.com/office/drawing/2014/main" id="{FE17A423-805E-FD41-7EF4-66AC6A98D1E2}"/>
              </a:ext>
            </a:extLst>
          </p:cNvPr>
          <p:cNvSpPr/>
          <p:nvPr/>
        </p:nvSpPr>
        <p:spPr>
          <a:xfrm>
            <a:off x="10755841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img7">
            <a:extLst>
              <a:ext uri="{FF2B5EF4-FFF2-40B4-BE49-F238E27FC236}">
                <a16:creationId xmlns:a16="http://schemas.microsoft.com/office/drawing/2014/main" id="{5BBF93A9-3EB3-9433-9E0A-F8616CA11ED2}"/>
              </a:ext>
            </a:extLst>
          </p:cNvPr>
          <p:cNvSpPr/>
          <p:nvPr/>
        </p:nvSpPr>
        <p:spPr>
          <a:xfrm>
            <a:off x="3592453" y="1424349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!! 关闭按钮">
            <a:extLst>
              <a:ext uri="{FF2B5EF4-FFF2-40B4-BE49-F238E27FC236}">
                <a16:creationId xmlns:a16="http://schemas.microsoft.com/office/drawing/2014/main" id="{EADF2040-C64C-AC1C-B10A-C13260763CDF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8" name="矩形: 圆角 7">
              <a:hlinkClick r:id="rId6" action="ppaction://hlinksldjump"/>
              <a:extLst>
                <a:ext uri="{FF2B5EF4-FFF2-40B4-BE49-F238E27FC236}">
                  <a16:creationId xmlns:a16="http://schemas.microsoft.com/office/drawing/2014/main" id="{7D037CF1-D010-EB23-5213-E4C462AC09C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AC586709-F4A7-82BC-9D74-956EB421D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9" name="!! 相机">
            <a:extLst>
              <a:ext uri="{FF2B5EF4-FFF2-40B4-BE49-F238E27FC236}">
                <a16:creationId xmlns:a16="http://schemas.microsoft.com/office/drawing/2014/main" id="{5950A4CF-E31C-7A4F-2462-2DC8AE84B528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10" name="!! 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4110E4C4-4C2A-E3FE-D91E-99AA333DE414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11" name="icon">
              <a:extLst>
                <a:ext uri="{FF2B5EF4-FFF2-40B4-BE49-F238E27FC236}">
                  <a16:creationId xmlns:a16="http://schemas.microsoft.com/office/drawing/2014/main" id="{2BDEEE4B-EE7F-3335-A9EB-7F759C5D1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9B2B1DB1-E781-1083-D5CD-E2964C0F9275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8F4A8919-9968-3C96-507F-689E3D7549A7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6E71DA64-4022-00D4-4FBA-CF64776A4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19" name="!! dock右">
            <a:extLst>
              <a:ext uri="{FF2B5EF4-FFF2-40B4-BE49-F238E27FC236}">
                <a16:creationId xmlns:a16="http://schemas.microsoft.com/office/drawing/2014/main" id="{7DC8A053-2258-5F52-8BE3-CEFC27517CF9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03559A83-C2EF-A9FB-2F94-B46F943F285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1" name="!! 颜色遮罩">
              <a:extLst>
                <a:ext uri="{FF2B5EF4-FFF2-40B4-BE49-F238E27FC236}">
                  <a16:creationId xmlns:a16="http://schemas.microsoft.com/office/drawing/2014/main" id="{321F01B3-0CF8-661A-A932-8ED3ED4BF09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C5AF7523-26B5-B39C-3FA9-DC2DF6E2D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4" name="!! 运营商">
              <a:extLst>
                <a:ext uri="{FF2B5EF4-FFF2-40B4-BE49-F238E27FC236}">
                  <a16:creationId xmlns:a16="http://schemas.microsoft.com/office/drawing/2014/main" id="{ED2058E2-2EB8-BAF7-B34A-59152C4F7458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26" name="!! 通知">
              <a:extLst>
                <a:ext uri="{FF2B5EF4-FFF2-40B4-BE49-F238E27FC236}">
                  <a16:creationId xmlns:a16="http://schemas.microsoft.com/office/drawing/2014/main" id="{5A98E55B-594E-5B70-D5A5-0BB8919F9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AB96DD71-2E1D-849C-597A-6CAA5B0CB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4" name="!! 时间">
              <a:extLst>
                <a:ext uri="{FF2B5EF4-FFF2-40B4-BE49-F238E27FC236}">
                  <a16:creationId xmlns:a16="http://schemas.microsoft.com/office/drawing/2014/main" id="{ACEA9471-0420-093B-63B3-BE2184C8C24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5" name="!! AC">
              <a:extLst>
                <a:ext uri="{FF2B5EF4-FFF2-40B4-BE49-F238E27FC236}">
                  <a16:creationId xmlns:a16="http://schemas.microsoft.com/office/drawing/2014/main" id="{5E070D36-1385-7C37-D575-AF2B94B1C407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6" name="!! 声音">
              <a:extLst>
                <a:ext uri="{FF2B5EF4-FFF2-40B4-BE49-F238E27FC236}">
                  <a16:creationId xmlns:a16="http://schemas.microsoft.com/office/drawing/2014/main" id="{C7E2151D-BCF2-8D52-C29F-94476D856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7" name="!! 电源">
              <a:hlinkClick r:id="rId23" action="ppaction://hlinksldjump"/>
              <a:extLst>
                <a:ext uri="{FF2B5EF4-FFF2-40B4-BE49-F238E27FC236}">
                  <a16:creationId xmlns:a16="http://schemas.microsoft.com/office/drawing/2014/main" id="{46F7FF09-D5C1-9A98-8EA9-7FAA65984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461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2" grpId="0" animBg="1"/>
      <p:bldP spid="22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6" grpId="0" animBg="1"/>
      <p:bldP spid="6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80CE-6CCB-62D4-F868-E6FFD12F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1BFE0EA-8FF5-2214-2C5E-E48E3DE20A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96FBE70-C69B-F7DE-0906-C77FA826C714}"/>
              </a:ext>
            </a:extLst>
          </p:cNvPr>
          <p:cNvGrpSpPr/>
          <p:nvPr/>
        </p:nvGrpSpPr>
        <p:grpSpPr>
          <a:xfrm>
            <a:off x="462455" y="484333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932C61F-2D70-CE59-D223-535400FFBBF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29C5465-C040-B2EE-5998-D8C71522DF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vivo Sans Medium"/>
                  <a:ea typeface="vivo Sans Medium"/>
                  <a:cs typeface="+mn-cs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990D81B-834E-8260-F776-7499021CF926}"/>
              </a:ext>
            </a:extLst>
          </p:cNvPr>
          <p:cNvSpPr/>
          <p:nvPr/>
        </p:nvSpPr>
        <p:spPr>
          <a:xfrm>
            <a:off x="3594540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79437A0E-B746-B962-C617-DEBB6866920B}"/>
              </a:ext>
            </a:extLst>
          </p:cNvPr>
          <p:cNvGrpSpPr/>
          <p:nvPr/>
        </p:nvGrpSpPr>
        <p:grpSpPr>
          <a:xfrm>
            <a:off x="2757493" y="569911"/>
            <a:ext cx="290510" cy="290510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FDD01C9-71A2-017F-AB19-949B1E5AF26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5977C068-7B3E-8577-7AAA-E855A8D52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4899A997-3266-9FED-FF16-4C12CAACBE13}"/>
              </a:ext>
            </a:extLst>
          </p:cNvPr>
          <p:cNvGrpSpPr/>
          <p:nvPr/>
        </p:nvGrpSpPr>
        <p:grpSpPr>
          <a:xfrm>
            <a:off x="2333438" y="569911"/>
            <a:ext cx="290510" cy="290510"/>
            <a:chOff x="2328464" y="3107859"/>
            <a:chExt cx="583223" cy="58322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3B6A9C3-8218-53CB-2638-8406794C7A9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vivo Sans"/>
                <a:ea typeface="vivo Sans"/>
                <a:cs typeface="+mn-c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9645E751-8A32-999F-3310-ACCB03A89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84CFB5F-7CC1-396E-05BF-0E17FC01BD05}"/>
              </a:ext>
            </a:extLst>
          </p:cNvPr>
          <p:cNvGrpSpPr/>
          <p:nvPr/>
        </p:nvGrpSpPr>
        <p:grpSpPr>
          <a:xfrm>
            <a:off x="7402866" y="1246429"/>
            <a:ext cx="980808" cy="980808"/>
            <a:chOff x="7332875" y="1296357"/>
            <a:chExt cx="980808" cy="980808"/>
          </a:xfrm>
        </p:grpSpPr>
        <p:sp>
          <p:nvSpPr>
            <p:cNvPr id="34" name="!! 背景">
              <a:hlinkClick r:id="rId8" action="ppaction://hlinksldjump"/>
              <a:extLst>
                <a:ext uri="{FF2B5EF4-FFF2-40B4-BE49-F238E27FC236}">
                  <a16:creationId xmlns:a16="http://schemas.microsoft.com/office/drawing/2014/main" id="{9E9C5CA4-9C73-E945-7D9C-24A007AE3E0C}"/>
                </a:ext>
              </a:extLst>
            </p:cNvPr>
            <p:cNvSpPr/>
            <p:nvPr/>
          </p:nvSpPr>
          <p:spPr>
            <a:xfrm>
              <a:off x="7332875" y="1296357"/>
              <a:ext cx="980808" cy="980808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icon">
              <a:extLst>
                <a:ext uri="{FF2B5EF4-FFF2-40B4-BE49-F238E27FC236}">
                  <a16:creationId xmlns:a16="http://schemas.microsoft.com/office/drawing/2014/main" id="{54E08F42-F85E-EFDF-D522-A9CF5A83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539949" y="1503431"/>
              <a:ext cx="566660" cy="566660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6DFB6C-0C42-653D-04CA-1E9156027703}"/>
              </a:ext>
            </a:extLst>
          </p:cNvPr>
          <p:cNvSpPr txBox="1"/>
          <p:nvPr/>
        </p:nvSpPr>
        <p:spPr>
          <a:xfrm>
            <a:off x="7304691" y="2348691"/>
            <a:ext cx="117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相册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60AC4F-9529-4F25-5034-141926B20161}"/>
              </a:ext>
            </a:extLst>
          </p:cNvPr>
          <p:cNvSpPr txBox="1"/>
          <p:nvPr/>
        </p:nvSpPr>
        <p:spPr>
          <a:xfrm>
            <a:off x="6505721" y="6220046"/>
            <a:ext cx="2775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© 2025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雨夌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All Rights Reserved.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624F8E-11BA-AA4C-7219-008A60524980}"/>
              </a:ext>
            </a:extLst>
          </p:cNvPr>
          <p:cNvSpPr txBox="1"/>
          <p:nvPr/>
        </p:nvSpPr>
        <p:spPr>
          <a:xfrm>
            <a:off x="6616264" y="2784389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App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1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.2.0.preview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F8A77F-0B4D-29F7-44C4-468ECAB5F3A2}"/>
              </a:ext>
            </a:extLst>
          </p:cNvPr>
          <p:cNvSpPr txBox="1"/>
          <p:nvPr/>
        </p:nvSpPr>
        <p:spPr>
          <a:xfrm>
            <a:off x="6616264" y="3016087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UI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5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.1.0</a:t>
            </a:r>
          </a:p>
        </p:txBody>
      </p:sp>
      <p:grpSp>
        <p:nvGrpSpPr>
          <p:cNvPr id="17" name="!! 相机">
            <a:extLst>
              <a:ext uri="{FF2B5EF4-FFF2-40B4-BE49-F238E27FC236}">
                <a16:creationId xmlns:a16="http://schemas.microsoft.com/office/drawing/2014/main" id="{F92B760A-55CE-9168-8BA2-0B34FC65C87A}"/>
              </a:ext>
            </a:extLst>
          </p:cNvPr>
          <p:cNvGrpSpPr/>
          <p:nvPr/>
        </p:nvGrpSpPr>
        <p:grpSpPr>
          <a:xfrm>
            <a:off x="471694" y="1296357"/>
            <a:ext cx="2552892" cy="457924"/>
            <a:chOff x="471694" y="1296357"/>
            <a:chExt cx="2552892" cy="457924"/>
          </a:xfrm>
        </p:grpSpPr>
        <p:sp>
          <p:nvSpPr>
            <p:cNvPr id="21" name="!! 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4A998FF9-8440-99CF-6661-E8C39E30FF6B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22" name="icon">
              <a:extLst>
                <a:ext uri="{FF2B5EF4-FFF2-40B4-BE49-F238E27FC236}">
                  <a16:creationId xmlns:a16="http://schemas.microsoft.com/office/drawing/2014/main" id="{5AFAB864-7586-9941-EC2B-7AFAAC866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23" name="!! 全部媒体">
            <a:extLst>
              <a:ext uri="{FF2B5EF4-FFF2-40B4-BE49-F238E27FC236}">
                <a16:creationId xmlns:a16="http://schemas.microsoft.com/office/drawing/2014/main" id="{92562C48-F508-F962-B5DF-2E4C8C809697}"/>
              </a:ext>
            </a:extLst>
          </p:cNvPr>
          <p:cNvGrpSpPr/>
          <p:nvPr/>
        </p:nvGrpSpPr>
        <p:grpSpPr>
          <a:xfrm>
            <a:off x="481145" y="1890767"/>
            <a:ext cx="2552892" cy="457924"/>
            <a:chOff x="481145" y="1890767"/>
            <a:chExt cx="2552892" cy="457924"/>
          </a:xfrm>
        </p:grpSpPr>
        <p:sp>
          <p:nvSpPr>
            <p:cNvPr id="24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048F19E7-861B-594D-BAC0-D22B95E9387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5F5">
                      <a:lumMod val="25000"/>
                    </a:srgbClr>
                  </a:solidFill>
                  <a:effectLst/>
                  <a:uLnTx/>
                  <a:uFillTx/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26" name="icon">
              <a:extLst>
                <a:ext uri="{FF2B5EF4-FFF2-40B4-BE49-F238E27FC236}">
                  <a16:creationId xmlns:a16="http://schemas.microsoft.com/office/drawing/2014/main" id="{AB1C497A-4317-3037-3589-2181B8F28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7" name="!! dock右">
            <a:extLst>
              <a:ext uri="{FF2B5EF4-FFF2-40B4-BE49-F238E27FC236}">
                <a16:creationId xmlns:a16="http://schemas.microsoft.com/office/drawing/2014/main" id="{7FD9E606-F92E-264E-CC42-EEFB10EF6322}"/>
              </a:ext>
            </a:extLst>
          </p:cNvPr>
          <p:cNvGrpSpPr/>
          <p:nvPr/>
        </p:nvGrpSpPr>
        <p:grpSpPr>
          <a:xfrm>
            <a:off x="4869920" y="7119571"/>
            <a:ext cx="2452159" cy="704838"/>
            <a:chOff x="7408333" y="5780624"/>
            <a:chExt cx="2452159" cy="704838"/>
          </a:xfrm>
        </p:grpSpPr>
        <p:sp useBgFill="1">
          <p:nvSpPr>
            <p:cNvPr id="8" name="!! 模糊">
              <a:extLst>
                <a:ext uri="{FF2B5EF4-FFF2-40B4-BE49-F238E27FC236}">
                  <a16:creationId xmlns:a16="http://schemas.microsoft.com/office/drawing/2014/main" id="{5541373B-24A3-B9AB-7C5C-45F02213F7C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FA0BF048-A44F-8851-CBEB-ED6AD5A3AEB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0AA0D145-12B5-9CA5-61C3-927524CF0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168AE625-E886-9D82-641D-204F178E4F98}"/>
                </a:ext>
              </a:extLst>
            </p:cNvPr>
            <p:cNvSpPr txBox="1"/>
            <p:nvPr/>
          </p:nvSpPr>
          <p:spPr>
            <a:xfrm>
              <a:off x="7813676" y="591345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C46F2A67-253F-8BD5-3BAB-12CF5160A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8DD352C4-4E05-EF2B-D1A8-8CB47BF12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E38A5211-27C5-FE19-F23A-8073990E724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4952F6E0-A165-5FA2-058D-B39D0AE2E82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832CF8A1-04DE-3822-4BF9-61DEA26C9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3" name="!! 电源">
              <a:hlinkClick r:id="rId25" action="ppaction://hlinksldjump"/>
              <a:extLst>
                <a:ext uri="{FF2B5EF4-FFF2-40B4-BE49-F238E27FC236}">
                  <a16:creationId xmlns:a16="http://schemas.microsoft.com/office/drawing/2014/main" id="{FB8102D4-A519-C51B-5B0F-81FAB5EB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68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8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副标题">
            <a:extLst>
              <a:ext uri="{FF2B5EF4-FFF2-40B4-BE49-F238E27FC236}">
                <a16:creationId xmlns:a16="http://schemas.microsoft.com/office/drawing/2014/main" id="{0F0D2FBF-8576-C8F4-FECE-EA33AF17D3D7}"/>
              </a:ext>
            </a:extLst>
          </p:cNvPr>
          <p:cNvSpPr txBox="1"/>
          <p:nvPr/>
        </p:nvSpPr>
        <p:spPr>
          <a:xfrm>
            <a:off x="4320363" y="1679941"/>
            <a:ext cx="355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5" name="!! 大标题">
            <a:extLst>
              <a:ext uri="{FF2B5EF4-FFF2-40B4-BE49-F238E27FC236}">
                <a16:creationId xmlns:a16="http://schemas.microsoft.com/office/drawing/2014/main" id="{1ABE1488-A941-5FE0-1A1A-D498747A6E00}"/>
              </a:ext>
            </a:extLst>
          </p:cNvPr>
          <p:cNvSpPr txBox="1"/>
          <p:nvPr/>
        </p:nvSpPr>
        <p:spPr>
          <a:xfrm>
            <a:off x="4320363" y="1095166"/>
            <a:ext cx="355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10" name="!! 按钮1">
            <a:hlinkClick r:id="rId2" action="ppaction://hlinksldjump"/>
            <a:extLst>
              <a:ext uri="{FF2B5EF4-FFF2-40B4-BE49-F238E27FC236}">
                <a16:creationId xmlns:a16="http://schemas.microsoft.com/office/drawing/2014/main" id="{335D13F1-BCD6-265D-2188-CA91ABEB66F2}"/>
              </a:ext>
            </a:extLst>
          </p:cNvPr>
          <p:cNvSpPr/>
          <p:nvPr/>
        </p:nvSpPr>
        <p:spPr>
          <a:xfrm>
            <a:off x="4469217" y="5762834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关机</a:t>
            </a:r>
          </a:p>
        </p:txBody>
      </p:sp>
      <p:sp>
        <p:nvSpPr>
          <p:cNvPr id="12" name="!! 按钮3">
            <a:hlinkClick r:id="rId3" action="ppaction://hlinksldjump"/>
            <a:extLst>
              <a:ext uri="{FF2B5EF4-FFF2-40B4-BE49-F238E27FC236}">
                <a16:creationId xmlns:a16="http://schemas.microsoft.com/office/drawing/2014/main" id="{19DAE3D9-6081-DA6B-F608-FFCF4504F2EE}"/>
              </a:ext>
            </a:extLst>
          </p:cNvPr>
          <p:cNvSpPr/>
          <p:nvPr/>
        </p:nvSpPr>
        <p:spPr>
          <a:xfrm>
            <a:off x="4469217" y="4604620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启动 </a:t>
            </a:r>
            <a:r>
              <a:rPr lang="en-US" altLang="zh-CN" sz="1400" dirty="0">
                <a:solidFill>
                  <a:schemeClr val="bg2"/>
                </a:solidFill>
              </a:rPr>
              <a:t>Leaf OS</a:t>
            </a:r>
            <a:endParaRPr lang="zh-CN" altLang="en-US" sz="1400" dirty="0">
              <a:solidFill>
                <a:schemeClr val="bg2"/>
              </a:solidFill>
            </a:endParaRPr>
          </a:p>
        </p:txBody>
      </p:sp>
      <p:sp>
        <p:nvSpPr>
          <p:cNvPr id="13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D3B30E-CF9B-D205-299B-93885D5409A8}"/>
              </a:ext>
            </a:extLst>
          </p:cNvPr>
          <p:cNvSpPr/>
          <p:nvPr/>
        </p:nvSpPr>
        <p:spPr>
          <a:xfrm>
            <a:off x="4469217" y="5178059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更多工具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4C055A-3173-1D71-C9EB-3823D1663E83}"/>
              </a:ext>
            </a:extLst>
          </p:cNvPr>
          <p:cNvSpPr txBox="1"/>
          <p:nvPr/>
        </p:nvSpPr>
        <p:spPr>
          <a:xfrm>
            <a:off x="9973340" y="159488"/>
            <a:ext cx="200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3.0.1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25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E983B-909B-66CC-29A8-55A86422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F7A6719-948D-0C3F-5BB1-BB32507726CF}"/>
              </a:ext>
            </a:extLst>
          </p:cNvPr>
          <p:cNvSpPr txBox="1"/>
          <p:nvPr/>
        </p:nvSpPr>
        <p:spPr>
          <a:xfrm>
            <a:off x="9973340" y="159488"/>
            <a:ext cx="200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E9A70B71-1D29-4057-0D8A-9A5388CA92E2}"/>
              </a:ext>
            </a:extLst>
          </p:cNvPr>
          <p:cNvSpPr/>
          <p:nvPr/>
        </p:nvSpPr>
        <p:spPr>
          <a:xfrm>
            <a:off x="4469217" y="4601646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启动选项</a:t>
            </a:r>
          </a:p>
        </p:txBody>
      </p:sp>
      <p:sp>
        <p:nvSpPr>
          <p:cNvPr id="7" name="!! 按钮4">
            <a:hlinkClick r:id="rId3" action="ppaction://hlinksldjump"/>
            <a:extLst>
              <a:ext uri="{FF2B5EF4-FFF2-40B4-BE49-F238E27FC236}">
                <a16:creationId xmlns:a16="http://schemas.microsoft.com/office/drawing/2014/main" id="{88D77976-F6D2-5E3E-92B9-7A8FA94F8CD2}"/>
              </a:ext>
            </a:extLst>
          </p:cNvPr>
          <p:cNvSpPr/>
          <p:nvPr/>
        </p:nvSpPr>
        <p:spPr>
          <a:xfrm>
            <a:off x="4469217" y="4021052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系统工具</a:t>
            </a:r>
          </a:p>
        </p:txBody>
      </p:sp>
      <p:sp>
        <p:nvSpPr>
          <p:cNvPr id="8" name="!! 按钮2">
            <a:hlinkClick r:id="rId4" action="ppaction://hlinksldjump"/>
            <a:extLst>
              <a:ext uri="{FF2B5EF4-FFF2-40B4-BE49-F238E27FC236}">
                <a16:creationId xmlns:a16="http://schemas.microsoft.com/office/drawing/2014/main" id="{E4C79BB4-F139-2918-5FA7-E2DD15BE2675}"/>
              </a:ext>
            </a:extLst>
          </p:cNvPr>
          <p:cNvSpPr/>
          <p:nvPr/>
        </p:nvSpPr>
        <p:spPr>
          <a:xfrm>
            <a:off x="4469217" y="5182240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其它工具</a:t>
            </a:r>
          </a:p>
        </p:txBody>
      </p:sp>
      <p:sp>
        <p:nvSpPr>
          <p:cNvPr id="9" name="!! 按钮1">
            <a:hlinkClick r:id="rId5" action="ppaction://hlinksldjump"/>
            <a:extLst>
              <a:ext uri="{FF2B5EF4-FFF2-40B4-BE49-F238E27FC236}">
                <a16:creationId xmlns:a16="http://schemas.microsoft.com/office/drawing/2014/main" id="{F5B2D0DD-2560-654B-D948-87EC2D72D416}"/>
              </a:ext>
            </a:extLst>
          </p:cNvPr>
          <p:cNvSpPr/>
          <p:nvPr/>
        </p:nvSpPr>
        <p:spPr>
          <a:xfrm>
            <a:off x="4469217" y="5762834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返回</a:t>
            </a:r>
          </a:p>
        </p:txBody>
      </p:sp>
      <p:sp>
        <p:nvSpPr>
          <p:cNvPr id="11" name="!! 副标题">
            <a:extLst>
              <a:ext uri="{FF2B5EF4-FFF2-40B4-BE49-F238E27FC236}">
                <a16:creationId xmlns:a16="http://schemas.microsoft.com/office/drawing/2014/main" id="{AC9B8696-F4D5-7EFB-6067-5BCF41BAAAA4}"/>
              </a:ext>
            </a:extLst>
          </p:cNvPr>
          <p:cNvSpPr txBox="1"/>
          <p:nvPr/>
        </p:nvSpPr>
        <p:spPr>
          <a:xfrm>
            <a:off x="4320363" y="1679941"/>
            <a:ext cx="355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5" name="!! 大标题">
            <a:extLst>
              <a:ext uri="{FF2B5EF4-FFF2-40B4-BE49-F238E27FC236}">
                <a16:creationId xmlns:a16="http://schemas.microsoft.com/office/drawing/2014/main" id="{634C2CA9-084D-D447-1B1E-A66E1B55A67E}"/>
              </a:ext>
            </a:extLst>
          </p:cNvPr>
          <p:cNvSpPr txBox="1"/>
          <p:nvPr/>
        </p:nvSpPr>
        <p:spPr>
          <a:xfrm>
            <a:off x="4320363" y="1095166"/>
            <a:ext cx="355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</p:spTree>
    <p:extLst>
      <p:ext uri="{BB962C8B-B14F-4D97-AF65-F5344CB8AC3E}">
        <p14:creationId xmlns:p14="http://schemas.microsoft.com/office/powerpoint/2010/main" val="70446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0834D-2B15-D23A-B3C2-560765B2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4815A4C-AB6D-13F4-B226-D878A91D5ADE}"/>
              </a:ext>
            </a:extLst>
          </p:cNvPr>
          <p:cNvSpPr txBox="1"/>
          <p:nvPr/>
        </p:nvSpPr>
        <p:spPr>
          <a:xfrm>
            <a:off x="9973340" y="159488"/>
            <a:ext cx="200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!! 按钮3">
            <a:extLst>
              <a:ext uri="{FF2B5EF4-FFF2-40B4-BE49-F238E27FC236}">
                <a16:creationId xmlns:a16="http://schemas.microsoft.com/office/drawing/2014/main" id="{A075C98A-6345-DBF9-F574-7DA840E95261}"/>
              </a:ext>
            </a:extLst>
          </p:cNvPr>
          <p:cNvSpPr/>
          <p:nvPr/>
        </p:nvSpPr>
        <p:spPr>
          <a:xfrm>
            <a:off x="4469217" y="4601646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系统自检</a:t>
            </a:r>
          </a:p>
        </p:txBody>
      </p:sp>
      <p:sp>
        <p:nvSpPr>
          <p:cNvPr id="8" name="!! 按钮2">
            <a:hlinkClick r:id="rId2" action="ppaction://hlinksldjump"/>
            <a:extLst>
              <a:ext uri="{FF2B5EF4-FFF2-40B4-BE49-F238E27FC236}">
                <a16:creationId xmlns:a16="http://schemas.microsoft.com/office/drawing/2014/main" id="{76182174-2E16-423C-5D74-7078843E4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69217" y="5182240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重置此系统</a:t>
            </a:r>
          </a:p>
        </p:txBody>
      </p:sp>
      <p:sp>
        <p:nvSpPr>
          <p:cNvPr id="9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C03BFAAA-CB15-1ADE-B9CA-846B0D9D85F7}"/>
              </a:ext>
            </a:extLst>
          </p:cNvPr>
          <p:cNvSpPr/>
          <p:nvPr/>
        </p:nvSpPr>
        <p:spPr>
          <a:xfrm>
            <a:off x="4469217" y="5762834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2" name="!! 按钮4">
            <a:extLst>
              <a:ext uri="{FF2B5EF4-FFF2-40B4-BE49-F238E27FC236}">
                <a16:creationId xmlns:a16="http://schemas.microsoft.com/office/drawing/2014/main" id="{F6FBD3F8-6B98-7C8E-0107-1C8F1F54CC35}"/>
              </a:ext>
            </a:extLst>
          </p:cNvPr>
          <p:cNvSpPr/>
          <p:nvPr/>
        </p:nvSpPr>
        <p:spPr>
          <a:xfrm>
            <a:off x="4469217" y="4021052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升级系统</a:t>
            </a: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0495EC1F-47E1-5BA2-E06C-85303A7B2401}"/>
              </a:ext>
            </a:extLst>
          </p:cNvPr>
          <p:cNvSpPr txBox="1"/>
          <p:nvPr/>
        </p:nvSpPr>
        <p:spPr>
          <a:xfrm>
            <a:off x="4320363" y="1679941"/>
            <a:ext cx="355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B35CE1D8-63BD-82DD-2DE8-FC32A29E53A1}"/>
              </a:ext>
            </a:extLst>
          </p:cNvPr>
          <p:cNvSpPr txBox="1"/>
          <p:nvPr/>
        </p:nvSpPr>
        <p:spPr>
          <a:xfrm>
            <a:off x="4320363" y="1095166"/>
            <a:ext cx="355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</p:spTree>
    <p:extLst>
      <p:ext uri="{BB962C8B-B14F-4D97-AF65-F5344CB8AC3E}">
        <p14:creationId xmlns:p14="http://schemas.microsoft.com/office/powerpoint/2010/main" val="8291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858F6-8ED7-514B-0A11-5E951538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94B0639-D926-0F20-69D9-FF34A3774004}"/>
              </a:ext>
            </a:extLst>
          </p:cNvPr>
          <p:cNvSpPr txBox="1"/>
          <p:nvPr/>
        </p:nvSpPr>
        <p:spPr>
          <a:xfrm>
            <a:off x="9973340" y="159488"/>
            <a:ext cx="200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363D5FE6-C930-AC82-B6DB-8E7A3E90F547}"/>
              </a:ext>
            </a:extLst>
          </p:cNvPr>
          <p:cNvSpPr/>
          <p:nvPr/>
        </p:nvSpPr>
        <p:spPr>
          <a:xfrm>
            <a:off x="4469217" y="4601646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7" name="!! 按钮4">
            <a:hlinkClick r:id="rId3" action="ppaction://hlinksldjump"/>
            <a:extLst>
              <a:ext uri="{FF2B5EF4-FFF2-40B4-BE49-F238E27FC236}">
                <a16:creationId xmlns:a16="http://schemas.microsoft.com/office/drawing/2014/main" id="{4A553BEF-E52B-8B87-BB38-01D5B1A3F46C}"/>
              </a:ext>
            </a:extLst>
          </p:cNvPr>
          <p:cNvSpPr/>
          <p:nvPr/>
        </p:nvSpPr>
        <p:spPr>
          <a:xfrm>
            <a:off x="4469217" y="4021052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8" name="!! 按钮2">
            <a:extLst>
              <a:ext uri="{FF2B5EF4-FFF2-40B4-BE49-F238E27FC236}">
                <a16:creationId xmlns:a16="http://schemas.microsoft.com/office/drawing/2014/main" id="{4041D3CF-D50C-889E-1451-DA24189DFE50}"/>
              </a:ext>
            </a:extLst>
          </p:cNvPr>
          <p:cNvSpPr/>
          <p:nvPr/>
        </p:nvSpPr>
        <p:spPr>
          <a:xfrm>
            <a:off x="4469217" y="5182240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2" name="!! 按钮5">
            <a:extLst>
              <a:ext uri="{FF2B5EF4-FFF2-40B4-BE49-F238E27FC236}">
                <a16:creationId xmlns:a16="http://schemas.microsoft.com/office/drawing/2014/main" id="{E0497706-FDF0-6B7B-A62D-156974192C97}"/>
              </a:ext>
            </a:extLst>
          </p:cNvPr>
          <p:cNvSpPr/>
          <p:nvPr/>
        </p:nvSpPr>
        <p:spPr>
          <a:xfrm>
            <a:off x="4469217" y="3440458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2E8C25E8-0B48-36A6-9382-2426ABF3C3A2}"/>
              </a:ext>
            </a:extLst>
          </p:cNvPr>
          <p:cNvSpPr txBox="1"/>
          <p:nvPr/>
        </p:nvSpPr>
        <p:spPr>
          <a:xfrm>
            <a:off x="4320363" y="1679941"/>
            <a:ext cx="355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431E894D-2C0B-1F70-6B5F-417E3B8CB460}"/>
              </a:ext>
            </a:extLst>
          </p:cNvPr>
          <p:cNvSpPr txBox="1"/>
          <p:nvPr/>
        </p:nvSpPr>
        <p:spPr>
          <a:xfrm>
            <a:off x="4320363" y="1095166"/>
            <a:ext cx="355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5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9FF65A33-F71A-E227-5E11-E3D31B362829}"/>
              </a:ext>
            </a:extLst>
          </p:cNvPr>
          <p:cNvSpPr/>
          <p:nvPr/>
        </p:nvSpPr>
        <p:spPr>
          <a:xfrm>
            <a:off x="4469217" y="5762834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8655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2B3DA-5F92-7D02-6133-0306B0DF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996A5E80-6759-E820-7489-0A9AAB9BD3CF}"/>
              </a:ext>
            </a:extLst>
          </p:cNvPr>
          <p:cNvSpPr txBox="1"/>
          <p:nvPr/>
        </p:nvSpPr>
        <p:spPr>
          <a:xfrm>
            <a:off x="9973340" y="159488"/>
            <a:ext cx="200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4A766E85-F0EB-C42A-DE49-8B85A5F160E7}"/>
              </a:ext>
            </a:extLst>
          </p:cNvPr>
          <p:cNvSpPr/>
          <p:nvPr/>
        </p:nvSpPr>
        <p:spPr>
          <a:xfrm>
            <a:off x="4469217" y="4601646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浏览器（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Webview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）</a:t>
            </a:r>
          </a:p>
        </p:txBody>
      </p:sp>
      <p:sp>
        <p:nvSpPr>
          <p:cNvPr id="8" name="!! 按钮2">
            <a:hlinkClick r:id="rId3" action="ppaction://hlinksldjump"/>
            <a:extLst>
              <a:ext uri="{FF2B5EF4-FFF2-40B4-BE49-F238E27FC236}">
                <a16:creationId xmlns:a16="http://schemas.microsoft.com/office/drawing/2014/main" id="{24B65B9F-1A56-E103-8B32-B596D40488C4}"/>
              </a:ext>
            </a:extLst>
          </p:cNvPr>
          <p:cNvSpPr/>
          <p:nvPr/>
        </p:nvSpPr>
        <p:spPr>
          <a:xfrm>
            <a:off x="4469217" y="5182240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关于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LBT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2A8D3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4E2AD17F-7FEA-7E80-F888-8AF7C5363F84}"/>
              </a:ext>
            </a:extLst>
          </p:cNvPr>
          <p:cNvSpPr txBox="1"/>
          <p:nvPr/>
        </p:nvSpPr>
        <p:spPr>
          <a:xfrm>
            <a:off x="4320363" y="1679941"/>
            <a:ext cx="355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24C05C53-8DB3-8BEF-8604-5C8C331CD8D9}"/>
              </a:ext>
            </a:extLst>
          </p:cNvPr>
          <p:cNvSpPr txBox="1"/>
          <p:nvPr/>
        </p:nvSpPr>
        <p:spPr>
          <a:xfrm>
            <a:off x="4320363" y="1095166"/>
            <a:ext cx="3551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4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B9B14D3E-7B68-7C59-4E44-4CFBA1D3B65A}"/>
              </a:ext>
            </a:extLst>
          </p:cNvPr>
          <p:cNvSpPr/>
          <p:nvPr/>
        </p:nvSpPr>
        <p:spPr>
          <a:xfrm>
            <a:off x="4469217" y="5762834"/>
            <a:ext cx="3253566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42120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0089F-AB7A-BBD2-BFD5-4EC4D097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90A3772-0AF9-3636-9F2F-012D0E709FE9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6AC317-BFE3-08EA-0633-F215645826AD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3E40676C-D217-D61C-6146-ABD66195C422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84C267-B076-6195-FFC9-997D8A6BC0BC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0E6D0968-441C-FC23-C1AD-4ECFCEC11796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CEACB5B2-83EC-C048-CE96-42835F9DB074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56B06406-DF38-4EE6-A007-C9D0D1A6B43F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noFill/>
              </a:rPr>
              <a:t>Leaf Boot Tool</a:t>
            </a:r>
            <a:endParaRPr lang="zh-CN" altLang="en-US" dirty="0">
              <a:noFill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399DB15A-837A-60C1-A82C-1018D4520703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noFill/>
                <a:latin typeface="+mj-ea"/>
                <a:ea typeface="+mj-ea"/>
              </a:rPr>
              <a:t>Leaf </a:t>
            </a:r>
            <a:r>
              <a:rPr lang="zh-CN" altLang="en-US" sz="3200" dirty="0">
                <a:noFill/>
                <a:latin typeface="+mj-ea"/>
                <a:ea typeface="+mj-ea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935908-46C6-1774-6309-386FD2662C0C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系统重置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CD3470-7902-8336-A124-618E803DBCE5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BEFF69-8810-9867-8057-E2BD6A935FBA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544703-EAF9-F22B-3BA9-AD0F9A2AAE15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06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2D8B3-55F5-5C23-0CA8-0408BBF1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9933C7-FD21-5F5D-936E-9123E57D2657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系统重置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111D74-1496-C7BF-8052-CA0335AF9768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0F6C6D-FDC5-9CC7-5878-799F0F082786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B2AEEC-B91B-48B0-384E-9AA3BDB1F69B}"/>
              </a:ext>
            </a:extLst>
          </p:cNvPr>
          <p:cNvSpPr txBox="1"/>
          <p:nvPr/>
        </p:nvSpPr>
        <p:spPr>
          <a:xfrm>
            <a:off x="1360967" y="1581731"/>
            <a:ext cx="5113866" cy="228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dirty="0"/>
              <a:t>重置系统后，以下资料将会丢失：</a:t>
            </a:r>
            <a:endParaRPr lang="en-US" altLang="zh-CN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所有系统设置项</a:t>
            </a:r>
            <a:endParaRPr lang="en-US" altLang="zh-CN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本机上的文档、照片、视频、应用程序数据等</a:t>
            </a:r>
            <a:endParaRPr lang="en-US" altLang="zh-CN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个性化内容</a:t>
            </a:r>
            <a:endParaRPr lang="en-US" altLang="zh-CN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lnSpc>
                <a:spcPct val="114000"/>
              </a:lnSpc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请确保您已备份以上这些资料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>
              <a:lnSpc>
                <a:spcPct val="114000"/>
              </a:lnSpc>
            </a:pPr>
            <a:endParaRPr lang="zh-CN" altLang="en-US" dirty="0"/>
          </a:p>
        </p:txBody>
      </p:sp>
      <p:sp>
        <p:nvSpPr>
          <p:cNvPr id="9" name="!! 按钮1">
            <a:hlinkClick r:id="rId2" action="ppaction://hlinksldjump"/>
            <a:extLst>
              <a:ext uri="{FF2B5EF4-FFF2-40B4-BE49-F238E27FC236}">
                <a16:creationId xmlns:a16="http://schemas.microsoft.com/office/drawing/2014/main" id="{149AB3DD-196C-AD52-159B-EC958D0BAA34}"/>
              </a:ext>
            </a:extLst>
          </p:cNvPr>
          <p:cNvSpPr/>
          <p:nvPr/>
        </p:nvSpPr>
        <p:spPr>
          <a:xfrm>
            <a:off x="7495822" y="5510181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0" name="!! 按钮2">
            <a:hlinkClick r:id="rId3" action="ppaction://hlinksldjump"/>
            <a:extLst>
              <a:ext uri="{FF2B5EF4-FFF2-40B4-BE49-F238E27FC236}">
                <a16:creationId xmlns:a16="http://schemas.microsoft.com/office/drawing/2014/main" id="{A5A9E3EA-868D-068A-D93E-018C4F240AE7}"/>
              </a:ext>
            </a:extLst>
          </p:cNvPr>
          <p:cNvSpPr/>
          <p:nvPr/>
        </p:nvSpPr>
        <p:spPr>
          <a:xfrm>
            <a:off x="9490806" y="5510181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继续</a:t>
            </a:r>
          </a:p>
        </p:txBody>
      </p:sp>
    </p:spTree>
    <p:extLst>
      <p:ext uri="{BB962C8B-B14F-4D97-AF65-F5344CB8AC3E}">
        <p14:creationId xmlns:p14="http://schemas.microsoft.com/office/powerpoint/2010/main" val="11933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EC501-A630-3EBA-DEDE-E7519381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BFAB0D-E17A-1DD9-A08E-9A9FC88C3FFE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二次确认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44BFC6-BCCA-51D0-3B10-072864F2CD9A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9C3657-9E67-E0C1-FE90-2CC0D36DB6B1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E0AFAA-B024-B028-0663-53EDC250418F}"/>
              </a:ext>
            </a:extLst>
          </p:cNvPr>
          <p:cNvSpPr txBox="1"/>
          <p:nvPr/>
        </p:nvSpPr>
        <p:spPr>
          <a:xfrm>
            <a:off x="1360967" y="1581731"/>
            <a:ext cx="9305844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真的要重置系统吗？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一旦开始，您设备中所有未备份的资料，包括但不限于文档、照片、视频、应用程序数据等，将被永久清除，且此过程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不可逆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请确保您已备份好这些资料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E1E9BFA2-2597-284D-9F17-E8C1D435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5922" y="3084033"/>
            <a:ext cx="1480156" cy="1480156"/>
          </a:xfrm>
          <a:prstGeom prst="rect">
            <a:avLst/>
          </a:prstGeom>
        </p:spPr>
      </p:pic>
      <p:sp>
        <p:nvSpPr>
          <p:cNvPr id="9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C804E307-B5FC-178D-16EC-4A5E35B8810D}"/>
              </a:ext>
            </a:extLst>
          </p:cNvPr>
          <p:cNvSpPr/>
          <p:nvPr/>
        </p:nvSpPr>
        <p:spPr>
          <a:xfrm>
            <a:off x="8891306" y="5503250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8" name="!! 按钮2">
            <a:hlinkClick r:id="rId5" action="ppaction://hlinksldjump"/>
            <a:extLst>
              <a:ext uri="{FF2B5EF4-FFF2-40B4-BE49-F238E27FC236}">
                <a16:creationId xmlns:a16="http://schemas.microsoft.com/office/drawing/2014/main" id="{480D24E6-1717-9C8C-3585-DEFD3414E544}"/>
              </a:ext>
            </a:extLst>
          </p:cNvPr>
          <p:cNvSpPr/>
          <p:nvPr/>
        </p:nvSpPr>
        <p:spPr>
          <a:xfrm>
            <a:off x="7515245" y="5510181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重置</a:t>
            </a:r>
          </a:p>
        </p:txBody>
      </p:sp>
    </p:spTree>
    <p:extLst>
      <p:ext uri="{BB962C8B-B14F-4D97-AF65-F5344CB8AC3E}">
        <p14:creationId xmlns:p14="http://schemas.microsoft.com/office/powerpoint/2010/main" val="309031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A84F9-B9C5-631E-5812-15A3BA08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A445EB7-EA59-3561-D794-373AD2AC97F1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5C40A51-736D-EF0A-EB24-18D3CC668971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822DD43-9665-C4C8-8F70-0C72EEB6A127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3E65617-FCD5-CC9F-BCBB-A100A1A893C5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DC5E81F0-E306-AB80-1915-442A17C0F54B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6B6DD88A-6879-1593-6D77-63516131EC62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DCB37E0A-6BB0-3407-C452-005B424FF613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D99FCF6C-E18E-C1C0-0168-1FC5B8BA638E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35109A-EBF2-CFAC-1AB0-7BCABC65B8AE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1C40BC-581C-38DB-7F3E-A3197B647666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A39C6E-DBB9-CABF-8B70-BF2983697451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38DB75-AF6C-55BB-523E-50204209A510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038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A3829-A1CC-3959-A644-583D9ABF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4BFA3C1-543A-78B1-ABCE-89BD8EE946A3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95610C-099F-5FFD-6D2A-7AFF5ADF887A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EA00471-0B0C-58F0-6944-A431ABCC6F1E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3D26D8-5157-09A4-7447-0AFFF318155F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2E4D9179-87DA-6850-9DF7-E216B2AC3F2C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50D84B93-3CCC-3E22-CC08-5B415AB35B55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E1CA08B6-8D47-6557-9336-3B328D85EF24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87A7E006-0031-7BBC-9AEC-344B9CE6FA35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F41EFF-17BD-164D-E9EC-4AFE4206C76C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936693-BB51-853D-2AB9-08DCFAB5F689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88B84F-7528-FD99-279A-0A39A2CA1700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AA5CDBF2-B89E-8667-C179-820C17CA0399}"/>
              </a:ext>
            </a:extLst>
          </p:cNvPr>
          <p:cNvSpPr/>
          <p:nvPr/>
        </p:nvSpPr>
        <p:spPr>
          <a:xfrm>
            <a:off x="8884360" y="5510181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保存并返回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CEF62-FF90-9D20-F99B-299BB1CBF3E9}"/>
              </a:ext>
            </a:extLst>
          </p:cNvPr>
          <p:cNvSpPr txBox="1"/>
          <p:nvPr/>
        </p:nvSpPr>
        <p:spPr>
          <a:xfrm>
            <a:off x="1360967" y="1581731"/>
            <a:ext cx="5113866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75AAD6-FBE6-1604-08D7-7353E0908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14986"/>
              </p:ext>
            </p:extLst>
          </p:nvPr>
        </p:nvGraphicFramePr>
        <p:xfrm>
          <a:off x="1484993" y="2066778"/>
          <a:ext cx="922382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81204">
                  <a:extLst>
                    <a:ext uri="{9D8B030D-6E8A-4147-A177-3AD203B41FA5}">
                      <a16:colId xmlns:a16="http://schemas.microsoft.com/office/drawing/2014/main" val="1205689511"/>
                    </a:ext>
                  </a:extLst>
                </a:gridCol>
                <a:gridCol w="8342620">
                  <a:extLst>
                    <a:ext uri="{9D8B030D-6E8A-4147-A177-3AD203B41FA5}">
                      <a16:colId xmlns:a16="http://schemas.microsoft.com/office/drawing/2014/main" val="246623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Leaf OS 5 For Pad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933977"/>
                  </a:ext>
                </a:extLst>
              </a:tr>
            </a:tbl>
          </a:graphicData>
        </a:graphic>
      </p:graphicFrame>
      <p:sp>
        <p:nvSpPr>
          <p:cNvPr id="6" name="!! 按钮2">
            <a:hlinkClick r:id="rId4" action="ppaction://hlinksldjump"/>
            <a:extLst>
              <a:ext uri="{FF2B5EF4-FFF2-40B4-BE49-F238E27FC236}">
                <a16:creationId xmlns:a16="http://schemas.microsoft.com/office/drawing/2014/main" id="{91E6184A-2119-8F66-0F5E-58840FB3569B}"/>
              </a:ext>
            </a:extLst>
          </p:cNvPr>
          <p:cNvSpPr/>
          <p:nvPr/>
        </p:nvSpPr>
        <p:spPr>
          <a:xfrm>
            <a:off x="7539540" y="5510181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A8D3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4417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EBDA8-3784-2D45-E8DB-75D638A9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68E5FAA-53C2-A635-6F8C-FEDB9318C516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FD6965B-613E-98FA-0E22-929429FB9912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3A0F043F-5D65-852B-E793-D0D85C70A226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3FFF2DF-057D-BBB6-5063-D402E7019194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45FA09AD-0BAE-B71B-BA6B-FA2048D10DBE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0EAA24AD-9A96-1DB0-0C9E-6AFACEA95FEE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E114C414-6773-C404-86EF-2E3320D47DA3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BB48265D-BE20-901A-1524-B21F9EA11EB1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7501B1-53A5-3E31-E682-4353EA1CCDF3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3AC21B-00A9-A768-E8A8-390197CFCF31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51D206-B5F1-B0EC-BBC8-498687791C58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35DB41-AB22-5968-E30E-85AE7D717382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89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7574E-B4F8-8CEF-942F-5E84D68E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0960F42-18C3-1DD2-1D5B-CCD4616A4092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A339F62-A2D4-0FD6-1ECA-BDC2AF8E42F9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C26AB50F-FA67-E837-8B7B-0AC10C0E2A70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85191B-4C9C-AC02-C228-979A754E0414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7B81CFD0-C4F5-0DAE-4002-E98D837A1292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475E24E0-F9DB-1197-7519-F3AE8ED0970C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CC0334C6-FE9A-9346-9418-0C257F89DFBC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340C2E33-7580-5FA6-C566-14F214FA3EED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5E2335-D516-704D-5512-F9735AF9ABBB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15A0E9-6CCA-8F03-373F-69B5FE3ED2E3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93A73E-EF18-3AF0-F829-812DF80E5570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142992-03D5-45A7-0A3B-6B7D7A293CEE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C3D773-3CD7-A7FB-48A8-E26D2F577EAD}"/>
              </a:ext>
            </a:extLst>
          </p:cNvPr>
          <p:cNvSpPr/>
          <p:nvPr/>
        </p:nvSpPr>
        <p:spPr>
          <a:xfrm>
            <a:off x="0" y="0"/>
            <a:ext cx="12183836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7D1CDC-4624-0F9D-AEBC-EF9208690892}"/>
              </a:ext>
            </a:extLst>
          </p:cNvPr>
          <p:cNvSpPr/>
          <p:nvPr/>
        </p:nvSpPr>
        <p:spPr>
          <a:xfrm>
            <a:off x="1816100" y="809336"/>
            <a:ext cx="8559800" cy="5239327"/>
          </a:xfrm>
          <a:prstGeom prst="roundRect">
            <a:avLst>
              <a:gd name="adj" fmla="val 1571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CAD03-B53A-6636-AB8E-EA6AEF202419}"/>
              </a:ext>
            </a:extLst>
          </p:cNvPr>
          <p:cNvSpPr txBox="1"/>
          <p:nvPr/>
        </p:nvSpPr>
        <p:spPr>
          <a:xfrm>
            <a:off x="2465795" y="1231336"/>
            <a:ext cx="2892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latin typeface="+mj-ea"/>
                <a:ea typeface="+mj-ea"/>
                <a:cs typeface="OPPOSans M" panose="00020600040101010101" pitchFamily="18" charset="-122"/>
              </a:rPr>
              <a:t>文件</a:t>
            </a:r>
            <a:endParaRPr lang="en-US" altLang="zh-CN" sz="2800" dirty="0"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C371F2-C892-C11A-2308-6E52FE856C1E}"/>
              </a:ext>
            </a:extLst>
          </p:cNvPr>
          <p:cNvSpPr txBox="1"/>
          <p:nvPr/>
        </p:nvSpPr>
        <p:spPr>
          <a:xfrm>
            <a:off x="2465795" y="1687561"/>
            <a:ext cx="1646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/.../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文档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9615B9-EBB4-2491-3E00-6FC21D6384AB}"/>
              </a:ext>
            </a:extLst>
          </p:cNvPr>
          <p:cNvSpPr txBox="1"/>
          <p:nvPr/>
        </p:nvSpPr>
        <p:spPr>
          <a:xfrm>
            <a:off x="5266345" y="3427032"/>
            <a:ext cx="165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此文件夹为空</a:t>
            </a:r>
          </a:p>
        </p:txBody>
      </p:sp>
      <p:sp>
        <p:nvSpPr>
          <p:cNvPr id="9" name="!! 按钮1">
            <a:extLst>
              <a:ext uri="{FF2B5EF4-FFF2-40B4-BE49-F238E27FC236}">
                <a16:creationId xmlns:a16="http://schemas.microsoft.com/office/drawing/2014/main" id="{2C78658C-6C69-F6D3-7EFE-13CF4D1D4827}"/>
              </a:ext>
            </a:extLst>
          </p:cNvPr>
          <p:cNvSpPr/>
          <p:nvPr/>
        </p:nvSpPr>
        <p:spPr>
          <a:xfrm>
            <a:off x="8545176" y="5319892"/>
            <a:ext cx="1335566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选择</a:t>
            </a:r>
          </a:p>
        </p:txBody>
      </p:sp>
      <p:sp>
        <p:nvSpPr>
          <p:cNvPr id="18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538A3CA9-81C5-6DE8-46C8-E655E01C0D90}"/>
              </a:ext>
            </a:extLst>
          </p:cNvPr>
          <p:cNvSpPr/>
          <p:nvPr/>
        </p:nvSpPr>
        <p:spPr>
          <a:xfrm>
            <a:off x="7029474" y="5319893"/>
            <a:ext cx="133556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4082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603A1-0C19-1EAF-76C7-4C88CEBA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531819D-4839-C978-C1AC-80257DEFD019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2C2C7D1-9511-F885-1749-B8ABE761AC78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2E54DA7-1A8D-4D46-AFF2-87E263380AAA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FA8866-CAB4-ED77-A9DB-E26B8AE9B571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BE14C910-D6CF-BA62-8311-CDF2641716E5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087620B8-9D0E-E904-FDE9-F27D023C880D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CBED4CF5-97E6-9DAD-D369-3B3F9AC69981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031FD131-6172-F381-8B25-69A8C7A605CB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1C9FEF-9DE8-A603-4B24-E35A5CC323B8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启动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A1BD9F-E831-37B5-FF24-C5D33B30D014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B94BC1-45FC-0794-7F15-22B97433883C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9B2EBC6B-DE2B-A8AF-67DA-B320DB8E6AD2}"/>
              </a:ext>
            </a:extLst>
          </p:cNvPr>
          <p:cNvSpPr/>
          <p:nvPr/>
        </p:nvSpPr>
        <p:spPr>
          <a:xfrm>
            <a:off x="8884360" y="5510181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8D39B-2C9D-A5EB-9698-689813FF9128}"/>
              </a:ext>
            </a:extLst>
          </p:cNvPr>
          <p:cNvSpPr txBox="1"/>
          <p:nvPr/>
        </p:nvSpPr>
        <p:spPr>
          <a:xfrm>
            <a:off x="1360967" y="1581731"/>
            <a:ext cx="5113866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dirty="0"/>
              <a:t>文件未选择</a:t>
            </a:r>
          </a:p>
        </p:txBody>
      </p:sp>
    </p:spTree>
    <p:extLst>
      <p:ext uri="{BB962C8B-B14F-4D97-AF65-F5344CB8AC3E}">
        <p14:creationId xmlns:p14="http://schemas.microsoft.com/office/powerpoint/2010/main" val="35440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AFA78-E6C0-F989-D246-8DBCC060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092D534-6618-8AE1-ABB3-08E10C64E309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A5BF155-C37E-B967-0F8C-CB1B9C35D712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E42976AD-261B-5357-5F8F-911384613187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45DB98-80CD-5596-F95C-5C6A27B7E9E3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F7B24AE6-84B9-949C-FD3D-4E95AA479809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123010F9-B56C-BFA8-8F55-57B8725A9CB8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3FBB2726-5FCD-8301-D296-9A060E88E92F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AE5E2C98-87AC-ECA7-8FB3-DF5790916A53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7354AC-AEA4-6840-226A-C61E6DDF74B2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浏览器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D7867F-C2ED-D2A4-1304-679D55A8C818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95E41C-E77D-BFE2-106F-B3122EB540D4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7EDB84-4EAA-D4B3-C15B-C6A730C0A188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63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2000">
        <p159:morph option="byObject"/>
      </p:transition>
    </mc:Choice>
    <mc:Fallback xmlns="">
      <p:transition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5179-BC84-C813-04FD-16F5770C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B4F8197-5613-020A-083F-2A311B8734F5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06BF67-6561-D2B0-7F7B-8602FE0336CC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41A07141-33F8-48BE-FFD3-11A7A484926E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CF4C510-659C-29F5-D819-1C7E81903580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DA45CB2F-F404-C6E2-688F-D43F49B30A62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CF6F578D-A5D7-BAF0-42D4-65694E0CF73B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44FD0B4D-0216-B3EF-76BF-2F0C748EA061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9D9FAB99-F5B3-B481-B215-0318E8368E13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B21303-3DE8-4E94-AEF1-546312D1E3DB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浏览器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7F5FA3-5C2C-F9D3-E597-86C6E54B682D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13BD4B-16E6-F14B-4585-4176190C8F6C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A326586E-22EF-A62B-3FD2-064D2D795AA2}"/>
              </a:ext>
            </a:extLst>
          </p:cNvPr>
          <p:cNvSpPr/>
          <p:nvPr/>
        </p:nvSpPr>
        <p:spPr>
          <a:xfrm>
            <a:off x="8884360" y="5510181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4CAE2B-4A6C-BB24-F7A9-EB2167DDA3DD}"/>
              </a:ext>
            </a:extLst>
          </p:cNvPr>
          <p:cNvSpPr txBox="1"/>
          <p:nvPr/>
        </p:nvSpPr>
        <p:spPr>
          <a:xfrm>
            <a:off x="1360967" y="1581731"/>
            <a:ext cx="5113866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Webview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已停止支持</a:t>
            </a:r>
          </a:p>
        </p:txBody>
      </p:sp>
    </p:spTree>
    <p:extLst>
      <p:ext uri="{BB962C8B-B14F-4D97-AF65-F5344CB8AC3E}">
        <p14:creationId xmlns:p14="http://schemas.microsoft.com/office/powerpoint/2010/main" val="349001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15DFA-99EA-2182-2F6F-8E10F11F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753BEBF-50ED-0DA6-4F73-BAE49AE49DAE}"/>
              </a:ext>
            </a:extLst>
          </p:cNvPr>
          <p:cNvSpPr txBox="1"/>
          <p:nvPr/>
        </p:nvSpPr>
        <p:spPr>
          <a:xfrm>
            <a:off x="9973340" y="159488"/>
            <a:ext cx="200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5F5F5">
                    <a:lumMod val="75000"/>
                  </a:srgbClr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5F5F5">
                  <a:lumMod val="75000"/>
                </a:srgbClr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603817F-86DC-D222-BD5F-11830D2E586B}"/>
              </a:ext>
            </a:extLst>
          </p:cNvPr>
          <p:cNvSpPr/>
          <p:nvPr/>
        </p:nvSpPr>
        <p:spPr>
          <a:xfrm>
            <a:off x="4288460" y="4601646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D4471BC6-D315-3C8A-FA88-352C1CAE80D9}"/>
              </a:ext>
            </a:extLst>
          </p:cNvPr>
          <p:cNvSpPr/>
          <p:nvPr/>
        </p:nvSpPr>
        <p:spPr>
          <a:xfrm>
            <a:off x="4288460" y="4021052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9EF2548-9194-006F-5B9C-60A865B03520}"/>
              </a:ext>
            </a:extLst>
          </p:cNvPr>
          <p:cNvSpPr/>
          <p:nvPr/>
        </p:nvSpPr>
        <p:spPr>
          <a:xfrm>
            <a:off x="4288460" y="5182240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ECBFA6C9-4EC1-662F-FA5A-B82FA9313700}"/>
              </a:ext>
            </a:extLst>
          </p:cNvPr>
          <p:cNvSpPr/>
          <p:nvPr/>
        </p:nvSpPr>
        <p:spPr>
          <a:xfrm>
            <a:off x="4288460" y="5762834"/>
            <a:ext cx="3253566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FCB0F23A-3269-0322-53C6-5D134D5F1236}"/>
              </a:ext>
            </a:extLst>
          </p:cNvPr>
          <p:cNvSpPr/>
          <p:nvPr/>
        </p:nvSpPr>
        <p:spPr>
          <a:xfrm>
            <a:off x="4288460" y="3440458"/>
            <a:ext cx="3253566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43435240-0F09-7019-2FB1-9EC5F80FDC98}"/>
              </a:ext>
            </a:extLst>
          </p:cNvPr>
          <p:cNvSpPr txBox="1"/>
          <p:nvPr/>
        </p:nvSpPr>
        <p:spPr>
          <a:xfrm>
            <a:off x="4139606" y="1679941"/>
            <a:ext cx="35512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9BC7BA71-5AC9-01F9-EE24-259248F333CF}"/>
              </a:ext>
            </a:extLst>
          </p:cNvPr>
          <p:cNvSpPr txBox="1"/>
          <p:nvPr/>
        </p:nvSpPr>
        <p:spPr>
          <a:xfrm>
            <a:off x="4139606" y="1095166"/>
            <a:ext cx="3551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Leaf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AFFAA9-C976-2C18-C39C-CC95F7D9A862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关于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 Medium"/>
                <a:ea typeface="vivo Sans Medium"/>
                <a:cs typeface="+mn-cs"/>
              </a:rPr>
              <a:t>LBT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 Medium"/>
              <a:ea typeface="vivo Sans Medium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1E7863-2F1A-488A-35A1-EC3BC3943B73}"/>
              </a:ext>
            </a:extLst>
          </p:cNvPr>
          <p:cNvSpPr/>
          <p:nvPr/>
        </p:nvSpPr>
        <p:spPr>
          <a:xfrm>
            <a:off x="0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4733BD-8BB7-F2A3-A586-D2F38A56B20F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2F808F-F4C9-74A8-B5AF-263811EF85B2}"/>
              </a:ext>
            </a:extLst>
          </p:cNvPr>
          <p:cNvSpPr txBox="1"/>
          <p:nvPr/>
        </p:nvSpPr>
        <p:spPr>
          <a:xfrm>
            <a:off x="1360966" y="1581731"/>
            <a:ext cx="9347851" cy="2597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Leaf Boot Tool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版本：</a:t>
            </a:r>
            <a:r>
              <a:rPr kumimoji="0" lang="en-US" altLang="zh-CN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3.0.1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© 2025 </a:t>
            </a:r>
            <a:r>
              <a:rPr kumimoji="0" lang="zh-CN" altLang="en-US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雨夌 </a:t>
            </a:r>
            <a:r>
              <a:rPr kumimoji="0" lang="en-US" altLang="zh-CN" sz="1800" b="0" i="0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All Rights Reserved.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Leaf Boot Tool © 2025 by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雨夌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is licensed under CC BY-NC-SA 4.0. To view a copy of this license, visit </a:t>
            </a:r>
            <a:r>
              <a:rPr lang="en-US" altLang="zh-CN" b="0" i="0" dirty="0">
                <a:solidFill>
                  <a:schemeClr val="accent1"/>
                </a:solidFill>
                <a:effectLst/>
                <a:latin typeface="Source Sans Pro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https://creativecommons.org/licenses/by-nc-sa/4.0/</a:t>
            </a:r>
            <a:endParaRPr kumimoji="0" lang="en-US" altLang="zh-CN" sz="1800" b="0" i="0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sp>
        <p:nvSpPr>
          <p:cNvPr id="3" name="!! 按钮1">
            <a:hlinkClick r:id="rId5" action="ppaction://hlinksldjump"/>
            <a:extLst>
              <a:ext uri="{FF2B5EF4-FFF2-40B4-BE49-F238E27FC236}">
                <a16:creationId xmlns:a16="http://schemas.microsoft.com/office/drawing/2014/main" id="{3E9B31C2-5DC1-754F-09B9-DA66434A845E}"/>
              </a:ext>
            </a:extLst>
          </p:cNvPr>
          <p:cNvSpPr/>
          <p:nvPr/>
        </p:nvSpPr>
        <p:spPr>
          <a:xfrm>
            <a:off x="8884360" y="5510181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165945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14" dur="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19" dur="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" grpId="0"/>
      <p:bldP spid="2" grpId="1"/>
      <p:bldP spid="3" grpId="0" animBg="1"/>
      <p:bldP spid="3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heme/theme1.xml><?xml version="1.0" encoding="utf-8"?>
<a:theme xmlns:a="http://schemas.openxmlformats.org/drawingml/2006/main" name="Office 主题​​">
  <a:themeElements>
    <a:clrScheme name="MD3">
      <a:dk1>
        <a:srgbClr val="181818"/>
      </a:dk1>
      <a:lt1>
        <a:srgbClr val="F5F5F5"/>
      </a:lt1>
      <a:dk2>
        <a:srgbClr val="003A62"/>
      </a:dk2>
      <a:lt2>
        <a:srgbClr val="FFFFFF"/>
      </a:lt2>
      <a:accent1>
        <a:srgbClr val="62A8D3"/>
      </a:accent1>
      <a:accent2>
        <a:srgbClr val="89CFF0"/>
      </a:accent2>
      <a:accent3>
        <a:srgbClr val="AED6F1"/>
      </a:accent3>
      <a:accent4>
        <a:srgbClr val="E0F1FF"/>
      </a:accent4>
      <a:accent5>
        <a:srgbClr val="FF5252"/>
      </a:accent5>
      <a:accent6>
        <a:srgbClr val="FFC000"/>
      </a:accent6>
      <a:hlink>
        <a:srgbClr val="0F4C81"/>
      </a:hlink>
      <a:folHlink>
        <a:srgbClr val="BF55EC"/>
      </a:folHlink>
    </a:clrScheme>
    <a:fontScheme name="vivo Sans">
      <a:majorFont>
        <a:latin typeface="vivo Sans Medium"/>
        <a:ea typeface="vivo Sans Medium"/>
        <a:cs typeface=""/>
      </a:majorFont>
      <a:minorFont>
        <a:latin typeface="vivo Sans"/>
        <a:ea typeface="viv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D3">
    <a:dk1>
      <a:srgbClr val="181818"/>
    </a:dk1>
    <a:lt1>
      <a:srgbClr val="F5F5F5"/>
    </a:lt1>
    <a:dk2>
      <a:srgbClr val="003A62"/>
    </a:dk2>
    <a:lt2>
      <a:srgbClr val="FFFFFF"/>
    </a:lt2>
    <a:accent1>
      <a:srgbClr val="62A8D3"/>
    </a:accent1>
    <a:accent2>
      <a:srgbClr val="89CFF0"/>
    </a:accent2>
    <a:accent3>
      <a:srgbClr val="AED6F1"/>
    </a:accent3>
    <a:accent4>
      <a:srgbClr val="E0F1FF"/>
    </a:accent4>
    <a:accent5>
      <a:srgbClr val="FF5252"/>
    </a:accent5>
    <a:accent6>
      <a:srgbClr val="FFC000"/>
    </a:accent6>
    <a:hlink>
      <a:srgbClr val="0F4C81"/>
    </a:hlink>
    <a:folHlink>
      <a:srgbClr val="BF55EC"/>
    </a:folHlink>
  </a:clrScheme>
</a:themeOverride>
</file>

<file path=ppt/theme/themeOverride2.xml><?xml version="1.0" encoding="utf-8"?>
<a:themeOverride xmlns:a="http://schemas.openxmlformats.org/drawingml/2006/main">
  <a:clrScheme name="MD3">
    <a:dk1>
      <a:srgbClr val="181818"/>
    </a:dk1>
    <a:lt1>
      <a:srgbClr val="F5F5F5"/>
    </a:lt1>
    <a:dk2>
      <a:srgbClr val="003A62"/>
    </a:dk2>
    <a:lt2>
      <a:srgbClr val="FFFFFF"/>
    </a:lt2>
    <a:accent1>
      <a:srgbClr val="62A8D3"/>
    </a:accent1>
    <a:accent2>
      <a:srgbClr val="89CFF0"/>
    </a:accent2>
    <a:accent3>
      <a:srgbClr val="AED6F1"/>
    </a:accent3>
    <a:accent4>
      <a:srgbClr val="E0F1FF"/>
    </a:accent4>
    <a:accent5>
      <a:srgbClr val="FF5252"/>
    </a:accent5>
    <a:accent6>
      <a:srgbClr val="FFC000"/>
    </a:accent6>
    <a:hlink>
      <a:srgbClr val="0F4C81"/>
    </a:hlink>
    <a:folHlink>
      <a:srgbClr val="BF55EC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3A511E-2DAE-4D09-BF30-76A5F87351F6}">
  <we:reference id="wa104380862" version="3.0.0.0" store="zh-CN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3567</TotalTime>
  <Words>2515</Words>
  <Application>Microsoft Office PowerPoint</Application>
  <PresentationFormat>宽屏</PresentationFormat>
  <Paragraphs>1015</Paragraphs>
  <Slides>107</Slides>
  <Notes>82</Notes>
  <HiddenSlides>8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107</vt:i4>
      </vt:variant>
      <vt:variant>
        <vt:lpstr>自定义放映</vt:lpstr>
      </vt:variant>
      <vt:variant>
        <vt:i4>1</vt:i4>
      </vt:variant>
    </vt:vector>
  </HeadingPairs>
  <TitlesOfParts>
    <vt:vector size="119" baseType="lpstr">
      <vt:lpstr>-apple-system</vt:lpstr>
      <vt:lpstr>OPPOSans M</vt:lpstr>
      <vt:lpstr>OPPOSans R</vt:lpstr>
      <vt:lpstr>vivo Sans</vt:lpstr>
      <vt:lpstr>vivo Sans Light</vt:lpstr>
      <vt:lpstr>vivo Sans Medium</vt:lpstr>
      <vt:lpstr>等线</vt:lpstr>
      <vt:lpstr>Arial</vt:lpstr>
      <vt:lpstr>Calibri</vt:lpstr>
      <vt:lpstr>Source Sans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oobe</vt:lpstr>
    </vt:vector>
  </TitlesOfParts>
  <Company>HYSoft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夌 雨</dc:creator>
  <cp:lastModifiedBy>夌 雨</cp:lastModifiedBy>
  <cp:revision>2</cp:revision>
  <dcterms:created xsi:type="dcterms:W3CDTF">2025-06-28T14:57:41Z</dcterms:created>
  <dcterms:modified xsi:type="dcterms:W3CDTF">2025-08-26T07:45:02Z</dcterms:modified>
</cp:coreProperties>
</file>