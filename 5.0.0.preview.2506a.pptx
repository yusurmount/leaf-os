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8_DFDCB484.xml" ContentType="application/vnd.ms-powerpoint.comments+xml"/>
  <Override PartName="/ppt/notesSlides/notesSlide4.xml" ContentType="application/vnd.openxmlformats-officedocument.presentationml.notesSlide+xml"/>
  <Override PartName="/ppt/comments/modernComment_123_37F0E3A0.xml" ContentType="application/vnd.ms-powerpoint.comments+xml"/>
  <Override PartName="/ppt/comments/modernComment_105_CBFE7DBE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F_CF2C280A.xml" ContentType="application/vnd.ms-powerpoint.comments+xml"/>
  <Override PartName="/ppt/notesSlides/notesSlide14.xml" ContentType="application/vnd.openxmlformats-officedocument.presentationml.notesSlide+xml"/>
  <Override PartName="/ppt/comments/modernComment_111_61CCFAA2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18_89B7228A.xml" ContentType="application/vnd.ms-powerpoint.comments+xml"/>
  <Override PartName="/ppt/notesSlides/notesSlide20.xml" ContentType="application/vnd.openxmlformats-officedocument.presentationml.notesSlide+xml"/>
  <Override PartName="/ppt/comments/modernComment_11A_35BA3220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1B_5A1998D1.xml" ContentType="application/vnd.ms-powerpoint.comments+xml"/>
  <Override PartName="/ppt/notesSlides/notesSlide31.xml" ContentType="application/vnd.openxmlformats-officedocument.presentationml.notesSlide+xml"/>
  <Override PartName="/ppt/comments/modernComment_186_BCBFCD72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omments/modernComment_122_AC97742F.xml" ContentType="application/vnd.ms-powerpoint.comments+xml"/>
  <Override PartName="/ppt/notesSlides/notesSlide35.xml" ContentType="application/vnd.openxmlformats-officedocument.presentationml.notesSlide+xml"/>
  <Override PartName="/ppt/comments/modernComment_121_1E197F79.xml" ContentType="application/vnd.ms-powerpoint.comments+xml"/>
  <Override PartName="/ppt/notesSlides/notesSlide36.xml" ContentType="application/vnd.openxmlformats-officedocument.presentationml.notesSlide+xml"/>
  <Override PartName="/ppt/comments/modernComment_16D_75AF80D4.xml" ContentType="application/vnd.ms-powerpoint.comment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17B_7F49B7F8.xml" ContentType="application/vnd.ms-powerpoint.comment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omments/modernComment_184_8F6B1876.xml" ContentType="application/vnd.ms-powerpoint.comment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77" r:id="rId2"/>
    <p:sldId id="278" r:id="rId3"/>
    <p:sldId id="392" r:id="rId4"/>
    <p:sldId id="291" r:id="rId5"/>
    <p:sldId id="256" r:id="rId6"/>
    <p:sldId id="257" r:id="rId7"/>
    <p:sldId id="258" r:id="rId8"/>
    <p:sldId id="259" r:id="rId9"/>
    <p:sldId id="260" r:id="rId10"/>
    <p:sldId id="382" r:id="rId11"/>
    <p:sldId id="261" r:id="rId12"/>
    <p:sldId id="265" r:id="rId13"/>
    <p:sldId id="262" r:id="rId14"/>
    <p:sldId id="264" r:id="rId15"/>
    <p:sldId id="267" r:id="rId16"/>
    <p:sldId id="268" r:id="rId17"/>
    <p:sldId id="269" r:id="rId18"/>
    <p:sldId id="270" r:id="rId19"/>
    <p:sldId id="272" r:id="rId20"/>
    <p:sldId id="271" r:id="rId21"/>
    <p:sldId id="273" r:id="rId22"/>
    <p:sldId id="274" r:id="rId23"/>
    <p:sldId id="275" r:id="rId24"/>
    <p:sldId id="279" r:id="rId25"/>
    <p:sldId id="281" r:id="rId26"/>
    <p:sldId id="280" r:id="rId27"/>
    <p:sldId id="282" r:id="rId28"/>
    <p:sldId id="383" r:id="rId29"/>
    <p:sldId id="384" r:id="rId30"/>
    <p:sldId id="293" r:id="rId31"/>
    <p:sldId id="294" r:id="rId32"/>
    <p:sldId id="385" r:id="rId33"/>
    <p:sldId id="386" r:id="rId34"/>
    <p:sldId id="295" r:id="rId35"/>
    <p:sldId id="296" r:id="rId36"/>
    <p:sldId id="391" r:id="rId37"/>
    <p:sldId id="283" r:id="rId38"/>
    <p:sldId id="390" r:id="rId39"/>
    <p:sldId id="284" r:id="rId40"/>
    <p:sldId id="288" r:id="rId41"/>
    <p:sldId id="290" r:id="rId42"/>
    <p:sldId id="289" r:id="rId43"/>
    <p:sldId id="365" r:id="rId44"/>
    <p:sldId id="366" r:id="rId45"/>
    <p:sldId id="367" r:id="rId46"/>
    <p:sldId id="368" r:id="rId47"/>
    <p:sldId id="369" r:id="rId48"/>
    <p:sldId id="370" r:id="rId49"/>
    <p:sldId id="371" r:id="rId50"/>
    <p:sldId id="373" r:id="rId51"/>
    <p:sldId id="374" r:id="rId52"/>
    <p:sldId id="375" r:id="rId53"/>
    <p:sldId id="376" r:id="rId54"/>
    <p:sldId id="377" r:id="rId55"/>
    <p:sldId id="378" r:id="rId56"/>
    <p:sldId id="379" r:id="rId57"/>
    <p:sldId id="380" r:id="rId58"/>
    <p:sldId id="388" r:id="rId59"/>
    <p:sldId id="389" r:id="rId60"/>
    <p:sldId id="381" r:id="rId61"/>
  </p:sldIdLst>
  <p:sldSz cx="12192000" cy="6858000"/>
  <p:notesSz cx="6858000" cy="9144000"/>
  <p:custShowLst>
    <p:custShow name="跳过oobe" id="0">
      <p:sldLst>
        <p:sld r:id="rId2"/>
        <p:sld r:id="rId3"/>
        <p:sld r:id="rId5"/>
        <p:sld r:id="rId6"/>
        <p:sld r:id="rId7"/>
        <p:sld r:id="rId9"/>
        <p:sld r:id="rId10"/>
        <p:sld r:id="rId24"/>
        <p:sld r:id="rId25"/>
        <p:sld r:id="rId26"/>
        <p:sld r:id="rId27"/>
        <p:sld r:id="rId28"/>
        <p:sld r:id="rId31"/>
        <p:sld r:id="rId32"/>
        <p:sld r:id="rId35"/>
        <p:sld r:id="rId36"/>
        <p:sld r:id="rId38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51"/>
        <p:sld r:id="rId52"/>
        <p:sld r:id="rId53"/>
        <p:sld r:id="rId54"/>
        <p:sld r:id="rId55"/>
        <p:sld r:id="rId56"/>
        <p:sld r:id="rId57"/>
        <p:sld r:id="rId58"/>
        <p:sld r:id="rId61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e" id="{5F32F72B-6D8C-465F-913E-502B258E04E0}">
          <p14:sldIdLst>
            <p14:sldId id="277"/>
            <p14:sldId id="278"/>
            <p14:sldId id="392"/>
          </p14:sldIdLst>
        </p14:section>
        <p14:section name="重启" id="{0004EB39-F60E-417C-8FF5-5B995DB079A3}">
          <p14:sldIdLst>
            <p14:sldId id="291"/>
          </p14:sldIdLst>
        </p14:section>
        <p14:section name="启动" id="{0B1B631F-508B-4C9A-8CBB-4BD9B7C8EBD8}">
          <p14:sldIdLst>
            <p14:sldId id="256"/>
            <p14:sldId id="257"/>
            <p14:sldId id="258"/>
            <p14:sldId id="259"/>
            <p14:sldId id="260"/>
            <p14:sldId id="382"/>
          </p14:sldIdLst>
        </p14:section>
        <p14:section name="向导" id="{E9E7E3AD-745F-4962-B92C-43819FA0B153}">
          <p14:sldIdLst>
            <p14:sldId id="261"/>
            <p14:sldId id="265"/>
            <p14:sldId id="262"/>
            <p14:sldId id="264"/>
            <p14:sldId id="267"/>
            <p14:sldId id="268"/>
            <p14:sldId id="269"/>
            <p14:sldId id="270"/>
            <p14:sldId id="272"/>
            <p14:sldId id="271"/>
            <p14:sldId id="273"/>
            <p14:sldId id="274"/>
            <p14:sldId id="275"/>
            <p14:sldId id="279"/>
          </p14:sldIdLst>
        </p14:section>
        <p14:section name="设置" id="{B1343DA0-2E96-4F16-9B06-A0FA55BB82A9}">
          <p14:sldIdLst>
            <p14:sldId id="281"/>
            <p14:sldId id="280"/>
            <p14:sldId id="282"/>
            <p14:sldId id="383"/>
            <p14:sldId id="384"/>
            <p14:sldId id="293"/>
            <p14:sldId id="294"/>
            <p14:sldId id="385"/>
            <p14:sldId id="386"/>
            <p14:sldId id="295"/>
            <p14:sldId id="296"/>
            <p14:sldId id="391"/>
            <p14:sldId id="283"/>
            <p14:sldId id="390"/>
          </p14:sldIdLst>
        </p14:section>
        <p14:section name="电源" id="{F73E5194-CC9C-42A5-A712-19A3F1646980}">
          <p14:sldIdLst>
            <p14:sldId id="284"/>
            <p14:sldId id="288"/>
            <p14:sldId id="290"/>
            <p14:sldId id="289"/>
          </p14:sldIdLst>
        </p14:section>
        <p14:section name="卫星" id="{E109CF58-BA65-4B65-90FC-663DA8BE7017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8"/>
            <p14:sldId id="389"/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0B5B67-6B5C-B5E9-8745-9B4BDDBC0DBF}" name="夌 雨" initials="夌雨" userId="d086e8e3883354a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DE00"/>
    <a:srgbClr val="44FF01"/>
    <a:srgbClr val="000000"/>
    <a:srgbClr val="0E0E0E"/>
    <a:srgbClr val="E0F1FF"/>
    <a:srgbClr val="62A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6114C-5ABE-41F5-BC57-79A481DDCE36}" v="4456" dt="2025-07-08T03:39:38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2" autoAdjust="0"/>
    <p:restoredTop sz="94439" autoAdjust="0"/>
  </p:normalViewPr>
  <p:slideViewPr>
    <p:cSldViewPr snapToGrid="0">
      <p:cViewPr varScale="1">
        <p:scale>
          <a:sx n="71" d="100"/>
          <a:sy n="71" d="100"/>
        </p:scale>
        <p:origin x="2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4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0F_CF2C28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EC4313-6FB7-4019-AADB-31E58C1DBDB2}" authorId="{A00B5B67-6B5C-B5E9-8745-9B4BDDBC0DBF}" status="resolved" created="2025-07-06T08:57:48.152" complete="100000">
    <pc:sldMkLst xmlns:pc="http://schemas.microsoft.com/office/powerpoint/2013/main/command">
      <pc:docMk/>
      <pc:sldMk cId="3475777546" sldId="271"/>
    </pc:sldMkLst>
    <p188:txBody>
      <a:bodyPr/>
      <a:lstStyle/>
      <a:p>
        <a:r>
          <a:rPr lang="zh-CN" altLang="en-US"/>
          <a:t>修改卫星通话选项</a:t>
        </a:r>
      </a:p>
    </p188:txBody>
  </p188:cm>
</p188:cmLst>
</file>

<file path=ppt/comments/modernComment_11A_35BA32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00650A-D31F-46D1-A46B-DA885582EE2A}" authorId="{A00B5B67-6B5C-B5E9-8745-9B4BDDBC0DBF}" status="resolved" created="2025-07-06T08:45:15.959" complete="100000">
    <pc:sldMkLst xmlns:pc="http://schemas.microsoft.com/office/powerpoint/2013/main/command">
      <pc:docMk/>
      <pc:sldMk cId="901394976" sldId="282"/>
    </pc:sldMkLst>
    <p188:txBody>
      <a:bodyPr/>
      <a:lstStyle/>
      <a:p>
        <a:r>
          <a:rPr lang="zh-CN" altLang="en-US"/>
          <a:t>优化二级页面切换动画
By 亥鸥_HYO</a:t>
        </a:r>
      </a:p>
    </p188:txBody>
  </p188:cm>
</p188:cmLst>
</file>

<file path=ppt/comments/modernComment_11B_5A1998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FF57C8-5232-4689-AD41-CA24738081CF}" authorId="{A00B5B67-6B5C-B5E9-8745-9B4BDDBC0DBF}" status="resolved" created="2025-07-06T08:45:28.741" complete="100000">
    <pc:sldMkLst xmlns:pc="http://schemas.microsoft.com/office/powerpoint/2013/main/command">
      <pc:docMk/>
      <pc:sldMk cId="1511626961" sldId="283"/>
    </pc:sldMkLst>
    <p188:txBody>
      <a:bodyPr/>
      <a:lstStyle/>
      <a:p>
        <a:r>
          <a:rPr lang="zh-CN" altLang="en-US"/>
          <a:t>新增更多信息</a:t>
        </a:r>
      </a:p>
    </p188:txBody>
  </p188:cm>
</p188:cmLst>
</file>

<file path=ppt/comments/modernComment_16D_75AF80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CB4F33-224A-4AC5-8245-015FD1196545}" authorId="{A00B5B67-6B5C-B5E9-8745-9B4BDDBC0DBF}" status="resolved" created="2025-07-07T12:02:16.748" complete="100000">
    <pc:sldMkLst xmlns:pc="http://schemas.microsoft.com/office/powerpoint/2013/main/command">
      <pc:docMk/>
      <pc:sldMk cId="1974436052" sldId="365"/>
    </pc:sldMkLst>
    <p188:txBody>
      <a:bodyPr/>
      <a:lstStyle/>
      <a:p>
        <a:r>
          <a:rPr lang="zh-CN" altLang="en-US"/>
          <a:t>优化 按钮样式</a:t>
        </a:r>
      </a:p>
    </p188:txBody>
  </p188:cm>
</p188:cmLst>
</file>

<file path=ppt/comments/modernComment_17B_7F49B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1AF372-81F1-42D9-B45B-1021E31C8C45}" authorId="{A00B5B67-6B5C-B5E9-8745-9B4BDDBC0DBF}" status="resolved" created="2025-07-06T08:46:16.990" complete="100000">
    <pc:sldMkLst xmlns:pc="http://schemas.microsoft.com/office/powerpoint/2013/main/command">
      <pc:docMk/>
      <pc:sldMk cId="2135537656" sldId="379"/>
    </pc:sldMkLst>
    <p188:txBody>
      <a:bodyPr/>
      <a:lstStyle/>
      <a:p>
        <a:r>
          <a:rPr lang="zh-CN" altLang="en-US"/>
          <a:t>优化卫星配色
增加信号强度指示</a:t>
        </a:r>
      </a:p>
    </p188:txBody>
  </p188:cm>
</p188:cmLst>
</file>

<file path=ppt/comments/modernComment_105_CBFE7D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C00BDD-45CE-4632-92DC-5065333A6A5B}" authorId="{A00B5B67-6B5C-B5E9-8745-9B4BDDBC0DBF}" status="resolved" created="2025-07-06T08:58:51.420" complete="100000">
    <pc:sldMkLst xmlns:pc="http://schemas.microsoft.com/office/powerpoint/2013/main/command">
      <pc:docMk/>
      <pc:sldMk cId="3422453182" sldId="261"/>
    </pc:sldMkLst>
    <p188:txBody>
      <a:bodyPr/>
      <a:lstStyle/>
      <a:p>
        <a:r>
          <a:rPr lang="zh-CN" altLang="en-US"/>
          <a:t>修改欢迎语</a:t>
        </a:r>
      </a:p>
    </p188:txBody>
  </p188:cm>
</p188:cmLst>
</file>

<file path=ppt/comments/modernComment_111_61CCFA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A14FC-83FD-4C9A-AA99-9AC1B6D4BDF4}" authorId="{A00B5B67-6B5C-B5E9-8745-9B4BDDBC0DBF}" status="resolved" created="2025-07-07T12:07:02.103" complete="100000">
    <pc:sldMkLst xmlns:pc="http://schemas.microsoft.com/office/powerpoint/2013/main/command">
      <pc:docMk/>
      <pc:sldMk cId="1640823458" sldId="273"/>
    </pc:sldMkLst>
    <p188:txBody>
      <a:bodyPr/>
      <a:lstStyle/>
      <a:p>
        <a:r>
          <a:rPr lang="zh-CN" altLang="en-US"/>
          <a:t>修改完成语</a:t>
        </a:r>
      </a:p>
    </p188:txBody>
  </p188:cm>
</p188:cmLst>
</file>

<file path=ppt/comments/modernComment_118_89B722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737DFC-500B-4B5B-B18F-1B56F337ED5B}" authorId="{A00B5B67-6B5C-B5E9-8745-9B4BDDBC0DBF}" status="resolved" created="2025-07-06T08:44:47.795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优化App过渡动画
By 亥鸥_HYO</a:t>
        </a:r>
      </a:p>
    </p188:txBody>
  </p188:cm>
  <p188:cm id="{FFC0744D-04DB-466D-89A9-516383618D84}" authorId="{A00B5B67-6B5C-B5E9-8745-9B4BDDBC0DBF}" created="2025-07-07T15:32:06.202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 启动动画</a:t>
        </a:r>
      </a:p>
    </p188:txBody>
  </p188:cm>
</p188:cmLst>
</file>

<file path=ppt/comments/modernComment_121_1E197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11C8E6-FFA0-4FFB-9E3D-69DF7AB1C6B8}" authorId="{A00B5B67-6B5C-B5E9-8745-9B4BDDBC0DBF}" status="resolved" created="2025-07-06T08:45:52.850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增加关机界面</a:t>
        </a:r>
      </a:p>
    </p188:txBody>
  </p188:cm>
  <p188:cm id="{E4B72B70-D082-418D-89FC-ABAE353731DC}" authorId="{A00B5B67-6B5C-B5E9-8745-9B4BDDBC0DBF}" status="resolved" created="2025-07-06T09:55:43.45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04987513" sldId="289"/>
      <ac:spMk id="4" creationId="{4DA0F886-486E-B6E3-D858-C1EEE3A7439D}"/>
    </ac:deMkLst>
    <p188:txBody>
      <a:bodyPr/>
      <a:lstStyle/>
      <a:p>
        <a:r>
          <a:rPr lang="zh-CN" altLang="en-US"/>
          <a:t>增加 退出按钮</a:t>
        </a:r>
      </a:p>
    </p188:txBody>
  </p188:cm>
  <p188:cm id="{AAF97029-F477-40B5-93FD-28E76F1A06B1}" authorId="{A00B5B67-6B5C-B5E9-8745-9B4BDDBC0DBF}" status="resolved" created="2025-07-07T12:01:51.686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优化 按钮显示位置</a:t>
        </a:r>
      </a:p>
    </p188:txBody>
  </p188:cm>
</p188:cmLst>
</file>

<file path=ppt/comments/modernComment_122_AC97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D6E4BC-9993-4697-A80B-89F24C84F75B}" authorId="{A00B5B67-6B5C-B5E9-8745-9B4BDDBC0DBF}" status="resolved" created="2025-07-06T08:45:41.172" complete="100000">
    <pc:sldMkLst xmlns:pc="http://schemas.microsoft.com/office/powerpoint/2013/main/command">
      <pc:docMk/>
      <pc:sldMk cId="2895606831" sldId="290"/>
    </pc:sldMkLst>
    <p188:txBody>
      <a:bodyPr/>
      <a:lstStyle/>
      <a:p>
        <a:r>
          <a:rPr lang="zh-CN" altLang="en-US"/>
          <a:t>优化电源动画</a:t>
        </a:r>
      </a:p>
    </p188:txBody>
  </p188:cm>
</p188:cmLst>
</file>

<file path=ppt/comments/modernComment_123_37F0E3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AAB480-947A-41D2-A469-C9A29531681E}" authorId="{A00B5B67-6B5C-B5E9-8745-9B4BDDBC0DBF}" status="resolved" created="2025-07-06T08:44:03.310" complete="100000">
    <pc:sldMkLst xmlns:pc="http://schemas.microsoft.com/office/powerpoint/2013/main/command">
      <pc:docMk/>
      <pc:sldMk cId="938533792" sldId="291"/>
    </pc:sldMkLst>
    <p188:txBody>
      <a:bodyPr/>
      <a:lstStyle/>
      <a:p>
        <a:r>
          <a:rPr lang="zh-CN" altLang="en-US"/>
          <a:t>改进了电源动画</a:t>
        </a:r>
      </a:p>
    </p188:txBody>
  </p188:cm>
</p188:cmLst>
</file>

<file path=ppt/comments/modernComment_184_8F6B18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BEEA75-9433-45C0-BA98-CB6ACA00612B}" authorId="{A00B5B67-6B5C-B5E9-8745-9B4BDDBC0DBF}" created="2025-07-06T08:46:44.169">
    <pc:sldMkLst xmlns:pc="http://schemas.microsoft.com/office/powerpoint/2013/main/command">
      <pc:docMk/>
      <pc:sldMk cId="2406160502" sldId="388"/>
    </pc:sldMkLst>
    <p188:txBody>
      <a:bodyPr/>
      <a:lstStyle/>
      <a:p>
        <a:r>
          <a:rPr lang="zh-CN" altLang="en-US"/>
          <a:t>准备增加拨号界面</a:t>
        </a:r>
      </a:p>
    </p188:txBody>
  </p188:cm>
</p188:cmLst>
</file>

<file path=ppt/comments/modernComment_186_BCBFCD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5C7095-1A94-4AAC-85D3-BA82F34FBBDC}" authorId="{A00B5B67-6B5C-B5E9-8745-9B4BDDBC0DBF}" status="resolved" created="2025-07-06T09:02:15.279" complete="100000">
    <pc:sldMkLst xmlns:pc="http://schemas.microsoft.com/office/powerpoint/2013/main/command">
      <pc:docMk/>
      <pc:sldMk cId="3166686578" sldId="390"/>
    </pc:sldMkLst>
    <p188:txBody>
      <a:bodyPr/>
      <a:lstStyle/>
      <a:p>
        <a:r>
          <a:rPr lang="zh-CN" altLang="en-US"/>
          <a:t>优化文字显示</a:t>
        </a:r>
      </a:p>
    </p188:txBody>
  </p188:cm>
</p188:cmLst>
</file>

<file path=ppt/comments/modernComment_188_DFDCB4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E1AEE3-ABE0-483E-B594-46B3AFA2CAC4}" authorId="{A00B5B67-6B5C-B5E9-8745-9B4BDDBC0DBF}" created="2025-07-07T12:36:04.5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55783300" sldId="392"/>
      <ac:spMk id="50" creationId="{9942987C-1A35-6870-19D2-58E0672473C5}"/>
    </ac:deMkLst>
    <p188:txBody>
      <a:bodyPr/>
      <a:lstStyle/>
      <a:p>
        <a:r>
          <a:rPr lang="zh-CN" altLang="en-US"/>
          <a:t>拨号的x为退位按钮，图标暂时找不到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9118-45B6-426A-AB4A-F1CDD1A7C277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DB11-43BD-48B4-8B48-AB40787BD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0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9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DA97-182E-36FD-AD4F-ADD6C2DE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242527-B83B-BCAB-36F7-FA03A3421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A7AEA-3D01-C9D5-D8BE-4A41B807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2E854-0F39-AC56-97E6-D7410BC42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967C-58A7-5A9E-BE64-9B985940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5ECB7-C91C-E34B-05F5-3CC9BD35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20A939-9BA6-2C2C-25A5-947619B3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4F09D-7DA8-4993-4053-0999C0B67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48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F34A-8B0D-B7A9-7371-39265F06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10A73-51B6-607A-B440-741CEB5D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C3D753-5BB6-DDF8-5A81-912A2BF8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9D83B-B6F3-C9B0-96C7-7DA73D6C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318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3AAC-43FC-A5CC-7C1B-7F151F02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6DD021-2CE0-D8BD-A0D4-9870462AA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562BE9-70E2-A9CE-3B1F-E3AD8641A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8D517-3A9C-8D6D-CA02-95C12B25E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06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21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10CB-0BA1-F372-CC9B-E983CF42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51514-6261-3CAF-DD76-FB9F5A050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61BF73-D04A-2ECC-E318-EE0207B96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C3748-A4E5-3C95-A714-911104E12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549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30B4-054D-8027-AE4F-BFD4055C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11669-07C2-B28B-E32F-B319F879E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CCB4E6-981C-E54C-8642-35821190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DBDF26-347A-2EED-4552-4D7DC4048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329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CF3C-03CF-124C-937E-FF635FE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17AAD9-58E5-0BDE-DADE-059DA4B24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757-E34D-2FE7-B765-61360881E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40D2D-9615-2787-BF92-78C38750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025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8803-3261-648C-3A8C-9E3F255A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39023-E502-C3CD-2897-BF8E18A21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DCB0E-C782-0DD3-6741-353B15EBF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2DB96-774D-A38A-7D2D-C76043F07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033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6A6-D66F-F84E-698A-23F6CC18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B9E01-0746-7082-FA41-FE0D1C93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570933-D50A-FCE3-BA2A-A80A71B7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1B75D-B552-499D-EEDC-6E1C8E6F1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25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8275-02F0-A2FF-AB0E-3C89682B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7B82C-FDAE-1068-208A-93E1CD80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7E256-0340-B666-4A4D-FACDB8679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E85A5-E840-A32C-1AAB-3DC01BFF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703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8D55-D483-DAD6-5924-407B8158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F0FCF-CC32-0532-23A6-7821EF72E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DDD2CD-A96F-35DA-D80A-08FF0F7F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0106B-A7DE-6DBC-1CDF-D070242C5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996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D554-0F9C-C053-6772-464CA061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4E913F-BE6C-F1F7-03CC-F0DD8FAAB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0B176A-9608-62DD-86C9-6C04A34F9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74823-11C6-75AE-80B6-9F0E89B35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06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3475-D654-BF6E-6176-80AC81AC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0E5C7-9EC5-6FCF-7117-9624B736C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E57D01-86C7-FCBE-0D9D-3E4E98FFF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817F0-FCE2-5CE8-927D-E3DE6A6A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367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BB27-0738-AC5A-28D3-D2E39D52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8A0EEF-9C9B-0D95-BEF1-D5BA9F728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DA6EF6-1316-7DA6-9A82-34E35419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65B94-784D-1F3F-4987-CC31BB5E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860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8F54-631A-0CB8-2BCD-32A29C0D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BF8077-EE4B-6981-B595-E3399F45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53AB0A-7151-0E2F-B1DF-C7D5B0E3D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B5BD5-3B6A-11BD-9D66-411FFC8F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31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8078-040F-FE5E-BC69-0B008AF2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F10935-C402-273E-24F0-812DBF913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25581-EA55-A17B-D7BC-B2A0D3AA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F8A95-22C0-EA74-6B4E-7E72AAAF7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283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69EC-4DA2-5958-D065-48BC3E83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DA4550-AE25-8FD7-E6C6-86AD3F9B3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882D12-663B-11EB-6437-05D174FA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610B04-5206-6F07-6EFB-608269675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418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06AB-16C5-9FB2-76A6-FD44A006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FEB629-18F1-EED1-A58A-1CF2DA7EB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9263DE-1D84-B5A1-157D-4C159D3B3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E404A6-911A-7E10-6FD6-FAA8FC59B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817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E563-AF67-49D6-F187-EEC1828C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BDDC2-F3C7-D294-84EB-EB25B36B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35CE67-FE46-1097-2906-5838ED793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DBB8D-544E-483B-0D8C-9901F5E7D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299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8E95-0C40-EDB6-4D97-FFDF2C38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FBF9F0-1AF8-0BED-8671-A29770D36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98A275-D847-D3D7-3B85-AF3F0753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8F53B-8D53-1FC5-285F-50A5362C4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157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3848-3CF3-3E95-9472-47FB7666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B3D6E6-205D-0EAE-4EAB-EA8AF5BAF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471725-A283-1723-FC41-1EF4E0107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736382-8076-374C-9A89-86A307EC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685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C514-53F3-8B05-E425-F01302F4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A3CEC6-7A97-9A67-F75C-5463F88C8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FCDF8C-CC51-5B89-4E89-177C6FE29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5FD3D3-0FBA-1307-8DE4-F2131BFC6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5785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7F58-1317-6190-F857-B31F5A36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4BD520-3C95-BAB5-EBDE-8B4DE18D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1ECC81-DDFF-5601-EA45-F42D89B3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6ECAE-47B7-1F6B-AD9C-57C9E1D6B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42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1C01-7485-B7DF-5882-09542452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EAC1CC-EA8A-0DAB-9C21-96D786296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1A5169-2D16-3F5C-E303-16E8091A4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950167-2EE4-8935-11C5-248350EAF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14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26D9-BFBD-BC20-D267-66DD8307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E3254A-681A-9EE3-95DC-BE23329F0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288B24-E11B-D1B8-592F-883CE0C62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1B8F36-FE78-DD06-E66F-16D9ADDA6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678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3247-D213-8F85-40EC-B778E8F0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592208-F151-66D8-E855-89EE478FE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20A066-B486-567A-A012-9511D573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58FBA-06E9-C2D0-06A6-72868CF21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0656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7C7E-2B54-5762-E4D1-FCA550BC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31D9A3-79A2-4524-1BFF-5A9DB7BE3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FF6C99-55CB-4CB4-5754-F6F30A0A3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139ADC-BB5D-935F-F617-37AC3B26E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846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F172-3364-DD36-6DDE-A2BB8F43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A23120-EAF9-50D5-1022-5B346FD06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335305-5A1B-2203-2A3C-12A59EB57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E40EE-FD8A-90DA-0E4E-6E74DEC7A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5110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F55C-A108-B13C-4130-570A4ED9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1B123-9BB5-DDF8-6221-65EBE3F1A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8E6BA4-1162-353C-A700-FDEA710E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6DC47-0287-9CF3-2352-4CF66BB41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7891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E2FB-5239-84F5-FB9F-5E3CFF45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7EAB4-CF63-9518-AD45-2AFFFC47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E6803-A441-0520-D848-77D51A68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1A47-A8D5-6ADC-C6D7-1BF4F4797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161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2A81-BB55-7B30-5604-B54B02E6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C39481-2159-5AE0-8217-E7B04239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93A358-7EF4-0DCC-802D-AABEF7E1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71F8F-AEB1-B7A4-10A6-38791A75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865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B06A-F929-6677-BC44-823C4E4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106C3F-B659-4E51-6D40-12932299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156502-FEF5-D846-9EDA-082EEDBDA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A6CBF-EF22-B873-48CB-C7DBFB81B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149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15DA-5AB3-6CF8-2925-8850BEB8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E530C1-B5D9-9009-637F-ABABC06AA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33E88E-EA0A-F913-925D-9A67142DB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191F0-46CA-0BF3-060A-2E814E1DC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2848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1D72-8CCA-475A-A72D-8450ECDF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0872E5-37B2-93C6-F90C-8934CAC0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E7F30-8C3C-4892-B5C3-FA7FF0216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354E05-0ABB-BF09-7C5D-3FD8CB138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8578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BFF-DAAD-0921-4FA7-42E350E7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F00EA1-8EA2-2039-DC31-33FBA703B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CF4918-CF52-3BC6-B54F-AF7810740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A41B5-45D0-D242-18E9-FEA7E54C1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2764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C2D-7DC4-A44C-62E3-EB7F92CB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96D419-19D4-15F2-33BF-7E444C4B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418FB-D974-B562-AADA-4ACEEB83E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13773-A64E-7BB3-482E-C2DBA4621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5697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FB08-D34D-22BF-753E-16CA1A61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277D4D-8151-8DC9-9079-E7DFA53AA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72DE7-58AF-9127-FC28-6CC9012C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92F26-E997-1A7D-8D27-2DF304E3A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4438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E902-40E8-E8D9-3BC8-B505DD8B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3474D-F1D1-9090-EF7E-BFD7C4ED7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B7E4A-E601-BA92-B648-CD1BAC50B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EF466-9FFA-6849-28B1-D4C00200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69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6A40-0325-7A9A-F40C-F0F1C444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F9FBE-108A-15A9-7BF3-09C6E221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03BC5-4BA7-2DD7-351E-04525277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34A2C-A109-B547-29EF-3F2B8E279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58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10BD-D875-7F08-9AEE-4D40A923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BADC6-B886-3AAB-B5BC-FE19A216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4235D-29E4-B2AA-1804-163E317A3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6543C-DF76-6FC4-CB6F-4C3B0522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835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C41B-E15A-6CC6-70A8-5C982F54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C2959-F99F-0E36-2F75-C0417E76C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F9A1D0-4273-96F4-026C-73A92FB3F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918DA0-1FBC-E3EB-7B4E-DD95506BF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2026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18E4-9A99-1B8B-8A30-7BE2A38C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DD0563-FABF-9AB7-0EC4-E5FACFEF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C75230-095D-0234-892F-5BBDD7077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4A836-550B-DE46-3911-C84343804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771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5F3D-7BEE-9B59-DA97-DB4F5489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B6CE-D2F9-CBCF-B1BC-99F9C695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4A844-85B7-3BE8-BD98-A68B3B25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8393E-85C8-6BBF-2E6C-6CF98107B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02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1172-574D-7DB5-22DD-266110E0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7F1AA7-3305-1232-9239-059EAEEE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BAF33-D921-6196-F987-B7F1134C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450C3-1E8D-F540-DF38-BEC7A3E71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8839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8916-A9A6-DAE1-BADD-075E744A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CF44F-F21D-549A-4A54-D6D5912A3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D3E0E3-4716-34D5-1AB6-55446ADD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6FB01-2374-AA2B-E6FC-BA685E395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042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D57E-D057-CE80-9C6E-00968F00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53D685-1229-0C10-8F4D-9721A51B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CC8A04-0425-B0BA-1931-5E73BAF17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5360B-B98B-59F9-18C7-83C45A586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7511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5CF7-22D6-875A-94A8-BC13FFE8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FB0EE-BDB5-99BF-1191-EBF7AB7F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FED7E-D3A0-3FAB-018F-1170D390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5A801-6EBC-A34F-2792-806FCF91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798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46A4-4AB5-B33F-4981-C9EF613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EE36F-493D-8A5A-BBBA-830FCCD72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93DEB-9ED0-1571-5041-69D25416A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C19D0-0603-8C3C-8F4B-6B7A71303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25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2422-4E87-E2AB-366B-AB7C2BDB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1684BE-7738-4B23-9C61-CCAC3533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B08DD5-C4ED-934B-820F-84A41B41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96CFE7-DCA4-1421-C2A4-C88E5191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530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E852-131D-A392-D787-9E8711B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78B214-9D19-FDA6-B292-785E7D35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F4C98D-3951-8CB6-D408-08848A24E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A4379-E244-7ED5-34B5-C56CC6C52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9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855C1-76CD-48AD-AB00-F2BF2DEF8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241AB1-DE51-04D2-BFC2-DCADC6CAA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D986F-EEA6-5C33-DAF1-229A15D8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787EB-3086-A984-C78C-4CD442C2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8D164-4DD9-D1A4-F40E-A373C00A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8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99B49-58B5-437F-E08C-675675B0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CD781-7944-AB7F-BAED-58D87D88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81D39-7613-8019-E0E0-C04A3D41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3A2B1-FB1C-3052-51E1-0A8EFD4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F9D80-4F71-7DF8-CD11-16BE6EB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52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1AD6-1046-E8DA-8A51-F367F299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EF87A-1B8B-3F81-EB2D-C0A5AD0BD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C5784-B35D-A056-6CEC-5AEAC541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2E817-6151-897B-BCAB-C14675A0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A2F61-FF54-0E9C-E7A1-98CF119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92FC6-A284-B132-AABB-064B6079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0321-35BA-1DBE-7ABF-6979AA03E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50439-7DB3-4F60-E895-4B56984AB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DA798-C89F-3EF5-7EAE-3827F935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8DEA3-1D1F-BA29-A0C5-17BFE3C4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AA0939-A7F9-A7A8-D6D9-A63C6567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6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732EB-39EE-2096-6D46-07589E86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5AF44-B0AC-8B39-47BB-7E61FC856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0BCE65-76F9-3DBC-CB1C-5232B1677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EDF636-037D-7F6F-D325-513D4846D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6C7852-0AD7-2513-EE56-2CB749BCD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41D7E3-1EEF-B8DB-A5EC-1C04F51A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7BB2C3-B6C2-2E31-4B04-FC4164C0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DEBB7B-CF5C-5FEB-2AEE-8AD09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70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13A-7540-A21F-F19D-74E5945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79411-07FC-8706-1EF4-E1386AB4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EF323-8E3E-AC35-CDFD-2D6B58E4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CF81A-8B45-F3A9-ABB2-7D13202B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5E2736-6604-600E-C4D2-5A0F805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5765F4-6340-79B8-2B06-76460DD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86F94-E481-DFD0-0638-3965753C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5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A5992-AE0D-D119-5FB4-DDF699E4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A9F77-4B86-8699-1CFC-CD9B464B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9FF9A-BA28-D942-0AF9-D44DECAB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5E364-0905-E1D7-ECA0-F4B2CFB7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3BC17-F1CD-31D1-EE1A-D2543707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E3348F-1050-16EC-B5EC-78C1464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643B-8154-2125-D003-076C1090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2492DC-EA66-1C67-737A-9FEC28164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EF30-5CAE-6422-3CB8-B13E383A9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6D6C3E-75D3-C53B-1CEC-F0C54459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83B48-C4C1-2184-ED8C-EF5A07B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AC9A9-9ACB-5C51-62CA-8635BFA7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1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0A96-1F93-FD62-3A65-53C14510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465539-5FCB-5327-A0AC-CC72C5D3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80E4F-F286-86A6-5518-0ED780A6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793A5-D3AF-3C8E-1B4B-12B8E2CC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040D9-30FE-4CC3-B2E0-9FEED8AE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87A29-F778-EEFF-94E8-0193C75D8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125D5-889A-B93C-66DE-A50B99238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4E452-4DEE-5815-58F7-E8A4523A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3AB85-B926-410C-20D6-C6860B27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F3739-7728-1CB2-26EF-2E1A50C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3B5166-D917-326A-2942-2B7DA78C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3CC38-1728-E960-DFA9-481CA9FA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5D804-B2FA-9CBE-3CF2-2E6A7E5A2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1D394-1D5E-47AC-B4E4-77CFFED56DE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8E0BD-9F64-B41F-DE4F-4EC207EF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2E17A-9FE7-454F-77D6-8F08C146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image" Target="../media/image13.pn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18/10/relationships/comments" Target="../comments/modernComment_188_DFDCB484.xml"/><Relationship Id="rId7" Type="http://schemas.openxmlformats.org/officeDocument/2006/relationships/slide" Target="slide5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microsoft.com/office/2018/10/relationships/comments" Target="../comments/modernComment_123_37F0E3A0.xml"/><Relationship Id="rId7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05_CBFE7DBE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F2C280A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61CCFAA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slide" Target="slide39.xml"/><Relationship Id="rId18" Type="http://schemas.openxmlformats.org/officeDocument/2006/relationships/image" Target="../media/image34.sv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0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slide" Target="slide25.xml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19" Type="http://schemas.openxmlformats.org/officeDocument/2006/relationships/image" Target="../media/image34.svg"/><Relationship Id="rId4" Type="http://schemas.microsoft.com/office/2007/relationships/hdphoto" Target="../media/hdphoto1.wdp"/><Relationship Id="rId9" Type="http://schemas.openxmlformats.org/officeDocument/2006/relationships/image" Target="../media/image14.svg"/><Relationship Id="rId14" Type="http://schemas.openxmlformats.org/officeDocument/2006/relationships/slide" Target="slide3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33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slide" Target="slide2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89B7228A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2.svg"/><Relationship Id="rId3" Type="http://schemas.microsoft.com/office/2018/10/relationships/comments" Target="../comments/modernComment_11A_35BA3220.xml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11" Type="http://schemas.openxmlformats.org/officeDocument/2006/relationships/image" Target="../media/image40.svg"/><Relationship Id="rId5" Type="http://schemas.microsoft.com/office/2007/relationships/hdphoto" Target="../media/hdphoto1.wdp"/><Relationship Id="rId15" Type="http://schemas.openxmlformats.org/officeDocument/2006/relationships/image" Target="../media/image43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slide" Target="slide30.xml"/><Relationship Id="rId14" Type="http://schemas.openxmlformats.org/officeDocument/2006/relationships/slide" Target="slide2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24.xml"/><Relationship Id="rId3" Type="http://schemas.openxmlformats.org/officeDocument/2006/relationships/image" Target="../media/image25.png"/><Relationship Id="rId7" Type="http://schemas.openxmlformats.org/officeDocument/2006/relationships/image" Target="../media/image38.sv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slide" Target="slide37.xml"/><Relationship Id="rId15" Type="http://schemas.openxmlformats.org/officeDocument/2006/relationships/image" Target="../media/image44.svg"/><Relationship Id="rId10" Type="http://schemas.openxmlformats.org/officeDocument/2006/relationships/image" Target="../media/image40.svg"/><Relationship Id="rId4" Type="http://schemas.microsoft.com/office/2007/relationships/hdphoto" Target="../media/hdphoto1.wdp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12" Type="http://schemas.openxmlformats.org/officeDocument/2006/relationships/slide" Target="slide2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slide" Target="slide34.xml"/><Relationship Id="rId5" Type="http://schemas.openxmlformats.org/officeDocument/2006/relationships/slide" Target="slide24.xml"/><Relationship Id="rId15" Type="http://schemas.openxmlformats.org/officeDocument/2006/relationships/slide" Target="slide43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Relationship Id="rId14" Type="http://schemas.openxmlformats.org/officeDocument/2006/relationships/image" Target="../media/image4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12" Type="http://schemas.openxmlformats.org/officeDocument/2006/relationships/slide" Target="slide2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slide" Target="slide34.xml"/><Relationship Id="rId5" Type="http://schemas.openxmlformats.org/officeDocument/2006/relationships/slide" Target="slide24.xml"/><Relationship Id="rId15" Type="http://schemas.openxmlformats.org/officeDocument/2006/relationships/slide" Target="slide43.xml"/><Relationship Id="rId10" Type="http://schemas.openxmlformats.org/officeDocument/2006/relationships/image" Target="../media/image46.svg"/><Relationship Id="rId4" Type="http://schemas.microsoft.com/office/2007/relationships/hdphoto" Target="../media/hdphoto1.wdp"/><Relationship Id="rId9" Type="http://schemas.openxmlformats.org/officeDocument/2006/relationships/image" Target="../media/image45.png"/><Relationship Id="rId14" Type="http://schemas.openxmlformats.org/officeDocument/2006/relationships/image" Target="../media/image4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slide" Target="slide24.xml"/><Relationship Id="rId10" Type="http://schemas.openxmlformats.org/officeDocument/2006/relationships/image" Target="../media/image42.svg"/><Relationship Id="rId4" Type="http://schemas.microsoft.com/office/2007/relationships/hdphoto" Target="../media/hdphoto1.wdp"/><Relationship Id="rId9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slide" Target="slide24.xml"/><Relationship Id="rId10" Type="http://schemas.openxmlformats.org/officeDocument/2006/relationships/image" Target="../media/image42.svg"/><Relationship Id="rId4" Type="http://schemas.microsoft.com/office/2007/relationships/hdphoto" Target="../media/hdphoto1.wdp"/><Relationship Id="rId9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image" Target="../media/image46.sv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slide" Target="slide35.xml"/><Relationship Id="rId5" Type="http://schemas.openxmlformats.org/officeDocument/2006/relationships/slide" Target="slide24.xml"/><Relationship Id="rId10" Type="http://schemas.openxmlformats.org/officeDocument/2006/relationships/image" Target="../media/image42.svg"/><Relationship Id="rId4" Type="http://schemas.microsoft.com/office/2007/relationships/hdphoto" Target="../media/hdphoto1.wdp"/><Relationship Id="rId9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image" Target="../media/image46.sv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slide" Target="slide35.xml"/><Relationship Id="rId5" Type="http://schemas.openxmlformats.org/officeDocument/2006/relationships/slide" Target="slide24.xml"/><Relationship Id="rId10" Type="http://schemas.openxmlformats.org/officeDocument/2006/relationships/image" Target="../media/image42.svg"/><Relationship Id="rId4" Type="http://schemas.microsoft.com/office/2007/relationships/hdphoto" Target="../media/hdphoto1.wdp"/><Relationship Id="rId9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slide" Target="slide24.xml"/><Relationship Id="rId10" Type="http://schemas.openxmlformats.org/officeDocument/2006/relationships/image" Target="../media/image42.svg"/><Relationship Id="rId4" Type="http://schemas.microsoft.com/office/2007/relationships/hdphoto" Target="../media/hdphoto1.wdp"/><Relationship Id="rId9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svg"/><Relationship Id="rId18" Type="http://schemas.openxmlformats.org/officeDocument/2006/relationships/image" Target="../media/image44.svg"/><Relationship Id="rId3" Type="http://schemas.openxmlformats.org/officeDocument/2006/relationships/image" Target="../media/image25.png"/><Relationship Id="rId21" Type="http://schemas.openxmlformats.org/officeDocument/2006/relationships/image" Target="../media/image46.sv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2.sv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slide" Target="slide24.xml"/><Relationship Id="rId15" Type="http://schemas.openxmlformats.org/officeDocument/2006/relationships/image" Target="../media/image41.png"/><Relationship Id="rId10" Type="http://schemas.openxmlformats.org/officeDocument/2006/relationships/image" Target="../media/image51.png"/><Relationship Id="rId19" Type="http://schemas.openxmlformats.org/officeDocument/2006/relationships/slide" Target="slide38.xml"/><Relationship Id="rId4" Type="http://schemas.microsoft.com/office/2007/relationships/hdphoto" Target="../media/hdphoto1.wdp"/><Relationship Id="rId9" Type="http://schemas.openxmlformats.org/officeDocument/2006/relationships/image" Target="../media/image50.svg"/><Relationship Id="rId14" Type="http://schemas.openxmlformats.org/officeDocument/2006/relationships/slide" Target="slide2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53.png"/><Relationship Id="rId18" Type="http://schemas.openxmlformats.org/officeDocument/2006/relationships/image" Target="../media/image43.png"/><Relationship Id="rId3" Type="http://schemas.microsoft.com/office/2018/10/relationships/comments" Target="../comments/modernComment_11B_5A1998D1.xml"/><Relationship Id="rId21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1.png"/><Relationship Id="rId20" Type="http://schemas.openxmlformats.org/officeDocument/2006/relationships/slide" Target="slide3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51.png"/><Relationship Id="rId5" Type="http://schemas.microsoft.com/office/2007/relationships/hdphoto" Target="../media/hdphoto1.wdp"/><Relationship Id="rId15" Type="http://schemas.openxmlformats.org/officeDocument/2006/relationships/slide" Target="slide27.xml"/><Relationship Id="rId10" Type="http://schemas.openxmlformats.org/officeDocument/2006/relationships/image" Target="../media/image50.svg"/><Relationship Id="rId19" Type="http://schemas.openxmlformats.org/officeDocument/2006/relationships/image" Target="../media/image44.svg"/><Relationship Id="rId4" Type="http://schemas.openxmlformats.org/officeDocument/2006/relationships/image" Target="../media/image25.png"/><Relationship Id="rId9" Type="http://schemas.openxmlformats.org/officeDocument/2006/relationships/image" Target="../media/image49.png"/><Relationship Id="rId14" Type="http://schemas.openxmlformats.org/officeDocument/2006/relationships/image" Target="../media/image54.svg"/><Relationship Id="rId22" Type="http://schemas.openxmlformats.org/officeDocument/2006/relationships/image" Target="../media/image46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18/10/relationships/comments" Target="../comments/modernComment_186_BCBFCD72.xml"/><Relationship Id="rId7" Type="http://schemas.openxmlformats.org/officeDocument/2006/relationships/slide" Target="slide3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44.svg"/><Relationship Id="rId5" Type="http://schemas.microsoft.com/office/2007/relationships/hdphoto" Target="../media/hdphoto1.wdp"/><Relationship Id="rId10" Type="http://schemas.openxmlformats.org/officeDocument/2006/relationships/image" Target="../media/image43.png"/><Relationship Id="rId4" Type="http://schemas.openxmlformats.org/officeDocument/2006/relationships/image" Target="../media/image25.png"/><Relationship Id="rId9" Type="http://schemas.openxmlformats.org/officeDocument/2006/relationships/image" Target="../media/image4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5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10" Type="http://schemas.openxmlformats.org/officeDocument/2006/relationships/image" Target="../media/image57.svg"/><Relationship Id="rId4" Type="http://schemas.microsoft.com/office/2007/relationships/hdphoto" Target="../media/hdphoto1.wdp"/><Relationship Id="rId9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7.sv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1.xml"/><Relationship Id="rId11" Type="http://schemas.openxmlformats.org/officeDocument/2006/relationships/slide" Target="slide24.xml"/><Relationship Id="rId5" Type="http://schemas.openxmlformats.org/officeDocument/2006/relationships/image" Target="../media/image1.png"/><Relationship Id="rId10" Type="http://schemas.openxmlformats.org/officeDocument/2006/relationships/slide" Target="slide1.xml"/><Relationship Id="rId4" Type="http://schemas.microsoft.com/office/2007/relationships/hdphoto" Target="../media/hdphoto1.wdp"/><Relationship Id="rId9" Type="http://schemas.openxmlformats.org/officeDocument/2006/relationships/slide" Target="slide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microsoft.com/office/2018/10/relationships/comments" Target="../comments/modernComment_122_AC97742F.xml"/><Relationship Id="rId7" Type="http://schemas.openxmlformats.org/officeDocument/2006/relationships/slide" Target="slide4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25.png"/><Relationship Id="rId9" Type="http://schemas.openxmlformats.org/officeDocument/2006/relationships/image" Target="../media/image59.sv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1E197F7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microsoft.com/office/2018/10/relationships/comments" Target="../comments/modernComment_16D_75AF80D4.xml"/><Relationship Id="rId7" Type="http://schemas.openxmlformats.org/officeDocument/2006/relationships/image" Target="../media/image43.png"/><Relationship Id="rId12" Type="http://schemas.openxmlformats.org/officeDocument/2006/relationships/slide" Target="slide4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11" Type="http://schemas.openxmlformats.org/officeDocument/2006/relationships/image" Target="../media/image42.svg"/><Relationship Id="rId5" Type="http://schemas.microsoft.com/office/2007/relationships/hdphoto" Target="../media/hdphoto1.wdp"/><Relationship Id="rId10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slide" Target="slide2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slide" Target="slide24.xml"/><Relationship Id="rId4" Type="http://schemas.microsoft.com/office/2007/relationships/hdphoto" Target="../media/hdphoto1.wdp"/><Relationship Id="rId9" Type="http://schemas.openxmlformats.org/officeDocument/2006/relationships/image" Target="../media/image4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slide" Target="slide43.xml"/><Relationship Id="rId5" Type="http://schemas.openxmlformats.org/officeDocument/2006/relationships/slide" Target="slide24.xml"/><Relationship Id="rId10" Type="http://schemas.openxmlformats.org/officeDocument/2006/relationships/slide" Target="slide46.xml"/><Relationship Id="rId4" Type="http://schemas.microsoft.com/office/2007/relationships/hdphoto" Target="../media/hdphoto1.wdp"/><Relationship Id="rId9" Type="http://schemas.openxmlformats.org/officeDocument/2006/relationships/image" Target="../media/image42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slide" Target="slide24.xml"/><Relationship Id="rId10" Type="http://schemas.openxmlformats.org/officeDocument/2006/relationships/image" Target="../media/image60.jpg"/><Relationship Id="rId4" Type="http://schemas.microsoft.com/office/2007/relationships/hdphoto" Target="../media/hdphoto1.wdp"/><Relationship Id="rId9" Type="http://schemas.openxmlformats.org/officeDocument/2006/relationships/image" Target="../media/image4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8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jpg"/><Relationship Id="rId4" Type="http://schemas.microsoft.com/office/2007/relationships/hdphoto" Target="../media/hdphoto1.wdp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5.png"/><Relationship Id="rId18" Type="http://schemas.openxmlformats.org/officeDocument/2006/relationships/image" Target="../media/image16.svg"/><Relationship Id="rId3" Type="http://schemas.microsoft.com/office/2018/10/relationships/comments" Target="../comments/modernComment_17B_7F49B7F8.xml"/><Relationship Id="rId7" Type="http://schemas.openxmlformats.org/officeDocument/2006/relationships/image" Target="../media/image61.png"/><Relationship Id="rId12" Type="http://schemas.openxmlformats.org/officeDocument/2006/relationships/image" Target="../media/image64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g"/><Relationship Id="rId11" Type="http://schemas.openxmlformats.org/officeDocument/2006/relationships/image" Target="../media/image63.pn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slide" Target="slide20.xml"/><Relationship Id="rId19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slide" Target="slide46.xml"/><Relationship Id="rId14" Type="http://schemas.openxmlformats.org/officeDocument/2006/relationships/image" Target="../media/image66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slide" Target="slide59.xml"/><Relationship Id="rId18" Type="http://schemas.openxmlformats.org/officeDocument/2006/relationships/image" Target="../media/image15.png"/><Relationship Id="rId3" Type="http://schemas.openxmlformats.org/officeDocument/2006/relationships/image" Target="../media/image25.png"/><Relationship Id="rId21" Type="http://schemas.openxmlformats.org/officeDocument/2006/relationships/image" Target="../media/image18.svg"/><Relationship Id="rId7" Type="http://schemas.openxmlformats.org/officeDocument/2006/relationships/image" Target="../media/image61.png"/><Relationship Id="rId12" Type="http://schemas.openxmlformats.org/officeDocument/2006/relationships/image" Target="../media/image64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0.xml"/><Relationship Id="rId11" Type="http://schemas.openxmlformats.org/officeDocument/2006/relationships/image" Target="../media/image63.png"/><Relationship Id="rId5" Type="http://schemas.openxmlformats.org/officeDocument/2006/relationships/image" Target="../media/image60.jpg"/><Relationship Id="rId15" Type="http://schemas.openxmlformats.org/officeDocument/2006/relationships/image" Target="../media/image66.svg"/><Relationship Id="rId10" Type="http://schemas.openxmlformats.org/officeDocument/2006/relationships/slide" Target="slide20.xml"/><Relationship Id="rId19" Type="http://schemas.openxmlformats.org/officeDocument/2006/relationships/image" Target="../media/image16.svg"/><Relationship Id="rId4" Type="http://schemas.microsoft.com/office/2007/relationships/hdphoto" Target="../media/hdphoto1.wdp"/><Relationship Id="rId9" Type="http://schemas.openxmlformats.org/officeDocument/2006/relationships/slide" Target="slide58.xml"/><Relationship Id="rId1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16.svg"/><Relationship Id="rId3" Type="http://schemas.microsoft.com/office/2018/10/relationships/comments" Target="../comments/modernComment_184_8F6B1876.xml"/><Relationship Id="rId7" Type="http://schemas.openxmlformats.org/officeDocument/2006/relationships/slide" Target="slide60.xml"/><Relationship Id="rId12" Type="http://schemas.openxmlformats.org/officeDocument/2006/relationships/slide" Target="slide59.xml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g"/><Relationship Id="rId11" Type="http://schemas.openxmlformats.org/officeDocument/2006/relationships/image" Target="../media/image64.sv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image" Target="../media/image63.png"/><Relationship Id="rId19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image" Target="../media/image62.svg"/><Relationship Id="rId14" Type="http://schemas.openxmlformats.org/officeDocument/2006/relationships/image" Target="../media/image66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6.svg"/><Relationship Id="rId1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0.xml"/><Relationship Id="rId11" Type="http://schemas.openxmlformats.org/officeDocument/2006/relationships/image" Target="../media/image64.svg"/><Relationship Id="rId5" Type="http://schemas.openxmlformats.org/officeDocument/2006/relationships/image" Target="../media/image60.jpg"/><Relationship Id="rId15" Type="http://schemas.openxmlformats.org/officeDocument/2006/relationships/image" Target="../media/image14.svg"/><Relationship Id="rId10" Type="http://schemas.openxmlformats.org/officeDocument/2006/relationships/image" Target="../media/image63.png"/><Relationship Id="rId19" Type="http://schemas.openxmlformats.org/officeDocument/2006/relationships/image" Target="../media/image18.svg"/><Relationship Id="rId4" Type="http://schemas.microsoft.com/office/2007/relationships/hdphoto" Target="../media/hdphoto1.wdp"/><Relationship Id="rId9" Type="http://schemas.openxmlformats.org/officeDocument/2006/relationships/slide" Target="slide58.xml"/><Relationship Id="rId1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5.png"/><Relationship Id="rId18" Type="http://schemas.openxmlformats.org/officeDocument/2006/relationships/image" Target="../media/image16.svg"/><Relationship Id="rId3" Type="http://schemas.openxmlformats.org/officeDocument/2006/relationships/image" Target="../media/image25.png"/><Relationship Id="rId21" Type="http://schemas.openxmlformats.org/officeDocument/2006/relationships/slide" Target="slide23.xml"/><Relationship Id="rId7" Type="http://schemas.openxmlformats.org/officeDocument/2006/relationships/image" Target="../media/image61.png"/><Relationship Id="rId12" Type="http://schemas.openxmlformats.org/officeDocument/2006/relationships/image" Target="../media/image64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slide" Target="slide60.xml"/><Relationship Id="rId11" Type="http://schemas.openxmlformats.org/officeDocument/2006/relationships/image" Target="../media/image63.png"/><Relationship Id="rId24" Type="http://schemas.openxmlformats.org/officeDocument/2006/relationships/image" Target="../media/image27.svg"/><Relationship Id="rId5" Type="http://schemas.openxmlformats.org/officeDocument/2006/relationships/image" Target="../media/image60.jpg"/><Relationship Id="rId15" Type="http://schemas.openxmlformats.org/officeDocument/2006/relationships/image" Target="../media/image13.png"/><Relationship Id="rId23" Type="http://schemas.openxmlformats.org/officeDocument/2006/relationships/image" Target="../media/image26.png"/><Relationship Id="rId10" Type="http://schemas.openxmlformats.org/officeDocument/2006/relationships/slide" Target="slide20.xml"/><Relationship Id="rId19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slide" Target="slide46.xml"/><Relationship Id="rId14" Type="http://schemas.openxmlformats.org/officeDocument/2006/relationships/image" Target="../media/image66.svg"/><Relationship Id="rId22" Type="http://schemas.openxmlformats.org/officeDocument/2006/relationships/slide" Target="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5AC26BEA-0311-A8A2-C4F5-38C23905487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提示框">
            <a:extLst>
              <a:ext uri="{FF2B5EF4-FFF2-40B4-BE49-F238E27FC236}">
                <a16:creationId xmlns:a16="http://schemas.microsoft.com/office/drawing/2014/main" id="{7BBED355-78A4-48CE-81E5-DD5A908E8CDA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947320B-1308-2478-6F63-D7540448DABB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3EB2CD1C-44FD-6F34-7D92-025704BAACBC}"/>
                </a:ext>
              </a:extLst>
            </p:cNvPr>
            <p:cNvSpPr txBox="1"/>
            <p:nvPr/>
          </p:nvSpPr>
          <p:spPr>
            <a:xfrm>
              <a:off x="5012459" y="3068007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64FA04D5-2AD8-11FD-F92D-A5B489110609}"/>
                </a:ext>
              </a:extLst>
            </p:cNvPr>
            <p:cNvSpPr txBox="1"/>
            <p:nvPr/>
          </p:nvSpPr>
          <p:spPr>
            <a:xfrm>
              <a:off x="5012459" y="3386665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0" name="!! 图标">
              <a:extLst>
                <a:ext uri="{FF2B5EF4-FFF2-40B4-BE49-F238E27FC236}">
                  <a16:creationId xmlns:a16="http://schemas.microsoft.com/office/drawing/2014/main" id="{D0370A60-DB8E-77A8-4E3C-39F6061F51C8}"/>
                </a:ext>
              </a:extLst>
            </p:cNvPr>
            <p:cNvSpPr/>
            <p:nvPr/>
          </p:nvSpPr>
          <p:spPr>
            <a:xfrm>
              <a:off x="4257672" y="3133803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!! 顶部警告">
            <a:extLst>
              <a:ext uri="{FF2B5EF4-FFF2-40B4-BE49-F238E27FC236}">
                <a16:creationId xmlns:a16="http://schemas.microsoft.com/office/drawing/2014/main" id="{491D7F82-06D3-5733-71EC-E762B40B0AB7}"/>
              </a:ext>
            </a:extLst>
          </p:cNvPr>
          <p:cNvGrpSpPr/>
          <p:nvPr/>
        </p:nvGrpSpPr>
        <p:grpSpPr>
          <a:xfrm>
            <a:off x="5595091" y="592908"/>
            <a:ext cx="3541817" cy="781669"/>
            <a:chOff x="6744289" y="1953066"/>
            <a:chExt cx="3541817" cy="781669"/>
          </a:xfrm>
        </p:grpSpPr>
        <p:sp>
          <p:nvSpPr>
            <p:cNvPr id="5" name="!! 背景">
              <a:extLst>
                <a:ext uri="{FF2B5EF4-FFF2-40B4-BE49-F238E27FC236}">
                  <a16:creationId xmlns:a16="http://schemas.microsoft.com/office/drawing/2014/main" id="{92A0E51D-49DA-E539-4A66-A2079DD20A1B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790370DB-E1E4-D294-BA2C-7532E7AD78A6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7" name="!! 副标题">
              <a:extLst>
                <a:ext uri="{FF2B5EF4-FFF2-40B4-BE49-F238E27FC236}">
                  <a16:creationId xmlns:a16="http://schemas.microsoft.com/office/drawing/2014/main" id="{EAFA26E0-9DDD-B186-D076-493D86C30DED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sp>
        <p:nvSpPr>
          <p:cNvPr id="8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E58A48-7930-C570-310B-285DBA500AEE}"/>
              </a:ext>
            </a:extLst>
          </p:cNvPr>
          <p:cNvSpPr/>
          <p:nvPr/>
        </p:nvSpPr>
        <p:spPr>
          <a:xfrm>
            <a:off x="9507545" y="563121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强调按钮</a:t>
            </a:r>
          </a:p>
        </p:txBody>
      </p:sp>
      <p:sp>
        <p:nvSpPr>
          <p:cNvPr id="9" name="!! 返回">
            <a:hlinkClick r:id="rId4" action="ppaction://hlinksldjump"/>
            <a:extLst>
              <a:ext uri="{FF2B5EF4-FFF2-40B4-BE49-F238E27FC236}">
                <a16:creationId xmlns:a16="http://schemas.microsoft.com/office/drawing/2014/main" id="{D6E799BD-D024-6320-460E-2FB7DEE6FD3C}"/>
              </a:ext>
            </a:extLst>
          </p:cNvPr>
          <p:cNvSpPr/>
          <p:nvPr/>
        </p:nvSpPr>
        <p:spPr>
          <a:xfrm>
            <a:off x="9507545" y="1145069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次要按钮</a:t>
            </a:r>
          </a:p>
        </p:txBody>
      </p:sp>
      <p:grpSp>
        <p:nvGrpSpPr>
          <p:cNvPr id="10" name="!! 大标题">
            <a:extLst>
              <a:ext uri="{FF2B5EF4-FFF2-40B4-BE49-F238E27FC236}">
                <a16:creationId xmlns:a16="http://schemas.microsoft.com/office/drawing/2014/main" id="{23320455-370C-8A57-20CE-D1520395090C}"/>
              </a:ext>
            </a:extLst>
          </p:cNvPr>
          <p:cNvGrpSpPr/>
          <p:nvPr/>
        </p:nvGrpSpPr>
        <p:grpSpPr>
          <a:xfrm>
            <a:off x="9502474" y="4453759"/>
            <a:ext cx="1160605" cy="461665"/>
            <a:chOff x="3079753" y="1375827"/>
            <a:chExt cx="726902" cy="461665"/>
          </a:xfrm>
        </p:grpSpPr>
        <p:sp>
          <p:nvSpPr>
            <p:cNvPr id="11" name="!! 标题符">
              <a:extLst>
                <a:ext uri="{FF2B5EF4-FFF2-40B4-BE49-F238E27FC236}">
                  <a16:creationId xmlns:a16="http://schemas.microsoft.com/office/drawing/2014/main" id="{EBB6EE75-9D18-F84C-379E-1C8758B897B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标题">
              <a:extLst>
                <a:ext uri="{FF2B5EF4-FFF2-40B4-BE49-F238E27FC236}">
                  <a16:creationId xmlns:a16="http://schemas.microsoft.com/office/drawing/2014/main" id="{83094075-49E1-AC8A-69AC-757CBA70B2B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大标题</a:t>
              </a:r>
            </a:p>
          </p:txBody>
        </p:sp>
      </p:grpSp>
      <p:grpSp>
        <p:nvGrpSpPr>
          <p:cNvPr id="16" name="!! 顶部错误">
            <a:extLst>
              <a:ext uri="{FF2B5EF4-FFF2-40B4-BE49-F238E27FC236}">
                <a16:creationId xmlns:a16="http://schemas.microsoft.com/office/drawing/2014/main" id="{3FEAA996-D087-C023-17DE-791E3E15A3C6}"/>
              </a:ext>
            </a:extLst>
          </p:cNvPr>
          <p:cNvGrpSpPr/>
          <p:nvPr/>
        </p:nvGrpSpPr>
        <p:grpSpPr>
          <a:xfrm>
            <a:off x="5595091" y="1476568"/>
            <a:ext cx="3541817" cy="781669"/>
            <a:chOff x="6744289" y="1953066"/>
            <a:chExt cx="3541817" cy="781669"/>
          </a:xfrm>
        </p:grpSpPr>
        <p:sp>
          <p:nvSpPr>
            <p:cNvPr id="17" name="!! 背景">
              <a:extLst>
                <a:ext uri="{FF2B5EF4-FFF2-40B4-BE49-F238E27FC236}">
                  <a16:creationId xmlns:a16="http://schemas.microsoft.com/office/drawing/2014/main" id="{BB94669E-26D9-4A76-7242-58A1FA0590D4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A3CF0E0D-D8A9-8EB3-3971-D647E42C03B5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22" name="!! 副标题">
              <a:extLst>
                <a:ext uri="{FF2B5EF4-FFF2-40B4-BE49-F238E27FC236}">
                  <a16:creationId xmlns:a16="http://schemas.microsoft.com/office/drawing/2014/main" id="{AAFDA4AD-1858-8144-B348-5571C06BD006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grpSp>
        <p:nvGrpSpPr>
          <p:cNvPr id="33" name="带按钮的提示框">
            <a:extLst>
              <a:ext uri="{FF2B5EF4-FFF2-40B4-BE49-F238E27FC236}">
                <a16:creationId xmlns:a16="http://schemas.microsoft.com/office/drawing/2014/main" id="{C3F8505E-7C32-8FAB-DD38-AF64F4098614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3811793A-6D36-4707-5EC9-01B5F56FEAEB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06720A20-87A8-D9E2-FB45-D89B77C3F724}"/>
                </a:ext>
              </a:extLst>
            </p:cNvPr>
            <p:cNvSpPr txBox="1"/>
            <p:nvPr/>
          </p:nvSpPr>
          <p:spPr>
            <a:xfrm>
              <a:off x="4111918" y="3598355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6ACE7C96-A879-4B81-520C-0932AE427B4F}"/>
                </a:ext>
              </a:extLst>
            </p:cNvPr>
            <p:cNvSpPr txBox="1"/>
            <p:nvPr/>
          </p:nvSpPr>
          <p:spPr>
            <a:xfrm>
              <a:off x="4111918" y="3917013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7" name="!! 图标">
              <a:extLst>
                <a:ext uri="{FF2B5EF4-FFF2-40B4-BE49-F238E27FC236}">
                  <a16:creationId xmlns:a16="http://schemas.microsoft.com/office/drawing/2014/main" id="{48B24D1F-D366-56B2-CC46-2459852A1245}"/>
                </a:ext>
              </a:extLst>
            </p:cNvPr>
            <p:cNvSpPr/>
            <p:nvPr/>
          </p:nvSpPr>
          <p:spPr>
            <a:xfrm>
              <a:off x="3357131" y="3664151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775723E6-BACB-AEB4-A627-CFDCD8919820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C7B478A5-0622-264F-498D-4F952B2B1946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提示框">
            <a:extLst>
              <a:ext uri="{FF2B5EF4-FFF2-40B4-BE49-F238E27FC236}">
                <a16:creationId xmlns:a16="http://schemas.microsoft.com/office/drawing/2014/main" id="{25AD1416-ED9E-BE7E-BB54-B4B13916F55A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0B41555A-D8F5-7AE8-A923-B8AB6E85C36C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182A1699-2718-AA58-0266-15781B5DDD17}"/>
                </a:ext>
              </a:extLst>
            </p:cNvPr>
            <p:cNvSpPr txBox="1"/>
            <p:nvPr/>
          </p:nvSpPr>
          <p:spPr>
            <a:xfrm>
              <a:off x="1701992" y="3857219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C27593F4-7922-8C9E-BA04-F11015239BB7}"/>
                </a:ext>
              </a:extLst>
            </p:cNvPr>
            <p:cNvSpPr txBox="1"/>
            <p:nvPr/>
          </p:nvSpPr>
          <p:spPr>
            <a:xfrm>
              <a:off x="1701992" y="4175877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8" name="!! 图标">
              <a:extLst>
                <a:ext uri="{FF2B5EF4-FFF2-40B4-BE49-F238E27FC236}">
                  <a16:creationId xmlns:a16="http://schemas.microsoft.com/office/drawing/2014/main" id="{4265D6A8-732C-F12F-CD3C-EFFB4BFCC449}"/>
                </a:ext>
              </a:extLst>
            </p:cNvPr>
            <p:cNvSpPr/>
            <p:nvPr/>
          </p:nvSpPr>
          <p:spPr>
            <a:xfrm>
              <a:off x="947205" y="3923015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D3338296-B41F-50A8-F5FE-5D00E279081D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1F2467BF-31D5-96AA-8D79-781E2C34C527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D5E0815-1D6E-FC51-783A-3ACD0AAB0163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48" name="!! 输入框">
            <a:extLst>
              <a:ext uri="{FF2B5EF4-FFF2-40B4-BE49-F238E27FC236}">
                <a16:creationId xmlns:a16="http://schemas.microsoft.com/office/drawing/2014/main" id="{C4FDA68A-A7F3-5292-D379-2AD5002D380C}"/>
              </a:ext>
            </a:extLst>
          </p:cNvPr>
          <p:cNvSpPr/>
          <p:nvPr/>
        </p:nvSpPr>
        <p:spPr>
          <a:xfrm>
            <a:off x="9507544" y="5341537"/>
            <a:ext cx="2359488" cy="392193"/>
          </a:xfrm>
          <a:prstGeom prst="roundRect">
            <a:avLst>
              <a:gd name="adj" fmla="val 20553"/>
            </a:avLst>
          </a:prstGeom>
          <a:solidFill>
            <a:schemeClr val="bg2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输入框</a:t>
            </a:r>
          </a:p>
        </p:txBody>
      </p:sp>
      <p:grpSp>
        <p:nvGrpSpPr>
          <p:cNvPr id="51" name="!! 选择列表">
            <a:extLst>
              <a:ext uri="{FF2B5EF4-FFF2-40B4-BE49-F238E27FC236}">
                <a16:creationId xmlns:a16="http://schemas.microsoft.com/office/drawing/2014/main" id="{056FCF04-DEB7-4D85-5E66-FDFAB34001C7}"/>
              </a:ext>
            </a:extLst>
          </p:cNvPr>
          <p:cNvGrpSpPr/>
          <p:nvPr/>
        </p:nvGrpSpPr>
        <p:grpSpPr>
          <a:xfrm>
            <a:off x="5595090" y="2442358"/>
            <a:ext cx="3541817" cy="3295501"/>
            <a:chOff x="5595090" y="2442358"/>
            <a:chExt cx="3541817" cy="3295501"/>
          </a:xfrm>
        </p:grpSpPr>
        <p:sp>
          <p:nvSpPr>
            <p:cNvPr id="44" name="!! 背景板">
              <a:extLst>
                <a:ext uri="{FF2B5EF4-FFF2-40B4-BE49-F238E27FC236}">
                  <a16:creationId xmlns:a16="http://schemas.microsoft.com/office/drawing/2014/main" id="{D9A060EF-78EC-04DC-5B41-29D88D27BB37}"/>
                </a:ext>
              </a:extLst>
            </p:cNvPr>
            <p:cNvSpPr/>
            <p:nvPr/>
          </p:nvSpPr>
          <p:spPr>
            <a:xfrm>
              <a:off x="5595090" y="2442358"/>
              <a:ext cx="3541817" cy="3295501"/>
            </a:xfrm>
            <a:prstGeom prst="roundRect">
              <a:avLst>
                <a:gd name="adj" fmla="val 4577"/>
              </a:avLst>
            </a:prstGeom>
            <a:solidFill>
              <a:schemeClr val="bg2"/>
            </a:solidFill>
            <a:ln>
              <a:noFill/>
            </a:ln>
            <a:effectLst>
              <a:outerShdw blurRad="2032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!! 选中">
              <a:extLst>
                <a:ext uri="{FF2B5EF4-FFF2-40B4-BE49-F238E27FC236}">
                  <a16:creationId xmlns:a16="http://schemas.microsoft.com/office/drawing/2014/main" id="{73278A5D-6171-AD33-5EA0-68BA9C000AD9}"/>
                </a:ext>
              </a:extLst>
            </p:cNvPr>
            <p:cNvSpPr/>
            <p:nvPr/>
          </p:nvSpPr>
          <p:spPr>
            <a:xfrm>
              <a:off x="5867995" y="3124217"/>
              <a:ext cx="2996006" cy="545100"/>
            </a:xfrm>
            <a:prstGeom prst="roundRect">
              <a:avLst>
                <a:gd name="adj" fmla="val 22880"/>
              </a:avLst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dirty="0"/>
                <a:t>选中</a:t>
              </a:r>
            </a:p>
          </p:txBody>
        </p:sp>
        <p:sp>
          <p:nvSpPr>
            <p:cNvPr id="46" name="!! 未选中">
              <a:extLst>
                <a:ext uri="{FF2B5EF4-FFF2-40B4-BE49-F238E27FC236}">
                  <a16:creationId xmlns:a16="http://schemas.microsoft.com/office/drawing/2014/main" id="{A044792F-671E-8E45-01AB-E6F114902B48}"/>
                </a:ext>
              </a:extLst>
            </p:cNvPr>
            <p:cNvSpPr/>
            <p:nvPr/>
          </p:nvSpPr>
          <p:spPr>
            <a:xfrm>
              <a:off x="5877446" y="3779587"/>
              <a:ext cx="2996006" cy="545100"/>
            </a:xfrm>
            <a:prstGeom prst="roundRect">
              <a:avLst>
                <a:gd name="adj" fmla="val 22880"/>
              </a:avLst>
            </a:prstGeom>
            <a:solidFill>
              <a:schemeClr val="bg1"/>
            </a:solidFill>
            <a:ln w="6350">
              <a:solidFill>
                <a:schemeClr val="bg1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dirty="0">
                  <a:solidFill>
                    <a:schemeClr val="tx1"/>
                  </a:solidFill>
                </a:rPr>
                <a:t>未选中</a:t>
              </a:r>
            </a:p>
          </p:txBody>
        </p:sp>
        <p:sp>
          <p:nvSpPr>
            <p:cNvPr id="47" name="!! 不可用">
              <a:extLst>
                <a:ext uri="{FF2B5EF4-FFF2-40B4-BE49-F238E27FC236}">
                  <a16:creationId xmlns:a16="http://schemas.microsoft.com/office/drawing/2014/main" id="{E311D389-8D2B-B168-7826-9B794B2B4CAF}"/>
                </a:ext>
              </a:extLst>
            </p:cNvPr>
            <p:cNvSpPr/>
            <p:nvPr/>
          </p:nvSpPr>
          <p:spPr>
            <a:xfrm>
              <a:off x="5877446" y="4431015"/>
              <a:ext cx="2996006" cy="545100"/>
            </a:xfrm>
            <a:prstGeom prst="roundRect">
              <a:avLst>
                <a:gd name="adj" fmla="val 22880"/>
              </a:avLst>
            </a:prstGeom>
            <a:solidFill>
              <a:schemeClr val="bg1">
                <a:lumMod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不可用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F303988-AAA3-D8CE-E564-A6D9DDC5FBDC}"/>
                </a:ext>
              </a:extLst>
            </p:cNvPr>
            <p:cNvSpPr txBox="1"/>
            <p:nvPr/>
          </p:nvSpPr>
          <p:spPr>
            <a:xfrm>
              <a:off x="5859528" y="2663624"/>
              <a:ext cx="2137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列表名（可选）</a:t>
              </a:r>
            </a:p>
          </p:txBody>
        </p:sp>
      </p:grpSp>
      <p:sp>
        <p:nvSpPr>
          <p:cNvPr id="52" name="!! 开关1背景">
            <a:extLst>
              <a:ext uri="{FF2B5EF4-FFF2-40B4-BE49-F238E27FC236}">
                <a16:creationId xmlns:a16="http://schemas.microsoft.com/office/drawing/2014/main" id="{BE8AADBC-FDFB-04C4-FBB6-ED75B71BBE03}"/>
              </a:ext>
            </a:extLst>
          </p:cNvPr>
          <p:cNvSpPr/>
          <p:nvPr/>
        </p:nvSpPr>
        <p:spPr>
          <a:xfrm>
            <a:off x="9497824" y="271798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53" name="!! 开关1">
            <a:extLst>
              <a:ext uri="{FF2B5EF4-FFF2-40B4-BE49-F238E27FC236}">
                <a16:creationId xmlns:a16="http://schemas.microsoft.com/office/drawing/2014/main" id="{A3D38018-D1E5-0A29-2AF4-01129DAD9BEA}"/>
              </a:ext>
            </a:extLst>
          </p:cNvPr>
          <p:cNvSpPr/>
          <p:nvPr/>
        </p:nvSpPr>
        <p:spPr>
          <a:xfrm>
            <a:off x="9531506" y="274162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54" name="!! load">
            <a:extLst>
              <a:ext uri="{FF2B5EF4-FFF2-40B4-BE49-F238E27FC236}">
                <a16:creationId xmlns:a16="http://schemas.microsoft.com/office/drawing/2014/main" id="{EC294FFD-D529-38FA-EF26-1F5E34348EC9}"/>
              </a:ext>
            </a:extLst>
          </p:cNvPr>
          <p:cNvGrpSpPr/>
          <p:nvPr/>
        </p:nvGrpSpPr>
        <p:grpSpPr>
          <a:xfrm>
            <a:off x="11382596" y="2378518"/>
            <a:ext cx="245532" cy="245532"/>
            <a:chOff x="7349534" y="4722202"/>
            <a:chExt cx="279398" cy="279398"/>
          </a:xfrm>
        </p:grpSpPr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A711C09C-922D-C512-F70E-74E970E7805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008987E4-3B5B-1E42-4C21-DA3824FA717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!! 检测">
            <a:extLst>
              <a:ext uri="{FF2B5EF4-FFF2-40B4-BE49-F238E27FC236}">
                <a16:creationId xmlns:a16="http://schemas.microsoft.com/office/drawing/2014/main" id="{6038F025-F48A-0765-AC31-3AECC2373A42}"/>
              </a:ext>
            </a:extLst>
          </p:cNvPr>
          <p:cNvSpPr txBox="1"/>
          <p:nvPr/>
        </p:nvSpPr>
        <p:spPr>
          <a:xfrm>
            <a:off x="10988874" y="2671812"/>
            <a:ext cx="1069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提示文字</a:t>
            </a:r>
          </a:p>
        </p:txBody>
      </p:sp>
      <p:sp>
        <p:nvSpPr>
          <p:cNvPr id="65" name="!! 开关1">
            <a:extLst>
              <a:ext uri="{FF2B5EF4-FFF2-40B4-BE49-F238E27FC236}">
                <a16:creationId xmlns:a16="http://schemas.microsoft.com/office/drawing/2014/main" id="{14C3BD2B-BC67-8CF0-AF98-EB8F3238C3DA}"/>
              </a:ext>
            </a:extLst>
          </p:cNvPr>
          <p:cNvSpPr/>
          <p:nvPr/>
        </p:nvSpPr>
        <p:spPr>
          <a:xfrm>
            <a:off x="9541226" y="229742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6" name="!! 开关1背景">
            <a:extLst>
              <a:ext uri="{FF2B5EF4-FFF2-40B4-BE49-F238E27FC236}">
                <a16:creationId xmlns:a16="http://schemas.microsoft.com/office/drawing/2014/main" id="{F7E84868-1872-5676-9484-948028E0E837}"/>
              </a:ext>
            </a:extLst>
          </p:cNvPr>
          <p:cNvSpPr/>
          <p:nvPr/>
        </p:nvSpPr>
        <p:spPr>
          <a:xfrm>
            <a:off x="9507544" y="2937203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7" name="!! 开关1">
            <a:extLst>
              <a:ext uri="{FF2B5EF4-FFF2-40B4-BE49-F238E27FC236}">
                <a16:creationId xmlns:a16="http://schemas.microsoft.com/office/drawing/2014/main" id="{D9EA12AC-C9DC-6276-D5DB-0625A005C5E7}"/>
              </a:ext>
            </a:extLst>
          </p:cNvPr>
          <p:cNvSpPr/>
          <p:nvPr/>
        </p:nvSpPr>
        <p:spPr>
          <a:xfrm>
            <a:off x="9728442" y="2960847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75" name="!! 单选框2">
            <a:extLst>
              <a:ext uri="{FF2B5EF4-FFF2-40B4-BE49-F238E27FC236}">
                <a16:creationId xmlns:a16="http://schemas.microsoft.com/office/drawing/2014/main" id="{1A67FFD2-8F03-337C-47EE-BFEF9B1E6697}"/>
              </a:ext>
            </a:extLst>
          </p:cNvPr>
          <p:cNvGrpSpPr/>
          <p:nvPr/>
        </p:nvGrpSpPr>
        <p:grpSpPr>
          <a:xfrm>
            <a:off x="9507544" y="3199695"/>
            <a:ext cx="2610106" cy="307777"/>
            <a:chOff x="6879497" y="3107891"/>
            <a:chExt cx="2610106" cy="307777"/>
          </a:xfrm>
        </p:grpSpPr>
        <p:sp>
          <p:nvSpPr>
            <p:cNvPr id="76" name="!! 单选框1">
              <a:extLst>
                <a:ext uri="{FF2B5EF4-FFF2-40B4-BE49-F238E27FC236}">
                  <a16:creationId xmlns:a16="http://schemas.microsoft.com/office/drawing/2014/main" id="{709A4B26-A72D-AA43-8791-AAA38A834CD2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77" name="!! 单选文本">
              <a:extLst>
                <a:ext uri="{FF2B5EF4-FFF2-40B4-BE49-F238E27FC236}">
                  <a16:creationId xmlns:a16="http://schemas.microsoft.com/office/drawing/2014/main" id="{A93A3948-AA1F-0B07-8764-8A479A9B73E2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未选</a:t>
              </a:r>
            </a:p>
          </p:txBody>
        </p:sp>
      </p:grpSp>
      <p:grpSp>
        <p:nvGrpSpPr>
          <p:cNvPr id="78" name="!! 单选框 3">
            <a:extLst>
              <a:ext uri="{FF2B5EF4-FFF2-40B4-BE49-F238E27FC236}">
                <a16:creationId xmlns:a16="http://schemas.microsoft.com/office/drawing/2014/main" id="{295D1D78-F84D-A27E-C645-2E96029391F8}"/>
              </a:ext>
            </a:extLst>
          </p:cNvPr>
          <p:cNvGrpSpPr/>
          <p:nvPr/>
        </p:nvGrpSpPr>
        <p:grpSpPr>
          <a:xfrm>
            <a:off x="9507544" y="3463876"/>
            <a:ext cx="2610106" cy="307777"/>
            <a:chOff x="6879497" y="3889843"/>
            <a:chExt cx="2610106" cy="307777"/>
          </a:xfrm>
        </p:grpSpPr>
        <p:sp>
          <p:nvSpPr>
            <p:cNvPr id="79" name="!! 单选框1">
              <a:extLst>
                <a:ext uri="{FF2B5EF4-FFF2-40B4-BE49-F238E27FC236}">
                  <a16:creationId xmlns:a16="http://schemas.microsoft.com/office/drawing/2014/main" id="{E8F22850-5185-313D-ED67-11A17D5485F8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0" name="!! 单选文本">
              <a:extLst>
                <a:ext uri="{FF2B5EF4-FFF2-40B4-BE49-F238E27FC236}">
                  <a16:creationId xmlns:a16="http://schemas.microsoft.com/office/drawing/2014/main" id="{EE23C55D-21F9-D3E8-9381-318D16D96D1F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已选</a:t>
              </a: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858C22AC-F35C-FC6C-F232-8D0985D4EBEC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82" name="!! 单选框2">
            <a:extLst>
              <a:ext uri="{FF2B5EF4-FFF2-40B4-BE49-F238E27FC236}">
                <a16:creationId xmlns:a16="http://schemas.microsoft.com/office/drawing/2014/main" id="{446B63E9-0E60-F445-E4FB-4CD7466A25A3}"/>
              </a:ext>
            </a:extLst>
          </p:cNvPr>
          <p:cNvGrpSpPr/>
          <p:nvPr/>
        </p:nvGrpSpPr>
        <p:grpSpPr>
          <a:xfrm>
            <a:off x="9507544" y="3742877"/>
            <a:ext cx="2610106" cy="307777"/>
            <a:chOff x="6879497" y="3107891"/>
            <a:chExt cx="2610106" cy="307777"/>
          </a:xfrm>
        </p:grpSpPr>
        <p:sp>
          <p:nvSpPr>
            <p:cNvPr id="83" name="!! 单选框1">
              <a:extLst>
                <a:ext uri="{FF2B5EF4-FFF2-40B4-BE49-F238E27FC236}">
                  <a16:creationId xmlns:a16="http://schemas.microsoft.com/office/drawing/2014/main" id="{17C5758B-DEB1-F654-C4B5-D3920EBF44A4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4" name="!! 单选文本">
              <a:extLst>
                <a:ext uri="{FF2B5EF4-FFF2-40B4-BE49-F238E27FC236}">
                  <a16:creationId xmlns:a16="http://schemas.microsoft.com/office/drawing/2014/main" id="{FDF38021-E0CA-6AB8-96AD-2B2A3F155398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未选禁用</a:t>
              </a:r>
            </a:p>
          </p:txBody>
        </p:sp>
      </p:grpSp>
      <p:grpSp>
        <p:nvGrpSpPr>
          <p:cNvPr id="85" name="!! 单选框 3">
            <a:extLst>
              <a:ext uri="{FF2B5EF4-FFF2-40B4-BE49-F238E27FC236}">
                <a16:creationId xmlns:a16="http://schemas.microsoft.com/office/drawing/2014/main" id="{D67AA418-608A-F259-EDFB-43243C6BEA46}"/>
              </a:ext>
            </a:extLst>
          </p:cNvPr>
          <p:cNvGrpSpPr/>
          <p:nvPr/>
        </p:nvGrpSpPr>
        <p:grpSpPr>
          <a:xfrm>
            <a:off x="9507544" y="4007058"/>
            <a:ext cx="2610106" cy="307777"/>
            <a:chOff x="6879497" y="3889843"/>
            <a:chExt cx="2610106" cy="307777"/>
          </a:xfrm>
        </p:grpSpPr>
        <p:sp>
          <p:nvSpPr>
            <p:cNvPr id="86" name="!! 单选框1">
              <a:extLst>
                <a:ext uri="{FF2B5EF4-FFF2-40B4-BE49-F238E27FC236}">
                  <a16:creationId xmlns:a16="http://schemas.microsoft.com/office/drawing/2014/main" id="{E7F4CB15-64C2-07B3-CAAA-BE174072C24C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7" name="!! 单选文本">
              <a:extLst>
                <a:ext uri="{FF2B5EF4-FFF2-40B4-BE49-F238E27FC236}">
                  <a16:creationId xmlns:a16="http://schemas.microsoft.com/office/drawing/2014/main" id="{A8AD38CA-5D7D-E2EB-0740-6FB2146CC0E3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已选禁用</a:t>
              </a: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7D1E26D7-120C-DD4D-7D8B-A40D7A5B5B0F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89" name="!! 副标题">
            <a:extLst>
              <a:ext uri="{FF2B5EF4-FFF2-40B4-BE49-F238E27FC236}">
                <a16:creationId xmlns:a16="http://schemas.microsoft.com/office/drawing/2014/main" id="{F937FD0C-C645-9BC9-14A9-61CC38F3421E}"/>
              </a:ext>
            </a:extLst>
          </p:cNvPr>
          <p:cNvSpPr txBox="1"/>
          <p:nvPr/>
        </p:nvSpPr>
        <p:spPr>
          <a:xfrm>
            <a:off x="9459126" y="494337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副标题</a:t>
            </a:r>
          </a:p>
        </p:txBody>
      </p:sp>
      <p:sp>
        <p:nvSpPr>
          <p:cNvPr id="90" name="!! Leaf">
            <a:extLst>
              <a:ext uri="{FF2B5EF4-FFF2-40B4-BE49-F238E27FC236}">
                <a16:creationId xmlns:a16="http://schemas.microsoft.com/office/drawing/2014/main" id="{D70199EB-01D7-5406-6596-94C54D902102}"/>
              </a:ext>
            </a:extLst>
          </p:cNvPr>
          <p:cNvSpPr/>
          <p:nvPr/>
        </p:nvSpPr>
        <p:spPr>
          <a:xfrm>
            <a:off x="11138690" y="3173063"/>
            <a:ext cx="762000" cy="762000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!! Leaf">
            <a:extLst>
              <a:ext uri="{FF2B5EF4-FFF2-40B4-BE49-F238E27FC236}">
                <a16:creationId xmlns:a16="http://schemas.microsoft.com/office/drawing/2014/main" id="{4AA9F84C-438B-21F6-A989-A9603CF26499}"/>
              </a:ext>
            </a:extLst>
          </p:cNvPr>
          <p:cNvSpPr/>
          <p:nvPr/>
        </p:nvSpPr>
        <p:spPr>
          <a:xfrm>
            <a:off x="11131078" y="3923015"/>
            <a:ext cx="762000" cy="762000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!! 禁用按钮">
            <a:extLst>
              <a:ext uri="{FF2B5EF4-FFF2-40B4-BE49-F238E27FC236}">
                <a16:creationId xmlns:a16="http://schemas.microsoft.com/office/drawing/2014/main" id="{AEC38742-094E-6D8B-ACF3-1438A955CD03}"/>
              </a:ext>
            </a:extLst>
          </p:cNvPr>
          <p:cNvSpPr/>
          <p:nvPr/>
        </p:nvSpPr>
        <p:spPr>
          <a:xfrm>
            <a:off x="9507543" y="16659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禁用按钮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84C6977-90E3-98EA-52A9-D3B1BD111178}"/>
              </a:ext>
            </a:extLst>
          </p:cNvPr>
          <p:cNvSpPr txBox="1"/>
          <p:nvPr/>
        </p:nvSpPr>
        <p:spPr>
          <a:xfrm>
            <a:off x="1248692" y="6016742"/>
            <a:ext cx="511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2"/>
                </a:solidFill>
              </a:rPr>
              <a:t>Leaf Design</a:t>
            </a:r>
            <a:endParaRPr lang="zh-CN" altLang="en-US" sz="3600" dirty="0">
              <a:solidFill>
                <a:schemeClr val="bg2"/>
              </a:solidFill>
            </a:endParaRPr>
          </a:p>
        </p:txBody>
      </p:sp>
      <p:sp>
        <p:nvSpPr>
          <p:cNvPr id="94" name="!! Leaf">
            <a:extLst>
              <a:ext uri="{FF2B5EF4-FFF2-40B4-BE49-F238E27FC236}">
                <a16:creationId xmlns:a16="http://schemas.microsoft.com/office/drawing/2014/main" id="{EBB3BF2F-F56A-B48A-F806-B24CA9A2B7FA}"/>
              </a:ext>
            </a:extLst>
          </p:cNvPr>
          <p:cNvSpPr/>
          <p:nvPr/>
        </p:nvSpPr>
        <p:spPr>
          <a:xfrm>
            <a:off x="641748" y="6051227"/>
            <a:ext cx="610914" cy="61091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 触发开关背景">
            <a:extLst>
              <a:ext uri="{FF2B5EF4-FFF2-40B4-BE49-F238E27FC236}">
                <a16:creationId xmlns:a16="http://schemas.microsoft.com/office/drawing/2014/main" id="{184C5869-037A-14D6-5C1E-61B6A21A298E}"/>
              </a:ext>
            </a:extLst>
          </p:cNvPr>
          <p:cNvSpPr/>
          <p:nvPr/>
        </p:nvSpPr>
        <p:spPr>
          <a:xfrm>
            <a:off x="10286649" y="2391760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extLst>
              <a:ext uri="{FF2B5EF4-FFF2-40B4-BE49-F238E27FC236}">
                <a16:creationId xmlns:a16="http://schemas.microsoft.com/office/drawing/2014/main" id="{8DD4CEB8-DFDA-225F-50B1-FB3E8124698B}"/>
              </a:ext>
            </a:extLst>
          </p:cNvPr>
          <p:cNvSpPr/>
          <p:nvPr/>
        </p:nvSpPr>
        <p:spPr>
          <a:xfrm>
            <a:off x="10320331" y="2415404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59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21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11111E-6 L 0.0155 -1.11111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5" presetClass="path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5 -1.11111E-6 L -2.08333E-6 -1.11111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B8B8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518B7-C6AD-4B59-2F34-ADD7D16B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!! 无图标提示框">
            <a:extLst>
              <a:ext uri="{FF2B5EF4-FFF2-40B4-BE49-F238E27FC236}">
                <a16:creationId xmlns:a16="http://schemas.microsoft.com/office/drawing/2014/main" id="{CA55B8D6-C3B3-B303-E029-2C41065702B9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E5DA6B0-E183-02D8-EC7C-F65B501884C8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A789AC1E-94EA-923F-8906-CCD48D4EBF00}"/>
                </a:ext>
              </a:extLst>
            </p:cNvPr>
            <p:cNvSpPr txBox="1"/>
            <p:nvPr/>
          </p:nvSpPr>
          <p:spPr>
            <a:xfrm>
              <a:off x="4215337" y="305411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F68C6556-28D9-3F77-4801-6BB60C4420E7}"/>
                </a:ext>
              </a:extLst>
            </p:cNvPr>
            <p:cNvSpPr txBox="1"/>
            <p:nvPr/>
          </p:nvSpPr>
          <p:spPr>
            <a:xfrm>
              <a:off x="4215337" y="337277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</p:grpSp>
      <p:grpSp>
        <p:nvGrpSpPr>
          <p:cNvPr id="33" name="带按钮的无图标提示框">
            <a:extLst>
              <a:ext uri="{FF2B5EF4-FFF2-40B4-BE49-F238E27FC236}">
                <a16:creationId xmlns:a16="http://schemas.microsoft.com/office/drawing/2014/main" id="{C7271355-74B0-A4B7-3ECF-55447E61709A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F06B88C5-63A0-CA76-786A-0ECE31FACDDF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68CF4A07-7056-C260-C6ED-0E35418F048E}"/>
                </a:ext>
              </a:extLst>
            </p:cNvPr>
            <p:cNvSpPr txBox="1"/>
            <p:nvPr/>
          </p:nvSpPr>
          <p:spPr>
            <a:xfrm>
              <a:off x="3314796" y="359686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F2807217-DAF4-97C7-ECAA-BE5B30C38483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AED67E39-CEB2-C4FC-073D-0C2CAF75D039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EFC16385-130D-49F8-2C94-892DF3D7B4E9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无图标提示框">
            <a:extLst>
              <a:ext uri="{FF2B5EF4-FFF2-40B4-BE49-F238E27FC236}">
                <a16:creationId xmlns:a16="http://schemas.microsoft.com/office/drawing/2014/main" id="{365DDB31-6125-B23F-01B2-E8D2954FE959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A865A08B-B627-10E8-FFF2-416E3C045648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7A9C7BED-C4E3-E711-C9A0-1439D8EDCE89}"/>
                </a:ext>
              </a:extLst>
            </p:cNvPr>
            <p:cNvSpPr txBox="1"/>
            <p:nvPr/>
          </p:nvSpPr>
          <p:spPr>
            <a:xfrm>
              <a:off x="904870" y="3854106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ECF2B5AC-7404-9742-C849-1120006A877A}"/>
                </a:ext>
              </a:extLst>
            </p:cNvPr>
            <p:cNvSpPr txBox="1"/>
            <p:nvPr/>
          </p:nvSpPr>
          <p:spPr>
            <a:xfrm>
              <a:off x="904870" y="4172764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2E0F85EA-5C52-5497-1148-37ECFBF9E574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CC8C0467-8C73-6AA5-1DB8-7EDE2D11B134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F393F63-936E-F0F6-5E68-9E3E20923352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2" name="!! 底部消息">
            <a:extLst>
              <a:ext uri="{FF2B5EF4-FFF2-40B4-BE49-F238E27FC236}">
                <a16:creationId xmlns:a16="http://schemas.microsoft.com/office/drawing/2014/main" id="{7D68587D-B529-C27B-2860-2A83B2945247}"/>
              </a:ext>
            </a:extLst>
          </p:cNvPr>
          <p:cNvSpPr/>
          <p:nvPr/>
        </p:nvSpPr>
        <p:spPr>
          <a:xfrm>
            <a:off x="5801943" y="423333"/>
            <a:ext cx="2644140" cy="4360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底部消息</a:t>
            </a:r>
          </a:p>
        </p:txBody>
      </p:sp>
      <p:grpSp>
        <p:nvGrpSpPr>
          <p:cNvPr id="29" name="!! 提示">
            <a:extLst>
              <a:ext uri="{FF2B5EF4-FFF2-40B4-BE49-F238E27FC236}">
                <a16:creationId xmlns:a16="http://schemas.microsoft.com/office/drawing/2014/main" id="{A52A7FDC-83C6-7F01-C367-517D621912C3}"/>
              </a:ext>
            </a:extLst>
          </p:cNvPr>
          <p:cNvGrpSpPr/>
          <p:nvPr/>
        </p:nvGrpSpPr>
        <p:grpSpPr>
          <a:xfrm>
            <a:off x="5801943" y="963355"/>
            <a:ext cx="2644139" cy="436088"/>
            <a:chOff x="5801943" y="963355"/>
            <a:chExt cx="2644139" cy="4360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A1FBAE2-5BE2-4DB3-3912-BD467DA53917}"/>
                </a:ext>
              </a:extLst>
            </p:cNvPr>
            <p:cNvSpPr/>
            <p:nvPr/>
          </p:nvSpPr>
          <p:spPr>
            <a:xfrm>
              <a:off x="5801943" y="963355"/>
              <a:ext cx="2644139" cy="436088"/>
            </a:xfrm>
            <a:prstGeom prst="roundRect">
              <a:avLst>
                <a:gd name="adj" fmla="val 19160"/>
              </a:avLst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1400" dirty="0"/>
                <a:t>提示</a:t>
              </a:r>
              <a:endParaRPr lang="en-US" altLang="zh-CN" sz="1400" dirty="0"/>
            </a:p>
          </p:txBody>
        </p:sp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B5277F41-BFE7-DDE6-63C1-96720C34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5781" y="1052665"/>
              <a:ext cx="257468" cy="257468"/>
            </a:xfrm>
            <a:prstGeom prst="rect">
              <a:avLst/>
            </a:prstGeom>
          </p:spPr>
        </p:pic>
      </p:grpSp>
      <p:grpSp>
        <p:nvGrpSpPr>
          <p:cNvPr id="70" name="带图标的通知框">
            <a:extLst>
              <a:ext uri="{FF2B5EF4-FFF2-40B4-BE49-F238E27FC236}">
                <a16:creationId xmlns:a16="http://schemas.microsoft.com/office/drawing/2014/main" id="{CD6626E4-A095-1D6A-F3F2-0106CBD8A686}"/>
              </a:ext>
            </a:extLst>
          </p:cNvPr>
          <p:cNvGrpSpPr/>
          <p:nvPr/>
        </p:nvGrpSpPr>
        <p:grpSpPr>
          <a:xfrm>
            <a:off x="5801943" y="1726353"/>
            <a:ext cx="4564916" cy="1042579"/>
            <a:chOff x="5801943" y="1589193"/>
            <a:chExt cx="4564916" cy="1236134"/>
          </a:xfrm>
        </p:grpSpPr>
        <p:sp>
          <p:nvSpPr>
            <p:cNvPr id="49" name="!! 弹窗">
              <a:extLst>
                <a:ext uri="{FF2B5EF4-FFF2-40B4-BE49-F238E27FC236}">
                  <a16:creationId xmlns:a16="http://schemas.microsoft.com/office/drawing/2014/main" id="{FF8678EB-8E74-9029-548E-5C7751201B27}"/>
                </a:ext>
              </a:extLst>
            </p:cNvPr>
            <p:cNvSpPr/>
            <p:nvPr/>
          </p:nvSpPr>
          <p:spPr>
            <a:xfrm>
              <a:off x="5801943" y="158919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标题">
              <a:extLst>
                <a:ext uri="{FF2B5EF4-FFF2-40B4-BE49-F238E27FC236}">
                  <a16:creationId xmlns:a16="http://schemas.microsoft.com/office/drawing/2014/main" id="{DD228CD7-C31C-BA80-D0AC-A87321D11ED8}"/>
                </a:ext>
              </a:extLst>
            </p:cNvPr>
            <p:cNvSpPr txBox="1"/>
            <p:nvPr/>
          </p:nvSpPr>
          <p:spPr>
            <a:xfrm>
              <a:off x="6086462" y="1794786"/>
              <a:ext cx="12050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59" name="内容">
              <a:extLst>
                <a:ext uri="{FF2B5EF4-FFF2-40B4-BE49-F238E27FC236}">
                  <a16:creationId xmlns:a16="http://schemas.microsoft.com/office/drawing/2014/main" id="{ABB0779F-60BD-7B77-6D18-DE8BC59EFBC7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62" name="!! 图标">
              <a:extLst>
                <a:ext uri="{FF2B5EF4-FFF2-40B4-BE49-F238E27FC236}">
                  <a16:creationId xmlns:a16="http://schemas.microsoft.com/office/drawing/2014/main" id="{212F0E73-87CA-EB9A-3D63-0F21F27953ED}"/>
                </a:ext>
              </a:extLst>
            </p:cNvPr>
            <p:cNvSpPr/>
            <p:nvPr/>
          </p:nvSpPr>
          <p:spPr>
            <a:xfrm>
              <a:off x="9661739" y="2150199"/>
              <a:ext cx="360000" cy="42683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273505B-F0BA-0AC0-C938-F3185F78BD90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7A25D41-708C-73CC-7417-E40835E49A56}"/>
              </a:ext>
            </a:extLst>
          </p:cNvPr>
          <p:cNvGrpSpPr/>
          <p:nvPr/>
        </p:nvGrpSpPr>
        <p:grpSpPr>
          <a:xfrm>
            <a:off x="8995624" y="573204"/>
            <a:ext cx="527312" cy="761403"/>
            <a:chOff x="2726128" y="2691285"/>
            <a:chExt cx="527312" cy="761403"/>
          </a:xfrm>
        </p:grpSpPr>
        <p:grpSp>
          <p:nvGrpSpPr>
            <p:cNvPr id="106" name="!! 设置">
              <a:extLst>
                <a:ext uri="{FF2B5EF4-FFF2-40B4-BE49-F238E27FC236}">
                  <a16:creationId xmlns:a16="http://schemas.microsoft.com/office/drawing/2014/main" id="{F4EC1285-4E39-2C00-F9AC-60137F89A101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08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C615BE5-16B6-ADB1-AAF5-11BD965EF92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09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456E7D9-73A5-36F8-79EC-1AB99EC84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4FEAA1E-755D-0EA4-9821-4982FF8AF50E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6FDFDFF7-5042-6686-ECFE-1D46E5B31BEC}"/>
              </a:ext>
            </a:extLst>
          </p:cNvPr>
          <p:cNvGrpSpPr/>
          <p:nvPr/>
        </p:nvGrpSpPr>
        <p:grpSpPr>
          <a:xfrm>
            <a:off x="9722699" y="573204"/>
            <a:ext cx="527312" cy="761403"/>
            <a:chOff x="2726128" y="2691285"/>
            <a:chExt cx="527312" cy="761403"/>
          </a:xfrm>
        </p:grpSpPr>
        <p:grpSp>
          <p:nvGrpSpPr>
            <p:cNvPr id="112" name="!! 设置">
              <a:extLst>
                <a:ext uri="{FF2B5EF4-FFF2-40B4-BE49-F238E27FC236}">
                  <a16:creationId xmlns:a16="http://schemas.microsoft.com/office/drawing/2014/main" id="{E2354D51-A644-6193-B591-3E48D99D69F6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14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5182A7F-133F-6BD0-191D-338F2AE61E7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15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D646D20-7F35-AD06-C286-D98716A60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8F293D1-1F63-8E24-3F63-D208C5DC9B6C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6" name="!! dock左">
            <a:extLst>
              <a:ext uri="{FF2B5EF4-FFF2-40B4-BE49-F238E27FC236}">
                <a16:creationId xmlns:a16="http://schemas.microsoft.com/office/drawing/2014/main" id="{32B7C638-93DC-289F-DACB-21F2710E0373}"/>
              </a:ext>
            </a:extLst>
          </p:cNvPr>
          <p:cNvGrpSpPr>
            <a:grpSpLocks/>
          </p:cNvGrpSpPr>
          <p:nvPr/>
        </p:nvGrpSpPr>
        <p:grpSpPr>
          <a:xfrm>
            <a:off x="503073" y="5917016"/>
            <a:ext cx="4904317" cy="704838"/>
            <a:chOff x="4097867" y="5740400"/>
            <a:chExt cx="3996266" cy="846667"/>
          </a:xfrm>
        </p:grpSpPr>
        <p:sp useBgFill="1">
          <p:nvSpPr>
            <p:cNvPr id="117" name="!! 模糊">
              <a:extLst>
                <a:ext uri="{FF2B5EF4-FFF2-40B4-BE49-F238E27FC236}">
                  <a16:creationId xmlns:a16="http://schemas.microsoft.com/office/drawing/2014/main" id="{5849BF96-6E8B-BFB6-789C-55549FC3C32F}"/>
                </a:ext>
              </a:extLst>
            </p:cNvPr>
            <p:cNvSpPr>
              <a:spLocks/>
            </p:cNvSpPr>
            <p:nvPr/>
          </p:nvSpPr>
          <p:spPr>
            <a:xfrm>
              <a:off x="4097867" y="5740400"/>
              <a:ext cx="3996266" cy="846667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8" name="!! 颜色遮罩">
              <a:extLst>
                <a:ext uri="{FF2B5EF4-FFF2-40B4-BE49-F238E27FC236}">
                  <a16:creationId xmlns:a16="http://schemas.microsoft.com/office/drawing/2014/main" id="{E32073D2-08E4-98E5-A5EC-4D681EA769DC}"/>
                </a:ext>
              </a:extLst>
            </p:cNvPr>
            <p:cNvSpPr>
              <a:spLocks/>
            </p:cNvSpPr>
            <p:nvPr/>
          </p:nvSpPr>
          <p:spPr>
            <a:xfrm>
              <a:off x="4097867" y="5740400"/>
              <a:ext cx="3996266" cy="846667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grpSp>
        <p:nvGrpSpPr>
          <p:cNvPr id="119" name="!! dock右">
            <a:extLst>
              <a:ext uri="{FF2B5EF4-FFF2-40B4-BE49-F238E27FC236}">
                <a16:creationId xmlns:a16="http://schemas.microsoft.com/office/drawing/2014/main" id="{82CFAB28-814D-24A5-F718-7F45B0FF01B2}"/>
              </a:ext>
            </a:extLst>
          </p:cNvPr>
          <p:cNvGrpSpPr/>
          <p:nvPr/>
        </p:nvGrpSpPr>
        <p:grpSpPr>
          <a:xfrm>
            <a:off x="5732356" y="5917016"/>
            <a:ext cx="2452159" cy="704838"/>
            <a:chOff x="7408333" y="5780624"/>
            <a:chExt cx="2452159" cy="704838"/>
          </a:xfrm>
        </p:grpSpPr>
        <p:sp useBgFill="1">
          <p:nvSpPr>
            <p:cNvPr id="120" name="!! 模糊">
              <a:extLst>
                <a:ext uri="{FF2B5EF4-FFF2-40B4-BE49-F238E27FC236}">
                  <a16:creationId xmlns:a16="http://schemas.microsoft.com/office/drawing/2014/main" id="{E394C910-20AE-7A7C-C6E8-2FB63949331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1" name="!! 颜色遮罩">
              <a:extLst>
                <a:ext uri="{FF2B5EF4-FFF2-40B4-BE49-F238E27FC236}">
                  <a16:creationId xmlns:a16="http://schemas.microsoft.com/office/drawing/2014/main" id="{D80050CA-E246-6B27-C6CE-76539757EA2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2" name="!! 信号">
              <a:extLst>
                <a:ext uri="{FF2B5EF4-FFF2-40B4-BE49-F238E27FC236}">
                  <a16:creationId xmlns:a16="http://schemas.microsoft.com/office/drawing/2014/main" id="{A7ED9E31-097E-38B2-03C8-69415789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23" name="!! 运营商">
              <a:extLst>
                <a:ext uri="{FF2B5EF4-FFF2-40B4-BE49-F238E27FC236}">
                  <a16:creationId xmlns:a16="http://schemas.microsoft.com/office/drawing/2014/main" id="{B15040B4-7C76-3FFD-48BF-BDE64DBB901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24" name="!! 通知">
              <a:extLst>
                <a:ext uri="{FF2B5EF4-FFF2-40B4-BE49-F238E27FC236}">
                  <a16:creationId xmlns:a16="http://schemas.microsoft.com/office/drawing/2014/main" id="{961173B3-569C-231C-C6B7-C1BEBA6C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25" name="!! 电池">
              <a:extLst>
                <a:ext uri="{FF2B5EF4-FFF2-40B4-BE49-F238E27FC236}">
                  <a16:creationId xmlns:a16="http://schemas.microsoft.com/office/drawing/2014/main" id="{9A3EE8AC-053B-BFBA-0E91-379D0B130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7" name="!! 时间">
              <a:extLst>
                <a:ext uri="{FF2B5EF4-FFF2-40B4-BE49-F238E27FC236}">
                  <a16:creationId xmlns:a16="http://schemas.microsoft.com/office/drawing/2014/main" id="{29B1413A-72F5-AFE1-FFB2-3F104B966D7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8" name="!! AC">
              <a:extLst>
                <a:ext uri="{FF2B5EF4-FFF2-40B4-BE49-F238E27FC236}">
                  <a16:creationId xmlns:a16="http://schemas.microsoft.com/office/drawing/2014/main" id="{299E780D-AE34-6415-6184-9CF32DBEA7F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51%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30" name="!! 声音">
              <a:extLst>
                <a:ext uri="{FF2B5EF4-FFF2-40B4-BE49-F238E27FC236}">
                  <a16:creationId xmlns:a16="http://schemas.microsoft.com/office/drawing/2014/main" id="{812C7C32-CD76-0489-6700-F19330278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31" name="!! 电源">
              <a:hlinkClick r:id="rId6" action="ppaction://hlinksldjump"/>
              <a:extLst>
                <a:ext uri="{FF2B5EF4-FFF2-40B4-BE49-F238E27FC236}">
                  <a16:creationId xmlns:a16="http://schemas.microsoft.com/office/drawing/2014/main" id="{4F41E8E7-3A84-8458-3721-561C9F5F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6" name="通知框">
            <a:extLst>
              <a:ext uri="{FF2B5EF4-FFF2-40B4-BE49-F238E27FC236}">
                <a16:creationId xmlns:a16="http://schemas.microsoft.com/office/drawing/2014/main" id="{06D8E634-C67D-27FD-E237-52E208F7259C}"/>
              </a:ext>
            </a:extLst>
          </p:cNvPr>
          <p:cNvGrpSpPr/>
          <p:nvPr/>
        </p:nvGrpSpPr>
        <p:grpSpPr>
          <a:xfrm>
            <a:off x="5801943" y="2884573"/>
            <a:ext cx="4564916" cy="1042579"/>
            <a:chOff x="5801943" y="1589193"/>
            <a:chExt cx="4564916" cy="1236134"/>
          </a:xfrm>
        </p:grpSpPr>
        <p:sp>
          <p:nvSpPr>
            <p:cNvPr id="7" name="!! 弹窗">
              <a:extLst>
                <a:ext uri="{FF2B5EF4-FFF2-40B4-BE49-F238E27FC236}">
                  <a16:creationId xmlns:a16="http://schemas.microsoft.com/office/drawing/2014/main" id="{5069AE65-653F-716E-E7D6-9E03CCF8A861}"/>
                </a:ext>
              </a:extLst>
            </p:cNvPr>
            <p:cNvSpPr/>
            <p:nvPr/>
          </p:nvSpPr>
          <p:spPr>
            <a:xfrm>
              <a:off x="5801943" y="158919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DD22C7BC-E329-F042-7BC6-FC3A4DEE2F7D}"/>
                </a:ext>
              </a:extLst>
            </p:cNvPr>
            <p:cNvSpPr txBox="1"/>
            <p:nvPr/>
          </p:nvSpPr>
          <p:spPr>
            <a:xfrm>
              <a:off x="6086462" y="1794786"/>
              <a:ext cx="12050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9" name="内容">
              <a:extLst>
                <a:ext uri="{FF2B5EF4-FFF2-40B4-BE49-F238E27FC236}">
                  <a16:creationId xmlns:a16="http://schemas.microsoft.com/office/drawing/2014/main" id="{D5B5234F-BC7B-2992-4E83-5B169EEC1FDB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C75EFE9-9283-2765-C081-B837DF608EEE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22" name="!! 带按钮的通知框">
            <a:extLst>
              <a:ext uri="{FF2B5EF4-FFF2-40B4-BE49-F238E27FC236}">
                <a16:creationId xmlns:a16="http://schemas.microsoft.com/office/drawing/2014/main" id="{96571157-F24E-B672-A988-FBA294522F7F}"/>
              </a:ext>
            </a:extLst>
          </p:cNvPr>
          <p:cNvGrpSpPr/>
          <p:nvPr/>
        </p:nvGrpSpPr>
        <p:grpSpPr>
          <a:xfrm>
            <a:off x="5797813" y="4026237"/>
            <a:ext cx="4564916" cy="1105403"/>
            <a:chOff x="5797813" y="4026237"/>
            <a:chExt cx="4564916" cy="1105403"/>
          </a:xfrm>
        </p:grpSpPr>
        <p:sp>
          <p:nvSpPr>
            <p:cNvPr id="13" name="!! 弹窗">
              <a:extLst>
                <a:ext uri="{FF2B5EF4-FFF2-40B4-BE49-F238E27FC236}">
                  <a16:creationId xmlns:a16="http://schemas.microsoft.com/office/drawing/2014/main" id="{3643CB62-15B9-4271-898D-340EA2DC5363}"/>
                </a:ext>
              </a:extLst>
            </p:cNvPr>
            <p:cNvSpPr/>
            <p:nvPr/>
          </p:nvSpPr>
          <p:spPr>
            <a:xfrm>
              <a:off x="5797813" y="4026237"/>
              <a:ext cx="4564916" cy="1105403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标题">
              <a:extLst>
                <a:ext uri="{FF2B5EF4-FFF2-40B4-BE49-F238E27FC236}">
                  <a16:creationId xmlns:a16="http://schemas.microsoft.com/office/drawing/2014/main" id="{0D369B05-B440-AB82-2E1D-0EE1DAF11A60}"/>
                </a:ext>
              </a:extLst>
            </p:cNvPr>
            <p:cNvSpPr txBox="1"/>
            <p:nvPr/>
          </p:nvSpPr>
          <p:spPr>
            <a:xfrm>
              <a:off x="6082332" y="4199638"/>
              <a:ext cx="1205023" cy="28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7" name="内容">
              <a:extLst>
                <a:ext uri="{FF2B5EF4-FFF2-40B4-BE49-F238E27FC236}">
                  <a16:creationId xmlns:a16="http://schemas.microsoft.com/office/drawing/2014/main" id="{A76B55EF-8B11-283E-EB28-5A22F34B6618}"/>
                </a:ext>
              </a:extLst>
            </p:cNvPr>
            <p:cNvSpPr txBox="1"/>
            <p:nvPr/>
          </p:nvSpPr>
          <p:spPr>
            <a:xfrm>
              <a:off x="6082332" y="4491043"/>
              <a:ext cx="2925729" cy="259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内容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EE9586D-3AFF-9FDA-4562-4849E3585CFF}"/>
                </a:ext>
              </a:extLst>
            </p:cNvPr>
            <p:cNvSpPr txBox="1"/>
            <p:nvPr/>
          </p:nvSpPr>
          <p:spPr>
            <a:xfrm>
              <a:off x="8404251" y="4150744"/>
              <a:ext cx="1701800" cy="220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App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831DDD-447C-6E03-B0B1-30B6902D712C}"/>
                </a:ext>
              </a:extLst>
            </p:cNvPr>
            <p:cNvSpPr txBox="1"/>
            <p:nvPr/>
          </p:nvSpPr>
          <p:spPr>
            <a:xfrm>
              <a:off x="9062665" y="4730427"/>
              <a:ext cx="1024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accent1"/>
                  </a:solidFill>
                </a:rPr>
                <a:t>按钮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83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33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3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33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3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xit" presetSubtype="2" ac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33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3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AC6BE-DC53-07C6-2CBD-BAEE2660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010FF6D-80C7-5D96-3AB4-1F52D5E02CB6}"/>
              </a:ext>
            </a:extLst>
          </p:cNvPr>
          <p:cNvGrpSpPr/>
          <p:nvPr/>
        </p:nvGrpSpPr>
        <p:grpSpPr>
          <a:xfrm>
            <a:off x="353291" y="322119"/>
            <a:ext cx="4746163" cy="5071400"/>
            <a:chOff x="844636" y="567623"/>
            <a:chExt cx="4746163" cy="5071400"/>
          </a:xfrm>
        </p:grpSpPr>
        <p:sp>
          <p:nvSpPr>
            <p:cNvPr id="4" name="!! 背景板">
              <a:extLst>
                <a:ext uri="{FF2B5EF4-FFF2-40B4-BE49-F238E27FC236}">
                  <a16:creationId xmlns:a16="http://schemas.microsoft.com/office/drawing/2014/main" id="{A79E2804-68C4-AB85-963F-58CDCA806EA4}"/>
                </a:ext>
              </a:extLst>
            </p:cNvPr>
            <p:cNvSpPr/>
            <p:nvPr/>
          </p:nvSpPr>
          <p:spPr>
            <a:xfrm>
              <a:off x="844636" y="567623"/>
              <a:ext cx="4746163" cy="5071400"/>
            </a:xfrm>
            <a:prstGeom prst="roundRect">
              <a:avLst>
                <a:gd name="adj" fmla="val 2766"/>
              </a:avLst>
            </a:prstGeom>
            <a:solidFill>
              <a:schemeClr val="tx1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B2876E4B-D682-BA28-87A0-C149BA903CE5}"/>
                </a:ext>
              </a:extLst>
            </p:cNvPr>
            <p:cNvSpPr txBox="1"/>
            <p:nvPr/>
          </p:nvSpPr>
          <p:spPr>
            <a:xfrm>
              <a:off x="1340916" y="867829"/>
              <a:ext cx="3753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卫星软件窗口（标题可选）</a:t>
              </a:r>
            </a:p>
          </p:txBody>
        </p:sp>
      </p:grpSp>
      <p:sp>
        <p:nvSpPr>
          <p:cNvPr id="23" name="!! 背景板">
            <a:extLst>
              <a:ext uri="{FF2B5EF4-FFF2-40B4-BE49-F238E27FC236}">
                <a16:creationId xmlns:a16="http://schemas.microsoft.com/office/drawing/2014/main" id="{11C10CF7-79CC-A17B-904B-AF1437769F50}"/>
              </a:ext>
            </a:extLst>
          </p:cNvPr>
          <p:cNvSpPr/>
          <p:nvPr/>
        </p:nvSpPr>
        <p:spPr>
          <a:xfrm>
            <a:off x="5275118" y="322119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3519B61-E08D-5DA7-DB0C-A6FD9D9E4F1E}"/>
              </a:ext>
            </a:extLst>
          </p:cNvPr>
          <p:cNvSpPr/>
          <p:nvPr/>
        </p:nvSpPr>
        <p:spPr>
          <a:xfrm>
            <a:off x="6374774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27B8197-4ECE-84D3-F7BB-9812CDD55D4A}"/>
              </a:ext>
            </a:extLst>
          </p:cNvPr>
          <p:cNvSpPr/>
          <p:nvPr/>
        </p:nvSpPr>
        <p:spPr>
          <a:xfrm>
            <a:off x="7326081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C6DDCD6-4A6F-1B24-9CA3-8E6B80DD20F8}"/>
              </a:ext>
            </a:extLst>
          </p:cNvPr>
          <p:cNvSpPr/>
          <p:nvPr/>
        </p:nvSpPr>
        <p:spPr>
          <a:xfrm>
            <a:off x="8277388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9B3EFB4-4619-95D9-620D-794F450A58C9}"/>
              </a:ext>
            </a:extLst>
          </p:cNvPr>
          <p:cNvSpPr/>
          <p:nvPr/>
        </p:nvSpPr>
        <p:spPr>
          <a:xfrm>
            <a:off x="6382896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4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22FBB48-B303-548C-0921-05F70EAAC7E7}"/>
              </a:ext>
            </a:extLst>
          </p:cNvPr>
          <p:cNvSpPr/>
          <p:nvPr/>
        </p:nvSpPr>
        <p:spPr>
          <a:xfrm>
            <a:off x="7326081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C255FA8-0074-518E-1E5A-B3D8D4F30F32}"/>
              </a:ext>
            </a:extLst>
          </p:cNvPr>
          <p:cNvSpPr/>
          <p:nvPr/>
        </p:nvSpPr>
        <p:spPr>
          <a:xfrm>
            <a:off x="8285510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6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EF89A3D-5060-60D9-56A7-2A25E038F188}"/>
              </a:ext>
            </a:extLst>
          </p:cNvPr>
          <p:cNvSpPr/>
          <p:nvPr/>
        </p:nvSpPr>
        <p:spPr>
          <a:xfrm>
            <a:off x="6382896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7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D7AD87F-5B8D-DC1E-4202-F40216D37251}"/>
              </a:ext>
            </a:extLst>
          </p:cNvPr>
          <p:cNvSpPr/>
          <p:nvPr/>
        </p:nvSpPr>
        <p:spPr>
          <a:xfrm>
            <a:off x="7326081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8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FA43349-1063-9869-0A45-02CD9557AF36}"/>
              </a:ext>
            </a:extLst>
          </p:cNvPr>
          <p:cNvSpPr/>
          <p:nvPr/>
        </p:nvSpPr>
        <p:spPr>
          <a:xfrm>
            <a:off x="8285510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CAA1967B-A37B-9E9D-E46E-4198BCAFB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0224" y="4419073"/>
            <a:ext cx="293336" cy="293336"/>
          </a:xfrm>
          <a:prstGeom prst="rect">
            <a:avLst/>
          </a:prstGeom>
        </p:spPr>
      </p:pic>
      <p:sp>
        <p:nvSpPr>
          <p:cNvPr id="63" name="椭圆 62">
            <a:extLst>
              <a:ext uri="{FF2B5EF4-FFF2-40B4-BE49-F238E27FC236}">
                <a16:creationId xmlns:a16="http://schemas.microsoft.com/office/drawing/2014/main" id="{C22E7E4F-84B1-76AB-8B3A-EF70ADA4B0D2}"/>
              </a:ext>
            </a:extLst>
          </p:cNvPr>
          <p:cNvSpPr/>
          <p:nvPr/>
        </p:nvSpPr>
        <p:spPr>
          <a:xfrm>
            <a:off x="7326080" y="4243623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0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42FFCD7-1275-C330-7BA0-EE03D8708655}"/>
              </a:ext>
            </a:extLst>
          </p:cNvPr>
          <p:cNvSpPr txBox="1"/>
          <p:nvPr/>
        </p:nvSpPr>
        <p:spPr>
          <a:xfrm>
            <a:off x="6599205" y="831418"/>
            <a:ext cx="209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10086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6" name="前景">
            <a:hlinkClick r:id="rId7" action="ppaction://hlinksldjump"/>
            <a:extLst>
              <a:ext uri="{FF2B5EF4-FFF2-40B4-BE49-F238E27FC236}">
                <a16:creationId xmlns:a16="http://schemas.microsoft.com/office/drawing/2014/main" id="{C8A2F0D9-F4A5-5DF0-DB89-929A6D8C49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52836" y="4419073"/>
            <a:ext cx="293336" cy="29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33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96B70-AE9F-8BFD-2AA7-0C20F2A1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93F3E467-3310-4B27-E679-BB2D8F9430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CACDFA24-3219-1119-93E3-E5CFB361E4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9" name="!! 重启">
            <a:extLst>
              <a:ext uri="{FF2B5EF4-FFF2-40B4-BE49-F238E27FC236}">
                <a16:creationId xmlns:a16="http://schemas.microsoft.com/office/drawing/2014/main" id="{49763E45-C59B-BBC7-3FAD-78486FFED3E4}"/>
              </a:ext>
            </a:extLst>
          </p:cNvPr>
          <p:cNvGrpSpPr/>
          <p:nvPr/>
        </p:nvGrpSpPr>
        <p:grpSpPr>
          <a:xfrm>
            <a:off x="5600700" y="2933700"/>
            <a:ext cx="990600" cy="990600"/>
            <a:chOff x="5078522" y="4722659"/>
            <a:chExt cx="768350" cy="768350"/>
          </a:xfrm>
        </p:grpSpPr>
        <p:sp>
          <p:nvSpPr>
            <p:cNvPr id="10" name="椭圆 9">
              <a:hlinkClick r:id="rId7" action="ppaction://hlinksldjump"/>
              <a:extLst>
                <a:ext uri="{FF2B5EF4-FFF2-40B4-BE49-F238E27FC236}">
                  <a16:creationId xmlns:a16="http://schemas.microsoft.com/office/drawing/2014/main" id="{25070888-87F2-6A90-66F8-1DA76B0788BA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1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B6569F80-0FB6-BF5C-6C48-63548FC6F079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2" name="!! 提示框">
            <a:extLst>
              <a:ext uri="{FF2B5EF4-FFF2-40B4-BE49-F238E27FC236}">
                <a16:creationId xmlns:a16="http://schemas.microsoft.com/office/drawing/2014/main" id="{E5B586A1-7C7D-0016-021C-0FF4B5AF6DDA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5E170B0-1BA1-2ACF-CDF4-CE3E4BDF3A89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57ADEB6E-91C1-392A-4243-EF00AD3F6230}"/>
                </a:ext>
              </a:extLst>
            </p:cNvPr>
            <p:cNvSpPr txBox="1"/>
            <p:nvPr/>
          </p:nvSpPr>
          <p:spPr>
            <a:xfrm>
              <a:off x="5012459" y="3110342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Leaf OS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endParaRP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AD8D7870-9400-4B4C-082A-3F9B4B2C0C01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正在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重新启动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6" name="!! load">
            <a:extLst>
              <a:ext uri="{FF2B5EF4-FFF2-40B4-BE49-F238E27FC236}">
                <a16:creationId xmlns:a16="http://schemas.microsoft.com/office/drawing/2014/main" id="{D31ADBC2-B1FE-9923-668D-DD87DB9DB17B}"/>
              </a:ext>
            </a:extLst>
          </p:cNvPr>
          <p:cNvGrpSpPr/>
          <p:nvPr/>
        </p:nvGrpSpPr>
        <p:grpSpPr>
          <a:xfrm>
            <a:off x="4306609" y="3182795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DC8301CA-BED9-8296-C240-C4116DB0857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C1A44044-D920-12E9-F472-B7E822B4CD0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53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6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93DDC-E5E3-7C9E-8E16-EC582376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系统引导">
            <a:extLst>
              <a:ext uri="{FF2B5EF4-FFF2-40B4-BE49-F238E27FC236}">
                <a16:creationId xmlns:a16="http://schemas.microsoft.com/office/drawing/2014/main" id="{F2E28407-F1CB-3627-04FA-58D72D304E1B}"/>
              </a:ext>
            </a:extLst>
          </p:cNvPr>
          <p:cNvSpPr txBox="1"/>
          <p:nvPr/>
        </p:nvSpPr>
        <p:spPr>
          <a:xfrm>
            <a:off x="1941032" y="4880513"/>
            <a:ext cx="4988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Leaf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系统引导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5" name="!! LBT版本">
            <a:extLst>
              <a:ext uri="{FF2B5EF4-FFF2-40B4-BE49-F238E27FC236}">
                <a16:creationId xmlns:a16="http://schemas.microsoft.com/office/drawing/2014/main" id="{9A3B9147-1C15-4D4B-E604-AA93EFEFAAED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正在引导中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| version LBOOT 3.0 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2" name="!! R3">
            <a:extLst>
              <a:ext uri="{FF2B5EF4-FFF2-40B4-BE49-F238E27FC236}">
                <a16:creationId xmlns:a16="http://schemas.microsoft.com/office/drawing/2014/main" id="{50A79340-B224-50E4-AD90-12DE375EB562}"/>
              </a:ext>
            </a:extLst>
          </p:cNvPr>
          <p:cNvSpPr/>
          <p:nvPr/>
        </p:nvSpPr>
        <p:spPr>
          <a:xfrm>
            <a:off x="6022040" y="3357455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B2E9BEFC-8CA7-0FA4-1EA1-92230BB49115}"/>
              </a:ext>
            </a:extLst>
          </p:cNvPr>
          <p:cNvSpPr/>
          <p:nvPr/>
        </p:nvSpPr>
        <p:spPr>
          <a:xfrm>
            <a:off x="6022040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FC5BD17E-A95B-511D-FE6D-2E765DD3BDA5}"/>
              </a:ext>
            </a:extLst>
          </p:cNvPr>
          <p:cNvSpPr/>
          <p:nvPr/>
        </p:nvSpPr>
        <p:spPr>
          <a:xfrm>
            <a:off x="5847080" y="3180080"/>
            <a:ext cx="497840" cy="497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B69E-1637-37E3-4B8A-E0CE07C3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R3">
            <a:extLst>
              <a:ext uri="{FF2B5EF4-FFF2-40B4-BE49-F238E27FC236}">
                <a16:creationId xmlns:a16="http://schemas.microsoft.com/office/drawing/2014/main" id="{3E0F713E-7730-FB88-9A32-BABDD4F419F4}"/>
              </a:ext>
            </a:extLst>
          </p:cNvPr>
          <p:cNvSpPr/>
          <p:nvPr/>
        </p:nvSpPr>
        <p:spPr>
          <a:xfrm>
            <a:off x="6337299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29F4E273-64FD-1DFD-469F-2D5EEF23027F}"/>
              </a:ext>
            </a:extLst>
          </p:cNvPr>
          <p:cNvSpPr/>
          <p:nvPr/>
        </p:nvSpPr>
        <p:spPr>
          <a:xfrm>
            <a:off x="6024562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90DAA48D-E288-CA93-FB8E-CDB378A6F3B7}"/>
              </a:ext>
            </a:extLst>
          </p:cNvPr>
          <p:cNvSpPr/>
          <p:nvPr/>
        </p:nvSpPr>
        <p:spPr>
          <a:xfrm>
            <a:off x="5711825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OS 版本">
            <a:extLst>
              <a:ext uri="{FF2B5EF4-FFF2-40B4-BE49-F238E27FC236}">
                <a16:creationId xmlns:a16="http://schemas.microsoft.com/office/drawing/2014/main" id="{70488217-2C6D-953C-3DF1-28E9D2735B34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!! Leaf 版本">
            <a:extLst>
              <a:ext uri="{FF2B5EF4-FFF2-40B4-BE49-F238E27FC236}">
                <a16:creationId xmlns:a16="http://schemas.microsoft.com/office/drawing/2014/main" id="{0A916435-3984-E9B1-036E-B3EB70FC245D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4938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4000">
        <p159:morph option="byObject"/>
      </p:transition>
    </mc:Choice>
    <mc:Fallback xmlns="">
      <p:transition spd="med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3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59F9-C572-ED0C-C984-5B973CAD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 R3">
            <a:extLst>
              <a:ext uri="{FF2B5EF4-FFF2-40B4-BE49-F238E27FC236}">
                <a16:creationId xmlns:a16="http://schemas.microsoft.com/office/drawing/2014/main" id="{D0034B2D-4378-F807-23BF-ACB26335C75F}"/>
              </a:ext>
            </a:extLst>
          </p:cNvPr>
          <p:cNvSpPr/>
          <p:nvPr/>
        </p:nvSpPr>
        <p:spPr>
          <a:xfrm>
            <a:off x="6024562" y="3357562"/>
            <a:ext cx="142876" cy="142876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R1">
            <a:extLst>
              <a:ext uri="{FF2B5EF4-FFF2-40B4-BE49-F238E27FC236}">
                <a16:creationId xmlns:a16="http://schemas.microsoft.com/office/drawing/2014/main" id="{E00766E8-4B4F-4671-C98C-97110F9C2F01}"/>
              </a:ext>
            </a:extLst>
          </p:cNvPr>
          <p:cNvSpPr/>
          <p:nvPr/>
        </p:nvSpPr>
        <p:spPr>
          <a:xfrm>
            <a:off x="6024562" y="3357562"/>
            <a:ext cx="142876" cy="142876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!! R2">
            <a:extLst>
              <a:ext uri="{FF2B5EF4-FFF2-40B4-BE49-F238E27FC236}">
                <a16:creationId xmlns:a16="http://schemas.microsoft.com/office/drawing/2014/main" id="{75941312-D578-0E7F-E2F2-B5DFD2DEE4D4}"/>
              </a:ext>
            </a:extLst>
          </p:cNvPr>
          <p:cNvSpPr/>
          <p:nvPr/>
        </p:nvSpPr>
        <p:spPr>
          <a:xfrm>
            <a:off x="5715000" y="3048000"/>
            <a:ext cx="762000" cy="762000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4" name="!! OS 版本">
            <a:extLst>
              <a:ext uri="{FF2B5EF4-FFF2-40B4-BE49-F238E27FC236}">
                <a16:creationId xmlns:a16="http://schemas.microsoft.com/office/drawing/2014/main" id="{1FCFDDEA-6F8B-788E-5F8D-280E92D7C42C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!! Leaf 版本">
            <a:extLst>
              <a:ext uri="{FF2B5EF4-FFF2-40B4-BE49-F238E27FC236}">
                <a16:creationId xmlns:a16="http://schemas.microsoft.com/office/drawing/2014/main" id="{857F8404-EF6B-6831-FE0C-3F98067FC057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64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2000">
        <p159:morph option="byObject"/>
      </p:transition>
    </mc:Choice>
    <mc:Fallback xmlns="">
      <p:transition spd="med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D420-DFFE-4855-D820-CFA758FF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D41796-64AE-C5B1-AAB1-0F8D52073672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1">
            <a:extLst>
              <a:ext uri="{FF2B5EF4-FFF2-40B4-BE49-F238E27FC236}">
                <a16:creationId xmlns:a16="http://schemas.microsoft.com/office/drawing/2014/main" id="{085EDC6E-6E78-495A-D313-620071F92CC3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FA059299-28AF-5784-F496-D00F3712462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C9E6D7BB-3488-3077-B692-87FE03BDFF95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5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B66A-2CA6-6373-9271-9EBBEF12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B64281C8-7779-A38A-64F2-C27EEB58F874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33912912-95EC-A5AC-3BE2-7CD29AD60F75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A5293979-93FB-B1E5-B07A-D2BC7A34460C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带按钮的无图标提示框">
            <a:extLst>
              <a:ext uri="{FF2B5EF4-FFF2-40B4-BE49-F238E27FC236}">
                <a16:creationId xmlns:a16="http://schemas.microsoft.com/office/drawing/2014/main" id="{1CDCFDAA-49BB-1488-08B0-5E0D5ED5CD2C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2912999" y="3341281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84CB9D4A-D289-88A9-7A17-76F52001ED0E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7374ACB-621C-0A87-5A62-EF7F0FDF77F0}"/>
                </a:ext>
              </a:extLst>
            </p:cNvPr>
            <p:cNvSpPr txBox="1"/>
            <p:nvPr/>
          </p:nvSpPr>
          <p:spPr>
            <a:xfrm>
              <a:off x="3314796" y="3596868"/>
              <a:ext cx="2033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演示</a:t>
              </a:r>
            </a:p>
          </p:txBody>
        </p:sp>
        <p:sp>
          <p:nvSpPr>
            <p:cNvPr id="6" name="副标题">
              <a:extLst>
                <a:ext uri="{FF2B5EF4-FFF2-40B4-BE49-F238E27FC236}">
                  <a16:creationId xmlns:a16="http://schemas.microsoft.com/office/drawing/2014/main" id="{BF9C9285-231D-3115-73BE-FA9893A06A38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是否启动</a:t>
              </a:r>
              <a:r>
                <a:rPr lang="en-US" altLang="zh-CN" sz="1400" dirty="0" err="1">
                  <a:latin typeface="+mn-ea"/>
                </a:rPr>
                <a:t>oobe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6382A0C-7738-E563-F55D-BD1AE03D9D34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  <p:sp>
          <p:nvSpPr>
            <p:cNvPr id="11" name="矩形: 圆角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1EF53878-0DBF-043E-4D2F-28766E93D611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不启动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2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77DD1-EEBE-4448-5DCD-EF54762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DE26864E-37A1-3BAB-FD49-E64DC115BAD1}"/>
              </a:ext>
            </a:extLst>
          </p:cNvPr>
          <p:cNvSpPr/>
          <p:nvPr/>
        </p:nvSpPr>
        <p:spPr>
          <a:xfrm>
            <a:off x="838200" y="-50419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3F8B15D9-9FB5-A78B-4D40-DFF44915C7F2}"/>
              </a:ext>
            </a:extLst>
          </p:cNvPr>
          <p:cNvSpPr/>
          <p:nvPr/>
        </p:nvSpPr>
        <p:spPr>
          <a:xfrm>
            <a:off x="203200" y="1447800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D51379DB-2517-ED5B-C188-945BF14524F2}"/>
              </a:ext>
            </a:extLst>
          </p:cNvPr>
          <p:cNvSpPr/>
          <p:nvPr/>
        </p:nvSpPr>
        <p:spPr>
          <a:xfrm>
            <a:off x="1930398" y="447039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215AF-861D-5B22-824E-379333BE1AC6}"/>
              </a:ext>
            </a:extLst>
          </p:cNvPr>
          <p:cNvSpPr txBox="1"/>
          <p:nvPr/>
        </p:nvSpPr>
        <p:spPr>
          <a:xfrm>
            <a:off x="4675715" y="3105834"/>
            <a:ext cx="284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欢迎回来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12469C-1045-9E81-76FD-8ABBFC0BB979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欢迎使用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Leaf OS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For Pad</a:t>
            </a:r>
            <a:endParaRPr lang="zh-CN" altLang="en-US" sz="2800" dirty="0">
              <a:solidFill>
                <a:schemeClr val="bg2"/>
              </a:solidFill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9" name="!! R2">
            <a:extLst>
              <a:ext uri="{FF2B5EF4-FFF2-40B4-BE49-F238E27FC236}">
                <a16:creationId xmlns:a16="http://schemas.microsoft.com/office/drawing/2014/main" id="{ADC49AB2-9970-1BA8-1870-D579A59B6344}"/>
              </a:ext>
            </a:extLst>
          </p:cNvPr>
          <p:cNvSpPr/>
          <p:nvPr/>
        </p:nvSpPr>
        <p:spPr>
          <a:xfrm>
            <a:off x="5894168" y="6253489"/>
            <a:ext cx="403660" cy="403660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45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6" grpId="0"/>
      <p:bldP spid="8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221A-8E5C-DBE8-167B-D3ED385B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F81D4FE8-A0F2-EC27-D894-31CCB13471DF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87A6301C-99FC-DDB1-60D9-76E1B3C432A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693B6BF5-AEAC-F9C8-2467-64787C16421F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5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D7BE1-8718-ECB8-2AC2-983546E5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C74C52E4-DF71-55A3-132C-2E0B14EC8C3A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6A5BB74F-030F-46FE-879A-80C8189D9329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BE8A1781-453E-5A8B-4C2A-ABA579BB3941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!! 标题1">
            <a:extLst>
              <a:ext uri="{FF2B5EF4-FFF2-40B4-BE49-F238E27FC236}">
                <a16:creationId xmlns:a16="http://schemas.microsoft.com/office/drawing/2014/main" id="{68970D45-ABBC-90CB-8263-D61D4C112023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选择语言</a:t>
            </a:r>
          </a:p>
        </p:txBody>
      </p:sp>
      <p:sp>
        <p:nvSpPr>
          <p:cNvPr id="12" name="!! 副标题1">
            <a:extLst>
              <a:ext uri="{FF2B5EF4-FFF2-40B4-BE49-F238E27FC236}">
                <a16:creationId xmlns:a16="http://schemas.microsoft.com/office/drawing/2014/main" id="{C43BA51F-2D1E-7AA9-A5E2-610FA40D3A7B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language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9F65DC05-9ACD-4B11-EC8E-EBABF477C468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C8323857-9E54-9BAD-6A29-941F9D57AB95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dirty="0"/>
              <a:t>简体中文（</a:t>
            </a:r>
            <a:r>
              <a:rPr lang="en-US" altLang="zh-CN" dirty="0" err="1"/>
              <a:t>zh-cn</a:t>
            </a:r>
            <a:r>
              <a:rPr lang="zh-CN" altLang="en-US" dirty="0"/>
              <a:t>）</a:t>
            </a:r>
          </a:p>
        </p:txBody>
      </p:sp>
      <p:sp>
        <p:nvSpPr>
          <p:cNvPr id="23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C7BC53-B641-79D5-F407-DFA0D6EA9ECD}"/>
              </a:ext>
            </a:extLst>
          </p:cNvPr>
          <p:cNvSpPr/>
          <p:nvPr/>
        </p:nvSpPr>
        <p:spPr>
          <a:xfrm>
            <a:off x="7483325" y="5441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继续</a:t>
            </a:r>
          </a:p>
        </p:txBody>
      </p:sp>
    </p:spTree>
    <p:extLst>
      <p:ext uri="{BB962C8B-B14F-4D97-AF65-F5344CB8AC3E}">
        <p14:creationId xmlns:p14="http://schemas.microsoft.com/office/powerpoint/2010/main" val="2535723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15" dur="3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17" dur="3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 animBg="1"/>
      <p:bldP spid="18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677D-96D6-AC69-5143-E78A2314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6FD92E6-8D71-757F-0250-1953D33DD89C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BE29EE24-898D-293B-40F1-8D06993D2FB0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中国</a:t>
            </a:r>
          </a:p>
        </p:txBody>
      </p:sp>
      <p:sp>
        <p:nvSpPr>
          <p:cNvPr id="14" name="!! 标题1">
            <a:extLst>
              <a:ext uri="{FF2B5EF4-FFF2-40B4-BE49-F238E27FC236}">
                <a16:creationId xmlns:a16="http://schemas.microsoft.com/office/drawing/2014/main" id="{381ECE3B-BBD0-FF6A-0056-9BA86E6118FB}"/>
              </a:ext>
            </a:extLst>
          </p:cNvPr>
          <p:cNvSpPr txBox="1"/>
          <p:nvPr/>
        </p:nvSpPr>
        <p:spPr>
          <a:xfrm>
            <a:off x="1112610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选择语言</a:t>
            </a:r>
          </a:p>
        </p:txBody>
      </p:sp>
      <p:sp>
        <p:nvSpPr>
          <p:cNvPr id="15" name="!! 副标题1">
            <a:extLst>
              <a:ext uri="{FF2B5EF4-FFF2-40B4-BE49-F238E27FC236}">
                <a16:creationId xmlns:a16="http://schemas.microsoft.com/office/drawing/2014/main" id="{8AF064BB-E1A9-2E8E-6F9C-E0D96ECE780F}"/>
              </a:ext>
            </a:extLst>
          </p:cNvPr>
          <p:cNvSpPr txBox="1"/>
          <p:nvPr/>
        </p:nvSpPr>
        <p:spPr>
          <a:xfrm>
            <a:off x="1112610" y="323684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language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6" name="!! 标题2">
            <a:extLst>
              <a:ext uri="{FF2B5EF4-FFF2-40B4-BE49-F238E27FC236}">
                <a16:creationId xmlns:a16="http://schemas.microsoft.com/office/drawing/2014/main" id="{4834B14A-A401-CC33-2FDC-AF1EB589BA50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选择地区</a:t>
            </a:r>
          </a:p>
        </p:txBody>
      </p:sp>
      <p:sp>
        <p:nvSpPr>
          <p:cNvPr id="17" name="!! 副标题2">
            <a:extLst>
              <a:ext uri="{FF2B5EF4-FFF2-40B4-BE49-F238E27FC236}">
                <a16:creationId xmlns:a16="http://schemas.microsoft.com/office/drawing/2014/main" id="{6CACC87F-EB5E-A336-1A53-736B0D27AB5F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Select region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03694E-F48D-9611-B540-94FFBB7AF22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5BD91375-AA6D-C065-515E-B43ECC15A4AC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上一步</a:t>
            </a:r>
          </a:p>
        </p:txBody>
      </p:sp>
    </p:spTree>
    <p:extLst>
      <p:ext uri="{BB962C8B-B14F-4D97-AF65-F5344CB8AC3E}">
        <p14:creationId xmlns:p14="http://schemas.microsoft.com/office/powerpoint/2010/main" val="24490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-0.03606 4.44444E-6 " pathEditMode="relative" rAng="0" ptsTypes="AA">
                                      <p:cBhvr>
                                        <p:cTn id="12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16667E-6 -2.59259E-6 L -0.03632 -2.59259E-6 " pathEditMode="relative" rAng="0" ptsTypes="AA">
                                      <p:cBhvr>
                                        <p:cTn id="14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5" presetClass="path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25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5" presetClass="path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27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FBD9-BE5B-5CD7-118A-261DA723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D000DCDA-7D19-79C7-E78D-B7D343AEB2DA}"/>
              </a:ext>
            </a:extLst>
          </p:cNvPr>
          <p:cNvSpPr/>
          <p:nvPr/>
        </p:nvSpPr>
        <p:spPr>
          <a:xfrm>
            <a:off x="15465127" y="-205028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7A2CAA9A-2183-4CEB-F4F0-98F036CFFBCB}"/>
              </a:ext>
            </a:extLst>
          </p:cNvPr>
          <p:cNvSpPr/>
          <p:nvPr/>
        </p:nvSpPr>
        <p:spPr>
          <a:xfrm>
            <a:off x="12854256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310E68D7-9E7A-F8C1-FAB6-2B52986E4853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标题2">
            <a:extLst>
              <a:ext uri="{FF2B5EF4-FFF2-40B4-BE49-F238E27FC236}">
                <a16:creationId xmlns:a16="http://schemas.microsoft.com/office/drawing/2014/main" id="{3783E882-220A-7CAF-F50D-C8663AC1E016}"/>
              </a:ext>
            </a:extLst>
          </p:cNvPr>
          <p:cNvSpPr txBox="1"/>
          <p:nvPr/>
        </p:nvSpPr>
        <p:spPr>
          <a:xfrm>
            <a:off x="1112610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选择地区</a:t>
            </a:r>
          </a:p>
        </p:txBody>
      </p:sp>
      <p:sp>
        <p:nvSpPr>
          <p:cNvPr id="15" name="!! 副标题2">
            <a:extLst>
              <a:ext uri="{FF2B5EF4-FFF2-40B4-BE49-F238E27FC236}">
                <a16:creationId xmlns:a16="http://schemas.microsoft.com/office/drawing/2014/main" id="{C24B6DDF-CB69-0613-C552-688185F514FB}"/>
              </a:ext>
            </a:extLst>
          </p:cNvPr>
          <p:cNvSpPr txBox="1"/>
          <p:nvPr/>
        </p:nvSpPr>
        <p:spPr>
          <a:xfrm>
            <a:off x="1112610" y="323684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region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标题1">
            <a:extLst>
              <a:ext uri="{FF2B5EF4-FFF2-40B4-BE49-F238E27FC236}">
                <a16:creationId xmlns:a16="http://schemas.microsoft.com/office/drawing/2014/main" id="{59C8E81F-986F-8D90-A599-E7C4776BAE51}"/>
              </a:ext>
            </a:extLst>
          </p:cNvPr>
          <p:cNvSpPr txBox="1"/>
          <p:nvPr/>
        </p:nvSpPr>
        <p:spPr>
          <a:xfrm>
            <a:off x="1557867" y="2656778"/>
            <a:ext cx="2714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连接网络</a:t>
            </a:r>
          </a:p>
        </p:txBody>
      </p:sp>
      <p:sp>
        <p:nvSpPr>
          <p:cNvPr id="17" name="!! 副标题1">
            <a:extLst>
              <a:ext uri="{FF2B5EF4-FFF2-40B4-BE49-F238E27FC236}">
                <a16:creationId xmlns:a16="http://schemas.microsoft.com/office/drawing/2014/main" id="{159A85B8-74D5-BFA2-71E4-1D4D27B45BE6}"/>
              </a:ext>
            </a:extLst>
          </p:cNvPr>
          <p:cNvSpPr txBox="1"/>
          <p:nvPr/>
        </p:nvSpPr>
        <p:spPr>
          <a:xfrm>
            <a:off x="1557867" y="3241553"/>
            <a:ext cx="37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Connect Network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36BFF5-1D7E-ACA7-82A9-5DE97E7A1DB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C310B811-69E9-23D8-36FD-11BD4CA47C8D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上一步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9ADC6-2069-2081-F580-FCB4C6257717}"/>
              </a:ext>
            </a:extLst>
          </p:cNvPr>
          <p:cNvSpPr txBox="1"/>
          <p:nvPr/>
        </p:nvSpPr>
        <p:spPr>
          <a:xfrm>
            <a:off x="6782859" y="3410578"/>
            <a:ext cx="371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正在识别网络</a:t>
            </a:r>
          </a:p>
        </p:txBody>
      </p:sp>
      <p:grpSp>
        <p:nvGrpSpPr>
          <p:cNvPr id="8" name="!! load">
            <a:extLst>
              <a:ext uri="{FF2B5EF4-FFF2-40B4-BE49-F238E27FC236}">
                <a16:creationId xmlns:a16="http://schemas.microsoft.com/office/drawing/2014/main" id="{C60E7BD7-6C28-AFB9-182F-8CC897A13980}"/>
              </a:ext>
            </a:extLst>
          </p:cNvPr>
          <p:cNvGrpSpPr/>
          <p:nvPr/>
        </p:nvGrpSpPr>
        <p:grpSpPr>
          <a:xfrm>
            <a:off x="8517468" y="3084753"/>
            <a:ext cx="245532" cy="245532"/>
            <a:chOff x="7349534" y="4722202"/>
            <a:chExt cx="279398" cy="279398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E9F9E4E9-CECF-4F36-AB75-2BDFB790DB3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5FDB95B1-F069-1EE8-5F2B-E03B497D99B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!! 内容2">
            <a:extLst>
              <a:ext uri="{FF2B5EF4-FFF2-40B4-BE49-F238E27FC236}">
                <a16:creationId xmlns:a16="http://schemas.microsoft.com/office/drawing/2014/main" id="{E759FE7B-BEC4-DBA3-1DA1-AFFC4313F897}"/>
              </a:ext>
            </a:extLst>
          </p:cNvPr>
          <p:cNvSpPr txBox="1"/>
          <p:nvPr/>
        </p:nvSpPr>
        <p:spPr>
          <a:xfrm>
            <a:off x="6786562" y="2039767"/>
            <a:ext cx="816504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类型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名称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状态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速度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24" name="!! 内容1">
            <a:extLst>
              <a:ext uri="{FF2B5EF4-FFF2-40B4-BE49-F238E27FC236}">
                <a16:creationId xmlns:a16="http://schemas.microsoft.com/office/drawing/2014/main" id="{3AE095A3-CA80-9A27-CC13-0C9919AB3698}"/>
              </a:ext>
            </a:extLst>
          </p:cNvPr>
          <p:cNvSpPr txBox="1"/>
          <p:nvPr/>
        </p:nvSpPr>
        <p:spPr>
          <a:xfrm>
            <a:off x="8109217" y="2039766"/>
            <a:ext cx="2731822" cy="170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有线连接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Virtual Net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C000"/>
                </a:solidFill>
              </a:rPr>
              <a:t>无互联网访问</a:t>
            </a:r>
            <a:endParaRPr lang="en-US" altLang="zh-CN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</a:p>
        </p:txBody>
      </p:sp>
      <p:grpSp>
        <p:nvGrpSpPr>
          <p:cNvPr id="27" name="!! 大标题">
            <a:extLst>
              <a:ext uri="{FF2B5EF4-FFF2-40B4-BE49-F238E27FC236}">
                <a16:creationId xmlns:a16="http://schemas.microsoft.com/office/drawing/2014/main" id="{6CAB6D0E-E845-6B75-CA06-2D6C72E87B4C}"/>
              </a:ext>
            </a:extLst>
          </p:cNvPr>
          <p:cNvGrpSpPr/>
          <p:nvPr/>
        </p:nvGrpSpPr>
        <p:grpSpPr>
          <a:xfrm>
            <a:off x="6744289" y="1287035"/>
            <a:ext cx="1717554" cy="461665"/>
            <a:chOff x="3079753" y="1375827"/>
            <a:chExt cx="726902" cy="461665"/>
          </a:xfrm>
        </p:grpSpPr>
        <p:sp>
          <p:nvSpPr>
            <p:cNvPr id="28" name="!! 标题符">
              <a:extLst>
                <a:ext uri="{FF2B5EF4-FFF2-40B4-BE49-F238E27FC236}">
                  <a16:creationId xmlns:a16="http://schemas.microsoft.com/office/drawing/2014/main" id="{CF9E5415-5F9D-76FD-A8EA-D0368F68B195}"/>
                </a:ext>
              </a:extLst>
            </p:cNvPr>
            <p:cNvSpPr/>
            <p:nvPr/>
          </p:nvSpPr>
          <p:spPr>
            <a:xfrm>
              <a:off x="3121831" y="1685496"/>
              <a:ext cx="643642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9" name="!! 标题">
              <a:extLst>
                <a:ext uri="{FF2B5EF4-FFF2-40B4-BE49-F238E27FC236}">
                  <a16:creationId xmlns:a16="http://schemas.microsoft.com/office/drawing/2014/main" id="{085E6862-A078-33DD-3C3B-5BBB4910D3AA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网络已连接</a:t>
              </a:r>
            </a:p>
          </p:txBody>
        </p:sp>
      </p:grpSp>
      <p:sp>
        <p:nvSpPr>
          <p:cNvPr id="2" name="!! 圆形3">
            <a:extLst>
              <a:ext uri="{FF2B5EF4-FFF2-40B4-BE49-F238E27FC236}">
                <a16:creationId xmlns:a16="http://schemas.microsoft.com/office/drawing/2014/main" id="{4B1656C6-3B14-8CD2-3994-A7FABDF3DDF6}"/>
              </a:ext>
            </a:extLst>
          </p:cNvPr>
          <p:cNvSpPr/>
          <p:nvPr/>
        </p:nvSpPr>
        <p:spPr>
          <a:xfrm>
            <a:off x="12298905" y="-467093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46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-0.03606 4.44444E-6 " pathEditMode="relative" rAng="0" ptsTypes="AA">
                                      <p:cBhvr>
                                        <p:cTn id="12" dur="3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16667E-6 -2.59259E-6 L -0.03632 -2.59259E-6 " pathEditMode="relative" rAng="0" ptsTypes="AA">
                                      <p:cBhvr>
                                        <p:cTn id="14" dur="3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5E-6 -2.59259E-6 L -0.03633 -2.59259E-6 " pathEditMode="relative" rAng="0" ptsTypes="AA">
                                      <p:cBhvr>
                                        <p:cTn id="22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08333E-6 0 L -0.03607 0 " pathEditMode="relative" rAng="0" ptsTypes="AA">
                                      <p:cBhvr>
                                        <p:cTn id="24" dur="3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9" grpId="0" animBg="1"/>
      <p:bldP spid="20" grpId="0" animBg="1"/>
      <p:bldP spid="7" grpId="0"/>
      <p:bldP spid="7" grpId="1"/>
      <p:bldP spid="23" grpId="0" build="p" advAuto="100"/>
      <p:bldP spid="24" grpId="0" build="p" advAuto="1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38F95-2CEE-099F-A5C4-AD7D319C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圆形1">
            <a:extLst>
              <a:ext uri="{FF2B5EF4-FFF2-40B4-BE49-F238E27FC236}">
                <a16:creationId xmlns:a16="http://schemas.microsoft.com/office/drawing/2014/main" id="{A86B9D50-0F90-7DA2-FE89-549301037EE9}"/>
              </a:ext>
            </a:extLst>
          </p:cNvPr>
          <p:cNvSpPr/>
          <p:nvPr/>
        </p:nvSpPr>
        <p:spPr>
          <a:xfrm>
            <a:off x="-1866630" y="-156719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4467C29B-2D93-FF17-9343-53D134E905B5}"/>
              </a:ext>
            </a:extLst>
          </p:cNvPr>
          <p:cNvSpPr/>
          <p:nvPr/>
        </p:nvSpPr>
        <p:spPr>
          <a:xfrm>
            <a:off x="5511798" y="-246380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18C9E4-1128-2A5E-2592-15515ED95FB3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正在设置设备</a:t>
            </a:r>
          </a:p>
        </p:txBody>
      </p:sp>
      <p:sp>
        <p:nvSpPr>
          <p:cNvPr id="18" name="!! 圆形3">
            <a:extLst>
              <a:ext uri="{FF2B5EF4-FFF2-40B4-BE49-F238E27FC236}">
                <a16:creationId xmlns:a16="http://schemas.microsoft.com/office/drawing/2014/main" id="{9F84F66F-EF0C-5486-BA13-6EB631B32E90}"/>
              </a:ext>
            </a:extLst>
          </p:cNvPr>
          <p:cNvSpPr/>
          <p:nvPr/>
        </p:nvSpPr>
        <p:spPr>
          <a:xfrm>
            <a:off x="10830128" y="-47499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82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/>
            </a:gs>
            <a:gs pos="55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97FF5362-2270-9706-F279-890003E7A4DB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854B2F09-D3B3-0537-5B9D-48F81BC3332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E041DDFC-47C3-A5AA-42AA-8462C416215C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头像">
            <a:extLst>
              <a:ext uri="{FF2B5EF4-FFF2-40B4-BE49-F238E27FC236}">
                <a16:creationId xmlns:a16="http://schemas.microsoft.com/office/drawing/2014/main" id="{8AFCA0BE-26D0-BE67-BECE-B7C13F4C1574}"/>
              </a:ext>
            </a:extLst>
          </p:cNvPr>
          <p:cNvSpPr/>
          <p:nvPr/>
        </p:nvSpPr>
        <p:spPr>
          <a:xfrm>
            <a:off x="-2706113" y="2208998"/>
            <a:ext cx="2440006" cy="2440006"/>
          </a:xfrm>
          <a:prstGeom prst="donut">
            <a:avLst>
              <a:gd name="adj" fmla="val 7309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!! 头像框">
            <a:extLst>
              <a:ext uri="{FF2B5EF4-FFF2-40B4-BE49-F238E27FC236}">
                <a16:creationId xmlns:a16="http://schemas.microsoft.com/office/drawing/2014/main" id="{BD037649-9988-09B4-92DF-3ACBC6C43CE8}"/>
              </a:ext>
            </a:extLst>
          </p:cNvPr>
          <p:cNvSpPr/>
          <p:nvPr/>
        </p:nvSpPr>
        <p:spPr>
          <a:xfrm rot="10800000">
            <a:off x="-2407731" y="2507380"/>
            <a:ext cx="1843240" cy="184324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8C534F5-F9DB-9AA3-E5ED-4E2525A5A776}"/>
              </a:ext>
            </a:extLst>
          </p:cNvPr>
          <p:cNvSpPr/>
          <p:nvPr/>
        </p:nvSpPr>
        <p:spPr>
          <a:xfrm>
            <a:off x="12547621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882EC956-B0CB-04E7-8147-B90279928CB7}"/>
              </a:ext>
            </a:extLst>
          </p:cNvPr>
          <p:cNvGrpSpPr/>
          <p:nvPr/>
        </p:nvGrpSpPr>
        <p:grpSpPr>
          <a:xfrm>
            <a:off x="13195910" y="1287035"/>
            <a:ext cx="20441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DF4DAB95-8E19-5BD9-E6F2-79C9DE9C724B}"/>
                </a:ext>
              </a:extLst>
            </p:cNvPr>
            <p:cNvSpPr/>
            <p:nvPr/>
          </p:nvSpPr>
          <p:spPr>
            <a:xfrm>
              <a:off x="3107206" y="1685496"/>
              <a:ext cx="658803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3213AB44-6B4D-D440-B533-7D0C29DAAC9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欢迎回来</a:t>
              </a: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OPPOSans M"/>
                  <a:ea typeface="OPPOSans M"/>
                </a:rPr>
                <a:t>，夌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</p:grpSp>
      <p:sp>
        <p:nvSpPr>
          <p:cNvPr id="15" name="!! 文本1">
            <a:extLst>
              <a:ext uri="{FF2B5EF4-FFF2-40B4-BE49-F238E27FC236}">
                <a16:creationId xmlns:a16="http://schemas.microsoft.com/office/drawing/2014/main" id="{084BA909-AFC0-997F-1822-513172A9E2D2}"/>
              </a:ext>
            </a:extLst>
          </p:cNvPr>
          <p:cNvSpPr txBox="1"/>
          <p:nvPr/>
        </p:nvSpPr>
        <p:spPr>
          <a:xfrm>
            <a:off x="13195910" y="1777143"/>
            <a:ext cx="2248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已为您自动登录</a:t>
            </a:r>
          </a:p>
        </p:txBody>
      </p: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347C91B-77F9-5D73-7D62-3DBED1119772}"/>
              </a:ext>
            </a:extLst>
          </p:cNvPr>
          <p:cNvSpPr/>
          <p:nvPr/>
        </p:nvSpPr>
        <p:spPr>
          <a:xfrm>
            <a:off x="13899068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404728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 L 0.37566 0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4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 L 0.37501 0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-0.52904 0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5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-0.52865 3.703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52969 -1.48148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-0.52956 1.85185E-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5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C45B8-AF64-D6DA-F639-A4852143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C1CC6E81-8B20-F4BD-B80F-174C18404CA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C6797F41-736F-CB76-16A7-D3BE92F4D89E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A54D5256-2C2D-A6C3-92F6-8846D99E1041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9325763C-4758-F56E-FF7F-B86EE05957D9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A5E42CA0-FAE8-03AB-E479-096E6C1CF99C}"/>
              </a:ext>
            </a:extLst>
          </p:cNvPr>
          <p:cNvGrpSpPr/>
          <p:nvPr/>
        </p:nvGrpSpPr>
        <p:grpSpPr>
          <a:xfrm>
            <a:off x="6744289" y="1287035"/>
            <a:ext cx="29458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24A81FE4-C290-2655-2F05-41F5A5B47C4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4B59DD75-341F-508D-AC32-DDBDF9B75D8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保持最新的系统版本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3DA69B-85A8-E6D1-2DD0-9891FFCB7AFE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pic>
        <p:nvPicPr>
          <p:cNvPr id="4" name="!! 图标1-2">
            <a:extLst>
              <a:ext uri="{FF2B5EF4-FFF2-40B4-BE49-F238E27FC236}">
                <a16:creationId xmlns:a16="http://schemas.microsoft.com/office/drawing/2014/main" id="{6E98A1ED-850A-BCC4-BF7B-1711DECCF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7138" y="3999245"/>
            <a:ext cx="1167538" cy="1167538"/>
          </a:xfrm>
          <a:prstGeom prst="rect">
            <a:avLst/>
          </a:prstGeom>
        </p:spPr>
      </p:pic>
      <p:sp>
        <p:nvSpPr>
          <p:cNvPr id="6" name="!! 图标1-1">
            <a:extLst>
              <a:ext uri="{FF2B5EF4-FFF2-40B4-BE49-F238E27FC236}">
                <a16:creationId xmlns:a16="http://schemas.microsoft.com/office/drawing/2014/main" id="{F5CFD69A-880C-B4A8-FC41-219776150269}"/>
              </a:ext>
            </a:extLst>
          </p:cNvPr>
          <p:cNvSpPr/>
          <p:nvPr/>
        </p:nvSpPr>
        <p:spPr>
          <a:xfrm>
            <a:off x="2584009" y="3945890"/>
            <a:ext cx="1013796" cy="7931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!! 遮罩1-1">
            <a:extLst>
              <a:ext uri="{FF2B5EF4-FFF2-40B4-BE49-F238E27FC236}">
                <a16:creationId xmlns:a16="http://schemas.microsoft.com/office/drawing/2014/main" id="{66CC1D7F-D641-A675-4761-EEA0C0CDAB37}"/>
              </a:ext>
            </a:extLst>
          </p:cNvPr>
          <p:cNvSpPr/>
          <p:nvPr/>
        </p:nvSpPr>
        <p:spPr>
          <a:xfrm>
            <a:off x="2382397" y="3945879"/>
            <a:ext cx="1417020" cy="793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!! 遮罩1-2">
            <a:extLst>
              <a:ext uri="{FF2B5EF4-FFF2-40B4-BE49-F238E27FC236}">
                <a16:creationId xmlns:a16="http://schemas.microsoft.com/office/drawing/2014/main" id="{408F08E1-509F-3817-FCF7-E1629622207C}"/>
              </a:ext>
            </a:extLst>
          </p:cNvPr>
          <p:cNvSpPr/>
          <p:nvPr/>
        </p:nvSpPr>
        <p:spPr>
          <a:xfrm>
            <a:off x="2414146" y="4023437"/>
            <a:ext cx="1353522" cy="1100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D453B9BA-B2A0-8F36-816A-57CD7E889A4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7" name="!! 单选框1">
            <a:extLst>
              <a:ext uri="{FF2B5EF4-FFF2-40B4-BE49-F238E27FC236}">
                <a16:creationId xmlns:a16="http://schemas.microsoft.com/office/drawing/2014/main" id="{CC333DC2-8C22-D318-2D0A-48ED62294946}"/>
              </a:ext>
            </a:extLst>
          </p:cNvPr>
          <p:cNvGrpSpPr/>
          <p:nvPr/>
        </p:nvGrpSpPr>
        <p:grpSpPr>
          <a:xfrm>
            <a:off x="6879497" y="2015691"/>
            <a:ext cx="2610106" cy="307777"/>
            <a:chOff x="6879497" y="3107891"/>
            <a:chExt cx="2610106" cy="307777"/>
          </a:xfrm>
        </p:grpSpPr>
        <p:sp>
          <p:nvSpPr>
            <p:cNvPr id="25" name="!! 单选框1">
              <a:extLst>
                <a:ext uri="{FF2B5EF4-FFF2-40B4-BE49-F238E27FC236}">
                  <a16:creationId xmlns:a16="http://schemas.microsoft.com/office/drawing/2014/main" id="{8F7F6164-309C-2541-D5DF-499B44FCD0B0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!! 单选文本">
              <a:extLst>
                <a:ext uri="{FF2B5EF4-FFF2-40B4-BE49-F238E27FC236}">
                  <a16:creationId xmlns:a16="http://schemas.microsoft.com/office/drawing/2014/main" id="{71AAB0F0-78E1-984C-2D4C-EED583143A89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自动下载并安装更新</a:t>
              </a:r>
            </a:p>
          </p:txBody>
        </p:sp>
      </p:grpSp>
      <p:grpSp>
        <p:nvGrpSpPr>
          <p:cNvPr id="38" name="!! 单选框2">
            <a:extLst>
              <a:ext uri="{FF2B5EF4-FFF2-40B4-BE49-F238E27FC236}">
                <a16:creationId xmlns:a16="http://schemas.microsoft.com/office/drawing/2014/main" id="{516CB864-D15E-E4BD-F28E-F666E34F8207}"/>
              </a:ext>
            </a:extLst>
          </p:cNvPr>
          <p:cNvGrpSpPr/>
          <p:nvPr/>
        </p:nvGrpSpPr>
        <p:grpSpPr>
          <a:xfrm>
            <a:off x="6879497" y="2409630"/>
            <a:ext cx="2610106" cy="307777"/>
            <a:chOff x="6879497" y="3107891"/>
            <a:chExt cx="2610106" cy="307777"/>
          </a:xfrm>
        </p:grpSpPr>
        <p:sp>
          <p:nvSpPr>
            <p:cNvPr id="39" name="!! 单选框1">
              <a:extLst>
                <a:ext uri="{FF2B5EF4-FFF2-40B4-BE49-F238E27FC236}">
                  <a16:creationId xmlns:a16="http://schemas.microsoft.com/office/drawing/2014/main" id="{4D0476EB-4F14-D3EC-4957-FCDCAA730A91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!! 单选文本">
              <a:extLst>
                <a:ext uri="{FF2B5EF4-FFF2-40B4-BE49-F238E27FC236}">
                  <a16:creationId xmlns:a16="http://schemas.microsoft.com/office/drawing/2014/main" id="{DB32A528-75F1-E4DF-56C4-963BC2386855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仅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WLAN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下自动下载更新</a:t>
              </a:r>
            </a:p>
          </p:txBody>
        </p:sp>
      </p:grpSp>
      <p:grpSp>
        <p:nvGrpSpPr>
          <p:cNvPr id="47" name="!! 单选框 3">
            <a:extLst>
              <a:ext uri="{FF2B5EF4-FFF2-40B4-BE49-F238E27FC236}">
                <a16:creationId xmlns:a16="http://schemas.microsoft.com/office/drawing/2014/main" id="{53B172A9-7BBF-352E-6BB5-7AC32705F517}"/>
              </a:ext>
            </a:extLst>
          </p:cNvPr>
          <p:cNvGrpSpPr/>
          <p:nvPr/>
        </p:nvGrpSpPr>
        <p:grpSpPr>
          <a:xfrm>
            <a:off x="6879497" y="2797643"/>
            <a:ext cx="2610106" cy="307777"/>
            <a:chOff x="6879497" y="3889843"/>
            <a:chExt cx="2610106" cy="307777"/>
          </a:xfrm>
        </p:grpSpPr>
        <p:sp>
          <p:nvSpPr>
            <p:cNvPr id="42" name="!! 单选框1">
              <a:extLst>
                <a:ext uri="{FF2B5EF4-FFF2-40B4-BE49-F238E27FC236}">
                  <a16:creationId xmlns:a16="http://schemas.microsoft.com/office/drawing/2014/main" id="{4A9993B3-260F-91D4-CC7A-5A109AEBF0AD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!! 单选文本">
              <a:extLst>
                <a:ext uri="{FF2B5EF4-FFF2-40B4-BE49-F238E27FC236}">
                  <a16:creationId xmlns:a16="http://schemas.microsoft.com/office/drawing/2014/main" id="{F8A36AB4-45CD-5000-327C-F391D9D2E22B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手动检测更新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30F86DD-83C4-582A-4AA4-C788C41B5514}"/>
                </a:ext>
              </a:extLst>
            </p:cNvPr>
            <p:cNvSpPr/>
            <p:nvPr/>
          </p:nvSpPr>
          <p:spPr>
            <a:xfrm>
              <a:off x="6918510" y="3985953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!! 警告">
            <a:extLst>
              <a:ext uri="{FF2B5EF4-FFF2-40B4-BE49-F238E27FC236}">
                <a16:creationId xmlns:a16="http://schemas.microsoft.com/office/drawing/2014/main" id="{A9D71565-17D0-D29E-9CE8-D87D34FAEB8E}"/>
              </a:ext>
            </a:extLst>
          </p:cNvPr>
          <p:cNvGrpSpPr/>
          <p:nvPr/>
        </p:nvGrpSpPr>
        <p:grpSpPr>
          <a:xfrm>
            <a:off x="4325092" y="269366"/>
            <a:ext cx="3541817" cy="781669"/>
            <a:chOff x="6744289" y="1953066"/>
            <a:chExt cx="3541817" cy="781669"/>
          </a:xfrm>
        </p:grpSpPr>
        <p:sp>
          <p:nvSpPr>
            <p:cNvPr id="14" name="!! 背景">
              <a:extLst>
                <a:ext uri="{FF2B5EF4-FFF2-40B4-BE49-F238E27FC236}">
                  <a16:creationId xmlns:a16="http://schemas.microsoft.com/office/drawing/2014/main" id="{438B8296-21E5-D473-92CF-AF8B33ECCE3E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5" name="!! 标题">
              <a:extLst>
                <a:ext uri="{FF2B5EF4-FFF2-40B4-BE49-F238E27FC236}">
                  <a16:creationId xmlns:a16="http://schemas.microsoft.com/office/drawing/2014/main" id="{711DCF63-541A-115C-24E1-0CA343D10DCA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系统内更新未就绪</a:t>
              </a:r>
            </a:p>
          </p:txBody>
        </p:sp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A13ED7C5-DEE6-2F86-51E6-37D81BF83D8B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系统处于开发阶段，系统更新功能尚未开发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859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4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375E-6 2.96296E-6 L 4.375E-6 -0.18449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3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375E-6 0 L 0.12565 0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accel="20000" decel="8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2" presetClass="exit" presetSubtype="1" accel="20000" decel="8000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4D00-3D08-652D-3218-8D1B9D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8E9268F8-3AA1-E789-592F-C2B61282DB77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09A22E3-FD92-E3D3-683B-E4EAED1371E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3F00CECC-92FC-A04E-FFDF-6156D7EB08CE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531AD010-207A-C2A4-B152-A0BCC3DF12B4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9AC24CDA-0249-F866-FFD0-C9F2DFF77E24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44D951B9-F45B-7D95-4D72-603DB7361627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8" name="!! 标题符">
              <a:extLst>
                <a:ext uri="{FF2B5EF4-FFF2-40B4-BE49-F238E27FC236}">
                  <a16:creationId xmlns:a16="http://schemas.microsoft.com/office/drawing/2014/main" id="{51E99D4E-C223-036F-AB0A-D03BED3E655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EB9C4264-152C-0A72-864C-0DD1EAA6D64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设置卫星通话</a:t>
              </a:r>
            </a:p>
          </p:txBody>
        </p:sp>
      </p:grpSp>
      <p:grpSp>
        <p:nvGrpSpPr>
          <p:cNvPr id="23" name="!! load">
            <a:extLst>
              <a:ext uri="{FF2B5EF4-FFF2-40B4-BE49-F238E27FC236}">
                <a16:creationId xmlns:a16="http://schemas.microsoft.com/office/drawing/2014/main" id="{266151B0-3CA4-C1A0-45D0-336415C340EE}"/>
              </a:ext>
            </a:extLst>
          </p:cNvPr>
          <p:cNvGrpSpPr/>
          <p:nvPr/>
        </p:nvGrpSpPr>
        <p:grpSpPr>
          <a:xfrm>
            <a:off x="8517468" y="3325384"/>
            <a:ext cx="245532" cy="245532"/>
            <a:chOff x="7349534" y="4722202"/>
            <a:chExt cx="279398" cy="279398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8825301D-E75F-AE71-2A27-A4E066774E9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DF1B10C5-1FF1-F59B-BC54-A5A39510BA0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67BCF6-9DE0-227D-29AE-CD42173E43A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sp>
        <p:nvSpPr>
          <p:cNvPr id="34" name="!! 检测">
            <a:extLst>
              <a:ext uri="{FF2B5EF4-FFF2-40B4-BE49-F238E27FC236}">
                <a16:creationId xmlns:a16="http://schemas.microsoft.com/office/drawing/2014/main" id="{434F3887-B31F-BA1E-4209-1FF49E8ED61D}"/>
              </a:ext>
            </a:extLst>
          </p:cNvPr>
          <p:cNvSpPr txBox="1"/>
          <p:nvPr/>
        </p:nvSpPr>
        <p:spPr>
          <a:xfrm>
            <a:off x="7439666" y="3650073"/>
            <a:ext cx="2407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正在检测设备</a:t>
            </a:r>
          </a:p>
        </p:txBody>
      </p:sp>
    </p:spTree>
    <p:extLst>
      <p:ext uri="{BB962C8B-B14F-4D97-AF65-F5344CB8AC3E}">
        <p14:creationId xmlns:p14="http://schemas.microsoft.com/office/powerpoint/2010/main" val="305621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3000">
        <p159:morph option="byObject"/>
      </p:transition>
    </mc:Choice>
    <mc:Fallback xmlns=""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01BAE-6BA7-EBE2-A5A2-AC11F0ED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5D1E70AE-E094-25E5-CD62-6F3F3B44CEC9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D32C60D8-63B4-8842-647D-07DE47A3C55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906A7D8A-7EA3-DBD6-D5B3-FEAD8E79D7C9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A40C3E3B-FFCE-40BC-53B8-B9E199DDF921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BFECC3A6-43D0-99DC-0B44-4F1078078D25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5B33739B-CAE5-88D8-F72A-43200C796123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785C3F6A-4247-8338-0E71-95D5363CB888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设置卫星通话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78F592-F349-3C58-C99C-073EFC59D3BA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grpSp>
        <p:nvGrpSpPr>
          <p:cNvPr id="37" name="!! 单选框1">
            <a:extLst>
              <a:ext uri="{FF2B5EF4-FFF2-40B4-BE49-F238E27FC236}">
                <a16:creationId xmlns:a16="http://schemas.microsoft.com/office/drawing/2014/main" id="{8C9C654B-606B-0789-E5B9-4A657DBACAA0}"/>
              </a:ext>
            </a:extLst>
          </p:cNvPr>
          <p:cNvGrpSpPr/>
          <p:nvPr/>
        </p:nvGrpSpPr>
        <p:grpSpPr>
          <a:xfrm>
            <a:off x="6879497" y="2388223"/>
            <a:ext cx="2610106" cy="307777"/>
            <a:chOff x="6879497" y="3107891"/>
            <a:chExt cx="2610106" cy="307777"/>
          </a:xfrm>
        </p:grpSpPr>
        <p:sp>
          <p:nvSpPr>
            <p:cNvPr id="25" name="!! 单选框1">
              <a:extLst>
                <a:ext uri="{FF2B5EF4-FFF2-40B4-BE49-F238E27FC236}">
                  <a16:creationId xmlns:a16="http://schemas.microsoft.com/office/drawing/2014/main" id="{A264E58A-C2A3-42F8-4EA5-8BF2D8A95130}"/>
                </a:ext>
              </a:extLst>
            </p:cNvPr>
            <p:cNvSpPr/>
            <p:nvPr/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0" name="!! 单选文本">
              <a:extLst>
                <a:ext uri="{FF2B5EF4-FFF2-40B4-BE49-F238E27FC236}">
                  <a16:creationId xmlns:a16="http://schemas.microsoft.com/office/drawing/2014/main" id="{07792955-A882-2DC2-18DE-3824488D2121}"/>
                </a:ext>
              </a:extLst>
            </p:cNvPr>
            <p:cNvSpPr txBox="1"/>
            <p:nvPr/>
          </p:nvSpPr>
          <p:spPr>
            <a:xfrm>
              <a:off x="7081696" y="3107891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在信号不良时自动启用</a:t>
              </a:r>
            </a:p>
          </p:txBody>
        </p:sp>
      </p:grpSp>
      <p:grpSp>
        <p:nvGrpSpPr>
          <p:cNvPr id="47" name="!! 单选框 3">
            <a:extLst>
              <a:ext uri="{FF2B5EF4-FFF2-40B4-BE49-F238E27FC236}">
                <a16:creationId xmlns:a16="http://schemas.microsoft.com/office/drawing/2014/main" id="{A9677F22-D130-ED66-73BB-230D56162B9F}"/>
              </a:ext>
            </a:extLst>
          </p:cNvPr>
          <p:cNvGrpSpPr/>
          <p:nvPr/>
        </p:nvGrpSpPr>
        <p:grpSpPr>
          <a:xfrm>
            <a:off x="6879497" y="2763774"/>
            <a:ext cx="2610106" cy="307777"/>
            <a:chOff x="6879497" y="3889843"/>
            <a:chExt cx="2610106" cy="307777"/>
          </a:xfrm>
        </p:grpSpPr>
        <p:sp>
          <p:nvSpPr>
            <p:cNvPr id="42" name="!! 单选框1">
              <a:extLst>
                <a:ext uri="{FF2B5EF4-FFF2-40B4-BE49-F238E27FC236}">
                  <a16:creationId xmlns:a16="http://schemas.microsoft.com/office/drawing/2014/main" id="{5940083E-1ABB-BE43-98C6-8068BEBE2BD7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3" name="!! 单选文本">
              <a:extLst>
                <a:ext uri="{FF2B5EF4-FFF2-40B4-BE49-F238E27FC236}">
                  <a16:creationId xmlns:a16="http://schemas.microsoft.com/office/drawing/2014/main" id="{BF093C7A-43CF-F897-A244-574A25D8866C}"/>
                </a:ext>
              </a:extLst>
            </p:cNvPr>
            <p:cNvSpPr txBox="1"/>
            <p:nvPr/>
          </p:nvSpPr>
          <p:spPr>
            <a:xfrm>
              <a:off x="7081696" y="3889843"/>
              <a:ext cx="2407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在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“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设置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”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中手动启用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6963B9D-2FE3-3B11-925B-BC36493E193E}"/>
                </a:ext>
              </a:extLst>
            </p:cNvPr>
            <p:cNvSpPr/>
            <p:nvPr/>
          </p:nvSpPr>
          <p:spPr>
            <a:xfrm>
              <a:off x="6918510" y="3985953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8A2C24C0-87D6-5423-FEA2-D32485DC8FE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5" name="!! 图标2-2">
            <a:extLst>
              <a:ext uri="{FF2B5EF4-FFF2-40B4-BE49-F238E27FC236}">
                <a16:creationId xmlns:a16="http://schemas.microsoft.com/office/drawing/2014/main" id="{2F94D1BD-4853-C4CE-3C21-DCCBBED800FE}"/>
              </a:ext>
            </a:extLst>
          </p:cNvPr>
          <p:cNvGrpSpPr/>
          <p:nvPr/>
        </p:nvGrpSpPr>
        <p:grpSpPr>
          <a:xfrm rot="10800000">
            <a:off x="1859376" y="2208998"/>
            <a:ext cx="2440891" cy="2440006"/>
            <a:chOff x="1859376" y="2208998"/>
            <a:chExt cx="2440891" cy="2440006"/>
          </a:xfrm>
        </p:grpSpPr>
        <p:sp>
          <p:nvSpPr>
            <p:cNvPr id="26" name="!! 方位">
              <a:extLst>
                <a:ext uri="{FF2B5EF4-FFF2-40B4-BE49-F238E27FC236}">
                  <a16:creationId xmlns:a16="http://schemas.microsoft.com/office/drawing/2014/main" id="{3B446211-32DD-D53E-6BD2-913A4F155BFC}"/>
                </a:ext>
              </a:extLst>
            </p:cNvPr>
            <p:cNvSpPr/>
            <p:nvPr/>
          </p:nvSpPr>
          <p:spPr>
            <a:xfrm>
              <a:off x="1860261" y="2208998"/>
              <a:ext cx="2440006" cy="2440006"/>
            </a:xfrm>
            <a:prstGeom prst="pie">
              <a:avLst>
                <a:gd name="adj1" fmla="val 13406464"/>
                <a:gd name="adj2" fmla="val 19108174"/>
              </a:avLst>
            </a:prstGeom>
            <a:solidFill>
              <a:schemeClr val="tx2">
                <a:lumMod val="50000"/>
                <a:lumOff val="5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!! 头像">
              <a:extLst>
                <a:ext uri="{FF2B5EF4-FFF2-40B4-BE49-F238E27FC236}">
                  <a16:creationId xmlns:a16="http://schemas.microsoft.com/office/drawing/2014/main" id="{1FD84719-8C0F-73A7-CD8F-215E53F904B6}"/>
                </a:ext>
              </a:extLst>
            </p:cNvPr>
            <p:cNvSpPr/>
            <p:nvPr/>
          </p:nvSpPr>
          <p:spPr>
            <a:xfrm>
              <a:off x="1859376" y="2208998"/>
              <a:ext cx="2440006" cy="2440006"/>
            </a:xfrm>
            <a:prstGeom prst="donut">
              <a:avLst>
                <a:gd name="adj" fmla="val 522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!! 图标2-1">
            <a:extLst>
              <a:ext uri="{FF2B5EF4-FFF2-40B4-BE49-F238E27FC236}">
                <a16:creationId xmlns:a16="http://schemas.microsoft.com/office/drawing/2014/main" id="{16AEFD88-6B35-DCB1-0C49-315E8205F29F}"/>
              </a:ext>
            </a:extLst>
          </p:cNvPr>
          <p:cNvSpPr/>
          <p:nvPr/>
        </p:nvSpPr>
        <p:spPr>
          <a:xfrm>
            <a:off x="2922027" y="3270762"/>
            <a:ext cx="316474" cy="31647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!! 副标题">
            <a:extLst>
              <a:ext uri="{FF2B5EF4-FFF2-40B4-BE49-F238E27FC236}">
                <a16:creationId xmlns:a16="http://schemas.microsoft.com/office/drawing/2014/main" id="{8C8DA68B-BD41-BC2B-D914-0D382E0F4962}"/>
              </a:ext>
            </a:extLst>
          </p:cNvPr>
          <p:cNvSpPr txBox="1"/>
          <p:nvPr/>
        </p:nvSpPr>
        <p:spPr>
          <a:xfrm>
            <a:off x="6749660" y="186365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设备支持卫星连接</a:t>
            </a:r>
          </a:p>
        </p:txBody>
      </p:sp>
      <p:pic>
        <p:nvPicPr>
          <p:cNvPr id="51" name="!! check">
            <a:extLst>
              <a:ext uri="{FF2B5EF4-FFF2-40B4-BE49-F238E27FC236}">
                <a16:creationId xmlns:a16="http://schemas.microsoft.com/office/drawing/2014/main" id="{02DBAD77-28CB-8321-D658-83829BA09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7570" y="1938532"/>
            <a:ext cx="216514" cy="2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7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decel="4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/>
            </a:gs>
            <a:gs pos="55000">
              <a:schemeClr val="accent4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A30CB-3B36-3923-7556-8E429722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7915F12A-A24E-C4F3-B91F-D04F41B97D7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3F024B5A-E404-4115-0B45-0814D1A88D1B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C371C9C3-AA23-3794-EA15-00A2602519CA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13077E81-A74A-026F-FADC-43845683CCBD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0BEB6B35-8DF7-6D39-7DCD-CAFD14D91FCC}"/>
              </a:ext>
            </a:extLst>
          </p:cNvPr>
          <p:cNvGrpSpPr/>
          <p:nvPr/>
        </p:nvGrpSpPr>
        <p:grpSpPr>
          <a:xfrm>
            <a:off x="6744290" y="1287035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0D5E6849-7D2A-0F1B-2554-3D473A31EE3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FDFFB3F4-1BA5-09E9-8FFB-2C42CAB3CA5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48FF9F6D-8100-3C36-5263-9B0974ADB67D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630C84-1EFE-E55F-166A-F78C5967901C}"/>
              </a:ext>
            </a:extLst>
          </p:cNvPr>
          <p:cNvSpPr/>
          <p:nvPr/>
        </p:nvSpPr>
        <p:spPr>
          <a:xfrm>
            <a:off x="2599181" y="3044349"/>
            <a:ext cx="962166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!! 副标题">
            <a:extLst>
              <a:ext uri="{FF2B5EF4-FFF2-40B4-BE49-F238E27FC236}">
                <a16:creationId xmlns:a16="http://schemas.microsoft.com/office/drawing/2014/main" id="{EF95F44E-032F-4143-B087-3F151BAA05B9}"/>
              </a:ext>
            </a:extLst>
          </p:cNvPr>
          <p:cNvSpPr txBox="1"/>
          <p:nvPr/>
        </p:nvSpPr>
        <p:spPr>
          <a:xfrm>
            <a:off x="6749660" y="1863659"/>
            <a:ext cx="366434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dirty="0"/>
              <a:t>Leaf OS 5 Preview </a:t>
            </a:r>
            <a:r>
              <a:rPr lang="zh-CN" altLang="en-US" dirty="0"/>
              <a:t>为预览版本，系统尚未完全开发，多数功能存在缺失，</a:t>
            </a:r>
            <a:r>
              <a:rPr lang="en-US" altLang="zh-CN" dirty="0"/>
              <a:t>UI</a:t>
            </a:r>
            <a:r>
              <a:rPr lang="zh-CN" altLang="en-US" dirty="0"/>
              <a:t>与动画可能存有瑕疵，请等待</a:t>
            </a:r>
            <a:r>
              <a:rPr lang="en-US" altLang="zh-CN" dirty="0"/>
              <a:t>Beta</a:t>
            </a:r>
            <a:r>
              <a:rPr lang="zh-CN" altLang="en-US" dirty="0"/>
              <a:t>版本。</a:t>
            </a:r>
          </a:p>
        </p:txBody>
      </p:sp>
      <p:sp>
        <p:nvSpPr>
          <p:cNvPr id="18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1DD711D-D1C8-A51A-D252-0DF3150E3E1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进入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82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973ED-4B7E-4406-2228-A1921FAB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A6D3EE9C-C18F-39BE-9F1B-71A0EE30B173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265506D-53A4-CA9D-A242-D5E8278B177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056E1A1F-B321-28B8-1A4E-93D44795F584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10FA67B-91B4-93C5-FEDC-912721CD216D}"/>
              </a:ext>
            </a:extLst>
          </p:cNvPr>
          <p:cNvSpPr/>
          <p:nvPr/>
        </p:nvSpPr>
        <p:spPr>
          <a:xfrm>
            <a:off x="1266045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2806E245-73E6-3AC6-1D93-17D9DCE2EC37}"/>
              </a:ext>
            </a:extLst>
          </p:cNvPr>
          <p:cNvGrpSpPr/>
          <p:nvPr/>
        </p:nvGrpSpPr>
        <p:grpSpPr>
          <a:xfrm>
            <a:off x="13308740" y="1287035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1DCE463D-035E-D039-620A-3FCF0697EEA4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D0B26FA8-A701-AFA0-0478-9AE415D0F74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242AC42F-47B3-F9D0-C1C4-3DB655614F04}"/>
              </a:ext>
            </a:extLst>
          </p:cNvPr>
          <p:cNvSpPr/>
          <p:nvPr/>
        </p:nvSpPr>
        <p:spPr>
          <a:xfrm>
            <a:off x="-2538496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8C6097-7AD1-1F28-3EAA-B3E927916B10}"/>
              </a:ext>
            </a:extLst>
          </p:cNvPr>
          <p:cNvSpPr/>
          <p:nvPr/>
        </p:nvSpPr>
        <p:spPr>
          <a:xfrm>
            <a:off x="-1799576" y="3044349"/>
            <a:ext cx="962166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02997F-305B-736A-5323-A2F9A6214A97}"/>
              </a:ext>
            </a:extLst>
          </p:cNvPr>
          <p:cNvSpPr/>
          <p:nvPr/>
        </p:nvSpPr>
        <p:spPr>
          <a:xfrm>
            <a:off x="1401189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进入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" name="!! 副标题">
            <a:extLst>
              <a:ext uri="{FF2B5EF4-FFF2-40B4-BE49-F238E27FC236}">
                <a16:creationId xmlns:a16="http://schemas.microsoft.com/office/drawing/2014/main" id="{D61A4475-B90A-B5EF-73F6-2EBBA451DCB1}"/>
              </a:ext>
            </a:extLst>
          </p:cNvPr>
          <p:cNvSpPr txBox="1"/>
          <p:nvPr/>
        </p:nvSpPr>
        <p:spPr>
          <a:xfrm>
            <a:off x="13258314" y="1863659"/>
            <a:ext cx="366434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dirty="0"/>
              <a:t>Leaf OS 5 Preview </a:t>
            </a:r>
            <a:r>
              <a:rPr lang="zh-CN" altLang="en-US" dirty="0"/>
              <a:t>为预览版本，系统尚未完全开发，多数功能存在缺失，</a:t>
            </a:r>
            <a:r>
              <a:rPr lang="en-US" altLang="zh-CN" dirty="0"/>
              <a:t>UI</a:t>
            </a:r>
            <a:r>
              <a:rPr lang="zh-CN" altLang="en-US" dirty="0"/>
              <a:t>与动画可能存有瑕疵，请等待</a:t>
            </a:r>
            <a:r>
              <a:rPr lang="en-US" altLang="zh-CN" dirty="0"/>
              <a:t>Beta</a:t>
            </a:r>
            <a:r>
              <a:rPr lang="zh-CN" altLang="en-US" dirty="0"/>
              <a:t>版本。</a:t>
            </a:r>
          </a:p>
        </p:txBody>
      </p:sp>
    </p:spTree>
    <p:extLst>
      <p:ext uri="{BB962C8B-B14F-4D97-AF65-F5344CB8AC3E}">
        <p14:creationId xmlns:p14="http://schemas.microsoft.com/office/powerpoint/2010/main" val="8625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EB037-8B12-575D-7C19-8F32A19E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B1C65892-76F6-7B78-B91B-CAB03A788B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!! dock右">
            <a:extLst>
              <a:ext uri="{FF2B5EF4-FFF2-40B4-BE49-F238E27FC236}">
                <a16:creationId xmlns:a16="http://schemas.microsoft.com/office/drawing/2014/main" id="{247DB8B9-F028-2312-DEDB-244C568E572B}"/>
              </a:ext>
            </a:extLst>
          </p:cNvPr>
          <p:cNvGrpSpPr/>
          <p:nvPr/>
        </p:nvGrpSpPr>
        <p:grpSpPr>
          <a:xfrm>
            <a:off x="4869920" y="695333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9C8F80D2-D36E-859E-EFF7-C98FF714CCC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CA966D91-347A-2483-3C30-036E1DA5513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40554346-6F5F-65F7-BB15-1629D1793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CB6F4015-03D8-A7FB-5ADD-860DEC8E7A4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FCBAA34B-23C9-39AD-1170-22E490A10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28477FF0-558B-F98B-1758-5FC72631B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D12154AA-875E-083A-F155-3849B0EC1E7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4CE3E5E1-95E5-03C6-328C-97D38098CE2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dirty="0">
                  <a:solidFill>
                    <a:schemeClr val="bg2"/>
                  </a:solidFill>
                  <a:latin typeface="OPPOSans R"/>
                  <a:ea typeface="OPPOSans R"/>
                </a:rPr>
                <a:t>49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07F0DE55-AC95-3DA6-D24C-60EC75F3F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3" action="ppaction://hlinksldjump"/>
              <a:extLst>
                <a:ext uri="{FF2B5EF4-FFF2-40B4-BE49-F238E27FC236}">
                  <a16:creationId xmlns:a16="http://schemas.microsoft.com/office/drawing/2014/main" id="{1A49FC3F-F9B1-DEEC-A64A-7AA03CD1A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7DFDB26-8391-E6F8-8682-D85B13D766F7}"/>
              </a:ext>
            </a:extLst>
          </p:cNvPr>
          <p:cNvGrpSpPr/>
          <p:nvPr/>
        </p:nvGrpSpPr>
        <p:grpSpPr>
          <a:xfrm>
            <a:off x="1659673" y="-1318572"/>
            <a:ext cx="658298" cy="967680"/>
            <a:chOff x="2726128" y="2691285"/>
            <a:chExt cx="527312" cy="775134"/>
          </a:xfrm>
          <a:effectLst/>
        </p:grpSpPr>
        <p:grpSp>
          <p:nvGrpSpPr>
            <p:cNvPr id="14" name="!! 设置">
              <a:extLst>
                <a:ext uri="{FF2B5EF4-FFF2-40B4-BE49-F238E27FC236}">
                  <a16:creationId xmlns:a16="http://schemas.microsoft.com/office/drawing/2014/main" id="{147043BE-71E5-C89D-017A-419957C0EDBE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6" name="背景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62438DB8-23B3-44CE-0058-6BACA5F5C32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7" name="齿轮" descr="单级齿轮 轮廓">
                <a:extLst>
                  <a:ext uri="{FF2B5EF4-FFF2-40B4-BE49-F238E27FC236}">
                    <a16:creationId xmlns:a16="http://schemas.microsoft.com/office/drawing/2014/main" id="{C41B0CDB-CCC8-29F2-F3CF-67E6EDF2F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A02D950-4EB8-B4FA-719C-0555CB356C2D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46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0">
        <p159:morph option="byObject"/>
      </p:transition>
    </mc:Choice>
    <mc:Fallback xmlns="">
      <p:transition advClick="0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535FF-EE61-AFCC-01A8-3002632D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6D8F0AB5-E9DB-3D58-6B42-A2F3937DEB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3377D3F-2EE3-E5B5-C41D-6E51D628CA97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4BEF55D3-424D-F112-CE2B-CB1DE4B45EB6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18979DF8-56E2-92EC-FA20-B92E21A1C01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C3838315-77B2-D5DC-F506-4E198142421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4E74B1E4-961A-09EA-0D7F-9A3FD3496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BEAA8B25-8709-F97A-DB0C-229EDA741BD5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D442F8E5-F258-7E41-A653-C00052AA0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8B1C596D-4348-F0BD-14D4-878F3B676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459E901E-299D-6E04-71A2-2FFD799D53E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79B1DB60-D2D8-E432-AA58-829C06BCCFB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dirty="0">
                  <a:solidFill>
                    <a:schemeClr val="bg2"/>
                  </a:solidFill>
                  <a:latin typeface="OPPOSans R"/>
                  <a:ea typeface="OPPOSans R"/>
                </a:rPr>
                <a:t>49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F9AAAF65-A4AD-66A0-59BE-C8366C66D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4" action="ppaction://hlinksldjump"/>
              <a:extLst>
                <a:ext uri="{FF2B5EF4-FFF2-40B4-BE49-F238E27FC236}">
                  <a16:creationId xmlns:a16="http://schemas.microsoft.com/office/drawing/2014/main" id="{3A2A9481-F5BE-5809-94F5-5E664E1A3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9" name="!! 通知框1">
            <a:extLst>
              <a:ext uri="{FF2B5EF4-FFF2-40B4-BE49-F238E27FC236}">
                <a16:creationId xmlns:a16="http://schemas.microsoft.com/office/drawing/2014/main" id="{7DD63492-95AE-C252-ED25-DEDBFE9CE293}"/>
              </a:ext>
            </a:extLst>
          </p:cNvPr>
          <p:cNvGrpSpPr/>
          <p:nvPr/>
        </p:nvGrpSpPr>
        <p:grpSpPr>
          <a:xfrm>
            <a:off x="7322079" y="236147"/>
            <a:ext cx="4564916" cy="944954"/>
            <a:chOff x="5801943" y="1589194"/>
            <a:chExt cx="4564916" cy="1120385"/>
          </a:xfrm>
        </p:grpSpPr>
        <p:sp>
          <p:nvSpPr>
            <p:cNvPr id="20" name="!! 弹窗">
              <a:extLst>
                <a:ext uri="{FF2B5EF4-FFF2-40B4-BE49-F238E27FC236}">
                  <a16:creationId xmlns:a16="http://schemas.microsoft.com/office/drawing/2014/main" id="{C186F4C1-C417-C536-CAB6-EA67147F9FEB}"/>
                </a:ext>
              </a:extLst>
            </p:cNvPr>
            <p:cNvSpPr/>
            <p:nvPr/>
          </p:nvSpPr>
          <p:spPr>
            <a:xfrm>
              <a:off x="5801943" y="1589194"/>
              <a:ext cx="4564916" cy="1120385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标题">
              <a:extLst>
                <a:ext uri="{FF2B5EF4-FFF2-40B4-BE49-F238E27FC236}">
                  <a16:creationId xmlns:a16="http://schemas.microsoft.com/office/drawing/2014/main" id="{B2BE79AF-2EB1-500F-4B38-B44F191609CF}"/>
                </a:ext>
              </a:extLst>
            </p:cNvPr>
            <p:cNvSpPr txBox="1"/>
            <p:nvPr/>
          </p:nvSpPr>
          <p:spPr>
            <a:xfrm>
              <a:off x="6086462" y="1794786"/>
              <a:ext cx="3229042" cy="401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22" name="内容">
              <a:extLst>
                <a:ext uri="{FF2B5EF4-FFF2-40B4-BE49-F238E27FC236}">
                  <a16:creationId xmlns:a16="http://schemas.microsoft.com/office/drawing/2014/main" id="{F7B7B3DE-CCFA-A1F2-956C-4C97DB0B33F1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64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此版本的系统尚不完整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C78CCD7-6DE4-668B-70DB-57DFE59EC651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310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</a:rPr>
                <a:t>Leaf OS · 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</a:rPr>
                <a:t>现在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F45A25A-9822-2C26-ABD3-94900ECD9F93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5" name="!! 设置">
              <a:extLst>
                <a:ext uri="{FF2B5EF4-FFF2-40B4-BE49-F238E27FC236}">
                  <a16:creationId xmlns:a16="http://schemas.microsoft.com/office/drawing/2014/main" id="{58B692BB-C670-9BB5-7089-271C1E87A03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7" name="背景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3512617-AD5F-AF58-4D9F-9C51DA739541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齿轮" descr="单级齿轮 轮廓">
                <a:extLst>
                  <a:ext uri="{FF2B5EF4-FFF2-40B4-BE49-F238E27FC236}">
                    <a16:creationId xmlns:a16="http://schemas.microsoft.com/office/drawing/2014/main" id="{2DC37B08-9C7B-5E4A-CC8A-CD26D9BCF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2FDE1D1-AEA0-D064-D646-05775DF6CF5A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61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2" accel="10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A9C2F-F7C3-8A2C-C12F-484A0153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 dock右">
            <a:extLst>
              <a:ext uri="{FF2B5EF4-FFF2-40B4-BE49-F238E27FC236}">
                <a16:creationId xmlns:a16="http://schemas.microsoft.com/office/drawing/2014/main" id="{E8B65336-68DF-9B95-C292-FE71342E46A0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97D60A5C-A268-771B-1DEB-340CB622A567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5C8912B8-23C0-7803-5F8C-2F7662462FD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E88BEF46-67B6-D7FD-257F-755AFB056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D9669B71-F6D8-BB4C-E690-B21B28B2DAD1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2B99C0B1-38AD-4D28-11ED-333E754BE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C740A3F3-021F-A69B-C560-72309445F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D725935A-56D3-0297-BFB9-B243ACCE804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EA4A092A-D916-349E-D3CA-1FC63426B645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789A0F24-2D45-E8C2-22E8-9EC07890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extLst>
                <a:ext uri="{FF2B5EF4-FFF2-40B4-BE49-F238E27FC236}">
                  <a16:creationId xmlns:a16="http://schemas.microsoft.com/office/drawing/2014/main" id="{C10A27B8-186A-0D23-C01B-FFD2E4472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3" name="!! 背景">
            <a:hlinkClick r:id="rId14" action="ppaction://hlinksldjump"/>
            <a:extLst>
              <a:ext uri="{FF2B5EF4-FFF2-40B4-BE49-F238E27FC236}">
                <a16:creationId xmlns:a16="http://schemas.microsoft.com/office/drawing/2014/main" id="{A4A31AFB-61A7-BE6B-B2CD-C8EC0288CB0B}"/>
              </a:ext>
            </a:extLst>
          </p:cNvPr>
          <p:cNvSpPr/>
          <p:nvPr/>
        </p:nvSpPr>
        <p:spPr>
          <a:xfrm>
            <a:off x="1659673" y="933566"/>
            <a:ext cx="658298" cy="65829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34" name="!! 齿轮" descr="单级齿轮 轮廓">
            <a:extLst>
              <a:ext uri="{FF2B5EF4-FFF2-40B4-BE49-F238E27FC236}">
                <a16:creationId xmlns:a16="http://schemas.microsoft.com/office/drawing/2014/main" id="{AB268149-6039-3A57-13AB-685B225481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9811" y="1003704"/>
            <a:ext cx="518022" cy="51802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71A27CD-33DF-59C2-B0E8-0289B6009C20}"/>
              </a:ext>
            </a:extLst>
          </p:cNvPr>
          <p:cNvSpPr txBox="1"/>
          <p:nvPr/>
        </p:nvSpPr>
        <p:spPr>
          <a:xfrm>
            <a:off x="1659673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342451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81440-B83F-11D8-DE5B-C96D7F9E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06F115BC-AB04-04F7-0149-49B8CE815F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556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齿轮" descr="单级齿轮 轮廓">
            <a:extLst>
              <a:ext uri="{FF2B5EF4-FFF2-40B4-BE49-F238E27FC236}">
                <a16:creationId xmlns:a16="http://schemas.microsoft.com/office/drawing/2014/main" id="{AA0E716B-AB3B-8C5C-6A68-1ED6B2242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2383" y="2765384"/>
            <a:ext cx="1327232" cy="1327232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9CAFBB3B-62C4-E884-A4AF-7891817EE708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Preview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8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250">
        <p159:morph option="byObject"/>
      </p:transition>
    </mc:Choice>
    <mc:Fallback xmlns="">
      <p:transition spd="med" advClick="0" advTm="12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A2DD3-1947-B5F3-390C-297256A8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5685F3F-2482-9607-986A-21EABC994A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6C2DF6D1-5AF3-64BD-A88F-C4DD62E93E94}"/>
              </a:ext>
            </a:extLst>
          </p:cNvPr>
          <p:cNvGrpSpPr/>
          <p:nvPr/>
        </p:nvGrpSpPr>
        <p:grpSpPr>
          <a:xfrm>
            <a:off x="5688576" y="931625"/>
            <a:ext cx="814848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46FD4A6-5B35-B28E-9C12-231E10F3AC7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E0C66E2-F672-68DB-3366-9BB32FF0A50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</a:t>
              </a:r>
            </a:p>
          </p:txBody>
        </p:sp>
      </p:grpSp>
      <p:grpSp>
        <p:nvGrpSpPr>
          <p:cNvPr id="37" name="!! 关于设备按钮">
            <a:extLst>
              <a:ext uri="{FF2B5EF4-FFF2-40B4-BE49-F238E27FC236}">
                <a16:creationId xmlns:a16="http://schemas.microsoft.com/office/drawing/2014/main" id="{86C922AC-0027-670F-BAAB-D07DB84728B1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052365"/>
            <a:chExt cx="4910666" cy="545100"/>
          </a:xfrm>
        </p:grpSpPr>
        <p:sp>
          <p:nvSpPr>
            <p:cNvPr id="2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19190D63-39D4-F8A2-1BFC-0F290ABC1298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/>
                  </a:solidFill>
                </a:rPr>
                <a:t>       关于设备</a:t>
              </a:r>
            </a:p>
          </p:txBody>
        </p:sp>
        <p:pic>
          <p:nvPicPr>
            <p:cNvPr id="30" name="图标">
              <a:extLst>
                <a:ext uri="{FF2B5EF4-FFF2-40B4-BE49-F238E27FC236}">
                  <a16:creationId xmlns:a16="http://schemas.microsoft.com/office/drawing/2014/main" id="{77A49CB2-B67A-8042-B44E-13FC20804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8" name="!! 网络连接按钮">
            <a:extLst>
              <a:ext uri="{FF2B5EF4-FFF2-40B4-BE49-F238E27FC236}">
                <a16:creationId xmlns:a16="http://schemas.microsoft.com/office/drawing/2014/main" id="{330C2B22-1085-335C-B423-82CC07C5DDD8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2052365"/>
            <a:chExt cx="4910666" cy="545100"/>
          </a:xfrm>
        </p:grpSpPr>
        <p:sp>
          <p:nvSpPr>
            <p:cNvPr id="39" name="按钮">
              <a:hlinkClick r:id="rId9" action="ppaction://hlinksldjump"/>
              <a:extLst>
                <a:ext uri="{FF2B5EF4-FFF2-40B4-BE49-F238E27FC236}">
                  <a16:creationId xmlns:a16="http://schemas.microsoft.com/office/drawing/2014/main" id="{7235BE52-D1D4-8CAB-14A2-4A4BAC99C39A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r>
                <a:rPr lang="zh-CN" altLang="en-US" sz="1600" dirty="0">
                  <a:solidFill>
                    <a:schemeClr val="tx1"/>
                  </a:solidFill>
                </a:rPr>
                <a:t>       网络连接</a:t>
              </a:r>
            </a:p>
          </p:txBody>
        </p:sp>
        <p:pic>
          <p:nvPicPr>
            <p:cNvPr id="40" name="图标">
              <a:extLst>
                <a:ext uri="{FF2B5EF4-FFF2-40B4-BE49-F238E27FC236}">
                  <a16:creationId xmlns:a16="http://schemas.microsoft.com/office/drawing/2014/main" id="{B87D650B-3A16-3529-FE51-08A12D19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6" name="!! 返回按钮">
            <a:extLst>
              <a:ext uri="{FF2B5EF4-FFF2-40B4-BE49-F238E27FC236}">
                <a16:creationId xmlns:a16="http://schemas.microsoft.com/office/drawing/2014/main" id="{A7E4FB0F-AD44-6B2D-2F2D-54ED9386A97B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A7A6F91-A013-83E1-66B4-581669822FD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3E30B1D0-B5CC-2270-326A-84693E329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007E0AB1-5410-CB1E-DEEF-06617EC9B1B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44" name="矩形: 圆角 43">
              <a:hlinkClick r:id="rId14" action="ppaction://hlinksldjump"/>
              <a:extLst>
                <a:ext uri="{FF2B5EF4-FFF2-40B4-BE49-F238E27FC236}">
                  <a16:creationId xmlns:a16="http://schemas.microsoft.com/office/drawing/2014/main" id="{77D5CA3F-D89E-687A-E176-D46E710DDD5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10330918-6550-C87C-1D4A-E02E66776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13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796E2-2F44-C3C1-B83E-6BB781B9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2C2223D-680C-B1D0-E558-36EEB2EF63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CD5456A8-5612-90A2-3412-7B193914FC32}"/>
              </a:ext>
            </a:extLst>
          </p:cNvPr>
          <p:cNvGrpSpPr/>
          <p:nvPr/>
        </p:nvGrpSpPr>
        <p:grpSpPr>
          <a:xfrm>
            <a:off x="5688576" y="931625"/>
            <a:ext cx="814848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9F200FF8-C690-CBA5-2B5E-B34CB7312A66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38ACFD5-A73D-3A3C-CD11-BE78A229A379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设置</a:t>
              </a:r>
            </a:p>
          </p:txBody>
        </p:sp>
      </p:grpSp>
      <p:grpSp>
        <p:nvGrpSpPr>
          <p:cNvPr id="37" name="!! 关于设备按钮">
            <a:extLst>
              <a:ext uri="{FF2B5EF4-FFF2-40B4-BE49-F238E27FC236}">
                <a16:creationId xmlns:a16="http://schemas.microsoft.com/office/drawing/2014/main" id="{B0A8DF43-4CB8-CAD8-EAB5-6D10E34CEB36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052365"/>
            <a:chExt cx="4910666" cy="545100"/>
          </a:xfrm>
        </p:grpSpPr>
        <p:sp>
          <p:nvSpPr>
            <p:cNvPr id="29" name="按钮">
              <a:hlinkClick r:id="rId5" action="ppaction://hlinksldjump"/>
              <a:extLst>
                <a:ext uri="{FF2B5EF4-FFF2-40B4-BE49-F238E27FC236}">
                  <a16:creationId xmlns:a16="http://schemas.microsoft.com/office/drawing/2014/main" id="{E7B3DE59-DA81-DC76-4970-E1A67E38999D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  关于设备</a:t>
              </a:r>
            </a:p>
          </p:txBody>
        </p:sp>
        <p:pic>
          <p:nvPicPr>
            <p:cNvPr id="30" name="图标">
              <a:extLst>
                <a:ext uri="{FF2B5EF4-FFF2-40B4-BE49-F238E27FC236}">
                  <a16:creationId xmlns:a16="http://schemas.microsoft.com/office/drawing/2014/main" id="{9911E651-0E4F-B7C2-3E8D-EC7E1068E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8" name="!! 网络连接按钮">
            <a:extLst>
              <a:ext uri="{FF2B5EF4-FFF2-40B4-BE49-F238E27FC236}">
                <a16:creationId xmlns:a16="http://schemas.microsoft.com/office/drawing/2014/main" id="{E32E194D-0B9F-6466-6B65-F824EAA5BBC0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2052365"/>
            <a:chExt cx="4910666" cy="545100"/>
          </a:xfrm>
        </p:grpSpPr>
        <p:sp>
          <p:nvSpPr>
            <p:cNvPr id="39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D312E5DC-72E5-D194-7B84-139BD8525827}"/>
                </a:ext>
              </a:extLst>
            </p:cNvPr>
            <p:cNvSpPr/>
            <p:nvPr/>
          </p:nvSpPr>
          <p:spPr>
            <a:xfrm>
              <a:off x="3640667" y="2052365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       网络连接</a:t>
              </a:r>
            </a:p>
          </p:txBody>
        </p:sp>
        <p:pic>
          <p:nvPicPr>
            <p:cNvPr id="40" name="图标">
              <a:extLst>
                <a:ext uri="{FF2B5EF4-FFF2-40B4-BE49-F238E27FC236}">
                  <a16:creationId xmlns:a16="http://schemas.microsoft.com/office/drawing/2014/main" id="{90820352-B022-F65E-5AFB-85840C5B1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832404" y="2214411"/>
              <a:ext cx="221008" cy="221008"/>
            </a:xfrm>
            <a:prstGeom prst="rect">
              <a:avLst/>
            </a:prstGeom>
          </p:spPr>
        </p:pic>
      </p:grpSp>
      <p:grpSp>
        <p:nvGrpSpPr>
          <p:cNvPr id="36" name="!! 返回按钮">
            <a:extLst>
              <a:ext uri="{FF2B5EF4-FFF2-40B4-BE49-F238E27FC236}">
                <a16:creationId xmlns:a16="http://schemas.microsoft.com/office/drawing/2014/main" id="{582533F9-7F6B-B0C8-FA4F-B5D352CA0E1F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07F74006-074D-A7D1-2C86-E2B7F7CEADC3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CB851A43-A1E2-5FA6-2546-D5532075B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9B05D3C0-9325-32B8-7DDE-3E53D0E5D417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44" name="矩形: 圆角 43">
              <a:hlinkClick r:id="rId13" action="ppaction://hlinksldjump"/>
              <a:extLst>
                <a:ext uri="{FF2B5EF4-FFF2-40B4-BE49-F238E27FC236}">
                  <a16:creationId xmlns:a16="http://schemas.microsoft.com/office/drawing/2014/main" id="{5BA7D758-999C-B1D4-66A5-A2FE166326C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4C6F809A-E1A8-FC0B-2596-378AE57EF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124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7127E-BDD6-9EB0-9F07-663E217D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94FA9F2-9278-6F24-D76A-134BD312E3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3">
            <a:extLst>
              <a:ext uri="{FF2B5EF4-FFF2-40B4-BE49-F238E27FC236}">
                <a16:creationId xmlns:a16="http://schemas.microsoft.com/office/drawing/2014/main" id="{F76B4C8C-0CEA-5FAA-BC20-961E77E29CA6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2EAB2EF-201A-7177-C487-DABCE29B43D5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3D673313-70D2-F1CB-4CE8-2244CF438CC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网络连接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F2A691A0-7245-8ED2-56E0-3077C6E85395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8D7116A7-8A25-288B-0F9A-462F68E3FF9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6C8BEF80-76C9-7A83-C05D-32AB5FE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1" name="!! WLAN按钮">
            <a:extLst>
              <a:ext uri="{FF2B5EF4-FFF2-40B4-BE49-F238E27FC236}">
                <a16:creationId xmlns:a16="http://schemas.microsoft.com/office/drawing/2014/main" id="{F1A58660-D320-2FCB-799E-99AFFD9B4A8A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1875822"/>
            <a:chExt cx="4910666" cy="545100"/>
          </a:xfrm>
        </p:grpSpPr>
        <p:sp>
          <p:nvSpPr>
            <p:cNvPr id="46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36B30E9D-8067-BDC0-8007-7C0C9DB9DAC9}"/>
                </a:ext>
              </a:extLst>
            </p:cNvPr>
            <p:cNvSpPr/>
            <p:nvPr/>
          </p:nvSpPr>
          <p:spPr>
            <a:xfrm>
              <a:off x="3640667" y="1875822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1E864633-1BF7-0C31-3363-9301F0553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072172"/>
              <a:ext cx="152400" cy="152400"/>
            </a:xfrm>
            <a:prstGeom prst="rect">
              <a:avLst/>
            </a:prstGeom>
          </p:spPr>
        </p:pic>
      </p:grpSp>
      <p:grpSp>
        <p:nvGrpSpPr>
          <p:cNvPr id="52" name="!! 有线连接按钮">
            <a:extLst>
              <a:ext uri="{FF2B5EF4-FFF2-40B4-BE49-F238E27FC236}">
                <a16:creationId xmlns:a16="http://schemas.microsoft.com/office/drawing/2014/main" id="{09F895A6-EA3C-951A-CA4E-B08E1ADF6C9B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43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2BA8AC99-64EB-C643-08A4-81FEED2A08D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有线连接</a:t>
              </a:r>
            </a:p>
          </p:txBody>
        </p: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EB976B59-721E-22FB-6BD4-F7864482F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789EE27D-71E0-FF14-4342-43616BA4E7A2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12" action="ppaction://hlinksldjump"/>
              <a:extLst>
                <a:ext uri="{FF2B5EF4-FFF2-40B4-BE49-F238E27FC236}">
                  <a16:creationId xmlns:a16="http://schemas.microsoft.com/office/drawing/2014/main" id="{7B8B82EF-42C9-7FE3-39D3-354257AF9F0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78E4BD75-CA73-2F6A-5BD1-1995A164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2" name="!! 有线连接按钮">
            <a:extLst>
              <a:ext uri="{FF2B5EF4-FFF2-40B4-BE49-F238E27FC236}">
                <a16:creationId xmlns:a16="http://schemas.microsoft.com/office/drawing/2014/main" id="{D1E38AC5-17F6-F88F-327E-D5BDF8798367}"/>
              </a:ext>
            </a:extLst>
          </p:cNvPr>
          <p:cNvGrpSpPr/>
          <p:nvPr/>
        </p:nvGrpSpPr>
        <p:grpSpPr>
          <a:xfrm>
            <a:off x="3640667" y="3290114"/>
            <a:ext cx="4910666" cy="545100"/>
            <a:chOff x="3640667" y="2582968"/>
            <a:chExt cx="4910666" cy="545100"/>
          </a:xfrm>
        </p:grpSpPr>
        <p:sp>
          <p:nvSpPr>
            <p:cNvPr id="3" name="按钮">
              <a:hlinkClick r:id="rId15" action="ppaction://hlinksldjump"/>
              <a:extLst>
                <a:ext uri="{FF2B5EF4-FFF2-40B4-BE49-F238E27FC236}">
                  <a16:creationId xmlns:a16="http://schemas.microsoft.com/office/drawing/2014/main" id="{6AD6457F-875E-51C8-94A1-9B4311FA109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45752836-DF3E-EFD4-C34E-8E40F5C3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887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7267A-EEEA-3190-96E2-64AD26F9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52943435-8657-D1A7-3CE6-892DB976E3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3">
            <a:extLst>
              <a:ext uri="{FF2B5EF4-FFF2-40B4-BE49-F238E27FC236}">
                <a16:creationId xmlns:a16="http://schemas.microsoft.com/office/drawing/2014/main" id="{C3DA862A-C6AF-9A4F-B3CD-19636564A8AD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56C9CF3-BE10-E08C-21F5-A0D713D3C39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D68A9DA2-917F-5842-43D5-81845D1A29B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j-ea"/>
                  <a:ea typeface="+mj-ea"/>
                </a:rPr>
                <a:t>网络连接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9191E232-EBC5-A3CB-FD45-18FE67A319CB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80B03517-3C6A-5A19-53C2-1588C5E93FA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BB5BE038-5BBE-532C-688A-DF30D55A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1" name="!! WLAN按钮">
            <a:extLst>
              <a:ext uri="{FF2B5EF4-FFF2-40B4-BE49-F238E27FC236}">
                <a16:creationId xmlns:a16="http://schemas.microsoft.com/office/drawing/2014/main" id="{7657958F-F012-F45A-C363-81EA12A82C24}"/>
              </a:ext>
            </a:extLst>
          </p:cNvPr>
          <p:cNvGrpSpPr/>
          <p:nvPr/>
        </p:nvGrpSpPr>
        <p:grpSpPr>
          <a:xfrm>
            <a:off x="3640667" y="1875822"/>
            <a:ext cx="4910666" cy="545100"/>
            <a:chOff x="3640667" y="1875822"/>
            <a:chExt cx="4910666" cy="545100"/>
          </a:xfrm>
        </p:grpSpPr>
        <p:sp>
          <p:nvSpPr>
            <p:cNvPr id="46" name="按钮">
              <a:hlinkClick r:id="rId8" action="ppaction://hlinksldjump"/>
              <a:extLst>
                <a:ext uri="{FF2B5EF4-FFF2-40B4-BE49-F238E27FC236}">
                  <a16:creationId xmlns:a16="http://schemas.microsoft.com/office/drawing/2014/main" id="{CA6DE132-099F-536A-8D99-BF2D45880DE4}"/>
                </a:ext>
              </a:extLst>
            </p:cNvPr>
            <p:cNvSpPr/>
            <p:nvPr/>
          </p:nvSpPr>
          <p:spPr>
            <a:xfrm>
              <a:off x="3640667" y="1875822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en-US" altLang="zh-CN" sz="1600" dirty="0">
                  <a:solidFill>
                    <a:schemeClr val="tx1"/>
                  </a:solidFill>
                </a:rPr>
                <a:t>WLAN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3DADEFB0-28B1-A897-595B-DC887A205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072172"/>
              <a:ext cx="152400" cy="152400"/>
            </a:xfrm>
            <a:prstGeom prst="rect">
              <a:avLst/>
            </a:prstGeom>
          </p:spPr>
        </p:pic>
      </p:grpSp>
      <p:grpSp>
        <p:nvGrpSpPr>
          <p:cNvPr id="52" name="!! 有线连接按钮">
            <a:extLst>
              <a:ext uri="{FF2B5EF4-FFF2-40B4-BE49-F238E27FC236}">
                <a16:creationId xmlns:a16="http://schemas.microsoft.com/office/drawing/2014/main" id="{39821A30-C613-8E85-F0C6-C3C2B25E18DE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43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B44C8DA0-1BAC-8181-E143-FAAF7671DAF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有线连接</a:t>
              </a:r>
            </a:p>
          </p:txBody>
        </p: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4D181B0E-1CDC-AD04-986E-EF2D55B82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61F25307-6A06-438F-B199-B86DE206C5E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12" action="ppaction://hlinksldjump"/>
              <a:extLst>
                <a:ext uri="{FF2B5EF4-FFF2-40B4-BE49-F238E27FC236}">
                  <a16:creationId xmlns:a16="http://schemas.microsoft.com/office/drawing/2014/main" id="{D57D6902-2CEE-1F63-4232-6E6D5C8E89F7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A2697F46-3522-4D8E-38EE-CD3EF9F8B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2" name="!! 有线连接按钮">
            <a:extLst>
              <a:ext uri="{FF2B5EF4-FFF2-40B4-BE49-F238E27FC236}">
                <a16:creationId xmlns:a16="http://schemas.microsoft.com/office/drawing/2014/main" id="{2A692656-5938-2B7C-7E9F-7F545FDFFB22}"/>
              </a:ext>
            </a:extLst>
          </p:cNvPr>
          <p:cNvGrpSpPr/>
          <p:nvPr/>
        </p:nvGrpSpPr>
        <p:grpSpPr>
          <a:xfrm>
            <a:off x="3640667" y="3290114"/>
            <a:ext cx="4910666" cy="545100"/>
            <a:chOff x="3640667" y="2582968"/>
            <a:chExt cx="4910666" cy="545100"/>
          </a:xfrm>
        </p:grpSpPr>
        <p:sp>
          <p:nvSpPr>
            <p:cNvPr id="3" name="按钮">
              <a:hlinkClick r:id="rId15" action="ppaction://hlinksldjump"/>
              <a:extLst>
                <a:ext uri="{FF2B5EF4-FFF2-40B4-BE49-F238E27FC236}">
                  <a16:creationId xmlns:a16="http://schemas.microsoft.com/office/drawing/2014/main" id="{348740EB-3CD0-8FBC-6816-5069188F3D9E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卫星连接</a:t>
              </a: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DCCE696F-C49D-78A4-B5D0-0BE5EEF71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0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7C5B6-509D-CEA0-51B7-578E8949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58E2B04B-B0B3-51E0-CC5F-1808BA8B43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4">
            <a:extLst>
              <a:ext uri="{FF2B5EF4-FFF2-40B4-BE49-F238E27FC236}">
                <a16:creationId xmlns:a16="http://schemas.microsoft.com/office/drawing/2014/main" id="{8EB22FE7-E2D0-AE46-1D01-75123E2A6D0D}"/>
              </a:ext>
            </a:extLst>
          </p:cNvPr>
          <p:cNvGrpSpPr/>
          <p:nvPr/>
        </p:nvGrpSpPr>
        <p:grpSpPr>
          <a:xfrm>
            <a:off x="5486400" y="931625"/>
            <a:ext cx="121920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6D8A451-D6CA-4917-BFF5-0B403D1DCE0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614325BE-FBF7-44E8-5A3D-F20E2554528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WLAN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C9AFDC3E-F705-9290-3E7A-E3636C1F4D9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0659B5B-2D96-95E9-5C6A-254793F6FEF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3F9AD5D5-F6AF-FBF6-8D9A-6C73310A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6" name="按钮">
            <a:extLst>
              <a:ext uri="{FF2B5EF4-FFF2-40B4-BE49-F238E27FC236}">
                <a16:creationId xmlns:a16="http://schemas.microsoft.com/office/drawing/2014/main" id="{52042BCE-B9C5-E5F2-AD36-240AE7EC6548}"/>
              </a:ext>
            </a:extLst>
          </p:cNvPr>
          <p:cNvSpPr/>
          <p:nvPr/>
        </p:nvSpPr>
        <p:spPr>
          <a:xfrm>
            <a:off x="3640667" y="270640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1">
              <a:lumMod val="90000"/>
            </a:schemeClr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WLAN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开关</a:t>
            </a:r>
          </a:p>
        </p:txBody>
      </p: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9FC3EBBF-48DB-AA80-E8BE-6920E9390C4F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9B0DB1DF-0AED-52F0-1F03-C9BE271E4CB3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86128D1C-D0D2-233A-B944-D4FF00BA8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7" name="!! 开关1背景">
            <a:extLst>
              <a:ext uri="{FF2B5EF4-FFF2-40B4-BE49-F238E27FC236}">
                <a16:creationId xmlns:a16="http://schemas.microsoft.com/office/drawing/2014/main" id="{49678BC8-AF87-28FA-C590-3A651B87DACE}"/>
              </a:ext>
            </a:extLst>
          </p:cNvPr>
          <p:cNvSpPr/>
          <p:nvPr/>
        </p:nvSpPr>
        <p:spPr>
          <a:xfrm>
            <a:off x="7966380" y="288816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开关1">
            <a:extLst>
              <a:ext uri="{FF2B5EF4-FFF2-40B4-BE49-F238E27FC236}">
                <a16:creationId xmlns:a16="http://schemas.microsoft.com/office/drawing/2014/main" id="{70FBE2F5-73D4-43BF-64E9-BBC19B660A07}"/>
              </a:ext>
            </a:extLst>
          </p:cNvPr>
          <p:cNvSpPr/>
          <p:nvPr/>
        </p:nvSpPr>
        <p:spPr>
          <a:xfrm>
            <a:off x="8000062" y="291180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9" name="!! 无线模块警告">
            <a:extLst>
              <a:ext uri="{FF2B5EF4-FFF2-40B4-BE49-F238E27FC236}">
                <a16:creationId xmlns:a16="http://schemas.microsoft.com/office/drawing/2014/main" id="{84744AC7-0298-BD53-D21D-C778A97082D9}"/>
              </a:ext>
            </a:extLst>
          </p:cNvPr>
          <p:cNvGrpSpPr/>
          <p:nvPr/>
        </p:nvGrpSpPr>
        <p:grpSpPr>
          <a:xfrm>
            <a:off x="3663253" y="1801856"/>
            <a:ext cx="4888080" cy="781669"/>
            <a:chOff x="6744289" y="1953066"/>
            <a:chExt cx="3541817" cy="781669"/>
          </a:xfrm>
        </p:grpSpPr>
        <p:sp>
          <p:nvSpPr>
            <p:cNvPr id="10" name="!! 背景">
              <a:extLst>
                <a:ext uri="{FF2B5EF4-FFF2-40B4-BE49-F238E27FC236}">
                  <a16:creationId xmlns:a16="http://schemas.microsoft.com/office/drawing/2014/main" id="{F553A8CA-CBAE-66A8-9315-6934AB5FFD3C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1" name="!! 标题">
              <a:extLst>
                <a:ext uri="{FF2B5EF4-FFF2-40B4-BE49-F238E27FC236}">
                  <a16:creationId xmlns:a16="http://schemas.microsoft.com/office/drawing/2014/main" id="{3F4E174B-D70E-9BD7-63E5-77CBEC4A69E6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无线模块无法使用</a:t>
              </a:r>
            </a:p>
          </p:txBody>
        </p:sp>
        <p:sp>
          <p:nvSpPr>
            <p:cNvPr id="12" name="!! 副标题">
              <a:extLst>
                <a:ext uri="{FF2B5EF4-FFF2-40B4-BE49-F238E27FC236}">
                  <a16:creationId xmlns:a16="http://schemas.microsoft.com/office/drawing/2014/main" id="{BE126504-0644-6CC6-B193-24BB601F17C7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由于系统的特殊性质，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无法使用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65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395C7-3E2C-131C-111B-0C6B0CC1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089546E2-FBC3-9773-C3D2-89214E34B3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4">
            <a:extLst>
              <a:ext uri="{FF2B5EF4-FFF2-40B4-BE49-F238E27FC236}">
                <a16:creationId xmlns:a16="http://schemas.microsoft.com/office/drawing/2014/main" id="{0B932712-C5A0-FCDF-2B67-125BEBD027DD}"/>
              </a:ext>
            </a:extLst>
          </p:cNvPr>
          <p:cNvGrpSpPr/>
          <p:nvPr/>
        </p:nvGrpSpPr>
        <p:grpSpPr>
          <a:xfrm>
            <a:off x="5486400" y="931625"/>
            <a:ext cx="121920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C0493B4-99D0-E1E0-9093-F61787D0FDEE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505F2C2-01E8-8BD2-FE15-37E88C07426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WLAN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A35CFDFD-5A07-4DFD-5957-8A938003532C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F53A435D-6035-9A1F-2589-C8148A3B9EB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E91654CB-AEC7-4CFE-2696-9DB836740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6" name="按钮">
            <a:extLst>
              <a:ext uri="{FF2B5EF4-FFF2-40B4-BE49-F238E27FC236}">
                <a16:creationId xmlns:a16="http://schemas.microsoft.com/office/drawing/2014/main" id="{B904145B-4DCE-FE11-2093-3F2DDDC3D2BB}"/>
              </a:ext>
            </a:extLst>
          </p:cNvPr>
          <p:cNvSpPr/>
          <p:nvPr/>
        </p:nvSpPr>
        <p:spPr>
          <a:xfrm>
            <a:off x="3640667" y="270640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WLAN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开关</a:t>
            </a:r>
          </a:p>
        </p:txBody>
      </p: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1AE53535-9E5D-90A0-62CC-AB067C240918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116FFCCF-49BA-6007-B0F2-9FED01937FB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CBBC3722-A3BF-0938-D6B8-52D61D540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7" name="!! 开关1背景">
            <a:extLst>
              <a:ext uri="{FF2B5EF4-FFF2-40B4-BE49-F238E27FC236}">
                <a16:creationId xmlns:a16="http://schemas.microsoft.com/office/drawing/2014/main" id="{67BB929E-2F27-D396-4ED7-8713D66FACFD}"/>
              </a:ext>
            </a:extLst>
          </p:cNvPr>
          <p:cNvSpPr/>
          <p:nvPr/>
        </p:nvSpPr>
        <p:spPr>
          <a:xfrm>
            <a:off x="7966380" y="2888165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开关1">
            <a:extLst>
              <a:ext uri="{FF2B5EF4-FFF2-40B4-BE49-F238E27FC236}">
                <a16:creationId xmlns:a16="http://schemas.microsoft.com/office/drawing/2014/main" id="{F892FB16-AE09-F301-97A3-6D9BC034696B}"/>
              </a:ext>
            </a:extLst>
          </p:cNvPr>
          <p:cNvSpPr/>
          <p:nvPr/>
        </p:nvSpPr>
        <p:spPr>
          <a:xfrm>
            <a:off x="8000062" y="2911809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9" name="!! 无线模块警告">
            <a:extLst>
              <a:ext uri="{FF2B5EF4-FFF2-40B4-BE49-F238E27FC236}">
                <a16:creationId xmlns:a16="http://schemas.microsoft.com/office/drawing/2014/main" id="{CB8B5EE2-C09C-DD99-BD03-60C2A6469B5F}"/>
              </a:ext>
            </a:extLst>
          </p:cNvPr>
          <p:cNvGrpSpPr/>
          <p:nvPr/>
        </p:nvGrpSpPr>
        <p:grpSpPr>
          <a:xfrm>
            <a:off x="3663253" y="1801856"/>
            <a:ext cx="4888080" cy="781669"/>
            <a:chOff x="6744289" y="1953066"/>
            <a:chExt cx="3541817" cy="781669"/>
          </a:xfrm>
        </p:grpSpPr>
        <p:sp>
          <p:nvSpPr>
            <p:cNvPr id="10" name="!! 背景">
              <a:extLst>
                <a:ext uri="{FF2B5EF4-FFF2-40B4-BE49-F238E27FC236}">
                  <a16:creationId xmlns:a16="http://schemas.microsoft.com/office/drawing/2014/main" id="{ADF60D89-49C7-13CB-31B7-AC74059D5143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1" name="!! 标题">
              <a:extLst>
                <a:ext uri="{FF2B5EF4-FFF2-40B4-BE49-F238E27FC236}">
                  <a16:creationId xmlns:a16="http://schemas.microsoft.com/office/drawing/2014/main" id="{31E3642B-04C7-2503-54E6-5FD6FB079ED5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无线模块无法使用</a:t>
              </a:r>
            </a:p>
          </p:txBody>
        </p:sp>
        <p:sp>
          <p:nvSpPr>
            <p:cNvPr id="12" name="!! 副标题">
              <a:extLst>
                <a:ext uri="{FF2B5EF4-FFF2-40B4-BE49-F238E27FC236}">
                  <a16:creationId xmlns:a16="http://schemas.microsoft.com/office/drawing/2014/main" id="{F2ACBD2C-B9EC-5CE0-23BD-417CA809CF0C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由于系统的特殊性质，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无法使用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159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AA630-9D94-8F5D-835C-2AEE7D42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4C9EEF5-C922-BA60-B3D1-0B8A735BDB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5">
            <a:extLst>
              <a:ext uri="{FF2B5EF4-FFF2-40B4-BE49-F238E27FC236}">
                <a16:creationId xmlns:a16="http://schemas.microsoft.com/office/drawing/2014/main" id="{B59132B3-F33D-AD75-939D-639452AFBE16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634BE54-935C-4EF1-F7EF-074655B9B0FF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C2A278C-5BC1-1814-C38B-609BAD716726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有线连接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98A41CAC-2455-CE28-B674-27FEF6661765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216BF40F-F91B-5F48-F578-2880B79E349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6AF6CF1-B7B4-7648-16EC-1B236E12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BA4685BB-4687-F4AA-98A2-A5CD9C3C89D0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067DDF6C-9DC2-3772-6A3C-40CB31FB27D2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F385CF70-E40A-3564-8B49-9B98D203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4" name="!! 以太网1按钮">
            <a:extLst>
              <a:ext uri="{FF2B5EF4-FFF2-40B4-BE49-F238E27FC236}">
                <a16:creationId xmlns:a16="http://schemas.microsoft.com/office/drawing/2014/main" id="{404E9255-B3C0-7013-72DA-436B477B6489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以太网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 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75E8A-230F-1356-1A38-3E3356A202BE}"/>
              </a:ext>
            </a:extLst>
          </p:cNvPr>
          <p:cNvSpPr txBox="1"/>
          <p:nvPr/>
        </p:nvSpPr>
        <p:spPr>
          <a:xfrm>
            <a:off x="7654379" y="2017567"/>
            <a:ext cx="746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已连接</a:t>
            </a:r>
          </a:p>
        </p:txBody>
      </p:sp>
      <p:grpSp>
        <p:nvGrpSpPr>
          <p:cNvPr id="7" name="!! 网1按钮属性">
            <a:extLst>
              <a:ext uri="{FF2B5EF4-FFF2-40B4-BE49-F238E27FC236}">
                <a16:creationId xmlns:a16="http://schemas.microsoft.com/office/drawing/2014/main" id="{C896EDDE-D7B0-3BF6-5B0B-D886EDAF266D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8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89C9DB0D-98F7-EB73-68D5-2380D00C3F17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1 -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属性</a:t>
              </a: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4FEC0347-48FA-A13C-6245-DCE22DA1B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45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BF4B5-7272-9CEE-4221-7D5DA378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0AD8309D-9DE5-D22B-FB89-777F0E26D0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5">
            <a:extLst>
              <a:ext uri="{FF2B5EF4-FFF2-40B4-BE49-F238E27FC236}">
                <a16:creationId xmlns:a16="http://schemas.microsoft.com/office/drawing/2014/main" id="{E2A012BF-BF79-7466-110B-4327FF11C3C0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D43B7D1-2827-9B2E-17BB-C648BFF2D562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99EB261-87A5-17E4-F592-2A0F45F5B220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有线连接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0B3B29DA-CA24-B855-4D7A-47F7D698279C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6F2284A1-6001-5F81-AF45-FE72CB3C704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6B4A288F-7FE8-A4AB-221A-875D2AACB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A1598BEE-6EDF-3076-B919-824B94857E8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75AF1346-0BF2-491B-F4DC-B74C4FA5E498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823321A5-EB55-A37A-835B-3FDA8204F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4" name="!! 以太网1按钮">
            <a:extLst>
              <a:ext uri="{FF2B5EF4-FFF2-40B4-BE49-F238E27FC236}">
                <a16:creationId xmlns:a16="http://schemas.microsoft.com/office/drawing/2014/main" id="{A3403D75-DDB8-292E-0DF3-038AF907250C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/>
            <a:r>
              <a:rPr lang="zh-CN" altLang="en-US" sz="1600" dirty="0">
                <a:solidFill>
                  <a:schemeClr val="tx1"/>
                </a:solidFill>
              </a:rPr>
              <a:t>以太网</a:t>
            </a:r>
            <a:r>
              <a:rPr lang="en-US" altLang="zh-CN" sz="1600" dirty="0">
                <a:solidFill>
                  <a:schemeClr val="tx1"/>
                </a:solidFill>
              </a:rPr>
              <a:t> 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496E9-84A3-E881-D537-57691219BE23}"/>
              </a:ext>
            </a:extLst>
          </p:cNvPr>
          <p:cNvSpPr txBox="1"/>
          <p:nvPr/>
        </p:nvSpPr>
        <p:spPr>
          <a:xfrm>
            <a:off x="7654379" y="2017567"/>
            <a:ext cx="746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chemeClr val="accent1"/>
                </a:solidFill>
              </a:rPr>
              <a:t>已连接</a:t>
            </a:r>
          </a:p>
        </p:txBody>
      </p:sp>
      <p:grpSp>
        <p:nvGrpSpPr>
          <p:cNvPr id="7" name="!! 网1按钮属性">
            <a:extLst>
              <a:ext uri="{FF2B5EF4-FFF2-40B4-BE49-F238E27FC236}">
                <a16:creationId xmlns:a16="http://schemas.microsoft.com/office/drawing/2014/main" id="{7CF972EA-AFD0-1B6F-AE6B-7967D2BF16DF}"/>
              </a:ext>
            </a:extLst>
          </p:cNvPr>
          <p:cNvGrpSpPr/>
          <p:nvPr/>
        </p:nvGrpSpPr>
        <p:grpSpPr>
          <a:xfrm>
            <a:off x="3640667" y="2582968"/>
            <a:ext cx="4910666" cy="545100"/>
            <a:chOff x="3640667" y="2582968"/>
            <a:chExt cx="4910666" cy="545100"/>
          </a:xfrm>
        </p:grpSpPr>
        <p:sp>
          <p:nvSpPr>
            <p:cNvPr id="8" name="按钮">
              <a:hlinkClick r:id="rId11" action="ppaction://hlinksldjump"/>
              <a:extLst>
                <a:ext uri="{FF2B5EF4-FFF2-40B4-BE49-F238E27FC236}">
                  <a16:creationId xmlns:a16="http://schemas.microsoft.com/office/drawing/2014/main" id="{D5BB5540-4289-BE1C-07B0-A4C87269FADA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以太网 </a:t>
              </a:r>
              <a:r>
                <a:rPr lang="en-US" altLang="zh-CN" sz="1600" dirty="0">
                  <a:solidFill>
                    <a:schemeClr val="tx1"/>
                  </a:solidFill>
                </a:rPr>
                <a:t>1 - </a:t>
              </a:r>
              <a:r>
                <a:rPr lang="zh-CN" altLang="en-US" sz="1600" dirty="0">
                  <a:solidFill>
                    <a:schemeClr val="tx1"/>
                  </a:solidFill>
                </a:rPr>
                <a:t>属性</a:t>
              </a: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1BE46EE9-4CC2-1533-6132-D0F9F071F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957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8FFC5-1E34-05A2-FAF0-FC5D3FB7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694C9A0B-1F8C-2953-13C0-DF7807BC2E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820E01D9-8EDB-F156-33B6-023623AD20C1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3F97D99-1D1F-63EF-D73E-3BE7D96650C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93A30434-29CE-5C35-2D0D-468B96D08C1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以太网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5A23AF13-2BEF-3A9F-F9E6-FD485CAB25B2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9AE45FC-F847-B629-44EF-B9F033906AB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02B5E849-92ED-5831-F069-CEC98AEFD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A88EC22D-7FE7-169D-8978-BB053228C66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8" action="ppaction://hlinksldjump"/>
              <a:extLst>
                <a:ext uri="{FF2B5EF4-FFF2-40B4-BE49-F238E27FC236}">
                  <a16:creationId xmlns:a16="http://schemas.microsoft.com/office/drawing/2014/main" id="{0FC4059F-45CA-1E10-F375-0F914C4778C4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9DA6A7B-3B8D-8E4E-2082-29121E54D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1622D8C-B479-948E-2596-ACD57CDC19E4}"/>
              </a:ext>
            </a:extLst>
          </p:cNvPr>
          <p:cNvSpPr txBox="1"/>
          <p:nvPr/>
        </p:nvSpPr>
        <p:spPr>
          <a:xfrm>
            <a:off x="3691928" y="1772974"/>
            <a:ext cx="1375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以太网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属性</a:t>
            </a:r>
          </a:p>
        </p:txBody>
      </p:sp>
      <p:sp>
        <p:nvSpPr>
          <p:cNvPr id="2" name="!! 内容2">
            <a:extLst>
              <a:ext uri="{FF2B5EF4-FFF2-40B4-BE49-F238E27FC236}">
                <a16:creationId xmlns:a16="http://schemas.microsoft.com/office/drawing/2014/main" id="{78BC9AF9-5AE5-FE3E-D4DF-5288852C3D32}"/>
              </a:ext>
            </a:extLst>
          </p:cNvPr>
          <p:cNvSpPr txBox="1"/>
          <p:nvPr/>
        </p:nvSpPr>
        <p:spPr>
          <a:xfrm>
            <a:off x="3691928" y="2079653"/>
            <a:ext cx="1824951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网络名称：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状态：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传输速度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(D/U)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DNS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IPv4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地址：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子网掩码：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地址：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连接端口：</a:t>
            </a:r>
          </a:p>
        </p:txBody>
      </p:sp>
      <p:sp>
        <p:nvSpPr>
          <p:cNvPr id="3" name="!! 内容1">
            <a:extLst>
              <a:ext uri="{FF2B5EF4-FFF2-40B4-BE49-F238E27FC236}">
                <a16:creationId xmlns:a16="http://schemas.microsoft.com/office/drawing/2014/main" id="{AAA3D1A0-8FA4-B152-D50F-C0554F574F3B}"/>
              </a:ext>
            </a:extLst>
          </p:cNvPr>
          <p:cNvSpPr txBox="1"/>
          <p:nvPr/>
        </p:nvSpPr>
        <p:spPr>
          <a:xfrm>
            <a:off x="5606128" y="2079652"/>
            <a:ext cx="2731822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Virtual Net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可能无互联网访问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1000/1000 Mbps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DHCP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DHCP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192.168.1.2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255.255.255.0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C6:01:FE:AC:00:91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Inside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4B79C7-7323-03BB-2DE6-4A1765DF3A39}"/>
              </a:ext>
            </a:extLst>
          </p:cNvPr>
          <p:cNvCxnSpPr/>
          <p:nvPr/>
        </p:nvCxnSpPr>
        <p:spPr>
          <a:xfrm>
            <a:off x="3691928" y="2057400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22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B8D99-4E1B-C1FA-A292-712E1FE5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2E357242-E5F6-A5AD-2D5E-5E7ECF675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A6A46FB1-827A-91BD-30B0-3AE916D4FC5B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58E4CB2-F9AC-3AA9-9AB4-AA35B013A84A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4619860-E826-A922-9790-6FCFC0FFC17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5" action="ppaction://hlinksldjump"/>
            <a:extLst>
              <a:ext uri="{FF2B5EF4-FFF2-40B4-BE49-F238E27FC236}">
                <a16:creationId xmlns:a16="http://schemas.microsoft.com/office/drawing/2014/main" id="{C808C58D-D217-70E7-B423-F817B281C3BB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" name="!! 处理器">
            <a:extLst>
              <a:ext uri="{FF2B5EF4-FFF2-40B4-BE49-F238E27FC236}">
                <a16:creationId xmlns:a16="http://schemas.microsoft.com/office/drawing/2014/main" id="{534DE579-421D-0333-4261-64DEC3D65E49}"/>
              </a:ext>
            </a:extLst>
          </p:cNvPr>
          <p:cNvGrpSpPr/>
          <p:nvPr/>
        </p:nvGrpSpPr>
        <p:grpSpPr>
          <a:xfrm>
            <a:off x="3809840" y="3554188"/>
            <a:ext cx="3009516" cy="480844"/>
            <a:chOff x="2646190" y="4215492"/>
            <a:chExt cx="3009516" cy="480844"/>
          </a:xfrm>
        </p:grpSpPr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16F4CB4A-A9DF-DF3F-111F-F92710413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088A46E-BA10-D330-D87A-A73E9B57BC61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2F7AC1-5498-53D3-6C5A-3628F3671244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7" name="!! 设备">
            <a:extLst>
              <a:ext uri="{FF2B5EF4-FFF2-40B4-BE49-F238E27FC236}">
                <a16:creationId xmlns:a16="http://schemas.microsoft.com/office/drawing/2014/main" id="{A2C32E11-FEA4-0B71-BDC5-6471E5A4E449}"/>
              </a:ext>
            </a:extLst>
          </p:cNvPr>
          <p:cNvSpPr txBox="1"/>
          <p:nvPr/>
        </p:nvSpPr>
        <p:spPr>
          <a:xfrm>
            <a:off x="3737431" y="3104074"/>
            <a:ext cx="300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8" name="!! 运行内存">
            <a:extLst>
              <a:ext uri="{FF2B5EF4-FFF2-40B4-BE49-F238E27FC236}">
                <a16:creationId xmlns:a16="http://schemas.microsoft.com/office/drawing/2014/main" id="{59F3224B-EB1A-4253-726C-E7A668EB68AD}"/>
              </a:ext>
            </a:extLst>
          </p:cNvPr>
          <p:cNvGrpSpPr/>
          <p:nvPr/>
        </p:nvGrpSpPr>
        <p:grpSpPr>
          <a:xfrm>
            <a:off x="3819498" y="4102127"/>
            <a:ext cx="1769374" cy="480844"/>
            <a:chOff x="2635313" y="4215492"/>
            <a:chExt cx="1769374" cy="480844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B00122C9-F1E1-D25A-BF5D-194823019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0452B79-78C6-3B43-F1E4-696AF3ACE019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316AFE-58E8-9F85-10D2-E0210D0C2955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16 GB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2" name="!! 存储">
            <a:extLst>
              <a:ext uri="{FF2B5EF4-FFF2-40B4-BE49-F238E27FC236}">
                <a16:creationId xmlns:a16="http://schemas.microsoft.com/office/drawing/2014/main" id="{D63412D3-A461-BF1C-0E13-0430FD783BB2}"/>
              </a:ext>
            </a:extLst>
          </p:cNvPr>
          <p:cNvGrpSpPr/>
          <p:nvPr/>
        </p:nvGrpSpPr>
        <p:grpSpPr>
          <a:xfrm>
            <a:off x="3828396" y="4644655"/>
            <a:ext cx="1483257" cy="487932"/>
            <a:chOff x="2660366" y="4215492"/>
            <a:chExt cx="1483257" cy="487932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F567DE68-8D55-CDE3-E8B1-AC9687CF7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4EB8D92-8E82-02D2-CF21-DEC51112E784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9529880-1469-D553-CA6C-34B6E7B8FD04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7" name="!! 系统">
            <a:extLst>
              <a:ext uri="{FF2B5EF4-FFF2-40B4-BE49-F238E27FC236}">
                <a16:creationId xmlns:a16="http://schemas.microsoft.com/office/drawing/2014/main" id="{04867A70-DA21-132E-750B-D69F8A0078A6}"/>
              </a:ext>
            </a:extLst>
          </p:cNvPr>
          <p:cNvGrpSpPr/>
          <p:nvPr/>
        </p:nvGrpSpPr>
        <p:grpSpPr>
          <a:xfrm>
            <a:off x="6193171" y="3564014"/>
            <a:ext cx="2356469" cy="480844"/>
            <a:chOff x="2673094" y="4215492"/>
            <a:chExt cx="2356469" cy="480844"/>
          </a:xfrm>
        </p:grpSpPr>
        <p:sp>
          <p:nvSpPr>
            <p:cNvPr id="18" name="图形 18">
              <a:extLst>
                <a:ext uri="{FF2B5EF4-FFF2-40B4-BE49-F238E27FC236}">
                  <a16:creationId xmlns:a16="http://schemas.microsoft.com/office/drawing/2014/main" id="{4B6D94BE-BD82-03FE-EA48-93A44D608571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0E317E9-D10D-A9FD-F46F-EE466764B9B8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86F7715-977F-0B25-A845-F090B41DB323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7EE02968-18D0-AAA5-80F6-1F0A96566ECE}"/>
              </a:ext>
            </a:extLst>
          </p:cNvPr>
          <p:cNvGrpSpPr/>
          <p:nvPr/>
        </p:nvGrpSpPr>
        <p:grpSpPr>
          <a:xfrm>
            <a:off x="6201786" y="4082931"/>
            <a:ext cx="1607577" cy="480844"/>
            <a:chOff x="2661454" y="4215492"/>
            <a:chExt cx="1607577" cy="480844"/>
          </a:xfrm>
        </p:grpSpPr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FC446135-5297-16FF-DD05-A931D8995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7F5C80F-86BE-6DBB-D75F-8739B1531FB9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3797417-2549-3D15-26DF-39261F07B5BD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12880 mAh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31" name="Leaf">
            <a:extLst>
              <a:ext uri="{FF2B5EF4-FFF2-40B4-BE49-F238E27FC236}">
                <a16:creationId xmlns:a16="http://schemas.microsoft.com/office/drawing/2014/main" id="{241712C8-FB34-FB49-3B07-8A03E85ED402}"/>
              </a:ext>
            </a:extLst>
          </p:cNvPr>
          <p:cNvSpPr/>
          <p:nvPr/>
        </p:nvSpPr>
        <p:spPr>
          <a:xfrm>
            <a:off x="5935998" y="2147556"/>
            <a:ext cx="320004" cy="306934"/>
          </a:xfrm>
          <a:custGeom>
            <a:avLst/>
            <a:gdLst>
              <a:gd name="connsiteX0" fmla="*/ 128499 w 276466"/>
              <a:gd name="connsiteY0" fmla="*/ 23363 h 265174"/>
              <a:gd name="connsiteX1" fmla="*/ 19469 w 276466"/>
              <a:gd name="connsiteY1" fmla="*/ 132392 h 265174"/>
              <a:gd name="connsiteX2" fmla="*/ 33098 w 276466"/>
              <a:gd name="connsiteY2" fmla="*/ 184960 h 265174"/>
              <a:gd name="connsiteX3" fmla="*/ 59966 w 276466"/>
              <a:gd name="connsiteY3" fmla="*/ 158482 h 265174"/>
              <a:gd name="connsiteX4" fmla="*/ 137455 w 276466"/>
              <a:gd name="connsiteY4" fmla="*/ 95011 h 265174"/>
              <a:gd name="connsiteX5" fmla="*/ 142517 w 276466"/>
              <a:gd name="connsiteY5" fmla="*/ 93064 h 265174"/>
              <a:gd name="connsiteX6" fmla="*/ 150304 w 276466"/>
              <a:gd name="connsiteY6" fmla="*/ 100852 h 265174"/>
              <a:gd name="connsiteX7" fmla="*/ 147189 w 276466"/>
              <a:gd name="connsiteY7" fmla="*/ 107082 h 265174"/>
              <a:gd name="connsiteX8" fmla="*/ 147189 w 276466"/>
              <a:gd name="connsiteY8" fmla="*/ 107082 h 265174"/>
              <a:gd name="connsiteX9" fmla="*/ 35434 w 276466"/>
              <a:gd name="connsiteY9" fmla="*/ 205598 h 265174"/>
              <a:gd name="connsiteX10" fmla="*/ 29204 w 276466"/>
              <a:gd name="connsiteY10" fmla="*/ 212607 h 265174"/>
              <a:gd name="connsiteX11" fmla="*/ 29204 w 276466"/>
              <a:gd name="connsiteY11" fmla="*/ 212607 h 265174"/>
              <a:gd name="connsiteX12" fmla="*/ 0 w 276466"/>
              <a:gd name="connsiteY12" fmla="*/ 265174 h 265174"/>
              <a:gd name="connsiteX13" fmla="*/ 23363 w 276466"/>
              <a:gd name="connsiteY13" fmla="*/ 265174 h 265174"/>
              <a:gd name="connsiteX14" fmla="*/ 57630 w 276466"/>
              <a:gd name="connsiteY14" fmla="*/ 215722 h 265174"/>
              <a:gd name="connsiteX15" fmla="*/ 128499 w 276466"/>
              <a:gd name="connsiteY15" fmla="*/ 241811 h 265174"/>
              <a:gd name="connsiteX16" fmla="*/ 182624 w 276466"/>
              <a:gd name="connsiteY16" fmla="*/ 227404 h 265174"/>
              <a:gd name="connsiteX17" fmla="*/ 182624 w 276466"/>
              <a:gd name="connsiteY17" fmla="*/ 227404 h 265174"/>
              <a:gd name="connsiteX18" fmla="*/ 276467 w 276466"/>
              <a:gd name="connsiteY18" fmla="*/ 0 h 265174"/>
              <a:gd name="connsiteX19" fmla="*/ 128499 w 276466"/>
              <a:gd name="connsiteY19" fmla="*/ 23363 h 26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76466" h="265174">
                <a:moveTo>
                  <a:pt x="128499" y="23363"/>
                </a:moveTo>
                <a:cubicBezTo>
                  <a:pt x="68143" y="23363"/>
                  <a:pt x="19469" y="72037"/>
                  <a:pt x="19469" y="132392"/>
                </a:cubicBezTo>
                <a:cubicBezTo>
                  <a:pt x="19469" y="151473"/>
                  <a:pt x="24532" y="169384"/>
                  <a:pt x="33098" y="184960"/>
                </a:cubicBezTo>
                <a:cubicBezTo>
                  <a:pt x="41275" y="176393"/>
                  <a:pt x="50231" y="167827"/>
                  <a:pt x="59966" y="158482"/>
                </a:cubicBezTo>
                <a:cubicBezTo>
                  <a:pt x="84498" y="135508"/>
                  <a:pt x="113312" y="112144"/>
                  <a:pt x="137455" y="95011"/>
                </a:cubicBezTo>
                <a:cubicBezTo>
                  <a:pt x="139012" y="93843"/>
                  <a:pt x="140570" y="93064"/>
                  <a:pt x="142517" y="93064"/>
                </a:cubicBezTo>
                <a:cubicBezTo>
                  <a:pt x="146800" y="93064"/>
                  <a:pt x="150304" y="96569"/>
                  <a:pt x="150304" y="100852"/>
                </a:cubicBezTo>
                <a:cubicBezTo>
                  <a:pt x="150304" y="103578"/>
                  <a:pt x="149136" y="105525"/>
                  <a:pt x="147189" y="107082"/>
                </a:cubicBezTo>
                <a:lnTo>
                  <a:pt x="147189" y="107082"/>
                </a:lnTo>
                <a:cubicBezTo>
                  <a:pt x="112534" y="132003"/>
                  <a:pt x="66586" y="170553"/>
                  <a:pt x="35434" y="205598"/>
                </a:cubicBezTo>
                <a:cubicBezTo>
                  <a:pt x="35434" y="205598"/>
                  <a:pt x="31151" y="210270"/>
                  <a:pt x="29204" y="212607"/>
                </a:cubicBezTo>
                <a:lnTo>
                  <a:pt x="29204" y="212607"/>
                </a:lnTo>
                <a:cubicBezTo>
                  <a:pt x="11682" y="233244"/>
                  <a:pt x="0" y="251935"/>
                  <a:pt x="0" y="265174"/>
                </a:cubicBezTo>
                <a:lnTo>
                  <a:pt x="23363" y="265174"/>
                </a:lnTo>
                <a:cubicBezTo>
                  <a:pt x="23363" y="256608"/>
                  <a:pt x="36992" y="237917"/>
                  <a:pt x="57630" y="215722"/>
                </a:cubicBezTo>
                <a:cubicBezTo>
                  <a:pt x="76710" y="232076"/>
                  <a:pt x="101241" y="241811"/>
                  <a:pt x="128499" y="241811"/>
                </a:cubicBezTo>
                <a:cubicBezTo>
                  <a:pt x="147968" y="241811"/>
                  <a:pt x="166659" y="236749"/>
                  <a:pt x="182624" y="227404"/>
                </a:cubicBezTo>
                <a:lnTo>
                  <a:pt x="182624" y="227404"/>
                </a:lnTo>
                <a:cubicBezTo>
                  <a:pt x="265953" y="181066"/>
                  <a:pt x="276467" y="95790"/>
                  <a:pt x="276467" y="0"/>
                </a:cubicBezTo>
                <a:cubicBezTo>
                  <a:pt x="276467" y="0"/>
                  <a:pt x="185739" y="24921"/>
                  <a:pt x="128499" y="23363"/>
                </a:cubicBezTo>
                <a:close/>
              </a:path>
            </a:pathLst>
          </a:custGeom>
          <a:solidFill>
            <a:schemeClr val="bg1"/>
          </a:solidFill>
          <a:ln w="387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!! 设备标识">
            <a:extLst>
              <a:ext uri="{FF2B5EF4-FFF2-40B4-BE49-F238E27FC236}">
                <a16:creationId xmlns:a16="http://schemas.microsoft.com/office/drawing/2014/main" id="{ED065FDA-5E59-C0EA-20DA-5CD523DD28C0}"/>
              </a:ext>
            </a:extLst>
          </p:cNvPr>
          <p:cNvSpPr/>
          <p:nvPr/>
        </p:nvSpPr>
        <p:spPr>
          <a:xfrm>
            <a:off x="5142085" y="3156680"/>
            <a:ext cx="446787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Pro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2A8D3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3BDEEB01-FEAC-2AE7-1E35-6705B50F753A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14" action="ppaction://hlinksldjump"/>
              <a:extLst>
                <a:ext uri="{FF2B5EF4-FFF2-40B4-BE49-F238E27FC236}">
                  <a16:creationId xmlns:a16="http://schemas.microsoft.com/office/drawing/2014/main" id="{59181631-8932-270F-9FA3-687E41BAC090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6BE08F7-AFE1-9CDB-97DA-717090B7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ACA7B7EF-BD16-D052-451D-825225511AC2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008DAAE7-1F1F-1223-F9CB-9ED8E5A440EE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A32C989B-FE49-B2DB-7EEA-1C80A4114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39" name="!! 网1按钮属性">
            <a:extLst>
              <a:ext uri="{FF2B5EF4-FFF2-40B4-BE49-F238E27FC236}">
                <a16:creationId xmlns:a16="http://schemas.microsoft.com/office/drawing/2014/main" id="{05CE3C35-A169-6498-7E9C-C0A0636A49A1}"/>
              </a:ext>
            </a:extLst>
          </p:cNvPr>
          <p:cNvGrpSpPr/>
          <p:nvPr/>
        </p:nvGrpSpPr>
        <p:grpSpPr>
          <a:xfrm>
            <a:off x="3640667" y="5341408"/>
            <a:ext cx="4910666" cy="545100"/>
            <a:chOff x="3640667" y="2582968"/>
            <a:chExt cx="4910666" cy="545100"/>
          </a:xfrm>
        </p:grpSpPr>
        <p:sp>
          <p:nvSpPr>
            <p:cNvPr id="40" name="按钮">
              <a:hlinkClick r:id="rId19" action="ppaction://hlinksldjump"/>
              <a:extLst>
                <a:ext uri="{FF2B5EF4-FFF2-40B4-BE49-F238E27FC236}">
                  <a16:creationId xmlns:a16="http://schemas.microsoft.com/office/drawing/2014/main" id="{8A5293D5-7753-D01A-B266-2DDBCAF0F1F9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更多信息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E2F722B6-CD7B-D7C1-F014-4EFFC03E7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996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 dir="r"/>
      </p:transition>
    </mc:Choice>
    <mc:Fallback xmlns="">
      <p:transition advClick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20D4B-C6AE-1FF5-3AC4-359D5F29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130FECA-9BF6-8893-2492-3F26CF88E1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2B49B87A-776E-4930-FFCE-AC140C7B8322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550189C0-3D71-FD06-4D34-6B6798A7D3BE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7C1A1BB-F3C8-F6A1-10B4-FCBF98547C97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6" action="ppaction://hlinksldjump"/>
            <a:extLst>
              <a:ext uri="{FF2B5EF4-FFF2-40B4-BE49-F238E27FC236}">
                <a16:creationId xmlns:a16="http://schemas.microsoft.com/office/drawing/2014/main" id="{AD9F5C51-569B-F253-CE59-40003EAB05AF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" name="!! 处理器">
            <a:extLst>
              <a:ext uri="{FF2B5EF4-FFF2-40B4-BE49-F238E27FC236}">
                <a16:creationId xmlns:a16="http://schemas.microsoft.com/office/drawing/2014/main" id="{E0C6644E-2E80-B121-B872-43779964BC5B}"/>
              </a:ext>
            </a:extLst>
          </p:cNvPr>
          <p:cNvGrpSpPr/>
          <p:nvPr/>
        </p:nvGrpSpPr>
        <p:grpSpPr>
          <a:xfrm>
            <a:off x="3809840" y="3554188"/>
            <a:ext cx="3009516" cy="480844"/>
            <a:chOff x="2646190" y="4215492"/>
            <a:chExt cx="3009516" cy="480844"/>
          </a:xfrm>
        </p:grpSpPr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E36A9323-D7C3-9B61-4C5F-1D12D4CF8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01CABE3-70EE-D59D-67BC-5C735F9D229F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ACE8971-5124-04EE-9553-212CC99ACB7B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 err="1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7" name="!! 设备">
            <a:extLst>
              <a:ext uri="{FF2B5EF4-FFF2-40B4-BE49-F238E27FC236}">
                <a16:creationId xmlns:a16="http://schemas.microsoft.com/office/drawing/2014/main" id="{EA3D4EB2-185F-1D21-48BF-A1CE3EDF5A9A}"/>
              </a:ext>
            </a:extLst>
          </p:cNvPr>
          <p:cNvSpPr txBox="1"/>
          <p:nvPr/>
        </p:nvSpPr>
        <p:spPr>
          <a:xfrm>
            <a:off x="3737431" y="3104074"/>
            <a:ext cx="300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8" name="!! 运行内存">
            <a:extLst>
              <a:ext uri="{FF2B5EF4-FFF2-40B4-BE49-F238E27FC236}">
                <a16:creationId xmlns:a16="http://schemas.microsoft.com/office/drawing/2014/main" id="{F644331F-B862-6FD3-247A-0D2AD89F10AA}"/>
              </a:ext>
            </a:extLst>
          </p:cNvPr>
          <p:cNvGrpSpPr/>
          <p:nvPr/>
        </p:nvGrpSpPr>
        <p:grpSpPr>
          <a:xfrm>
            <a:off x="3819498" y="4102127"/>
            <a:ext cx="1769374" cy="480844"/>
            <a:chOff x="2635313" y="4215492"/>
            <a:chExt cx="1769374" cy="480844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0131C2C-AAE8-8715-DEE6-F777B40A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7C6A4BD-430A-3BB4-BDC6-3E6E9E322FF0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565F705-E664-F06C-37F5-490FB29FA405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16 GB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2" name="!! 存储">
            <a:extLst>
              <a:ext uri="{FF2B5EF4-FFF2-40B4-BE49-F238E27FC236}">
                <a16:creationId xmlns:a16="http://schemas.microsoft.com/office/drawing/2014/main" id="{49A62D6B-7398-3BA0-A372-AAEE3967433F}"/>
              </a:ext>
            </a:extLst>
          </p:cNvPr>
          <p:cNvGrpSpPr/>
          <p:nvPr/>
        </p:nvGrpSpPr>
        <p:grpSpPr>
          <a:xfrm>
            <a:off x="3828396" y="4644655"/>
            <a:ext cx="1483257" cy="487932"/>
            <a:chOff x="2660366" y="4215492"/>
            <a:chExt cx="1483257" cy="487932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E3662B9C-6956-87FD-2EB9-494F3AF2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537E9A4-5AFC-9821-800C-E8FF26C4EB68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6B727FA-7CFF-50EE-AA65-3C567CF1C702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17" name="!! 系统">
            <a:extLst>
              <a:ext uri="{FF2B5EF4-FFF2-40B4-BE49-F238E27FC236}">
                <a16:creationId xmlns:a16="http://schemas.microsoft.com/office/drawing/2014/main" id="{A74E91EC-BF56-04D6-1EDB-627013F029FE}"/>
              </a:ext>
            </a:extLst>
          </p:cNvPr>
          <p:cNvGrpSpPr/>
          <p:nvPr/>
        </p:nvGrpSpPr>
        <p:grpSpPr>
          <a:xfrm>
            <a:off x="6193171" y="3564014"/>
            <a:ext cx="2356469" cy="480844"/>
            <a:chOff x="2673094" y="4215492"/>
            <a:chExt cx="2356469" cy="480844"/>
          </a:xfrm>
        </p:grpSpPr>
        <p:sp>
          <p:nvSpPr>
            <p:cNvPr id="18" name="图形 18">
              <a:extLst>
                <a:ext uri="{FF2B5EF4-FFF2-40B4-BE49-F238E27FC236}">
                  <a16:creationId xmlns:a16="http://schemas.microsoft.com/office/drawing/2014/main" id="{9B1D7D0F-2F87-1107-85B7-B73A04BD8BBE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14952A9-8CC2-E9A6-F5E5-7319CAB258A3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9C90897-20CF-B172-BB06-0D8786E28FA0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3B8E6184-EC63-3F85-4BE1-8D262543BB10}"/>
              </a:ext>
            </a:extLst>
          </p:cNvPr>
          <p:cNvGrpSpPr/>
          <p:nvPr/>
        </p:nvGrpSpPr>
        <p:grpSpPr>
          <a:xfrm>
            <a:off x="6201786" y="4082931"/>
            <a:ext cx="1607577" cy="480844"/>
            <a:chOff x="2661454" y="4215492"/>
            <a:chExt cx="1607577" cy="480844"/>
          </a:xfrm>
        </p:grpSpPr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E0D2781C-7731-4507-FC8D-3F90CF84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8A7233-C97E-B957-2767-B85D8C13D96F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91D2C92-F5D8-287B-4254-E13D3551CCC0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12880 mAh 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31" name="Leaf">
            <a:extLst>
              <a:ext uri="{FF2B5EF4-FFF2-40B4-BE49-F238E27FC236}">
                <a16:creationId xmlns:a16="http://schemas.microsoft.com/office/drawing/2014/main" id="{1A7B4A6E-2EDD-9969-2C4E-FD7EB39C2642}"/>
              </a:ext>
            </a:extLst>
          </p:cNvPr>
          <p:cNvSpPr/>
          <p:nvPr/>
        </p:nvSpPr>
        <p:spPr>
          <a:xfrm>
            <a:off x="5935998" y="2147556"/>
            <a:ext cx="320004" cy="306934"/>
          </a:xfrm>
          <a:custGeom>
            <a:avLst/>
            <a:gdLst>
              <a:gd name="connsiteX0" fmla="*/ 128499 w 276466"/>
              <a:gd name="connsiteY0" fmla="*/ 23363 h 265174"/>
              <a:gd name="connsiteX1" fmla="*/ 19469 w 276466"/>
              <a:gd name="connsiteY1" fmla="*/ 132392 h 265174"/>
              <a:gd name="connsiteX2" fmla="*/ 33098 w 276466"/>
              <a:gd name="connsiteY2" fmla="*/ 184960 h 265174"/>
              <a:gd name="connsiteX3" fmla="*/ 59966 w 276466"/>
              <a:gd name="connsiteY3" fmla="*/ 158482 h 265174"/>
              <a:gd name="connsiteX4" fmla="*/ 137455 w 276466"/>
              <a:gd name="connsiteY4" fmla="*/ 95011 h 265174"/>
              <a:gd name="connsiteX5" fmla="*/ 142517 w 276466"/>
              <a:gd name="connsiteY5" fmla="*/ 93064 h 265174"/>
              <a:gd name="connsiteX6" fmla="*/ 150304 w 276466"/>
              <a:gd name="connsiteY6" fmla="*/ 100852 h 265174"/>
              <a:gd name="connsiteX7" fmla="*/ 147189 w 276466"/>
              <a:gd name="connsiteY7" fmla="*/ 107082 h 265174"/>
              <a:gd name="connsiteX8" fmla="*/ 147189 w 276466"/>
              <a:gd name="connsiteY8" fmla="*/ 107082 h 265174"/>
              <a:gd name="connsiteX9" fmla="*/ 35434 w 276466"/>
              <a:gd name="connsiteY9" fmla="*/ 205598 h 265174"/>
              <a:gd name="connsiteX10" fmla="*/ 29204 w 276466"/>
              <a:gd name="connsiteY10" fmla="*/ 212607 h 265174"/>
              <a:gd name="connsiteX11" fmla="*/ 29204 w 276466"/>
              <a:gd name="connsiteY11" fmla="*/ 212607 h 265174"/>
              <a:gd name="connsiteX12" fmla="*/ 0 w 276466"/>
              <a:gd name="connsiteY12" fmla="*/ 265174 h 265174"/>
              <a:gd name="connsiteX13" fmla="*/ 23363 w 276466"/>
              <a:gd name="connsiteY13" fmla="*/ 265174 h 265174"/>
              <a:gd name="connsiteX14" fmla="*/ 57630 w 276466"/>
              <a:gd name="connsiteY14" fmla="*/ 215722 h 265174"/>
              <a:gd name="connsiteX15" fmla="*/ 128499 w 276466"/>
              <a:gd name="connsiteY15" fmla="*/ 241811 h 265174"/>
              <a:gd name="connsiteX16" fmla="*/ 182624 w 276466"/>
              <a:gd name="connsiteY16" fmla="*/ 227404 h 265174"/>
              <a:gd name="connsiteX17" fmla="*/ 182624 w 276466"/>
              <a:gd name="connsiteY17" fmla="*/ 227404 h 265174"/>
              <a:gd name="connsiteX18" fmla="*/ 276467 w 276466"/>
              <a:gd name="connsiteY18" fmla="*/ 0 h 265174"/>
              <a:gd name="connsiteX19" fmla="*/ 128499 w 276466"/>
              <a:gd name="connsiteY19" fmla="*/ 23363 h 26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76466" h="265174">
                <a:moveTo>
                  <a:pt x="128499" y="23363"/>
                </a:moveTo>
                <a:cubicBezTo>
                  <a:pt x="68143" y="23363"/>
                  <a:pt x="19469" y="72037"/>
                  <a:pt x="19469" y="132392"/>
                </a:cubicBezTo>
                <a:cubicBezTo>
                  <a:pt x="19469" y="151473"/>
                  <a:pt x="24532" y="169384"/>
                  <a:pt x="33098" y="184960"/>
                </a:cubicBezTo>
                <a:cubicBezTo>
                  <a:pt x="41275" y="176393"/>
                  <a:pt x="50231" y="167827"/>
                  <a:pt x="59966" y="158482"/>
                </a:cubicBezTo>
                <a:cubicBezTo>
                  <a:pt x="84498" y="135508"/>
                  <a:pt x="113312" y="112144"/>
                  <a:pt x="137455" y="95011"/>
                </a:cubicBezTo>
                <a:cubicBezTo>
                  <a:pt x="139012" y="93843"/>
                  <a:pt x="140570" y="93064"/>
                  <a:pt x="142517" y="93064"/>
                </a:cubicBezTo>
                <a:cubicBezTo>
                  <a:pt x="146800" y="93064"/>
                  <a:pt x="150304" y="96569"/>
                  <a:pt x="150304" y="100852"/>
                </a:cubicBezTo>
                <a:cubicBezTo>
                  <a:pt x="150304" y="103578"/>
                  <a:pt x="149136" y="105525"/>
                  <a:pt x="147189" y="107082"/>
                </a:cubicBezTo>
                <a:lnTo>
                  <a:pt x="147189" y="107082"/>
                </a:lnTo>
                <a:cubicBezTo>
                  <a:pt x="112534" y="132003"/>
                  <a:pt x="66586" y="170553"/>
                  <a:pt x="35434" y="205598"/>
                </a:cubicBezTo>
                <a:cubicBezTo>
                  <a:pt x="35434" y="205598"/>
                  <a:pt x="31151" y="210270"/>
                  <a:pt x="29204" y="212607"/>
                </a:cubicBezTo>
                <a:lnTo>
                  <a:pt x="29204" y="212607"/>
                </a:lnTo>
                <a:cubicBezTo>
                  <a:pt x="11682" y="233244"/>
                  <a:pt x="0" y="251935"/>
                  <a:pt x="0" y="265174"/>
                </a:cubicBezTo>
                <a:lnTo>
                  <a:pt x="23363" y="265174"/>
                </a:lnTo>
                <a:cubicBezTo>
                  <a:pt x="23363" y="256608"/>
                  <a:pt x="36992" y="237917"/>
                  <a:pt x="57630" y="215722"/>
                </a:cubicBezTo>
                <a:cubicBezTo>
                  <a:pt x="76710" y="232076"/>
                  <a:pt x="101241" y="241811"/>
                  <a:pt x="128499" y="241811"/>
                </a:cubicBezTo>
                <a:cubicBezTo>
                  <a:pt x="147968" y="241811"/>
                  <a:pt x="166659" y="236749"/>
                  <a:pt x="182624" y="227404"/>
                </a:cubicBezTo>
                <a:lnTo>
                  <a:pt x="182624" y="227404"/>
                </a:lnTo>
                <a:cubicBezTo>
                  <a:pt x="265953" y="181066"/>
                  <a:pt x="276467" y="95790"/>
                  <a:pt x="276467" y="0"/>
                </a:cubicBezTo>
                <a:cubicBezTo>
                  <a:pt x="276467" y="0"/>
                  <a:pt x="185739" y="24921"/>
                  <a:pt x="128499" y="23363"/>
                </a:cubicBezTo>
                <a:close/>
              </a:path>
            </a:pathLst>
          </a:custGeom>
          <a:solidFill>
            <a:schemeClr val="bg1"/>
          </a:solidFill>
          <a:ln w="387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!! 设备标识">
            <a:extLst>
              <a:ext uri="{FF2B5EF4-FFF2-40B4-BE49-F238E27FC236}">
                <a16:creationId xmlns:a16="http://schemas.microsoft.com/office/drawing/2014/main" id="{7C248AA9-32EC-30BD-D472-8D80098DB597}"/>
              </a:ext>
            </a:extLst>
          </p:cNvPr>
          <p:cNvSpPr/>
          <p:nvPr/>
        </p:nvSpPr>
        <p:spPr>
          <a:xfrm>
            <a:off x="5142085" y="3156680"/>
            <a:ext cx="446787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1"/>
                </a:solidFill>
              </a:rPr>
              <a:t>Pro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59028B19-FBE9-50DE-9CA4-9F4A4745264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15" action="ppaction://hlinksldjump"/>
              <a:extLst>
                <a:ext uri="{FF2B5EF4-FFF2-40B4-BE49-F238E27FC236}">
                  <a16:creationId xmlns:a16="http://schemas.microsoft.com/office/drawing/2014/main" id="{68130217-42CA-7E7B-3103-82674270D8D7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F02626FE-7BE7-D842-B19B-DC15A3C5D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32A16D3F-A227-C71D-5B62-F0D150351AB8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D834DB61-FF10-6B5D-2753-46AFDA3828D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84D8A8A-0225-7910-374B-D09A9B161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39" name="!! 网1按钮属性">
            <a:extLst>
              <a:ext uri="{FF2B5EF4-FFF2-40B4-BE49-F238E27FC236}">
                <a16:creationId xmlns:a16="http://schemas.microsoft.com/office/drawing/2014/main" id="{39602498-A076-302C-B484-B34E55404318}"/>
              </a:ext>
            </a:extLst>
          </p:cNvPr>
          <p:cNvGrpSpPr/>
          <p:nvPr/>
        </p:nvGrpSpPr>
        <p:grpSpPr>
          <a:xfrm>
            <a:off x="3640667" y="5341408"/>
            <a:ext cx="4910666" cy="545100"/>
            <a:chOff x="3640667" y="2582968"/>
            <a:chExt cx="4910666" cy="545100"/>
          </a:xfrm>
        </p:grpSpPr>
        <p:sp>
          <p:nvSpPr>
            <p:cNvPr id="40" name="按钮">
              <a:hlinkClick r:id="rId20" action="ppaction://hlinksldjump"/>
              <a:extLst>
                <a:ext uri="{FF2B5EF4-FFF2-40B4-BE49-F238E27FC236}">
                  <a16:creationId xmlns:a16="http://schemas.microsoft.com/office/drawing/2014/main" id="{8AE8D51B-994D-B9BE-DC57-54FC0BA25706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600" dirty="0">
                  <a:solidFill>
                    <a:schemeClr val="tx1"/>
                  </a:solidFill>
                </a:rPr>
                <a:t>更多信息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D83DEA7B-81A1-0E50-D796-3ABA4CEED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6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EC140-3468-93A8-7F7E-76EFF18B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16FA9233-0E18-BF84-DA00-BDA3ABDA92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2">
            <a:extLst>
              <a:ext uri="{FF2B5EF4-FFF2-40B4-BE49-F238E27FC236}">
                <a16:creationId xmlns:a16="http://schemas.microsoft.com/office/drawing/2014/main" id="{BEFEB77B-91AD-19BE-A78E-EEED6B76484F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584700B-8130-440A-5654-A75B2AFB7002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63D2601B-4BAA-221B-3FEB-8056DCE80F9E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关于设备</a:t>
              </a:r>
            </a:p>
          </p:txBody>
        </p:sp>
      </p:grpSp>
      <p:sp>
        <p:nvSpPr>
          <p:cNvPr id="2" name="!! 背景">
            <a:hlinkClick r:id="rId6" action="ppaction://hlinksldjump"/>
            <a:extLst>
              <a:ext uri="{FF2B5EF4-FFF2-40B4-BE49-F238E27FC236}">
                <a16:creationId xmlns:a16="http://schemas.microsoft.com/office/drawing/2014/main" id="{D3BDF484-491C-FF8F-E241-FDC1BC83C9DF}"/>
              </a:ext>
            </a:extLst>
          </p:cNvPr>
          <p:cNvSpPr/>
          <p:nvPr/>
        </p:nvSpPr>
        <p:spPr>
          <a:xfrm>
            <a:off x="3718560" y="1763390"/>
            <a:ext cx="4754880" cy="1075267"/>
          </a:xfrm>
          <a:prstGeom prst="roundRect">
            <a:avLst>
              <a:gd name="adj" fmla="val 8482"/>
            </a:avLst>
          </a:prstGeom>
          <a:gradFill flip="none" rotWithShape="1">
            <a:gsLst>
              <a:gs pos="28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vivo Sans" panose="02000500000000000000" pitchFamily="2" charset="-122"/>
              </a:rPr>
              <a:t>Leaf OS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Preview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35" name="!! 返回按钮">
            <a:extLst>
              <a:ext uri="{FF2B5EF4-FFF2-40B4-BE49-F238E27FC236}">
                <a16:creationId xmlns:a16="http://schemas.microsoft.com/office/drawing/2014/main" id="{6DB7900F-1583-9CAF-B8BD-5B07FA96C7C3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32" name="矩形: 圆角 31">
              <a:hlinkClick r:id="rId7" action="ppaction://hlinksldjump"/>
              <a:extLst>
                <a:ext uri="{FF2B5EF4-FFF2-40B4-BE49-F238E27FC236}">
                  <a16:creationId xmlns:a16="http://schemas.microsoft.com/office/drawing/2014/main" id="{C209C157-FC26-E8CA-AE83-A5916DEFC815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8D00AEC-2FE4-F387-0ACA-7328167D5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D5B4F192-9F3C-371D-6863-AD529F489360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10E1E98D-9EC1-C839-8D8B-77ACAB72D58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93F41CBA-9A1B-B31D-3909-B7F318AF8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4AA85DE6-FD1D-3775-DDC2-3BAA21BC6EBC}"/>
              </a:ext>
            </a:extLst>
          </p:cNvPr>
          <p:cNvSpPr txBox="1"/>
          <p:nvPr/>
        </p:nvSpPr>
        <p:spPr>
          <a:xfrm>
            <a:off x="3691928" y="3050594"/>
            <a:ext cx="1375321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型号代码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L310PA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FD465BE-423B-9E5B-AEF7-7E9766FFB127}"/>
              </a:ext>
            </a:extLst>
          </p:cNvPr>
          <p:cNvSpPr txBox="1"/>
          <p:nvPr/>
        </p:nvSpPr>
        <p:spPr>
          <a:xfrm>
            <a:off x="6096000" y="3050594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机型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Pad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0F0AEC8-2784-AF87-E37F-CCDCE002C2D9}"/>
              </a:ext>
            </a:extLst>
          </p:cNvPr>
          <p:cNvSpPr txBox="1"/>
          <p:nvPr/>
        </p:nvSpPr>
        <p:spPr>
          <a:xfrm>
            <a:off x="3691928" y="359539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5.0.0.preview.2506a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8301708-E882-76BC-FFA2-4026612C8B99}"/>
              </a:ext>
            </a:extLst>
          </p:cNvPr>
          <p:cNvSpPr txBox="1"/>
          <p:nvPr/>
        </p:nvSpPr>
        <p:spPr>
          <a:xfrm>
            <a:off x="6096000" y="4267203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项目成立日期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2025-06-29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A30E31C-3906-BB1B-C7F0-48F94D7F3B82}"/>
              </a:ext>
            </a:extLst>
          </p:cNvPr>
          <p:cNvSpPr txBox="1"/>
          <p:nvPr/>
        </p:nvSpPr>
        <p:spPr>
          <a:xfrm>
            <a:off x="3691928" y="4267203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编译时间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2025</a:t>
            </a:r>
            <a:r>
              <a:rPr lang="en-US" altLang="zh-CN" sz="1600" dirty="0">
                <a:latin typeface="vivo Sans"/>
                <a:ea typeface="vivo Sans"/>
              </a:rPr>
              <a:t>-07-07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99368AC-EE5C-BFF6-1C59-90DA67CA9244}"/>
              </a:ext>
            </a:extLst>
          </p:cNvPr>
          <p:cNvSpPr txBox="1"/>
          <p:nvPr/>
        </p:nvSpPr>
        <p:spPr>
          <a:xfrm>
            <a:off x="6096000" y="4817097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2502 (18526.20086)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9FD1256-CE96-5233-A0E5-C4C1FBB8B50C}"/>
              </a:ext>
            </a:extLst>
          </p:cNvPr>
          <p:cNvSpPr txBox="1"/>
          <p:nvPr/>
        </p:nvSpPr>
        <p:spPr>
          <a:xfrm>
            <a:off x="3691928" y="4817097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Microsoft PowerPoint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4504B7F-79C9-9366-334F-940A8FB35171}"/>
              </a:ext>
            </a:extLst>
          </p:cNvPr>
          <p:cNvCxnSpPr/>
          <p:nvPr/>
        </p:nvCxnSpPr>
        <p:spPr>
          <a:xfrm>
            <a:off x="3652736" y="4198954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6A0E674-EAE9-2071-5EBB-01DDAF2214C7}"/>
              </a:ext>
            </a:extLst>
          </p:cNvPr>
          <p:cNvSpPr txBox="1"/>
          <p:nvPr/>
        </p:nvSpPr>
        <p:spPr>
          <a:xfrm>
            <a:off x="6096000" y="359701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限制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演示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08B96A-824A-8D51-FF4C-903333013A19}"/>
              </a:ext>
            </a:extLst>
          </p:cNvPr>
          <p:cNvCxnSpPr/>
          <p:nvPr/>
        </p:nvCxnSpPr>
        <p:spPr>
          <a:xfrm>
            <a:off x="3652736" y="5452790"/>
            <a:ext cx="472976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525C194-5959-DF8F-C977-4C08BA20F7A7}"/>
              </a:ext>
            </a:extLst>
          </p:cNvPr>
          <p:cNvSpPr txBox="1"/>
          <p:nvPr/>
        </p:nvSpPr>
        <p:spPr>
          <a:xfrm>
            <a:off x="6096000" y="5500976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特别鸣谢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i="0" dirty="0">
                <a:solidFill>
                  <a:srgbClr val="13181D"/>
                </a:solidFill>
                <a:effectLst/>
                <a:latin typeface="-apple-system"/>
              </a:rPr>
              <a:t>亥鸥</a:t>
            </a:r>
            <a:r>
              <a:rPr lang="en-US" altLang="zh-CN" sz="1600" b="1" i="0" dirty="0">
                <a:solidFill>
                  <a:srgbClr val="13181D"/>
                </a:solidFill>
                <a:effectLst/>
                <a:latin typeface="+mn-ea"/>
              </a:rPr>
              <a:t>_HYO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2BB4DF-F081-DBCC-FC69-0DD510775016}"/>
              </a:ext>
            </a:extLst>
          </p:cNvPr>
          <p:cNvSpPr txBox="1"/>
          <p:nvPr/>
        </p:nvSpPr>
        <p:spPr>
          <a:xfrm>
            <a:off x="3691928" y="5500976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作者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latin typeface="vivo Sans"/>
                <a:ea typeface="vivo Sans"/>
              </a:rPr>
              <a:t>雨夌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68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01F97-F3D6-A6D6-A368-4ABF2752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2BD93356-1D78-2491-4A99-0323DBBD9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1E359924-63E1-D2F0-4C79-EF931E1518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05C51728-FF5E-0BB6-39EF-18E7FB2D0333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9AF216B-61E9-0DC7-64B2-23B027A72991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5F68CE7C-4785-C159-2766-F37D46B2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E8298683-55AE-05CC-D989-DE172365A95B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ED29F4E-8E37-E935-9F2C-D04D785748B3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7D8A3CB9-F69E-4D27-3C43-150BBF30231F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1754506-F77E-81D4-1399-E6C7CB97E370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624BB16-1373-055E-7E96-96DCAF589C37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83E26B1C-0921-05C7-4683-92237FC1A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81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11432 0.2044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1020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044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-0.11432 0.2046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16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ACB24-CAF3-1904-3D66-086D0DE8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42F1B054-B2B7-76CB-ACF6-29AB817BAB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DB40A390-F9FC-ACA3-C3C3-78EA690F1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BD1B4B71-F73B-D2BB-DD52-BC0DB23B989D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hlinkClick r:id="rId6" action="ppaction://hlinksldjump"/>
              <a:extLst>
                <a:ext uri="{FF2B5EF4-FFF2-40B4-BE49-F238E27FC236}">
                  <a16:creationId xmlns:a16="http://schemas.microsoft.com/office/drawing/2014/main" id="{E211F856-33C4-A948-5778-59EE9FE92CB8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33E38AA5-4944-B9E2-8590-3F068E6B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0617B9EC-2566-472C-2BA3-956AC31AD1AF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hlinkClick r:id="rId9" action="ppaction://hlinksldjump"/>
              <a:extLst>
                <a:ext uri="{FF2B5EF4-FFF2-40B4-BE49-F238E27FC236}">
                  <a16:creationId xmlns:a16="http://schemas.microsoft.com/office/drawing/2014/main" id="{BE6F16C8-903D-6275-6F04-89C855D48D54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10" action="ppaction://hlinksldjump"/>
              <a:extLst>
                <a:ext uri="{FF2B5EF4-FFF2-40B4-BE49-F238E27FC236}">
                  <a16:creationId xmlns:a16="http://schemas.microsoft.com/office/drawing/2014/main" id="{B5CA1FB4-D44E-5B97-3397-3B9FEAB08FF1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6323E56-9AC1-6F16-D596-E26B4729DA13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AE3D4-056D-284F-6D05-696E9D74BE31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23CF4FAA-61B1-434B-7BA4-0F50FDB4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803833D-D6B5-5D5F-3531-8971F500D1F6}"/>
              </a:ext>
            </a:extLst>
          </p:cNvPr>
          <p:cNvSpPr txBox="1"/>
          <p:nvPr/>
        </p:nvSpPr>
        <p:spPr>
          <a:xfrm>
            <a:off x="425497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关机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8335B9-D33A-B658-26D9-EF7185FBCA0B}"/>
              </a:ext>
            </a:extLst>
          </p:cNvPr>
          <p:cNvSpPr txBox="1"/>
          <p:nvPr/>
        </p:nvSpPr>
        <p:spPr>
          <a:xfrm>
            <a:off x="564943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重启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09535-8C19-56A5-40D5-8305547170F4}"/>
              </a:ext>
            </a:extLst>
          </p:cNvPr>
          <p:cNvSpPr txBox="1"/>
          <p:nvPr/>
        </p:nvSpPr>
        <p:spPr>
          <a:xfrm>
            <a:off x="704389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1472379349"/>
      </p:ext>
    </p:extLst>
  </p:cSld>
  <p:clrMapOvr>
    <a:masterClrMapping/>
  </p:clrMapOvr>
  <p:transition advClick="0">
    <p:split orient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2B1FF-45C6-682F-1833-24E77BED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C7FE0F3A-BC23-D3D6-E0C8-2B60953774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AF94F267-B3E6-0F6B-3CE2-76B3D2173D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!! 关机">
            <a:extLst>
              <a:ext uri="{FF2B5EF4-FFF2-40B4-BE49-F238E27FC236}">
                <a16:creationId xmlns:a16="http://schemas.microsoft.com/office/drawing/2014/main" id="{4760683A-B0E2-61DD-AFCE-BD5573511223}"/>
              </a:ext>
            </a:extLst>
          </p:cNvPr>
          <p:cNvGrpSpPr/>
          <p:nvPr/>
        </p:nvGrpSpPr>
        <p:grpSpPr>
          <a:xfrm>
            <a:off x="4236720" y="2964180"/>
            <a:ext cx="929640" cy="929640"/>
            <a:chOff x="3873499" y="4722659"/>
            <a:chExt cx="768350" cy="768350"/>
          </a:xfrm>
        </p:grpSpPr>
        <p:sp>
          <p:nvSpPr>
            <p:cNvPr id="18" name="椭圆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C6117451-D640-4CE3-7255-5CA00E87885F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9" name="!! 按钮-关机">
              <a:extLst>
                <a:ext uri="{FF2B5EF4-FFF2-40B4-BE49-F238E27FC236}">
                  <a16:creationId xmlns:a16="http://schemas.microsoft.com/office/drawing/2014/main" id="{3749A472-4E2B-8947-CC77-F9222534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6" name="!! 提示框">
            <a:extLst>
              <a:ext uri="{FF2B5EF4-FFF2-40B4-BE49-F238E27FC236}">
                <a16:creationId xmlns:a16="http://schemas.microsoft.com/office/drawing/2014/main" id="{86B5C16F-02CE-6640-F170-365BCB3D5A25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10" name="!! 弹窗">
              <a:extLst>
                <a:ext uri="{FF2B5EF4-FFF2-40B4-BE49-F238E27FC236}">
                  <a16:creationId xmlns:a16="http://schemas.microsoft.com/office/drawing/2014/main" id="{7B867DDA-F312-EADB-8887-88DF68E06957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标题">
              <a:extLst>
                <a:ext uri="{FF2B5EF4-FFF2-40B4-BE49-F238E27FC236}">
                  <a16:creationId xmlns:a16="http://schemas.microsoft.com/office/drawing/2014/main" id="{40C7A5F2-557B-40DB-C9A6-5BACB822032E}"/>
                </a:ext>
              </a:extLst>
            </p:cNvPr>
            <p:cNvSpPr txBox="1"/>
            <p:nvPr/>
          </p:nvSpPr>
          <p:spPr>
            <a:xfrm>
              <a:off x="5012459" y="3110342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Leaf OS</a:t>
              </a: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12" name="副标题">
              <a:extLst>
                <a:ext uri="{FF2B5EF4-FFF2-40B4-BE49-F238E27FC236}">
                  <a16:creationId xmlns:a16="http://schemas.microsoft.com/office/drawing/2014/main" id="{2B7B04EE-76A1-BEBB-2FEF-3BCE542A276A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正在关机</a:t>
              </a:r>
            </a:p>
          </p:txBody>
        </p:sp>
      </p:grpSp>
      <p:grpSp>
        <p:nvGrpSpPr>
          <p:cNvPr id="14" name="!! load">
            <a:extLst>
              <a:ext uri="{FF2B5EF4-FFF2-40B4-BE49-F238E27FC236}">
                <a16:creationId xmlns:a16="http://schemas.microsoft.com/office/drawing/2014/main" id="{493792FD-8C57-8354-3E0F-E17534D466E7}"/>
              </a:ext>
            </a:extLst>
          </p:cNvPr>
          <p:cNvGrpSpPr/>
          <p:nvPr/>
        </p:nvGrpSpPr>
        <p:grpSpPr>
          <a:xfrm>
            <a:off x="4306609" y="3176448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BB534408-396D-79D2-528C-18E831FD061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021FDD1E-112C-5728-3CEE-DCAF770846A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560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5000">
        <p159:morph option="byObject"/>
      </p:transition>
    </mc:Choice>
    <mc:Fallback xmlns="">
      <p:transition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0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772E7-AFBB-3CF7-98CB-AF911174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251E49-A966-9FEB-F298-66E41864CDBA}"/>
              </a:ext>
            </a:extLst>
          </p:cNvPr>
          <p:cNvSpPr txBox="1"/>
          <p:nvPr/>
        </p:nvSpPr>
        <p:spPr>
          <a:xfrm>
            <a:off x="3985256" y="4774353"/>
            <a:ext cx="42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Leaf OS </a:t>
            </a:r>
            <a:r>
              <a:rPr lang="zh-CN" altLang="en-US" dirty="0">
                <a:solidFill>
                  <a:schemeClr val="bg1"/>
                </a:solidFill>
              </a:rPr>
              <a:t>已安全关闭，可手动退出</a:t>
            </a:r>
          </a:p>
        </p:txBody>
      </p:sp>
      <p:sp>
        <p:nvSpPr>
          <p:cNvPr id="3" name="!! 按钮">
            <a:hlinkClick r:id="rId4" action="ppaction://hlinksldjump"/>
            <a:extLst>
              <a:ext uri="{FF2B5EF4-FFF2-40B4-BE49-F238E27FC236}">
                <a16:creationId xmlns:a16="http://schemas.microsoft.com/office/drawing/2014/main" id="{AEC01939-F2CA-72AC-CD32-15292FDBAF8E}"/>
              </a:ext>
            </a:extLst>
          </p:cNvPr>
          <p:cNvSpPr/>
          <p:nvPr/>
        </p:nvSpPr>
        <p:spPr>
          <a:xfrm>
            <a:off x="4939089" y="5406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再次开机</a:t>
            </a:r>
          </a:p>
        </p:txBody>
      </p:sp>
    </p:spTree>
    <p:extLst>
      <p:ext uri="{BB962C8B-B14F-4D97-AF65-F5344CB8AC3E}">
        <p14:creationId xmlns:p14="http://schemas.microsoft.com/office/powerpoint/2010/main" val="50498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>
        <p:fade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01949-E21F-2C54-8293-3A8D89C3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20B2DD-4AC0-3A0A-A6A4-0A4F5C7E3A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D0268FED-FF1F-371B-E0F4-A3D5E26C818F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9171F23-5A1A-F042-31DC-B78C92F3983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D828D62-5240-38AC-C46B-5CF39A48D68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2315D07-FBC7-0293-5289-A35AA6D557A6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6" action="ppaction://hlinksldjump"/>
              <a:extLst>
                <a:ext uri="{FF2B5EF4-FFF2-40B4-BE49-F238E27FC236}">
                  <a16:creationId xmlns:a16="http://schemas.microsoft.com/office/drawing/2014/main" id="{49D063D7-5073-C72D-7CE0-A1C2FBE629F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18820907-A3A7-0244-6C31-837B790F7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39D3F62B-E866-47A4-6DBD-2E92CAEC54B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9" action="ppaction://hlinksldjump"/>
              <a:extLst>
                <a:ext uri="{FF2B5EF4-FFF2-40B4-BE49-F238E27FC236}">
                  <a16:creationId xmlns:a16="http://schemas.microsoft.com/office/drawing/2014/main" id="{0E731369-4212-6319-4338-DE8F45926331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24A72EC9-030B-58C2-6168-437E8B41B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85EAD040-0609-3B23-B21D-31AF97A2733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/>
            <a:r>
              <a:rPr lang="zh-CN" altLang="en-US" sz="1600" dirty="0">
                <a:solidFill>
                  <a:schemeClr val="tx1"/>
                </a:solidFill>
              </a:rPr>
              <a:t>启用卫星连接</a:t>
            </a:r>
          </a:p>
        </p:txBody>
      </p:sp>
      <p:sp>
        <p:nvSpPr>
          <p:cNvPr id="7" name="!! 开关1">
            <a:extLst>
              <a:ext uri="{FF2B5EF4-FFF2-40B4-BE49-F238E27FC236}">
                <a16:creationId xmlns:a16="http://schemas.microsoft.com/office/drawing/2014/main" id="{9B4037F9-DCC3-5816-8C34-5A1870901E6E}"/>
              </a:ext>
            </a:extLst>
          </p:cNvPr>
          <p:cNvSpPr/>
          <p:nvPr/>
        </p:nvSpPr>
        <p:spPr>
          <a:xfrm>
            <a:off x="7991826" y="209930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触发开关背景">
            <a:hlinkClick r:id="rId12" action="ppaction://hlinksldjump"/>
            <a:extLst>
              <a:ext uri="{FF2B5EF4-FFF2-40B4-BE49-F238E27FC236}">
                <a16:creationId xmlns:a16="http://schemas.microsoft.com/office/drawing/2014/main" id="{8BF2987C-ABFA-1F2F-4A00-E0F7CCF26573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hlinkClick r:id="rId12" action="ppaction://hlinksldjump"/>
            <a:extLst>
              <a:ext uri="{FF2B5EF4-FFF2-40B4-BE49-F238E27FC236}">
                <a16:creationId xmlns:a16="http://schemas.microsoft.com/office/drawing/2014/main" id="{2BB488C4-9189-1485-DCA6-0D5E2F49D9E7}"/>
              </a:ext>
            </a:extLst>
          </p:cNvPr>
          <p:cNvSpPr/>
          <p:nvPr/>
        </p:nvSpPr>
        <p:spPr>
          <a:xfrm>
            <a:off x="7931895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43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01549 -2.96296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49 -2.96296E-6 L 1.25E-6 -2.96296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B8B8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AB3B4-609D-26FC-30F0-13BA7904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4235C1F-E41F-62FA-8F60-6FF320706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94175A81-14EB-3CA2-527F-188A88FD2900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0F5B40A-7685-79D7-4A3B-771F2919612A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40232BC-E124-C218-DF9D-32555AE25D04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8183A604-8271-193E-4D21-F2B90972964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2F806266-C3DB-E817-1E2D-473C42C0A2B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B8FDBEF5-33D9-41EB-38A6-A56426C6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5381E921-D1F6-BBD1-05B1-28A914361FE6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C1D53108-4013-5699-22D2-0A872DB600DD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9963116A-4B66-2441-8F05-C7A5AB948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61AB6445-DD5C-0306-8B9D-31159E034440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2" name="!! 触发开关背景">
            <a:extLst>
              <a:ext uri="{FF2B5EF4-FFF2-40B4-BE49-F238E27FC236}">
                <a16:creationId xmlns:a16="http://schemas.microsoft.com/office/drawing/2014/main" id="{40EB5EC4-626B-C115-5392-E36377F05AE5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extLst>
              <a:ext uri="{FF2B5EF4-FFF2-40B4-BE49-F238E27FC236}">
                <a16:creationId xmlns:a16="http://schemas.microsoft.com/office/drawing/2014/main" id="{F32DA4F1-B44C-C6B3-76C3-BD60190B9309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748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A637B-8847-9AAF-92ED-A98A3DFB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8399F2D-B03E-A5F5-0FF3-5E6F98D2AE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C6581B58-AC4D-C73C-EE0E-BC30FCB6E793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D923B14-735C-DE39-23C6-C944DE20B2C5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462FECA-3A06-828E-4788-B20E25B2E512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C592A4A8-8DA4-D5C4-3D89-874EA6DD4CAF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E2B4024E-8D37-B8D5-153B-31ED4E96CA4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555370FB-3F98-22E0-453E-E4FD1F3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8C93C719-EA81-2868-DCFF-0E2694C0615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61F9A2DA-683A-1C39-A091-614E82ECD7DB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69D24432-403A-F987-ADBD-DAF7D23C1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DDC6E52F-8E2D-F36F-BFB6-FED4986B53FC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12" name="!! 触发开关背景">
            <a:extLst>
              <a:ext uri="{FF2B5EF4-FFF2-40B4-BE49-F238E27FC236}">
                <a16:creationId xmlns:a16="http://schemas.microsoft.com/office/drawing/2014/main" id="{098697D8-17FA-8B73-2925-2E25858B6757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4" name="!! 触发开关">
            <a:extLst>
              <a:ext uri="{FF2B5EF4-FFF2-40B4-BE49-F238E27FC236}">
                <a16:creationId xmlns:a16="http://schemas.microsoft.com/office/drawing/2014/main" id="{532764F2-37CD-EE45-AC59-E7F822A8F26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4" name="!! 遮罩">
            <a:extLst>
              <a:ext uri="{FF2B5EF4-FFF2-40B4-BE49-F238E27FC236}">
                <a16:creationId xmlns:a16="http://schemas.microsoft.com/office/drawing/2014/main" id="{25852636-227B-232F-840E-2318A6952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6" name="带按钮的无图标提示框">
            <a:extLst>
              <a:ext uri="{FF2B5EF4-FFF2-40B4-BE49-F238E27FC236}">
                <a16:creationId xmlns:a16="http://schemas.microsoft.com/office/drawing/2014/main" id="{BDA12DB8-BF48-236D-CBEB-C59949679FDC}"/>
              </a:ext>
            </a:extLst>
          </p:cNvPr>
          <p:cNvGrpSpPr/>
          <p:nvPr/>
        </p:nvGrpSpPr>
        <p:grpSpPr>
          <a:xfrm>
            <a:off x="3813542" y="2595766"/>
            <a:ext cx="4564916" cy="1752714"/>
            <a:chOff x="2912999" y="3341281"/>
            <a:chExt cx="4564916" cy="1752714"/>
          </a:xfrm>
        </p:grpSpPr>
        <p:sp>
          <p:nvSpPr>
            <p:cNvPr id="7" name="!! 弹窗">
              <a:extLst>
                <a:ext uri="{FF2B5EF4-FFF2-40B4-BE49-F238E27FC236}">
                  <a16:creationId xmlns:a16="http://schemas.microsoft.com/office/drawing/2014/main" id="{4FEDC4EA-4365-5BC9-7905-B26AD8E73A4B}"/>
                </a:ext>
              </a:extLst>
            </p:cNvPr>
            <p:cNvSpPr/>
            <p:nvPr/>
          </p:nvSpPr>
          <p:spPr>
            <a:xfrm>
              <a:off x="2912999" y="3341281"/>
              <a:ext cx="4564916" cy="1752714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B28E66BC-E55A-95F6-3FBE-A58DF66F1B9D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启用卫星连接</a:t>
              </a:r>
            </a:p>
          </p:txBody>
        </p:sp>
        <p:sp>
          <p:nvSpPr>
            <p:cNvPr id="9" name="副标题">
              <a:extLst>
                <a:ext uri="{FF2B5EF4-FFF2-40B4-BE49-F238E27FC236}">
                  <a16:creationId xmlns:a16="http://schemas.microsoft.com/office/drawing/2014/main" id="{6F8ED2F8-039A-7DCE-909A-39C88377ECD1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启用卫星连接后，所有连接（包括</a:t>
              </a:r>
              <a:r>
                <a:rPr lang="en-US" altLang="zh-CN" sz="1400" dirty="0">
                  <a:latin typeface="+mn-ea"/>
                </a:rPr>
                <a:t>WLAN</a:t>
              </a:r>
              <a:r>
                <a:rPr lang="zh-CN" altLang="en-US" sz="1400" dirty="0">
                  <a:latin typeface="+mn-ea"/>
                </a:rPr>
                <a:t>、有线连接等）将会中断</a:t>
              </a:r>
            </a:p>
          </p:txBody>
        </p:sp>
        <p:sp>
          <p:nvSpPr>
            <p:cNvPr id="10" name="矩形: 圆角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20B10546-A66C-906D-D9C7-04D810C4F053}"/>
                </a:ext>
              </a:extLst>
            </p:cNvPr>
            <p:cNvSpPr/>
            <p:nvPr/>
          </p:nvSpPr>
          <p:spPr>
            <a:xfrm>
              <a:off x="6105759" y="459326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5A939FDC-2223-19BE-D54E-19294EDD277E}"/>
                </a:ext>
              </a:extLst>
            </p:cNvPr>
            <p:cNvSpPr/>
            <p:nvPr/>
          </p:nvSpPr>
          <p:spPr>
            <a:xfrm>
              <a:off x="4843301" y="459004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4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6385D-8828-8129-7173-56962360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D9ABA39-BB80-3B94-3E9C-5E7B31846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67625681-AC69-8A40-3DEF-408DF2D88CE8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EFF65A3-C200-8328-1282-0BC614C1A19C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CDDE8765-513B-3CEE-5CCF-F1D998274CC5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6641332-F7D5-8254-39AF-971B93D866EB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A44E433B-20E3-C282-8B00-91CCC9CCA2B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C02AF105-D154-DE7A-2015-DE9DAE881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D63573B5-6787-E90D-B054-A4FAD80A171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1A0C5B7D-21C5-E898-ADA0-57257103A324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6925B0E-2A86-1AB0-8141-C5B27BE0C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B61BB8AE-CA82-3D9D-4013-B665439535C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6" name="!! 触发开关背景">
            <a:extLst>
              <a:ext uri="{FF2B5EF4-FFF2-40B4-BE49-F238E27FC236}">
                <a16:creationId xmlns:a16="http://schemas.microsoft.com/office/drawing/2014/main" id="{5DE259D9-8F33-F58C-26EA-99A1B7E3851E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7" name="!! 触发开关">
            <a:extLst>
              <a:ext uri="{FF2B5EF4-FFF2-40B4-BE49-F238E27FC236}">
                <a16:creationId xmlns:a16="http://schemas.microsoft.com/office/drawing/2014/main" id="{84F69248-2C39-7C97-28FB-4609CE18F25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0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B3EF902-986A-A4CA-BBB7-7F7B20723330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!! 遮罩">
            <a:extLst>
              <a:ext uri="{FF2B5EF4-FFF2-40B4-BE49-F238E27FC236}">
                <a16:creationId xmlns:a16="http://schemas.microsoft.com/office/drawing/2014/main" id="{7E473D54-D615-469D-1B57-AFB36FBDF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2" name="!! 提示框">
            <a:extLst>
              <a:ext uri="{FF2B5EF4-FFF2-40B4-BE49-F238E27FC236}">
                <a16:creationId xmlns:a16="http://schemas.microsoft.com/office/drawing/2014/main" id="{31687CD0-FB20-FC66-158F-41E08AD1572B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C93ACB76-CAC8-57AD-2950-661B7530C9D2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8B39CC24-3328-0660-9E1A-FB46059E841E}"/>
                </a:ext>
              </a:extLst>
            </p:cNvPr>
            <p:cNvSpPr txBox="1"/>
            <p:nvPr/>
          </p:nvSpPr>
          <p:spPr>
            <a:xfrm>
              <a:off x="5012459" y="3110342"/>
              <a:ext cx="256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正在初始化卫星连接</a:t>
              </a:r>
            </a:p>
          </p:txBody>
        </p:sp>
        <p:sp>
          <p:nvSpPr>
            <p:cNvPr id="16" name="副标题">
              <a:extLst>
                <a:ext uri="{FF2B5EF4-FFF2-40B4-BE49-F238E27FC236}">
                  <a16:creationId xmlns:a16="http://schemas.microsoft.com/office/drawing/2014/main" id="{97CD9874-8B42-091E-0CC2-2CF3B4754A4A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请稍候</a:t>
              </a:r>
            </a:p>
          </p:txBody>
        </p:sp>
      </p:grpSp>
      <p:grpSp>
        <p:nvGrpSpPr>
          <p:cNvPr id="17" name="!! load">
            <a:extLst>
              <a:ext uri="{FF2B5EF4-FFF2-40B4-BE49-F238E27FC236}">
                <a16:creationId xmlns:a16="http://schemas.microsoft.com/office/drawing/2014/main" id="{47465F36-3CA5-DC82-826F-2E99C6836381}"/>
              </a:ext>
            </a:extLst>
          </p:cNvPr>
          <p:cNvGrpSpPr/>
          <p:nvPr/>
        </p:nvGrpSpPr>
        <p:grpSpPr>
          <a:xfrm>
            <a:off x="4306609" y="3182795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89316348-EAEE-A68D-4824-33FC2D0AE668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FC1516F6-F8BA-D45B-C673-F25F07BEF774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02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4000">
        <p:fade/>
      </p:transition>
    </mc:Choice>
    <mc:Fallback xmlns="">
      <p:transition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A19C6-A5D7-DB66-4845-74FA29B3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2DE9406-3C36-65A1-7F28-C7A176D767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!! 遮罩">
            <a:extLst>
              <a:ext uri="{FF2B5EF4-FFF2-40B4-BE49-F238E27FC236}">
                <a16:creationId xmlns:a16="http://schemas.microsoft.com/office/drawing/2014/main" id="{CE49A960-07DD-D202-0530-878876016F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43758505-C199-DAFE-0DAC-E475D9FA329E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卫星连接已就绪</a:t>
            </a:r>
          </a:p>
        </p:txBody>
      </p:sp>
      <p:sp>
        <p:nvSpPr>
          <p:cNvPr id="10" name="!! 按钮">
            <a:hlinkClick r:id="rId6" action="ppaction://hlinksldjump"/>
            <a:extLst>
              <a:ext uri="{FF2B5EF4-FFF2-40B4-BE49-F238E27FC236}">
                <a16:creationId xmlns:a16="http://schemas.microsoft.com/office/drawing/2014/main" id="{3A5511A6-1481-AD31-3ADD-C1E3B646F471}"/>
              </a:ext>
            </a:extLst>
          </p:cNvPr>
          <p:cNvSpPr/>
          <p:nvPr/>
        </p:nvSpPr>
        <p:spPr>
          <a:xfrm>
            <a:off x="4191000" y="5333682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连接卫星</a:t>
            </a:r>
          </a:p>
        </p:txBody>
      </p:sp>
      <p:sp>
        <p:nvSpPr>
          <p:cNvPr id="11" name="!! 按钮2">
            <a:extLst>
              <a:ext uri="{FF2B5EF4-FFF2-40B4-BE49-F238E27FC236}">
                <a16:creationId xmlns:a16="http://schemas.microsoft.com/office/drawing/2014/main" id="{BAB65A6D-616D-3518-750D-2F512F4D046E}"/>
              </a:ext>
            </a:extLst>
          </p:cNvPr>
          <p:cNvSpPr txBox="1"/>
          <p:nvPr/>
        </p:nvSpPr>
        <p:spPr>
          <a:xfrm>
            <a:off x="5342467" y="5838283"/>
            <a:ext cx="150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517288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62707-6FA8-0912-4661-0BAC76F2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590B74B-00FA-60A6-1807-5BA4F432D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912DAB9A-0FF7-FABC-D771-74E769E05C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标题">
            <a:extLst>
              <a:ext uri="{FF2B5EF4-FFF2-40B4-BE49-F238E27FC236}">
                <a16:creationId xmlns:a16="http://schemas.microsoft.com/office/drawing/2014/main" id="{2CD0D8B5-5673-E20F-019E-1CD086AF5F81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正在定位中</a:t>
            </a:r>
          </a:p>
        </p:txBody>
      </p:sp>
      <p:sp>
        <p:nvSpPr>
          <p:cNvPr id="4" name="!! 标题">
            <a:extLst>
              <a:ext uri="{FF2B5EF4-FFF2-40B4-BE49-F238E27FC236}">
                <a16:creationId xmlns:a16="http://schemas.microsoft.com/office/drawing/2014/main" id="{F727D5CF-2514-0681-833F-CFC7361C1C9D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请移步至开阔地带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2A0F7C7F-761A-C438-9433-62AABBED8224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" name="!! 定位">
            <a:extLst>
              <a:ext uri="{FF2B5EF4-FFF2-40B4-BE49-F238E27FC236}">
                <a16:creationId xmlns:a16="http://schemas.microsoft.com/office/drawing/2014/main" id="{7D9134BE-59C6-EDE9-2FD7-E6B6AD9F5279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90AD90F4-9D89-2BDA-69DD-C63316FF0FD2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1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>
        <p14:pan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1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1981A-8A6F-ACD6-FB31-DB5ECCE0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5A38365D-4E0F-669B-716F-A04E6D7EA2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F7940E97-CA84-FB5C-225F-55CF4D9433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标题2">
            <a:extLst>
              <a:ext uri="{FF2B5EF4-FFF2-40B4-BE49-F238E27FC236}">
                <a16:creationId xmlns:a16="http://schemas.microsoft.com/office/drawing/2014/main" id="{E7678E44-80C7-30A2-6B6E-B4FB1BF52E28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已找到卫星</a:t>
            </a:r>
          </a:p>
        </p:txBody>
      </p:sp>
      <p:sp>
        <p:nvSpPr>
          <p:cNvPr id="4" name="!! 副标题2">
            <a:extLst>
              <a:ext uri="{FF2B5EF4-FFF2-40B4-BE49-F238E27FC236}">
                <a16:creationId xmlns:a16="http://schemas.microsoft.com/office/drawing/2014/main" id="{A994237B-619C-7517-7FBD-5E157242D85F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正在确认卫星信息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0ED5B845-C522-97F1-FFB1-381D9360E5F5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47C0AFCE-50BE-62BD-E09E-CEEA18AF349D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B7BA44E5-5CE3-2CB5-C968-AA926368F9C2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" name="!! 卫星">
            <a:extLst>
              <a:ext uri="{FF2B5EF4-FFF2-40B4-BE49-F238E27FC236}">
                <a16:creationId xmlns:a16="http://schemas.microsoft.com/office/drawing/2014/main" id="{F1DFE027-D966-33F7-8FB6-577F4BC1376B}"/>
              </a:ext>
            </a:extLst>
          </p:cNvPr>
          <p:cNvGrpSpPr/>
          <p:nvPr/>
        </p:nvGrpSpPr>
        <p:grpSpPr>
          <a:xfrm>
            <a:off x="7023524" y="3918816"/>
            <a:ext cx="700616" cy="264388"/>
            <a:chOff x="5151235" y="2985879"/>
            <a:chExt cx="835229" cy="315185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D092A33-F7BA-92C7-5853-E91A76E98BD8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39A8700-9678-28E2-660E-29277DCE12BA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1998ACF-2940-FB6F-B45B-948AFDD5A03D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91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000">
        <p14:pan/>
      </p:transition>
    </mc:Choice>
    <mc:Fallback xmlns="">
      <p:transition advClick="0" advTm="40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F3234-B714-9243-FBF8-32F2C419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8FF1974-A518-66D8-626E-657F618D1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D7E9DE94-97E4-35F4-2917-FDEF9BF89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8FB8456D-F0BC-CAE0-113D-3C747FE051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64B5901-6D64-AD63-E493-9183B1C98F0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5151560D-064C-9B4A-0D69-762264C082D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67763700-6501-C959-94C7-1765AB656BD3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正在自动设置天线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40159A83-EE2F-02A8-6E30-5EB61FA6DEC8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POSans R"/>
                <a:ea typeface="OPPOSans M"/>
                <a:cs typeface="+mn-cs"/>
              </a:rPr>
              <a:t>请不要移动设备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10110A87-AFCC-017C-38F3-DCF168CDA1BD}"/>
              </a:ext>
            </a:extLst>
          </p:cNvPr>
          <p:cNvGrpSpPr/>
          <p:nvPr/>
        </p:nvGrpSpPr>
        <p:grpSpPr>
          <a:xfrm>
            <a:off x="9415713" y="2798302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8C27B79-5184-D853-261B-286AB2B3719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27A0AC-8EE4-B9E3-5A51-FC0647ACBAB0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A585245-E9A9-6976-A3A0-27FD638AC958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3" name="!! 中心点">
            <a:extLst>
              <a:ext uri="{FF2B5EF4-FFF2-40B4-BE49-F238E27FC236}">
                <a16:creationId xmlns:a16="http://schemas.microsoft.com/office/drawing/2014/main" id="{DB8DE98E-4AB5-EAFF-74DE-DE453C72BE14}"/>
              </a:ext>
            </a:extLst>
          </p:cNvPr>
          <p:cNvSpPr/>
          <p:nvPr/>
        </p:nvSpPr>
        <p:spPr>
          <a:xfrm>
            <a:off x="5676900" y="7664609"/>
            <a:ext cx="838200" cy="838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48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6000">
        <p159:morph option="byObject"/>
      </p:transition>
    </mc:Choice>
    <mc:Fallback xmlns=""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7" presetClass="path" presetSubtype="0" accel="20000" decel="3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4 -0.00093 C -0.06967 -0.08496 -0.10287 -0.11366 -0.14831 -0.14028 C -0.20925 -0.17107 -0.22696 -0.18195 -0.31589 -0.18843 " pathEditMode="relative" rAng="0" ptsTypes="AAA">
                                      <p:cBhvr>
                                        <p:cTn id="1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-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C7108-A9AA-10B9-CB51-7F27EE3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AFF66454-FBFA-EEEE-90BE-D272B6454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354F2BF-E0F0-947A-E6DA-D4EE27404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3A3D630D-DFE3-D9A1-740B-7C4F268A232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BE14C06-6F2F-2EC5-1845-A1E87DEFB3DF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DE6B2E7-633F-400F-FFF4-859194B7BA2D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3">
            <a:extLst>
              <a:ext uri="{FF2B5EF4-FFF2-40B4-BE49-F238E27FC236}">
                <a16:creationId xmlns:a16="http://schemas.microsoft.com/office/drawing/2014/main" id="{4A5E85A6-3DAC-7214-BE7B-2BCEA4B2983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3">
            <a:extLst>
              <a:ext uri="{FF2B5EF4-FFF2-40B4-BE49-F238E27FC236}">
                <a16:creationId xmlns:a16="http://schemas.microsoft.com/office/drawing/2014/main" id="{9C712D87-E876-582E-D73D-2C4E815C5A2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…90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73799616-534E-37B6-E4C0-70F435E973A3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01C684-DBDB-651D-E937-70A2805AC6D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8A1F020-7AB3-4E88-31E8-03E65EA374C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3EB3B73-8640-AC6B-B357-D87C9BFDB8C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93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656EE-459F-C7A5-BC87-86022EBC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5D59DE5-B85C-C561-B0D6-22B47B7F9B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B7342218-7FC5-1B1D-00B9-5B9890BB0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D75DC01C-3CEF-329D-1648-26D91B7A858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E45D5272-29A6-09C4-FBA2-9B56803C795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A466F0-DC3C-D269-98DE-CA3C7AAF8C9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20E0FB1E-35A4-3FB2-826B-B3E3948D651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6C5B188C-0A8D-00F4-A824-4EFD74B72505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A8AA21D-7C1A-E94C-68ED-81DCF6B5C386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1CF5F4F-7451-307A-875A-56493ECF9414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68ADF0A-78BD-9222-546F-4399F5EC44E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3F6289C-EE65-8381-2572-97D4571E9E9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91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F8B36-3CBE-E787-F1B9-8E8A0B74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1E2003D8-61C8-602B-D0F6-AAD7AE1F1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569E0EC9-ED76-CE42-B664-487F93F59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75707367-C48A-8906-50E6-5FC54D98666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8699E5EA-E574-7838-1BAF-1AEA9AD29D7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663FE2C7-A078-BAE6-F883-9857E2EAA0D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F8798411-A7DC-3012-07D9-68AC8FD62D3C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88D9DE45-B61C-D9FC-5F57-A93CC925AF5E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68ABFEA-FE74-AFBA-553C-8E95B6A9D4F1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132A1D6-26ED-4F74-45BC-B648DBF1A71C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1A32F63-D682-E197-7088-4D45CEC9CFD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3E69DA8-2AAD-EA81-4E33-5EA17A383B1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15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823D8-165E-A005-BCF1-8690F470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F8268272-9C6B-2608-D1E1-F0BE97C2E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74338D5B-C11D-40CF-339C-744888A9D4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1264049B-5BCF-7359-2579-2CC097A39225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95319A06-6FE4-E591-CCA3-49FAA3770483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F682EB35-14CA-4FE3-FBAA-9F98CB87E731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CABFFFEB-F006-2827-6A00-FFA28D275241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54ADF226-55AC-6613-1854-DAAE795BC18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7767209-2EDC-DB23-026F-E210994730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508D7D2-BF96-9F68-2F5D-CEAC4A7944D9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37C530A-9B58-696B-1813-B2821ECDF7B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2C04ADC-E88D-A290-89FC-0EED403984E1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76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9E1C7-B008-7F9B-7352-B18F8B6C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631B3D0-9A5C-4683-A666-64FD863679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E5DA3D6D-972D-3F24-224C-8468D073F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50F09E70-6C6E-74E2-2BD8-88C8D1290188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59552084-5881-0BF7-7AA3-9DDD6ECCAC24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684A0F-45BC-DB2F-FDA5-C6D1EB679B80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177820AF-7DC8-DE5E-4F2E-F72AE9F73AF0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703EE60D-AC0B-BCE1-642C-48671C6B9ECA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853F15F-7CC5-B60E-DEFC-E5D686129FBF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3DCEAFA-5131-1EE4-5DE3-49F7AA5129E0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6496864-0BD4-9E8E-D4EA-E7A691AFE923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1C04847-22E9-3239-080C-13E9C70BEE90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65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"/>
    </mc:Choice>
    <mc:Fallback xmlns="">
      <p:transition advClick="0" advTm="5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CEAF-0B15-DA17-A2CF-FCC9D2A6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7569AD3A-204F-FDB2-2728-1B0DCC7E8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C7DC2B8-C7CB-8C40-AD22-0CECD9B2D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A1111911-BF71-097D-07EA-69C662D8DA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D4BA8C24-019F-219D-5D8E-A8B3386ABF2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4">
            <a:extLst>
              <a:ext uri="{FF2B5EF4-FFF2-40B4-BE49-F238E27FC236}">
                <a16:creationId xmlns:a16="http://schemas.microsoft.com/office/drawing/2014/main" id="{70A78C74-80F5-8061-BFB4-397A536CFD98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卫星已连接</a:t>
            </a:r>
          </a:p>
        </p:txBody>
      </p:sp>
      <p:sp>
        <p:nvSpPr>
          <p:cNvPr id="12" name="!! 副标题4">
            <a:extLst>
              <a:ext uri="{FF2B5EF4-FFF2-40B4-BE49-F238E27FC236}">
                <a16:creationId xmlns:a16="http://schemas.microsoft.com/office/drawing/2014/main" id="{0D6BA688-1886-D1B0-6083-52D3A174E4C6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正在准备通讯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D0941F15-ABDC-894F-BD2E-1768354246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accent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4E9FC30-9772-3A2C-216C-84B1B0AA115A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F3517DA-1AC6-CFE6-90BD-FE8FB591E5C8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B76F9E1-2C6B-3A69-8351-30EC86E18E23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42A2D78-3219-D849-0C37-90D40EB10361}"/>
              </a:ext>
            </a:extLst>
          </p:cNvPr>
          <p:cNvGrpSpPr/>
          <p:nvPr/>
        </p:nvGrpSpPr>
        <p:grpSpPr>
          <a:xfrm>
            <a:off x="3875137" y="6958329"/>
            <a:ext cx="2042373" cy="704838"/>
            <a:chOff x="1927647" y="3732963"/>
            <a:chExt cx="2042373" cy="704838"/>
          </a:xfrm>
        </p:grpSpPr>
        <p:sp>
          <p:nvSpPr>
            <p:cNvPr id="29" name="!! 颜色遮罩">
              <a:extLst>
                <a:ext uri="{FF2B5EF4-FFF2-40B4-BE49-F238E27FC236}">
                  <a16:creationId xmlns:a16="http://schemas.microsoft.com/office/drawing/2014/main" id="{AFD893DE-E541-6E56-97AF-8D1D71322014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30" name="!! Leaf">
              <a:extLst>
                <a:ext uri="{FF2B5EF4-FFF2-40B4-BE49-F238E27FC236}">
                  <a16:creationId xmlns:a16="http://schemas.microsoft.com/office/drawing/2014/main" id="{186BDBB6-20A7-C447-5524-1E7EC164073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37" name="!! 背景">
                <a:extLst>
                  <a:ext uri="{FF2B5EF4-FFF2-40B4-BE49-F238E27FC236}">
                    <a16:creationId xmlns:a16="http://schemas.microsoft.com/office/drawing/2014/main" id="{CC464311-F7B7-C898-20A5-EE1088DF7E67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8" name="!! leaf" descr="树叶 纯色填充">
                <a:extLst>
                  <a:ext uri="{FF2B5EF4-FFF2-40B4-BE49-F238E27FC236}">
                    <a16:creationId xmlns:a16="http://schemas.microsoft.com/office/drawing/2014/main" id="{F4CE4C77-7FD5-EE10-B117-665B2A8DE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31" name="电话">
              <a:extLst>
                <a:ext uri="{FF2B5EF4-FFF2-40B4-BE49-F238E27FC236}">
                  <a16:creationId xmlns:a16="http://schemas.microsoft.com/office/drawing/2014/main" id="{7AE65213-3675-D2CA-B14B-8E9F2511F0F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3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77775A6-5481-B6AF-C627-32FD24D93A4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6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172552C-7F18-719A-2F55-E72C559B6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32" name="电话">
              <a:extLst>
                <a:ext uri="{FF2B5EF4-FFF2-40B4-BE49-F238E27FC236}">
                  <a16:creationId xmlns:a16="http://schemas.microsoft.com/office/drawing/2014/main" id="{E5417028-13EF-8D2C-6343-5C607D060551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33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FE4DE0B-2523-BE1A-88D6-E7BD7913316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4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D361FBE-583C-C6A7-2FE3-24BD0752F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C05E3D-CDB8-16C4-5343-3CA7C5E02FE6}"/>
              </a:ext>
            </a:extLst>
          </p:cNvPr>
          <p:cNvGrpSpPr/>
          <p:nvPr/>
        </p:nvGrpSpPr>
        <p:grpSpPr>
          <a:xfrm>
            <a:off x="6016923" y="7103931"/>
            <a:ext cx="2452159" cy="704838"/>
            <a:chOff x="4869919" y="5962663"/>
            <a:chExt cx="2452159" cy="704838"/>
          </a:xfrm>
        </p:grpSpPr>
        <p:sp>
          <p:nvSpPr>
            <p:cNvPr id="47" name="!! 颜色遮罩">
              <a:extLst>
                <a:ext uri="{FF2B5EF4-FFF2-40B4-BE49-F238E27FC236}">
                  <a16:creationId xmlns:a16="http://schemas.microsoft.com/office/drawing/2014/main" id="{837FCFF9-3E3D-5EA6-B287-CDFC1F55BC4F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F093E63E-0D09-1B17-F749-B40F2A515CE3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49" name="!! 通知">
              <a:extLst>
                <a:ext uri="{FF2B5EF4-FFF2-40B4-BE49-F238E27FC236}">
                  <a16:creationId xmlns:a16="http://schemas.microsoft.com/office/drawing/2014/main" id="{F397F6CF-6FFD-66FA-9314-7A3050978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50" name="!! 电池">
              <a:extLst>
                <a:ext uri="{FF2B5EF4-FFF2-40B4-BE49-F238E27FC236}">
                  <a16:creationId xmlns:a16="http://schemas.microsoft.com/office/drawing/2014/main" id="{0CFFF7F6-AB14-4DD2-971F-94D9AD05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51" name="!! 时间">
              <a:extLst>
                <a:ext uri="{FF2B5EF4-FFF2-40B4-BE49-F238E27FC236}">
                  <a16:creationId xmlns:a16="http://schemas.microsoft.com/office/drawing/2014/main" id="{FAEACCA0-145A-F5E0-2D63-5AA820AD55B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2" name="!! AC">
              <a:extLst>
                <a:ext uri="{FF2B5EF4-FFF2-40B4-BE49-F238E27FC236}">
                  <a16:creationId xmlns:a16="http://schemas.microsoft.com/office/drawing/2014/main" id="{4D9B86DE-48BE-EE97-FC66-8A0857CAF18B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3" name="!! 声音">
              <a:extLst>
                <a:ext uri="{FF2B5EF4-FFF2-40B4-BE49-F238E27FC236}">
                  <a16:creationId xmlns:a16="http://schemas.microsoft.com/office/drawing/2014/main" id="{315E4733-0534-52DD-D159-DE2C5A5F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54" name="!! 卫星2">
              <a:extLst>
                <a:ext uri="{FF2B5EF4-FFF2-40B4-BE49-F238E27FC236}">
                  <a16:creationId xmlns:a16="http://schemas.microsoft.com/office/drawing/2014/main" id="{C17440DE-D82F-C2A0-512D-BD0C25212CDD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178D64C-35D8-4DBC-AAD1-1A17801E663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93827E1-F937-9339-741F-9227A80FB87E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BF5B7A4D-7232-58F1-0BD5-B27AEE8236A5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58" name="椭圆 57">
            <a:extLst>
              <a:ext uri="{FF2B5EF4-FFF2-40B4-BE49-F238E27FC236}">
                <a16:creationId xmlns:a16="http://schemas.microsoft.com/office/drawing/2014/main" id="{9F9A032F-4C72-2B8F-F241-681D818200F4}"/>
              </a:ext>
            </a:extLst>
          </p:cNvPr>
          <p:cNvSpPr/>
          <p:nvPr/>
        </p:nvSpPr>
        <p:spPr>
          <a:xfrm>
            <a:off x="5441747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C09B2C5-5EDE-7199-7645-D05D30A43565}"/>
              </a:ext>
            </a:extLst>
          </p:cNvPr>
          <p:cNvSpPr/>
          <p:nvPr/>
        </p:nvSpPr>
        <p:spPr>
          <a:xfrm>
            <a:off x="582006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D9404CC-DAB0-6516-F9AC-716539D33678}"/>
              </a:ext>
            </a:extLst>
          </p:cNvPr>
          <p:cNvSpPr/>
          <p:nvPr/>
        </p:nvSpPr>
        <p:spPr>
          <a:xfrm>
            <a:off x="6198379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0E29974-AB2B-D5C2-3681-8EACC0C5209C}"/>
              </a:ext>
            </a:extLst>
          </p:cNvPr>
          <p:cNvSpPr/>
          <p:nvPr/>
        </p:nvSpPr>
        <p:spPr>
          <a:xfrm>
            <a:off x="657503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3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EC5F3-2C78-0CFA-80EB-760B137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35E952B1-98C0-1EB9-9181-71A57C9DE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48C32926-12EC-BB81-0DFE-1C7CB2144B7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834E512-03AD-4763-73DD-6C8C7BE2BB79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95FCFD41-EA41-3201-D9FB-36CC14D9C2A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A4F8BAB-2196-2AF2-E9CA-14ADAE95327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A8AD99B-4F13-D5D2-CA3E-C986EA03C943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21E49A99-4799-FC09-404D-A106DFD5A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009779BA-EC04-AB2D-5B38-14B21554CE57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64BA84A-0912-346C-4A4E-4C8DCF405D4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D44D2DE-23B3-B2C7-0CE1-F4343947D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6CE8D13D-564E-9B04-B9F9-CB4DB6C8452D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5F8799F9-F8B1-98E9-272A-F2969BD9254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A15CE600-8D39-B138-D2AD-71227A349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3B058FF-DDC3-5C66-6045-B2A089827B6D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42562B1D-1C21-DCCD-074F-1EBC09F31DF4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6EE5E55A-F760-4DCB-BA7A-BF38C22D2F68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079F1F49-4865-AE7D-D906-86E5B6E52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05481758-46D6-2563-E5AD-DF9B5B52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9CFF919-D048-C233-E4F7-258EECD058C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E90DD14F-3232-B33D-C85D-2F79151A862F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0397A4E2-B31C-4D09-A866-CA7E85E9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B196135E-DFAD-5607-BD7E-6A67E39B65A6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EA11DEA-F209-0157-65E3-0AB98DBFFE7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34A05064-5150-3609-3F5F-5AC19400F347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A5AFFBF-50BC-C736-DF91-AA2FBE2C1A56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7C4740-8F77-7366-9020-F6E983E0EBE5}"/>
              </a:ext>
            </a:extLst>
          </p:cNvPr>
          <p:cNvSpPr/>
          <p:nvPr/>
        </p:nvSpPr>
        <p:spPr>
          <a:xfrm>
            <a:off x="3953329" y="6120700"/>
            <a:ext cx="1594786" cy="4398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7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F39B-585D-A4C2-D7DF-A66B854B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49B697A1-544D-7903-782F-18ABB6977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20062AA1-F1A8-4955-000B-09345C09EB83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D88544-31F5-3B1C-EB17-12266810617D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A276589A-CD77-989F-FADC-10221ADFD9EB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B798F7E-11FD-B346-FAE9-59A27C398B5D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9C0E793-B5D5-02F2-CCEC-798DAD2A638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D0D65ECC-973F-D4BC-19A2-85B44A37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193C9B1B-1930-7630-1078-33B25D8FAD61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extLst>
                  <a:ext uri="{FF2B5EF4-FFF2-40B4-BE49-F238E27FC236}">
                    <a16:creationId xmlns:a16="http://schemas.microsoft.com/office/drawing/2014/main" id="{5AFC816F-0E95-E672-F2DB-EB7726EE103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extLst>
                  <a:ext uri="{FF2B5EF4-FFF2-40B4-BE49-F238E27FC236}">
                    <a16:creationId xmlns:a16="http://schemas.microsoft.com/office/drawing/2014/main" id="{44F3A8C3-8DDF-939F-DA48-917B79AD0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B091E4B4-390E-14A7-3333-749E67D586B9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CAA6CFD8-352B-5B90-3893-7469EF34CD4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F152A45F-4B39-E77C-7327-EE0D5A1DB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A2AB666-C74E-5265-894F-3E7FB406D945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EB064C19-A3C8-6680-C428-DD4D696254C5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DCE86236-FD2E-2B05-F1D1-9E08F749104A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12B64357-430B-FDF0-5A78-84821867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3DEB0977-9202-7A8D-FD48-7423A5A10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CFCEA1AF-B7AA-064E-A265-5A186494CB5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9ECB611C-7A06-AEBE-9E80-D91621D462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BE449B1B-D69A-76B7-9103-A05660F2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47ABDDA4-0C6B-BF2B-21F9-1C48D9102647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B103ABA-6CCE-EB3A-815E-A0F3D0B276E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BD77217B-C704-499B-BB5C-9123644516CB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52E188C-BD3A-2463-28F7-825E8611996E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261425-6F9B-0A3E-0305-59BB0169E4C1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003212-B6E7-32C2-55E3-579FE3E7035A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卫星拨号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979E-02FE-0344-1621-10F5E6F76BF9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240616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F8372-078D-9778-3F44-5CB26CD0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CDBD796-C70B-6665-3D9F-2C4A6E24C6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AE6DA753-177C-1A5E-F96C-4323659F501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D12C22-DF5D-3C9F-708E-62760C19D0B1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435D258C-8C15-9D80-5E3A-5A0A0DDFD56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46686806-3B10-307E-7B6D-BF53F9D2B46B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3FEF5AC2-25BE-CF1F-78EE-F26CB12B4BEF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9FAB6FA5-E23E-45B6-7A40-101BA96FC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EE2DEB28-CCCE-3FA8-F85C-EC9647DC8AB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4A619F5-2468-A491-4F38-F654438C5C6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EB4B38A-FB68-BC96-7393-79111778C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7D87FF08-4A12-A83A-3B53-77E9469B7458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extLst>
                  <a:ext uri="{FF2B5EF4-FFF2-40B4-BE49-F238E27FC236}">
                    <a16:creationId xmlns:a16="http://schemas.microsoft.com/office/drawing/2014/main" id="{DEF4FC5F-EA79-01CA-149A-A0009650B1C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extLst>
                  <a:ext uri="{FF2B5EF4-FFF2-40B4-BE49-F238E27FC236}">
                    <a16:creationId xmlns:a16="http://schemas.microsoft.com/office/drawing/2014/main" id="{AC4BACA1-0E1F-1905-75A9-47863F8B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2B4395-3588-E04A-E0A7-B9426D393AC7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D033397B-49E2-9E6A-C683-20CD26E389C1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485F0C53-9172-8045-8709-7A96D2C7FDFB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8ACA7A9A-3554-B059-9D4A-05BAD161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91D121C8-9C78-9738-EAF5-F1DB9126B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39D7831-F2BF-B454-617E-3331A7604275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C346590A-31EB-555F-ED9E-B01AED6454A9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9777E3DC-BE6D-5417-65DF-529F86921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1F2540A6-F816-4F23-5C41-C02C154388AC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E8727FF1-2DB5-DF1F-7B50-8A462F3E2B5E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9659A242-57CE-6493-12DE-00752C29E9B9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886BEE2E-76A1-9278-D7A8-845091EBC9D8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DEC55997-8D5A-AFFB-C573-9BEFEF98FFC8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A62FB-398A-50C1-5F66-30A663BF4706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短信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1C5644-296D-2A7A-05D4-BDADF7903A35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4320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24449-20EA-CF0B-B06B-3C2DC22F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B01ED612-C912-5B29-63EE-7C8AF51449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07A1E426-49F0-C380-73C9-6F8C8A74B63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D9E9B4-0DC3-1A2F-EA81-6EAF0AEEC897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DE1BBB8C-B5CD-4887-2BC9-1F49B493C5D2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16" name="!! Leaf">
              <a:extLst>
                <a:ext uri="{FF2B5EF4-FFF2-40B4-BE49-F238E27FC236}">
                  <a16:creationId xmlns:a16="http://schemas.microsoft.com/office/drawing/2014/main" id="{A91D50FA-9D68-A188-9438-430FC37CC6B1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23" name="!! 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BA6FC1B-4BDB-0DF4-618C-4AFCCDAE48A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4" name="!! leaf" descr="树叶 纯色填充">
                <a:extLst>
                  <a:ext uri="{FF2B5EF4-FFF2-40B4-BE49-F238E27FC236}">
                    <a16:creationId xmlns:a16="http://schemas.microsoft.com/office/drawing/2014/main" id="{3F3B5A8F-F30A-14ED-A14A-784DDA8F4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17" name="电话">
              <a:extLst>
                <a:ext uri="{FF2B5EF4-FFF2-40B4-BE49-F238E27FC236}">
                  <a16:creationId xmlns:a16="http://schemas.microsoft.com/office/drawing/2014/main" id="{71C9BC34-F5DB-CAFF-9D9E-E28B9EEE55C9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21" name="背景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485F284-57B1-5DB4-0064-F8E07FDE7D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C019A5B-FF95-7097-F21A-DD75BE704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18" name="电话">
              <a:extLst>
                <a:ext uri="{FF2B5EF4-FFF2-40B4-BE49-F238E27FC236}">
                  <a16:creationId xmlns:a16="http://schemas.microsoft.com/office/drawing/2014/main" id="{A1F30BF7-F1E7-4A9B-3377-403BD83AD2B6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19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CE16DD50-A0E5-E616-5519-39466865998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1BFA8556-0AFE-9EEC-47A0-39BCE8E10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E0D5F9E-DC49-132D-EE51-37F964A0C478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26" name="!! 颜色遮罩">
              <a:extLst>
                <a:ext uri="{FF2B5EF4-FFF2-40B4-BE49-F238E27FC236}">
                  <a16:creationId xmlns:a16="http://schemas.microsoft.com/office/drawing/2014/main" id="{35C80FFF-9354-AE57-6784-10824F90CA77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7" name="!! 运营商">
              <a:extLst>
                <a:ext uri="{FF2B5EF4-FFF2-40B4-BE49-F238E27FC236}">
                  <a16:creationId xmlns:a16="http://schemas.microsoft.com/office/drawing/2014/main" id="{403C004D-2D42-BFF6-1512-CABBE9131F34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28" name="!! 通知">
              <a:extLst>
                <a:ext uri="{FF2B5EF4-FFF2-40B4-BE49-F238E27FC236}">
                  <a16:creationId xmlns:a16="http://schemas.microsoft.com/office/drawing/2014/main" id="{FAF1C44B-916E-5C7A-4437-31BBCAC1F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DEA8BD58-EC97-0F43-0C45-32336AE4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728ACA53-6D54-3B83-B179-2EDEDE78314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689DDD3D-D0D5-575D-121F-D0CB6F98FB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7C2E4EC8-C11C-E708-11C0-014BF902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33" name="!! 卫星2">
              <a:extLst>
                <a:ext uri="{FF2B5EF4-FFF2-40B4-BE49-F238E27FC236}">
                  <a16:creationId xmlns:a16="http://schemas.microsoft.com/office/drawing/2014/main" id="{00282243-5792-70FB-814B-AD1AAE2B9CF3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F56AAA62-1855-C3B2-4BB8-9A01D767D783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EFCF06A0-FD04-2064-CF9B-D027AA561E0F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5E7CE78C-3AD6-EA29-49F7-6CCF841B8A74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37" name="!! 遮罩">
            <a:extLst>
              <a:ext uri="{FF2B5EF4-FFF2-40B4-BE49-F238E27FC236}">
                <a16:creationId xmlns:a16="http://schemas.microsoft.com/office/drawing/2014/main" id="{D2442495-A9F8-91ED-BB79-C89974361A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678360-8FDD-A769-5DB4-B4DBBD101BE1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3813542" y="2595766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13E1D3C-C307-FFCF-6833-A1065D199852}"/>
                </a:ext>
              </a:extLst>
            </p:cNvPr>
            <p:cNvSpPr/>
            <p:nvPr/>
          </p:nvSpPr>
          <p:spPr>
            <a:xfrm>
              <a:off x="3813542" y="2595766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>
                <a:lumMod val="25000"/>
              </a:schemeClr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1462ADA-84F0-DDAD-C8DC-251D3DD0267D}"/>
                </a:ext>
              </a:extLst>
            </p:cNvPr>
            <p:cNvSpPr txBox="1"/>
            <p:nvPr/>
          </p:nvSpPr>
          <p:spPr>
            <a:xfrm>
              <a:off x="5012461" y="2852840"/>
              <a:ext cx="2505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退出卫星通话</a:t>
              </a: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80A1FB9F-4B82-FB9D-F431-A44EB1A12CFA}"/>
                </a:ext>
              </a:extLst>
            </p:cNvPr>
            <p:cNvSpPr txBox="1"/>
            <p:nvPr/>
          </p:nvSpPr>
          <p:spPr>
            <a:xfrm>
              <a:off x="5012461" y="3171498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断开卫星连接并返回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Leaf OS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矩形: 圆角 9">
              <a:hlinkClick r:id="rId21" action="ppaction://hlinksldjump"/>
              <a:extLst>
                <a:ext uri="{FF2B5EF4-FFF2-40B4-BE49-F238E27FC236}">
                  <a16:creationId xmlns:a16="http://schemas.microsoft.com/office/drawing/2014/main" id="{15B0F9F0-943C-D5E0-9B98-5D2F9EE14E9D}"/>
                </a:ext>
              </a:extLst>
            </p:cNvPr>
            <p:cNvSpPr/>
            <p:nvPr/>
          </p:nvSpPr>
          <p:spPr>
            <a:xfrm>
              <a:off x="7014769" y="3751231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退出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22" action="ppaction://hlinksldjump"/>
              <a:extLst>
                <a:ext uri="{FF2B5EF4-FFF2-40B4-BE49-F238E27FC236}">
                  <a16:creationId xmlns:a16="http://schemas.microsoft.com/office/drawing/2014/main" id="{DF83EDB9-60D2-BEB0-196C-BE7730A96282}"/>
                </a:ext>
              </a:extLst>
            </p:cNvPr>
            <p:cNvSpPr/>
            <p:nvPr/>
          </p:nvSpPr>
          <p:spPr>
            <a:xfrm>
              <a:off x="5752311" y="374800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>
                <a:lumMod val="25000"/>
              </a:schemeClr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  <p:pic>
          <p:nvPicPr>
            <p:cNvPr id="12" name="!! leaf" descr="树叶 纯色填充">
              <a:extLst>
                <a:ext uri="{FF2B5EF4-FFF2-40B4-BE49-F238E27FC236}">
                  <a16:creationId xmlns:a16="http://schemas.microsoft.com/office/drawing/2014/main" id="{1F485743-E6AF-5D27-90FB-8C1ADCE65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257674" y="2918636"/>
              <a:ext cx="602974" cy="602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81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MD3">
      <a:dk1>
        <a:srgbClr val="181818"/>
      </a:dk1>
      <a:lt1>
        <a:srgbClr val="F5F5F5"/>
      </a:lt1>
      <a:dk2>
        <a:srgbClr val="003A62"/>
      </a:dk2>
      <a:lt2>
        <a:srgbClr val="FFFFFF"/>
      </a:lt2>
      <a:accent1>
        <a:srgbClr val="62A8D3"/>
      </a:accent1>
      <a:accent2>
        <a:srgbClr val="89CFF0"/>
      </a:accent2>
      <a:accent3>
        <a:srgbClr val="AED6F1"/>
      </a:accent3>
      <a:accent4>
        <a:srgbClr val="E0F1FF"/>
      </a:accent4>
      <a:accent5>
        <a:srgbClr val="FF5252"/>
      </a:accent5>
      <a:accent6>
        <a:srgbClr val="FFC000"/>
      </a:accent6>
      <a:hlink>
        <a:srgbClr val="0F4C81"/>
      </a:hlink>
      <a:folHlink>
        <a:srgbClr val="BF55EC"/>
      </a:folHlink>
    </a:clrScheme>
    <a:fontScheme name="vivo Sans">
      <a:majorFont>
        <a:latin typeface="vivo Sans Medium"/>
        <a:ea typeface="vivo Sans Medium"/>
        <a:cs typeface=""/>
      </a:majorFont>
      <a:minorFont>
        <a:latin typeface="vivo Sans"/>
        <a:ea typeface="viv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3A511E-2DAE-4D09-BF30-76A5F87351F6}">
  <we:reference id="wa104380862" version="3.0.0.0" store="zh-CN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</TotalTime>
  <Words>874</Words>
  <Application>Microsoft Office PowerPoint</Application>
  <PresentationFormat>宽屏</PresentationFormat>
  <Paragraphs>373</Paragraphs>
  <Slides>60</Slides>
  <Notes>53</Notes>
  <HiddenSlides>8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  <vt:variant>
        <vt:lpstr>自定义放映</vt:lpstr>
      </vt:variant>
      <vt:variant>
        <vt:i4>1</vt:i4>
      </vt:variant>
    </vt:vector>
  </HeadingPairs>
  <TitlesOfParts>
    <vt:vector size="70" baseType="lpstr">
      <vt:lpstr>-apple-system</vt:lpstr>
      <vt:lpstr>OPPOSans M</vt:lpstr>
      <vt:lpstr>OPPOSans R</vt:lpstr>
      <vt:lpstr>vivo Sans</vt:lpstr>
      <vt:lpstr>vivo Sans Light</vt:lpstr>
      <vt:lpstr>vivo 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跳过oobe</vt:lpstr>
    </vt:vector>
  </TitlesOfParts>
  <Company>HYSoft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夌 雨</dc:creator>
  <cp:lastModifiedBy>夌 雨</cp:lastModifiedBy>
  <cp:revision>2</cp:revision>
  <dcterms:created xsi:type="dcterms:W3CDTF">2025-06-28T14:57:41Z</dcterms:created>
  <dcterms:modified xsi:type="dcterms:W3CDTF">2025-07-08T03:40:12Z</dcterms:modified>
</cp:coreProperties>
</file>