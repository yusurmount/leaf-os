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88_DFDCB484.xml" ContentType="application/vnd.ms-powerpoint.comments+xml"/>
  <Override PartName="/ppt/notesSlides/notesSlide4.xml" ContentType="application/vnd.openxmlformats-officedocument.presentationml.notesSlide+xml"/>
  <Override PartName="/ppt/comments/modernComment_123_37F0E3A0.xml" ContentType="application/vnd.ms-powerpoint.comments+xml"/>
  <Override PartName="/ppt/comments/modernComment_105_CBFE7DBE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modernComment_10F_CF2C280A.xml" ContentType="application/vnd.ms-powerpoint.comments+xml"/>
  <Override PartName="/ppt/notesSlides/notesSlide14.xml" ContentType="application/vnd.openxmlformats-officedocument.presentationml.notesSlide+xml"/>
  <Override PartName="/ppt/comments/modernComment_111_61CCFAA2.xml" ContentType="application/vnd.ms-powerpoint.comment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omments/modernComment_118_89B7228A.xml" ContentType="application/vnd.ms-powerpoint.comments+xml"/>
  <Override PartName="/ppt/notesSlides/notesSlide20.xml" ContentType="application/vnd.openxmlformats-officedocument.presentationml.notesSlide+xml"/>
  <Override PartName="/ppt/comments/modernComment_11A_35BA3220.xml" ContentType="application/vnd.ms-powerpoint.comment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omments/modernComment_11B_5A1998D1.xml" ContentType="application/vnd.ms-powerpoint.comments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omments/modernComment_186_BCBFCD72.xml" ContentType="application/vnd.ms-powerpoint.comments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omments/modernComment_122_AC97742F.xml" ContentType="application/vnd.ms-powerpoint.comments+xml"/>
  <Override PartName="/ppt/notesSlides/notesSlide36.xml" ContentType="application/vnd.openxmlformats-officedocument.presentationml.notesSlide+xml"/>
  <Override PartName="/ppt/comments/modernComment_121_1E197F79.xml" ContentType="application/vnd.ms-powerpoint.comments+xml"/>
  <Override PartName="/ppt/notesSlides/notesSlide37.xml" ContentType="application/vnd.openxmlformats-officedocument.presentationml.notesSlide+xml"/>
  <Override PartName="/ppt/comments/modernComment_16D_75AF80D4.xml" ContentType="application/vnd.ms-powerpoint.comments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comments/modernComment_17B_7F49B7F8.xml" ContentType="application/vnd.ms-powerpoint.comments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comments/modernComment_184_8F6B1876.xml" ContentType="application/vnd.ms-powerpoint.comments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8"/>
  </p:notesMasterIdLst>
  <p:sldIdLst>
    <p:sldId id="277" r:id="rId2"/>
    <p:sldId id="278" r:id="rId3"/>
    <p:sldId id="392" r:id="rId4"/>
    <p:sldId id="291" r:id="rId5"/>
    <p:sldId id="256" r:id="rId6"/>
    <p:sldId id="257" r:id="rId7"/>
    <p:sldId id="258" r:id="rId8"/>
    <p:sldId id="259" r:id="rId9"/>
    <p:sldId id="260" r:id="rId10"/>
    <p:sldId id="382" r:id="rId11"/>
    <p:sldId id="261" r:id="rId12"/>
    <p:sldId id="265" r:id="rId13"/>
    <p:sldId id="262" r:id="rId14"/>
    <p:sldId id="264" r:id="rId15"/>
    <p:sldId id="267" r:id="rId16"/>
    <p:sldId id="268" r:id="rId17"/>
    <p:sldId id="269" r:id="rId18"/>
    <p:sldId id="270" r:id="rId19"/>
    <p:sldId id="272" r:id="rId20"/>
    <p:sldId id="271" r:id="rId21"/>
    <p:sldId id="273" r:id="rId22"/>
    <p:sldId id="274" r:id="rId23"/>
    <p:sldId id="275" r:id="rId24"/>
    <p:sldId id="279" r:id="rId25"/>
    <p:sldId id="281" r:id="rId26"/>
    <p:sldId id="280" r:id="rId27"/>
    <p:sldId id="282" r:id="rId28"/>
    <p:sldId id="383" r:id="rId29"/>
    <p:sldId id="384" r:id="rId30"/>
    <p:sldId id="293" r:id="rId31"/>
    <p:sldId id="294" r:id="rId32"/>
    <p:sldId id="385" r:id="rId33"/>
    <p:sldId id="386" r:id="rId34"/>
    <p:sldId id="295" r:id="rId35"/>
    <p:sldId id="296" r:id="rId36"/>
    <p:sldId id="391" r:id="rId37"/>
    <p:sldId id="283" r:id="rId38"/>
    <p:sldId id="411" r:id="rId39"/>
    <p:sldId id="390" r:id="rId40"/>
    <p:sldId id="284" r:id="rId41"/>
    <p:sldId id="288" r:id="rId42"/>
    <p:sldId id="290" r:id="rId43"/>
    <p:sldId id="289" r:id="rId44"/>
    <p:sldId id="365" r:id="rId45"/>
    <p:sldId id="366" r:id="rId46"/>
    <p:sldId id="367" r:id="rId47"/>
    <p:sldId id="368" r:id="rId48"/>
    <p:sldId id="369" r:id="rId49"/>
    <p:sldId id="370" r:id="rId50"/>
    <p:sldId id="371" r:id="rId51"/>
    <p:sldId id="373" r:id="rId52"/>
    <p:sldId id="374" r:id="rId53"/>
    <p:sldId id="375" r:id="rId54"/>
    <p:sldId id="376" r:id="rId55"/>
    <p:sldId id="377" r:id="rId56"/>
    <p:sldId id="378" r:id="rId57"/>
    <p:sldId id="379" r:id="rId58"/>
    <p:sldId id="380" r:id="rId59"/>
    <p:sldId id="388" r:id="rId60"/>
    <p:sldId id="389" r:id="rId61"/>
    <p:sldId id="381" r:id="rId62"/>
    <p:sldId id="393" r:id="rId63"/>
    <p:sldId id="394" r:id="rId64"/>
    <p:sldId id="400" r:id="rId65"/>
    <p:sldId id="395" r:id="rId66"/>
    <p:sldId id="396" r:id="rId67"/>
    <p:sldId id="397" r:id="rId68"/>
    <p:sldId id="398" r:id="rId69"/>
    <p:sldId id="399" r:id="rId70"/>
    <p:sldId id="401" r:id="rId71"/>
    <p:sldId id="402" r:id="rId72"/>
    <p:sldId id="403" r:id="rId73"/>
    <p:sldId id="410" r:id="rId74"/>
    <p:sldId id="406" r:id="rId75"/>
    <p:sldId id="408" r:id="rId76"/>
    <p:sldId id="409" r:id="rId77"/>
  </p:sldIdLst>
  <p:sldSz cx="12192000" cy="6858000"/>
  <p:notesSz cx="6858000" cy="9144000"/>
  <p:custShowLst>
    <p:custShow name="跳过oobe" id="0">
      <p:sldLst>
        <p:sld r:id="rId2"/>
        <p:sld r:id="rId3"/>
        <p:sld r:id="rId5"/>
        <p:sld r:id="rId6"/>
        <p:sld r:id="rId7"/>
        <p:sld r:id="rId9"/>
        <p:sld r:id="rId10"/>
        <p:sld r:id="rId24"/>
        <p:sld r:id="rId25"/>
        <p:sld r:id="rId26"/>
        <p:sld r:id="rId27"/>
        <p:sld r:id="rId28"/>
        <p:sld r:id="rId31"/>
        <p:sld r:id="rId32"/>
        <p:sld r:id="rId35"/>
        <p:sld r:id="rId36"/>
        <p:sld r:id="rId38"/>
        <p:sld r:id="rId41"/>
        <p:sld r:id="rId42"/>
        <p:sld r:id="rId43"/>
        <p:sld r:id="rId44"/>
        <p:sld r:id="rId45"/>
        <p:sld r:id="rId46"/>
        <p:sld r:id="rId47"/>
        <p:sld r:id="rId48"/>
        <p:sld r:id="rId49"/>
        <p:sld r:id="rId50"/>
        <p:sld r:id="rId51"/>
        <p:sld r:id="rId52"/>
        <p:sld r:id="rId53"/>
        <p:sld r:id="rId54"/>
        <p:sld r:id="rId55"/>
        <p:sld r:id="rId56"/>
        <p:sld r:id="rId57"/>
        <p:sld r:id="rId58"/>
        <p:sld r:id="rId59"/>
        <p:sld r:id="rId62"/>
      </p:sldLst>
    </p:custShow>
  </p:custShow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le" id="{5F32F72B-6D8C-465F-913E-502B258E04E0}">
          <p14:sldIdLst>
            <p14:sldId id="277"/>
            <p14:sldId id="278"/>
            <p14:sldId id="392"/>
          </p14:sldIdLst>
        </p14:section>
        <p14:section name="重启" id="{0004EB39-F60E-417C-8FF5-5B995DB079A3}">
          <p14:sldIdLst>
            <p14:sldId id="291"/>
          </p14:sldIdLst>
        </p14:section>
        <p14:section name="启动" id="{0B1B631F-508B-4C9A-8CBB-4BD9B7C8EBD8}">
          <p14:sldIdLst>
            <p14:sldId id="256"/>
            <p14:sldId id="257"/>
            <p14:sldId id="258"/>
            <p14:sldId id="259"/>
            <p14:sldId id="260"/>
            <p14:sldId id="382"/>
          </p14:sldIdLst>
        </p14:section>
        <p14:section name="向导" id="{E9E7E3AD-745F-4962-B92C-43819FA0B153}">
          <p14:sldIdLst>
            <p14:sldId id="261"/>
            <p14:sldId id="265"/>
            <p14:sldId id="262"/>
            <p14:sldId id="264"/>
            <p14:sldId id="267"/>
            <p14:sldId id="268"/>
            <p14:sldId id="269"/>
            <p14:sldId id="270"/>
            <p14:sldId id="272"/>
            <p14:sldId id="271"/>
            <p14:sldId id="273"/>
            <p14:sldId id="274"/>
            <p14:sldId id="275"/>
            <p14:sldId id="279"/>
          </p14:sldIdLst>
        </p14:section>
        <p14:section name="设置" id="{B1343DA0-2E96-4F16-9B06-A0FA55BB82A9}">
          <p14:sldIdLst>
            <p14:sldId id="281"/>
            <p14:sldId id="280"/>
            <p14:sldId id="282"/>
            <p14:sldId id="383"/>
            <p14:sldId id="384"/>
            <p14:sldId id="293"/>
            <p14:sldId id="294"/>
            <p14:sldId id="385"/>
            <p14:sldId id="386"/>
            <p14:sldId id="295"/>
            <p14:sldId id="296"/>
            <p14:sldId id="391"/>
            <p14:sldId id="283"/>
            <p14:sldId id="411"/>
            <p14:sldId id="390"/>
          </p14:sldIdLst>
        </p14:section>
        <p14:section name="电源" id="{F73E5194-CC9C-42A5-A712-19A3F1646980}">
          <p14:sldIdLst>
            <p14:sldId id="284"/>
            <p14:sldId id="288"/>
            <p14:sldId id="290"/>
            <p14:sldId id="289"/>
          </p14:sldIdLst>
        </p14:section>
        <p14:section name="卫星" id="{E109CF58-BA65-4B65-90FC-663DA8BE7017}">
          <p14:sldIdLst>
            <p14:sldId id="365"/>
            <p14:sldId id="366"/>
            <p14:sldId id="367"/>
            <p14:sldId id="368"/>
            <p14:sldId id="369"/>
            <p14:sldId id="370"/>
            <p14:sldId id="371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8"/>
            <p14:sldId id="389"/>
            <p14:sldId id="381"/>
          </p14:sldIdLst>
        </p14:section>
        <p14:section name="相机" id="{6911151E-7A57-47F1-AA05-9E59A91EEDBE}">
          <p14:sldIdLst>
            <p14:sldId id="393"/>
            <p14:sldId id="394"/>
            <p14:sldId id="400"/>
            <p14:sldId id="395"/>
            <p14:sldId id="396"/>
            <p14:sldId id="397"/>
            <p14:sldId id="398"/>
            <p14:sldId id="399"/>
            <p14:sldId id="401"/>
          </p14:sldIdLst>
        </p14:section>
        <p14:section name="相册" id="{998F2B70-D4E8-415B-B9C6-8F9479B87F3C}">
          <p14:sldIdLst>
            <p14:sldId id="402"/>
            <p14:sldId id="403"/>
            <p14:sldId id="410"/>
            <p14:sldId id="406"/>
            <p14:sldId id="408"/>
            <p14:sldId id="4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00B5B67-6B5C-B5E9-8745-9B4BDDBC0DBF}" name="夌 雨" initials="夌雨" userId="d086e8e3883354a1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547A9C"/>
    <a:srgbClr val="3ADE00"/>
    <a:srgbClr val="44FF01"/>
    <a:srgbClr val="0E0E0E"/>
    <a:srgbClr val="E0F1FF"/>
    <a:srgbClr val="62A8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E14112-D619-425B-A681-184D005CDFD3}" v="526" dt="2025-07-14T04:48:12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2" autoAdjust="0"/>
    <p:restoredTop sz="92500" autoAdjust="0"/>
  </p:normalViewPr>
  <p:slideViewPr>
    <p:cSldViewPr snapToGrid="0">
      <p:cViewPr varScale="1">
        <p:scale>
          <a:sx n="72" d="100"/>
          <a:sy n="72" d="100"/>
        </p:scale>
        <p:origin x="28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140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microsoft.com/office/2015/10/relationships/revisionInfo" Target="revisionInfo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85" Type="http://schemas.microsoft.com/office/2018/10/relationships/authors" Target="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夌 雨" userId="d086e8e3883354a1" providerId="LiveId" clId="{22E14112-D619-425B-A681-184D005CDFD3}"/>
    <pc:docChg chg="undo custSel addSld delSld modSld addSection delSection modSection">
      <pc:chgData name="夌 雨" userId="d086e8e3883354a1" providerId="LiveId" clId="{22E14112-D619-425B-A681-184D005CDFD3}" dt="2025-07-14T04:48:12.484" v="2835"/>
      <pc:docMkLst>
        <pc:docMk/>
      </pc:docMkLst>
      <pc:sldChg chg="addSp delSp modSp mod">
        <pc:chgData name="夌 雨" userId="d086e8e3883354a1" providerId="LiveId" clId="{22E14112-D619-425B-A681-184D005CDFD3}" dt="2025-07-12T15:22:57.849" v="2414" actId="14100"/>
        <pc:sldMkLst>
          <pc:docMk/>
          <pc:sldMk cId="2408647729" sldId="259"/>
        </pc:sldMkLst>
        <pc:spChg chg="add mod">
          <ac:chgData name="夌 雨" userId="d086e8e3883354a1" providerId="LiveId" clId="{22E14112-D619-425B-A681-184D005CDFD3}" dt="2025-07-12T15:22:57.849" v="2414" actId="14100"/>
          <ac:spMkLst>
            <pc:docMk/>
            <pc:sldMk cId="2408647729" sldId="259"/>
            <ac:spMk id="13" creationId="{809B1E25-62FB-2C94-73BF-2115F30EDC56}"/>
          </ac:spMkLst>
        </pc:spChg>
      </pc:sldChg>
      <pc:sldChg chg="addSp delSp modSp mod">
        <pc:chgData name="夌 雨" userId="d086e8e3883354a1" providerId="LiveId" clId="{22E14112-D619-425B-A681-184D005CDFD3}" dt="2025-07-12T15:23:22.009" v="2423" actId="1035"/>
        <pc:sldMkLst>
          <pc:docMk/>
          <pc:sldMk cId="3422453182" sldId="261"/>
        </pc:sldMkLst>
        <pc:spChg chg="add mod">
          <ac:chgData name="夌 雨" userId="d086e8e3883354a1" providerId="LiveId" clId="{22E14112-D619-425B-A681-184D005CDFD3}" dt="2025-07-12T15:23:22.009" v="2423" actId="1035"/>
          <ac:spMkLst>
            <pc:docMk/>
            <pc:sldMk cId="3422453182" sldId="261"/>
            <ac:spMk id="4" creationId="{96964B13-B447-79B4-5635-2AD9E32812A2}"/>
          </ac:spMkLst>
        </pc:spChg>
      </pc:sldChg>
      <pc:sldChg chg="addSp modSp mod">
        <pc:chgData name="夌 雨" userId="d086e8e3883354a1" providerId="LiveId" clId="{22E14112-D619-425B-A681-184D005CDFD3}" dt="2025-07-12T09:02:56.302" v="893" actId="1036"/>
        <pc:sldMkLst>
          <pc:docMk/>
          <pc:sldMk cId="1510467993" sldId="275"/>
        </pc:sldMkLst>
        <pc:spChg chg="mod">
          <ac:chgData name="夌 雨" userId="d086e8e3883354a1" providerId="LiveId" clId="{22E14112-D619-425B-A681-184D005CDFD3}" dt="2025-07-12T09:02:47.113" v="838"/>
          <ac:spMkLst>
            <pc:docMk/>
            <pc:sldMk cId="1510467993" sldId="275"/>
            <ac:spMk id="20" creationId="{5487CD6C-AB7D-D88A-5D44-FFB2EFFB3011}"/>
          </ac:spMkLst>
        </pc:spChg>
        <pc:spChg chg="mod">
          <ac:chgData name="夌 雨" userId="d086e8e3883354a1" providerId="LiveId" clId="{22E14112-D619-425B-A681-184D005CDFD3}" dt="2025-07-12T09:02:47.113" v="838"/>
          <ac:spMkLst>
            <pc:docMk/>
            <pc:sldMk cId="1510467993" sldId="275"/>
            <ac:spMk id="21" creationId="{F35C2BCC-3BF6-3E60-D864-71A92445E105}"/>
          </ac:spMkLst>
        </pc:spChg>
        <pc:grpChg chg="add mod">
          <ac:chgData name="夌 雨" userId="d086e8e3883354a1" providerId="LiveId" clId="{22E14112-D619-425B-A681-184D005CDFD3}" dt="2025-07-12T09:02:56.302" v="893" actId="1036"/>
          <ac:grpSpMkLst>
            <pc:docMk/>
            <pc:sldMk cId="1510467993" sldId="275"/>
            <ac:grpSpMk id="18" creationId="{09037D6F-61DF-E468-017B-008072FDF7F1}"/>
          </ac:grpSpMkLst>
        </pc:grpChg>
        <pc:grpChg chg="mod">
          <ac:chgData name="夌 雨" userId="d086e8e3883354a1" providerId="LiveId" clId="{22E14112-D619-425B-A681-184D005CDFD3}" dt="2025-07-12T09:02:47.113" v="838"/>
          <ac:grpSpMkLst>
            <pc:docMk/>
            <pc:sldMk cId="1510467993" sldId="275"/>
            <ac:grpSpMk id="19" creationId="{10799C1C-6B21-9EA2-59F2-4D39456466CB}"/>
          </ac:grpSpMkLst>
        </pc:grpChg>
        <pc:picChg chg="mod">
          <ac:chgData name="夌 雨" userId="d086e8e3883354a1" providerId="LiveId" clId="{22E14112-D619-425B-A681-184D005CDFD3}" dt="2025-07-12T09:02:47.113" v="838"/>
          <ac:picMkLst>
            <pc:docMk/>
            <pc:sldMk cId="1510467993" sldId="275"/>
            <ac:picMk id="22" creationId="{D0D46B2C-91DD-667F-121F-B02CF6398D42}"/>
          </ac:picMkLst>
        </pc:picChg>
      </pc:sldChg>
      <pc:sldChg chg="modSp mod">
        <pc:chgData name="夌 雨" userId="d086e8e3883354a1" providerId="LiveId" clId="{22E14112-D619-425B-A681-184D005CDFD3}" dt="2025-07-12T09:43:06.981" v="1833" actId="1035"/>
        <pc:sldMkLst>
          <pc:docMk/>
          <pc:sldMk cId="4040592118" sldId="277"/>
        </pc:sldMkLst>
        <pc:spChg chg="mod">
          <ac:chgData name="夌 雨" userId="d086e8e3883354a1" providerId="LiveId" clId="{22E14112-D619-425B-A681-184D005CDFD3}" dt="2025-07-12T09:43:00.180" v="1813" actId="14100"/>
          <ac:spMkLst>
            <pc:docMk/>
            <pc:sldMk cId="4040592118" sldId="277"/>
            <ac:spMk id="45" creationId="{73278A5D-6171-AD33-5EA0-68BA9C000AD9}"/>
          </ac:spMkLst>
        </pc:spChg>
        <pc:spChg chg="mod">
          <ac:chgData name="夌 雨" userId="d086e8e3883354a1" providerId="LiveId" clId="{22E14112-D619-425B-A681-184D005CDFD3}" dt="2025-07-12T09:43:04.310" v="1823" actId="1035"/>
          <ac:spMkLst>
            <pc:docMk/>
            <pc:sldMk cId="4040592118" sldId="277"/>
            <ac:spMk id="46" creationId="{A044792F-671E-8E45-01AB-E6F114902B48}"/>
          </ac:spMkLst>
        </pc:spChg>
        <pc:spChg chg="mod">
          <ac:chgData name="夌 雨" userId="d086e8e3883354a1" providerId="LiveId" clId="{22E14112-D619-425B-A681-184D005CDFD3}" dt="2025-07-12T09:43:06.981" v="1833" actId="1035"/>
          <ac:spMkLst>
            <pc:docMk/>
            <pc:sldMk cId="4040592118" sldId="277"/>
            <ac:spMk id="47" creationId="{E311D389-8D2B-B168-7826-9B794B2B4CAF}"/>
          </ac:spMkLst>
        </pc:spChg>
      </pc:sldChg>
      <pc:sldChg chg="addSp delSp modSp mod">
        <pc:chgData name="夌 雨" userId="d086e8e3883354a1" providerId="LiveId" clId="{22E14112-D619-425B-A681-184D005CDFD3}" dt="2025-07-12T09:13:17.615" v="985"/>
        <pc:sldMkLst>
          <pc:docMk/>
          <pc:sldMk cId="1117612930" sldId="279"/>
        </pc:sldMkLst>
        <pc:spChg chg="mod">
          <ac:chgData name="夌 雨" userId="d086e8e3883354a1" providerId="LiveId" clId="{22E14112-D619-425B-A681-184D005CDFD3}" dt="2025-07-12T08:14:17.544" v="17" actId="207"/>
          <ac:spMkLst>
            <pc:docMk/>
            <pc:sldMk cId="1117612930" sldId="279"/>
            <ac:spMk id="25" creationId="{B4B6873D-4EAA-8166-1D3E-0E1C86E8EAAD}"/>
          </ac:spMkLst>
        </pc:spChg>
        <pc:spChg chg="mod">
          <ac:chgData name="夌 雨" userId="d086e8e3883354a1" providerId="LiveId" clId="{22E14112-D619-425B-A681-184D005CDFD3}" dt="2025-07-12T08:19:40.980" v="59"/>
          <ac:spMkLst>
            <pc:docMk/>
            <pc:sldMk cId="1117612930" sldId="279"/>
            <ac:spMk id="26" creationId="{605D9100-7B73-F250-FDBA-A46BF87BE329}"/>
          </ac:spMkLst>
        </pc:spChg>
        <pc:spChg chg="mod">
          <ac:chgData name="夌 雨" userId="d086e8e3883354a1" providerId="LiveId" clId="{22E14112-D619-425B-A681-184D005CDFD3}" dt="2025-07-12T09:10:01.750" v="958"/>
          <ac:spMkLst>
            <pc:docMk/>
            <pc:sldMk cId="1117612930" sldId="279"/>
            <ac:spMk id="31" creationId="{4D4E7A83-1C54-328E-DD3E-E03B08BC295D}"/>
          </ac:spMkLst>
        </pc:spChg>
        <pc:spChg chg="mod">
          <ac:chgData name="夌 雨" userId="d086e8e3883354a1" providerId="LiveId" clId="{22E14112-D619-425B-A681-184D005CDFD3}" dt="2025-07-12T09:13:17.615" v="985"/>
          <ac:spMkLst>
            <pc:docMk/>
            <pc:sldMk cId="1117612930" sldId="279"/>
            <ac:spMk id="32" creationId="{A30313F9-F731-282B-EA5B-BD2211E47F1F}"/>
          </ac:spMkLst>
        </pc:spChg>
        <pc:grpChg chg="add mod">
          <ac:chgData name="夌 雨" userId="d086e8e3883354a1" providerId="LiveId" clId="{22E14112-D619-425B-A681-184D005CDFD3}" dt="2025-07-11T12:00:37.749" v="1" actId="1076"/>
          <ac:grpSpMkLst>
            <pc:docMk/>
            <pc:sldMk cId="1117612930" sldId="279"/>
            <ac:grpSpMk id="13" creationId="{B9FEEA23-C652-9BBE-B67B-E746F27EC881}"/>
          </ac:grpSpMkLst>
        </pc:grpChg>
        <pc:grpChg chg="mod">
          <ac:chgData name="夌 雨" userId="d086e8e3883354a1" providerId="LiveId" clId="{22E14112-D619-425B-A681-184D005CDFD3}" dt="2025-07-11T12:00:32.420" v="0"/>
          <ac:grpSpMkLst>
            <pc:docMk/>
            <pc:sldMk cId="1117612930" sldId="279"/>
            <ac:grpSpMk id="24" creationId="{A3D8CC68-E76E-DD27-DA2B-CCEF97DAFD47}"/>
          </ac:grpSpMkLst>
        </pc:grpChg>
        <pc:grpChg chg="add mod">
          <ac:chgData name="夌 雨" userId="d086e8e3883354a1" providerId="LiveId" clId="{22E14112-D619-425B-A681-184D005CDFD3}" dt="2025-07-12T09:09:53.804" v="955" actId="14826"/>
          <ac:grpSpMkLst>
            <pc:docMk/>
            <pc:sldMk cId="1117612930" sldId="279"/>
            <ac:grpSpMk id="29" creationId="{A560FB33-F9F8-8D4A-EA28-8F764A19DAB5}"/>
          </ac:grpSpMkLst>
        </pc:grpChg>
        <pc:grpChg chg="mod">
          <ac:chgData name="夌 雨" userId="d086e8e3883354a1" providerId="LiveId" clId="{22E14112-D619-425B-A681-184D005CDFD3}" dt="2025-07-12T09:09:53.804" v="955" actId="14826"/>
          <ac:grpSpMkLst>
            <pc:docMk/>
            <pc:sldMk cId="1117612930" sldId="279"/>
            <ac:grpSpMk id="30" creationId="{9DBB6799-05E7-DE0F-21A1-F63742F4EB4A}"/>
          </ac:grpSpMkLst>
        </pc:grpChg>
        <pc:picChg chg="mod">
          <ac:chgData name="夌 雨" userId="d086e8e3883354a1" providerId="LiveId" clId="{22E14112-D619-425B-A681-184D005CDFD3}" dt="2025-07-12T08:13:14.754" v="9" actId="14100"/>
          <ac:picMkLst>
            <pc:docMk/>
            <pc:sldMk cId="1117612930" sldId="279"/>
            <ac:picMk id="27" creationId="{6FB5606D-C74E-E2CE-CC44-3CEBFDBB8129}"/>
          </ac:picMkLst>
        </pc:picChg>
        <pc:picChg chg="mod">
          <ac:chgData name="夌 雨" userId="d086e8e3883354a1" providerId="LiveId" clId="{22E14112-D619-425B-A681-184D005CDFD3}" dt="2025-07-12T09:09:56.907" v="956" actId="207"/>
          <ac:picMkLst>
            <pc:docMk/>
            <pc:sldMk cId="1117612930" sldId="279"/>
            <ac:picMk id="33" creationId="{97E3923D-58D7-5D2E-02D0-943FCFE113FE}"/>
          </ac:picMkLst>
        </pc:picChg>
      </pc:sldChg>
      <pc:sldChg chg="addSp delSp modSp mod modTransition modAnim">
        <pc:chgData name="夌 雨" userId="d086e8e3883354a1" providerId="LiveId" clId="{22E14112-D619-425B-A681-184D005CDFD3}" dt="2025-07-12T15:38:11.019" v="2698"/>
        <pc:sldMkLst>
          <pc:docMk/>
          <pc:sldMk cId="2310480522" sldId="280"/>
        </pc:sldMkLst>
        <pc:spChg chg="mod">
          <ac:chgData name="夌 雨" userId="d086e8e3883354a1" providerId="LiveId" clId="{22E14112-D619-425B-A681-184D005CDFD3}" dt="2025-07-12T15:28:56.852" v="2460" actId="14100"/>
          <ac:spMkLst>
            <pc:docMk/>
            <pc:sldMk cId="2310480522" sldId="280"/>
            <ac:spMk id="2" creationId="{06F115BC-AB04-04F7-0149-49B8CE815F67}"/>
          </ac:spMkLst>
        </pc:spChg>
        <pc:spChg chg="add del mod">
          <ac:chgData name="夌 雨" userId="d086e8e3883354a1" providerId="LiveId" clId="{22E14112-D619-425B-A681-184D005CDFD3}" dt="2025-07-12T15:33:26.605" v="2620" actId="1076"/>
          <ac:spMkLst>
            <pc:docMk/>
            <pc:sldMk cId="2310480522" sldId="280"/>
            <ac:spMk id="4" creationId="{9CAFBB3B-62C4-E884-A4AF-7891817EE708}"/>
          </ac:spMkLst>
        </pc:spChg>
        <pc:picChg chg="add mod">
          <ac:chgData name="夌 雨" userId="d086e8e3883354a1" providerId="LiveId" clId="{22E14112-D619-425B-A681-184D005CDFD3}" dt="2025-07-12T15:36:55.291" v="2686" actId="962"/>
          <ac:picMkLst>
            <pc:docMk/>
            <pc:sldMk cId="2310480522" sldId="280"/>
            <ac:picMk id="3" creationId="{2A9A0FA9-C9F0-27D2-95B5-99DC49BC176D}"/>
          </ac:picMkLst>
        </pc:picChg>
        <pc:picChg chg="add del mod ord">
          <ac:chgData name="夌 雨" userId="d086e8e3883354a1" providerId="LiveId" clId="{22E14112-D619-425B-A681-184D005CDFD3}" dt="2025-07-12T15:37:01.568" v="2688" actId="962"/>
          <ac:picMkLst>
            <pc:docMk/>
            <pc:sldMk cId="2310480522" sldId="280"/>
            <ac:picMk id="26" creationId="{AA0E716B-AB3B-8C5C-6A68-1ED6B2242417}"/>
          </ac:picMkLst>
        </pc:picChg>
      </pc:sldChg>
      <pc:sldChg chg="addSp delSp modSp add del mod">
        <pc:chgData name="夌 雨" userId="d086e8e3883354a1" providerId="LiveId" clId="{22E14112-D619-425B-A681-184D005CDFD3}" dt="2025-07-12T15:36:26.772" v="2685" actId="478"/>
        <pc:sldMkLst>
          <pc:docMk/>
          <pc:sldMk cId="3424516315" sldId="281"/>
        </pc:sldMkLst>
        <pc:spChg chg="mod">
          <ac:chgData name="夌 雨" userId="d086e8e3883354a1" providerId="LiveId" clId="{22E14112-D619-425B-A681-184D005CDFD3}" dt="2025-07-12T09:02:45.209" v="837"/>
          <ac:spMkLst>
            <pc:docMk/>
            <pc:sldMk cId="3424516315" sldId="281"/>
            <ac:spMk id="15" creationId="{F701F75C-72B8-BFE1-0CBD-141F1D2DCA3C}"/>
          </ac:spMkLst>
        </pc:spChg>
        <pc:spChg chg="mod">
          <ac:chgData name="夌 雨" userId="d086e8e3883354a1" providerId="LiveId" clId="{22E14112-D619-425B-A681-184D005CDFD3}" dt="2025-07-12T09:02:45.209" v="837"/>
          <ac:spMkLst>
            <pc:docMk/>
            <pc:sldMk cId="3424516315" sldId="281"/>
            <ac:spMk id="16" creationId="{AC129A0F-DAF6-5D8F-50E5-1B0731223C30}"/>
          </ac:spMkLst>
        </pc:spChg>
        <pc:spChg chg="mod">
          <ac:chgData name="夌 雨" userId="d086e8e3883354a1" providerId="LiveId" clId="{22E14112-D619-425B-A681-184D005CDFD3}" dt="2025-07-12T15:18:05.765" v="2370"/>
          <ac:spMkLst>
            <pc:docMk/>
            <pc:sldMk cId="3424516315" sldId="281"/>
            <ac:spMk id="20" creationId="{806B307B-A3EA-CCF3-8507-9C7AC73E2932}"/>
          </ac:spMkLst>
        </pc:spChg>
        <pc:spChg chg="mod">
          <ac:chgData name="夌 雨" userId="d086e8e3883354a1" providerId="LiveId" clId="{22E14112-D619-425B-A681-184D005CDFD3}" dt="2025-07-12T15:18:05.765" v="2370"/>
          <ac:spMkLst>
            <pc:docMk/>
            <pc:sldMk cId="3424516315" sldId="281"/>
            <ac:spMk id="21" creationId="{B958D1DA-C033-E1DD-F9A9-97BE68980D37}"/>
          </ac:spMkLst>
        </pc:spChg>
        <pc:spChg chg="ord">
          <ac:chgData name="夌 雨" userId="d086e8e3883354a1" providerId="LiveId" clId="{22E14112-D619-425B-A681-184D005CDFD3}" dt="2025-07-12T15:36:03.121" v="2673" actId="13244"/>
          <ac:spMkLst>
            <pc:docMk/>
            <pc:sldMk cId="3424516315" sldId="281"/>
            <ac:spMk id="33" creationId="{A4A31AFB-61A7-BE6B-B2CD-C8EC0288CB0B}"/>
          </ac:spMkLst>
        </pc:spChg>
        <pc:grpChg chg="add mod">
          <ac:chgData name="夌 雨" userId="d086e8e3883354a1" providerId="LiveId" clId="{22E14112-D619-425B-A681-184D005CDFD3}" dt="2025-07-12T09:02:45.209" v="837"/>
          <ac:grpSpMkLst>
            <pc:docMk/>
            <pc:sldMk cId="3424516315" sldId="281"/>
            <ac:grpSpMk id="13" creationId="{B9B256F9-23E8-1457-925C-D58768BC0344}"/>
          </ac:grpSpMkLst>
        </pc:grpChg>
        <pc:grpChg chg="mod">
          <ac:chgData name="夌 雨" userId="d086e8e3883354a1" providerId="LiveId" clId="{22E14112-D619-425B-A681-184D005CDFD3}" dt="2025-07-12T09:02:45.209" v="837"/>
          <ac:grpSpMkLst>
            <pc:docMk/>
            <pc:sldMk cId="3424516315" sldId="281"/>
            <ac:grpSpMk id="14" creationId="{EF5DA963-ABED-58BC-FB36-B3E576F8D83D}"/>
          </ac:grpSpMkLst>
        </pc:grpChg>
        <pc:grpChg chg="add mod">
          <ac:chgData name="夌 雨" userId="d086e8e3883354a1" providerId="LiveId" clId="{22E14112-D619-425B-A681-184D005CDFD3}" dt="2025-07-12T15:18:05.765" v="2370"/>
          <ac:grpSpMkLst>
            <pc:docMk/>
            <pc:sldMk cId="3424516315" sldId="281"/>
            <ac:grpSpMk id="18" creationId="{9F0517D4-D4D1-B62B-6233-734F2EC4D638}"/>
          </ac:grpSpMkLst>
        </pc:grpChg>
        <pc:grpChg chg="mod">
          <ac:chgData name="夌 雨" userId="d086e8e3883354a1" providerId="LiveId" clId="{22E14112-D619-425B-A681-184D005CDFD3}" dt="2025-07-12T15:18:05.765" v="2370"/>
          <ac:grpSpMkLst>
            <pc:docMk/>
            <pc:sldMk cId="3424516315" sldId="281"/>
            <ac:grpSpMk id="19" creationId="{8E4C1908-8F7F-0238-A3CC-F914A4C171EA}"/>
          </ac:grpSpMkLst>
        </pc:grpChg>
        <pc:picChg chg="mod">
          <ac:chgData name="夌 雨" userId="d086e8e3883354a1" providerId="LiveId" clId="{22E14112-D619-425B-A681-184D005CDFD3}" dt="2025-07-12T09:02:45.209" v="837"/>
          <ac:picMkLst>
            <pc:docMk/>
            <pc:sldMk cId="3424516315" sldId="281"/>
            <ac:picMk id="17" creationId="{F4B4905F-5F00-E689-9A96-4025E64A6904}"/>
          </ac:picMkLst>
        </pc:picChg>
        <pc:picChg chg="mod">
          <ac:chgData name="夌 雨" userId="d086e8e3883354a1" providerId="LiveId" clId="{22E14112-D619-425B-A681-184D005CDFD3}" dt="2025-07-12T15:18:05.765" v="2370"/>
          <ac:picMkLst>
            <pc:docMk/>
            <pc:sldMk cId="3424516315" sldId="281"/>
            <ac:picMk id="22" creationId="{20F1FD00-8780-9399-F71D-28D4308D81C0}"/>
          </ac:picMkLst>
        </pc:picChg>
        <pc:picChg chg="mod ord">
          <ac:chgData name="夌 雨" userId="d086e8e3883354a1" providerId="LiveId" clId="{22E14112-D619-425B-A681-184D005CDFD3}" dt="2025-07-12T15:36:03.121" v="2673" actId="13244"/>
          <ac:picMkLst>
            <pc:docMk/>
            <pc:sldMk cId="3424516315" sldId="281"/>
            <ac:picMk id="34" creationId="{AB268149-6039-3A57-13AB-685B225481DF}"/>
          </ac:picMkLst>
        </pc:picChg>
      </pc:sldChg>
      <pc:sldChg chg="modAnim">
        <pc:chgData name="夌 雨" userId="d086e8e3883354a1" providerId="LiveId" clId="{22E14112-D619-425B-A681-184D005CDFD3}" dt="2025-07-12T15:40:10.328" v="2709"/>
        <pc:sldMkLst>
          <pc:docMk/>
          <pc:sldMk cId="901394976" sldId="282"/>
        </pc:sldMkLst>
      </pc:sldChg>
      <pc:sldChg chg="addSp delSp modSp mod">
        <pc:chgData name="夌 雨" userId="d086e8e3883354a1" providerId="LiveId" clId="{22E14112-D619-425B-A681-184D005CDFD3}" dt="2025-07-14T04:45:25.618" v="2834" actId="962"/>
        <pc:sldMkLst>
          <pc:docMk/>
          <pc:sldMk cId="1511626961" sldId="283"/>
        </pc:sldMkLst>
        <pc:spChg chg="mod">
          <ac:chgData name="夌 雨" userId="d086e8e3883354a1" providerId="LiveId" clId="{22E14112-D619-425B-A681-184D005CDFD3}" dt="2025-07-14T04:41:28.051" v="2722"/>
          <ac:spMkLst>
            <pc:docMk/>
            <pc:sldMk cId="1511626961" sldId="283"/>
            <ac:spMk id="30" creationId="{86F9B62E-DA7B-C15D-AFF3-33D85488DFC8}"/>
          </ac:spMkLst>
        </pc:spChg>
        <pc:spChg chg="add mod">
          <ac:chgData name="夌 雨" userId="d086e8e3883354a1" providerId="LiveId" clId="{22E14112-D619-425B-A681-184D005CDFD3}" dt="2025-07-14T04:45:25.618" v="2834" actId="962"/>
          <ac:spMkLst>
            <pc:docMk/>
            <pc:sldMk cId="1511626961" sldId="283"/>
            <ac:spMk id="42" creationId="{4ECE82E4-00B7-DA22-1102-0F3EFF9D02A4}"/>
          </ac:spMkLst>
        </pc:spChg>
        <pc:grpChg chg="add mod">
          <ac:chgData name="夌 雨" userId="d086e8e3883354a1" providerId="LiveId" clId="{22E14112-D619-425B-A681-184D005CDFD3}" dt="2025-07-12T10:49:14.191" v="2261" actId="1076"/>
          <ac:grpSpMkLst>
            <pc:docMk/>
            <pc:sldMk cId="1511626961" sldId="283"/>
            <ac:grpSpMk id="29" creationId="{84525FBA-B5E7-32A8-BA7C-8B6503BF7138}"/>
          </ac:grpSpMkLst>
        </pc:grpChg>
        <pc:picChg chg="mod">
          <ac:chgData name="夌 雨" userId="d086e8e3883354a1" providerId="LiveId" clId="{22E14112-D619-425B-A681-184D005CDFD3}" dt="2025-07-12T10:49:08.947" v="2260"/>
          <ac:picMkLst>
            <pc:docMk/>
            <pc:sldMk cId="1511626961" sldId="283"/>
            <ac:picMk id="33" creationId="{9DE436E1-B2B0-38A9-356A-32F156719B2D}"/>
          </ac:picMkLst>
        </pc:picChg>
      </pc:sldChg>
      <pc:sldChg chg="modSp">
        <pc:chgData name="夌 雨" userId="d086e8e3883354a1" providerId="LiveId" clId="{22E14112-D619-425B-A681-184D005CDFD3}" dt="2025-07-14T04:48:12.484" v="2835"/>
        <pc:sldMkLst>
          <pc:docMk/>
          <pc:sldMk cId="2517288793" sldId="369"/>
        </pc:sldMkLst>
        <pc:spChg chg="mod">
          <ac:chgData name="夌 雨" userId="d086e8e3883354a1" providerId="LiveId" clId="{22E14112-D619-425B-A681-184D005CDFD3}" dt="2025-07-14T04:48:12.484" v="2835"/>
          <ac:spMkLst>
            <pc:docMk/>
            <pc:sldMk cId="2517288793" sldId="369"/>
            <ac:spMk id="11" creationId="{BAB65A6D-616D-3518-750D-2F512F4D046E}"/>
          </ac:spMkLst>
        </pc:spChg>
      </pc:sldChg>
      <pc:sldChg chg="modAnim">
        <pc:chgData name="夌 雨" userId="d086e8e3883354a1" providerId="LiveId" clId="{22E14112-D619-425B-A681-184D005CDFD3}" dt="2025-07-12T15:40:07.682" v="2708"/>
        <pc:sldMkLst>
          <pc:docMk/>
          <pc:sldMk cId="1291240992" sldId="383"/>
        </pc:sldMkLst>
      </pc:sldChg>
      <pc:sldChg chg="addSp delSp modSp mod">
        <pc:chgData name="夌 雨" userId="d086e8e3883354a1" providerId="LiveId" clId="{22E14112-D619-425B-A681-184D005CDFD3}" dt="2025-07-14T04:06:51.591" v="2718" actId="20577"/>
        <pc:sldMkLst>
          <pc:docMk/>
          <pc:sldMk cId="3166686578" sldId="390"/>
        </pc:sldMkLst>
        <pc:spChg chg="mod">
          <ac:chgData name="夌 雨" userId="d086e8e3883354a1" providerId="LiveId" clId="{22E14112-D619-425B-A681-184D005CDFD3}" dt="2025-07-12T15:27:44.069" v="2456" actId="2711"/>
          <ac:spMkLst>
            <pc:docMk/>
            <pc:sldMk cId="3166686578" sldId="390"/>
            <ac:spMk id="2" creationId="{D3BDF484-491C-FF8F-E241-FDC1BC83C9DF}"/>
          </ac:spMkLst>
        </pc:spChg>
        <pc:spChg chg="mod">
          <ac:chgData name="夌 雨" userId="d086e8e3883354a1" providerId="LiveId" clId="{22E14112-D619-425B-A681-184D005CDFD3}" dt="2025-07-12T15:27:53.890" v="2458" actId="113"/>
          <ac:spMkLst>
            <pc:docMk/>
            <pc:sldMk cId="3166686578" sldId="390"/>
            <ac:spMk id="6" creationId="{5525C194-5959-DF8F-C977-4C08BA20F7A7}"/>
          </ac:spMkLst>
        </pc:spChg>
        <pc:spChg chg="mod">
          <ac:chgData name="夌 雨" userId="d086e8e3883354a1" providerId="LiveId" clId="{22E14112-D619-425B-A681-184D005CDFD3}" dt="2025-07-12T08:09:56.388" v="3" actId="20577"/>
          <ac:spMkLst>
            <pc:docMk/>
            <pc:sldMk cId="3166686578" sldId="390"/>
            <ac:spMk id="43" creationId="{00F0AEC8-2784-AF87-E37F-CCDCE002C2D9}"/>
          </ac:spMkLst>
        </pc:spChg>
        <pc:spChg chg="mod">
          <ac:chgData name="夌 雨" userId="d086e8e3883354a1" providerId="LiveId" clId="{22E14112-D619-425B-A681-184D005CDFD3}" dt="2025-07-14T04:06:51.591" v="2718" actId="20577"/>
          <ac:spMkLst>
            <pc:docMk/>
            <pc:sldMk cId="3166686578" sldId="390"/>
            <ac:spMk id="45" creationId="{8A30E31C-3906-BB1B-C7F0-48F94D7F3B82}"/>
          </ac:spMkLst>
        </pc:spChg>
      </pc:sldChg>
      <pc:sldChg chg="addSp delSp modSp mod modTransition delAnim">
        <pc:chgData name="夌 雨" userId="d086e8e3883354a1" providerId="LiveId" clId="{22E14112-D619-425B-A681-184D005CDFD3}" dt="2025-07-12T15:31:28.198" v="2584" actId="962"/>
        <pc:sldMkLst>
          <pc:docMk/>
          <pc:sldMk cId="1417046517" sldId="393"/>
        </pc:sldMkLst>
        <pc:spChg chg="mod">
          <ac:chgData name="夌 雨" userId="d086e8e3883354a1" providerId="LiveId" clId="{22E14112-D619-425B-A681-184D005CDFD3}" dt="2025-07-12T15:18:18.472" v="2371"/>
          <ac:spMkLst>
            <pc:docMk/>
            <pc:sldMk cId="1417046517" sldId="393"/>
            <ac:spMk id="20" creationId="{F8D9629F-7002-8C02-220A-485FD6C338DD}"/>
          </ac:spMkLst>
        </pc:spChg>
        <pc:spChg chg="mod">
          <ac:chgData name="夌 雨" userId="d086e8e3883354a1" providerId="LiveId" clId="{22E14112-D619-425B-A681-184D005CDFD3}" dt="2025-07-12T15:18:18.472" v="2371"/>
          <ac:spMkLst>
            <pc:docMk/>
            <pc:sldMk cId="1417046517" sldId="393"/>
            <ac:spMk id="21" creationId="{9225CF92-D1AF-76C8-EB0F-D31CFFEA838D}"/>
          </ac:spMkLst>
        </pc:spChg>
        <pc:spChg chg="mod topLvl">
          <ac:chgData name="夌 雨" userId="d086e8e3883354a1" providerId="LiveId" clId="{22E14112-D619-425B-A681-184D005CDFD3}" dt="2025-07-12T08:16:24.780" v="26" actId="165"/>
          <ac:spMkLst>
            <pc:docMk/>
            <pc:sldMk cId="1417046517" sldId="393"/>
            <ac:spMk id="25" creationId="{A0B33A79-EA9D-189F-A4B5-3B2A39A81887}"/>
          </ac:spMkLst>
        </pc:spChg>
        <pc:spChg chg="mod topLvl">
          <ac:chgData name="夌 雨" userId="d086e8e3883354a1" providerId="LiveId" clId="{22E14112-D619-425B-A681-184D005CDFD3}" dt="2025-07-12T08:16:34.233" v="28" actId="962"/>
          <ac:spMkLst>
            <pc:docMk/>
            <pc:sldMk cId="1417046517" sldId="393"/>
            <ac:spMk id="26" creationId="{488E026F-29AF-5096-9C05-CEAD7E3369CF}"/>
          </ac:spMkLst>
        </pc:spChg>
        <pc:grpChg chg="add mod">
          <ac:chgData name="夌 雨" userId="d086e8e3883354a1" providerId="LiveId" clId="{22E14112-D619-425B-A681-184D005CDFD3}" dt="2025-07-12T15:18:18.472" v="2371"/>
          <ac:grpSpMkLst>
            <pc:docMk/>
            <pc:sldMk cId="1417046517" sldId="393"/>
            <ac:grpSpMk id="13" creationId="{A3BEEC54-7628-D59D-E772-885395BBAB86}"/>
          </ac:grpSpMkLst>
        </pc:grpChg>
        <pc:grpChg chg="mod">
          <ac:chgData name="夌 雨" userId="d086e8e3883354a1" providerId="LiveId" clId="{22E14112-D619-425B-A681-184D005CDFD3}" dt="2025-07-12T15:18:18.472" v="2371"/>
          <ac:grpSpMkLst>
            <pc:docMk/>
            <pc:sldMk cId="1417046517" sldId="393"/>
            <ac:grpSpMk id="19" creationId="{42EF746D-2AC9-E718-7C24-D7C092F4B28E}"/>
          </ac:grpSpMkLst>
        </pc:grpChg>
        <pc:picChg chg="mod">
          <ac:chgData name="夌 雨" userId="d086e8e3883354a1" providerId="LiveId" clId="{22E14112-D619-425B-A681-184D005CDFD3}" dt="2025-07-12T15:18:18.472" v="2371"/>
          <ac:picMkLst>
            <pc:docMk/>
            <pc:sldMk cId="1417046517" sldId="393"/>
            <ac:picMk id="22" creationId="{2AA5C00E-6305-CDAE-F390-B6D44CC2FC50}"/>
          </ac:picMkLst>
        </pc:picChg>
        <pc:picChg chg="mod topLvl">
          <ac:chgData name="夌 雨" userId="d086e8e3883354a1" providerId="LiveId" clId="{22E14112-D619-425B-A681-184D005CDFD3}" dt="2025-07-12T15:31:28.198" v="2584" actId="962"/>
          <ac:picMkLst>
            <pc:docMk/>
            <pc:sldMk cId="1417046517" sldId="393"/>
            <ac:picMk id="27" creationId="{5EBED57A-1F4F-45DC-AFE4-6E5709560992}"/>
          </ac:picMkLst>
        </pc:picChg>
      </pc:sldChg>
      <pc:sldChg chg="addSp modSp mod">
        <pc:chgData name="夌 雨" userId="d086e8e3883354a1" providerId="LiveId" clId="{22E14112-D619-425B-A681-184D005CDFD3}" dt="2025-07-12T15:37:14.673" v="2689" actId="962"/>
        <pc:sldMkLst>
          <pc:docMk/>
          <pc:sldMk cId="1448947958" sldId="394"/>
        </pc:sldMkLst>
        <pc:spChg chg="mod">
          <ac:chgData name="夌 雨" userId="d086e8e3883354a1" providerId="LiveId" clId="{22E14112-D619-425B-A681-184D005CDFD3}" dt="2025-07-12T15:29:07.723" v="2461" actId="14100"/>
          <ac:spMkLst>
            <pc:docMk/>
            <pc:sldMk cId="1448947958" sldId="394"/>
            <ac:spMk id="2" creationId="{D8DBD783-115F-47BB-7EE8-21BC7F995FE4}"/>
          </ac:spMkLst>
        </pc:spChg>
        <pc:spChg chg="mod">
          <ac:chgData name="夌 雨" userId="d086e8e3883354a1" providerId="LiveId" clId="{22E14112-D619-425B-A681-184D005CDFD3}" dt="2025-07-12T08:17:27.240" v="55"/>
          <ac:spMkLst>
            <pc:docMk/>
            <pc:sldMk cId="1448947958" sldId="394"/>
            <ac:spMk id="4" creationId="{770C0757-042A-E06D-8874-AD494DFE8D0A}"/>
          </ac:spMkLst>
        </pc:spChg>
        <pc:picChg chg="add mod">
          <ac:chgData name="夌 雨" userId="d086e8e3883354a1" providerId="LiveId" clId="{22E14112-D619-425B-A681-184D005CDFD3}" dt="2025-07-12T15:31:16.620" v="2583" actId="14100"/>
          <ac:picMkLst>
            <pc:docMk/>
            <pc:sldMk cId="1448947958" sldId="394"/>
            <ac:picMk id="3" creationId="{8078A5D2-3958-AB67-1B08-7C0D41DF5315}"/>
          </ac:picMkLst>
        </pc:picChg>
        <pc:picChg chg="mod">
          <ac:chgData name="夌 雨" userId="d086e8e3883354a1" providerId="LiveId" clId="{22E14112-D619-425B-A681-184D005CDFD3}" dt="2025-07-12T15:37:14.673" v="2689" actId="962"/>
          <ac:picMkLst>
            <pc:docMk/>
            <pc:sldMk cId="1448947958" sldId="394"/>
            <ac:picMk id="26" creationId="{8FCE6D29-E1E3-61AF-88D5-2C25835E28F1}"/>
          </ac:picMkLst>
        </pc:picChg>
      </pc:sldChg>
      <pc:sldChg chg="addSp delSp modSp mod modTransition delAnim">
        <pc:chgData name="夌 雨" userId="d086e8e3883354a1" providerId="LiveId" clId="{22E14112-D619-425B-A681-184D005CDFD3}" dt="2025-07-12T09:07:10.303" v="943" actId="1076"/>
        <pc:sldMkLst>
          <pc:docMk/>
          <pc:sldMk cId="4206309939" sldId="395"/>
        </pc:sldMkLst>
        <pc:spChg chg="add mod">
          <ac:chgData name="夌 雨" userId="d086e8e3883354a1" providerId="LiveId" clId="{22E14112-D619-425B-A681-184D005CDFD3}" dt="2025-07-12T08:51:10.347" v="508" actId="207"/>
          <ac:spMkLst>
            <pc:docMk/>
            <pc:sldMk cId="4206309939" sldId="395"/>
            <ac:spMk id="3" creationId="{4828BE2B-2447-4E65-5ACD-0B47556F48AA}"/>
          </ac:spMkLst>
        </pc:spChg>
        <pc:spChg chg="add del mod">
          <ac:chgData name="夌 雨" userId="d086e8e3883354a1" providerId="LiveId" clId="{22E14112-D619-425B-A681-184D005CDFD3}" dt="2025-07-12T08:36:50.854" v="162" actId="12789"/>
          <ac:spMkLst>
            <pc:docMk/>
            <pc:sldMk cId="4206309939" sldId="395"/>
            <ac:spMk id="5" creationId="{4FB4EFD3-9BEA-B002-1D88-B98CF3F788CE}"/>
          </ac:spMkLst>
        </pc:spChg>
        <pc:spChg chg="add mod">
          <ac:chgData name="夌 雨" userId="d086e8e3883354a1" providerId="LiveId" clId="{22E14112-D619-425B-A681-184D005CDFD3}" dt="2025-07-12T08:48:32.872" v="389" actId="962"/>
          <ac:spMkLst>
            <pc:docMk/>
            <pc:sldMk cId="4206309939" sldId="395"/>
            <ac:spMk id="14" creationId="{70856925-F68C-60AD-8C0B-D95F6AC833B2}"/>
          </ac:spMkLst>
        </pc:spChg>
        <pc:spChg chg="add mod">
          <ac:chgData name="夌 雨" userId="d086e8e3883354a1" providerId="LiveId" clId="{22E14112-D619-425B-A681-184D005CDFD3}" dt="2025-07-12T08:36:50.854" v="162" actId="12789"/>
          <ac:spMkLst>
            <pc:docMk/>
            <pc:sldMk cId="4206309939" sldId="395"/>
            <ac:spMk id="16" creationId="{C1CAE8B1-A6A1-2C3E-782C-44AE4D6811FA}"/>
          </ac:spMkLst>
        </pc:spChg>
        <pc:spChg chg="add mod ord">
          <ac:chgData name="夌 雨" userId="d086e8e3883354a1" providerId="LiveId" clId="{22E14112-D619-425B-A681-184D005CDFD3}" dt="2025-07-12T08:52:33.993" v="516"/>
          <ac:spMkLst>
            <pc:docMk/>
            <pc:sldMk cId="4206309939" sldId="395"/>
            <ac:spMk id="23" creationId="{D1A993F5-CD5F-64B6-8FE9-2DE092F7F445}"/>
          </ac:spMkLst>
        </pc:spChg>
        <pc:spChg chg="add mod">
          <ac:chgData name="夌 雨" userId="d086e8e3883354a1" providerId="LiveId" clId="{22E14112-D619-425B-A681-184D005CDFD3}" dt="2025-07-12T08:52:40.285" v="517"/>
          <ac:spMkLst>
            <pc:docMk/>
            <pc:sldMk cId="4206309939" sldId="395"/>
            <ac:spMk id="27" creationId="{6817189B-084D-84AA-E4B7-06DCE67F0CAF}"/>
          </ac:spMkLst>
        </pc:spChg>
        <pc:spChg chg="add mod">
          <ac:chgData name="夌 雨" userId="d086e8e3883354a1" providerId="LiveId" clId="{22E14112-D619-425B-A681-184D005CDFD3}" dt="2025-07-12T08:52:49.412" v="518"/>
          <ac:spMkLst>
            <pc:docMk/>
            <pc:sldMk cId="4206309939" sldId="395"/>
            <ac:spMk id="28" creationId="{4555870D-44B7-6621-7C5E-588BA585B2D6}"/>
          </ac:spMkLst>
        </pc:spChg>
        <pc:spChg chg="add del mod">
          <ac:chgData name="夌 雨" userId="d086e8e3883354a1" providerId="LiveId" clId="{22E14112-D619-425B-A681-184D005CDFD3}" dt="2025-07-12T08:52:20.687" v="515"/>
          <ac:spMkLst>
            <pc:docMk/>
            <pc:sldMk cId="4206309939" sldId="395"/>
            <ac:spMk id="29" creationId="{2BD4FB63-121C-6A1C-CFFE-73CED5691010}"/>
          </ac:spMkLst>
        </pc:spChg>
        <pc:spChg chg="add mod">
          <ac:chgData name="夌 雨" userId="d086e8e3883354a1" providerId="LiveId" clId="{22E14112-D619-425B-A681-184D005CDFD3}" dt="2025-07-12T08:49:29.610" v="446" actId="1036"/>
          <ac:spMkLst>
            <pc:docMk/>
            <pc:sldMk cId="4206309939" sldId="395"/>
            <ac:spMk id="30" creationId="{19C3E465-8EBA-5285-E879-5B9F781E4631}"/>
          </ac:spMkLst>
        </pc:spChg>
        <pc:spChg chg="add mod">
          <ac:chgData name="夌 雨" userId="d086e8e3883354a1" providerId="LiveId" clId="{22E14112-D619-425B-A681-184D005CDFD3}" dt="2025-07-12T08:52:55.107" v="519"/>
          <ac:spMkLst>
            <pc:docMk/>
            <pc:sldMk cId="4206309939" sldId="395"/>
            <ac:spMk id="31" creationId="{3D8B316A-6BA3-04A0-76C7-9D3FF8C4C13C}"/>
          </ac:spMkLst>
        </pc:spChg>
        <pc:spChg chg="mod">
          <ac:chgData name="夌 雨" userId="d086e8e3883354a1" providerId="LiveId" clId="{22E14112-D619-425B-A681-184D005CDFD3}" dt="2025-07-12T09:06:55.675" v="941" actId="207"/>
          <ac:spMkLst>
            <pc:docMk/>
            <pc:sldMk cId="4206309939" sldId="395"/>
            <ac:spMk id="33" creationId="{6DD8A000-F7B0-EAAA-C167-EF77DF408B67}"/>
          </ac:spMkLst>
        </pc:spChg>
        <pc:grpChg chg="add mod">
          <ac:chgData name="夌 雨" userId="d086e8e3883354a1" providerId="LiveId" clId="{22E14112-D619-425B-A681-184D005CDFD3}" dt="2025-07-12T08:47:20.615" v="381" actId="1076"/>
          <ac:grpSpMkLst>
            <pc:docMk/>
            <pc:sldMk cId="4206309939" sldId="395"/>
            <ac:grpSpMk id="17" creationId="{57DDB24D-6EEE-B53A-8220-64D7E410A5BE}"/>
          </ac:grpSpMkLst>
        </pc:grpChg>
        <pc:grpChg chg="add mod">
          <ac:chgData name="夌 雨" userId="d086e8e3883354a1" providerId="LiveId" clId="{22E14112-D619-425B-A681-184D005CDFD3}" dt="2025-07-12T09:07:10.303" v="943" actId="1076"/>
          <ac:grpSpMkLst>
            <pc:docMk/>
            <pc:sldMk cId="4206309939" sldId="395"/>
            <ac:grpSpMk id="32" creationId="{10E952B6-19DA-478C-1797-6535250719D7}"/>
          </ac:grpSpMkLst>
        </pc:grpChg>
        <pc:picChg chg="mod">
          <ac:chgData name="夌 雨" userId="d086e8e3883354a1" providerId="LiveId" clId="{22E14112-D619-425B-A681-184D005CDFD3}" dt="2025-07-12T09:06:47.538" v="939" actId="207"/>
          <ac:picMkLst>
            <pc:docMk/>
            <pc:sldMk cId="4206309939" sldId="395"/>
            <ac:picMk id="34" creationId="{4550E4BB-D9A5-61E4-5BA7-6D42A61388E2}"/>
          </ac:picMkLst>
        </pc:picChg>
      </pc:sldChg>
      <pc:sldChg chg="delSp modSp del mod">
        <pc:chgData name="夌 雨" userId="d086e8e3883354a1" providerId="LiveId" clId="{22E14112-D619-425B-A681-184D005CDFD3}" dt="2025-07-12T08:47:23.772" v="382" actId="47"/>
        <pc:sldMkLst>
          <pc:docMk/>
          <pc:sldMk cId="1975673580" sldId="396"/>
        </pc:sldMkLst>
      </pc:sldChg>
      <pc:sldChg chg="addSp delSp modSp mod modTransition">
        <pc:chgData name="夌 雨" userId="d086e8e3883354a1" providerId="LiveId" clId="{22E14112-D619-425B-A681-184D005CDFD3}" dt="2025-07-12T09:07:17.869" v="944"/>
        <pc:sldMkLst>
          <pc:docMk/>
          <pc:sldMk cId="3387980511" sldId="396"/>
        </pc:sldMkLst>
        <pc:spChg chg="add del mod">
          <ac:chgData name="夌 雨" userId="d086e8e3883354a1" providerId="LiveId" clId="{22E14112-D619-425B-A681-184D005CDFD3}" dt="2025-07-12T08:51:14.765" v="509" actId="207"/>
          <ac:spMkLst>
            <pc:docMk/>
            <pc:sldMk cId="3387980511" sldId="396"/>
            <ac:spMk id="3" creationId="{84D58DE7-B059-9AF2-9CF8-EF48E686B22A}"/>
          </ac:spMkLst>
        </pc:spChg>
        <pc:spChg chg="add mod">
          <ac:chgData name="夌 雨" userId="d086e8e3883354a1" providerId="LiveId" clId="{22E14112-D619-425B-A681-184D005CDFD3}" dt="2025-07-12T08:53:33.290" v="546" actId="207"/>
          <ac:spMkLst>
            <pc:docMk/>
            <pc:sldMk cId="3387980511" sldId="396"/>
            <ac:spMk id="4" creationId="{E419A849-4AC4-8A6D-3A30-64289496447E}"/>
          </ac:spMkLst>
        </pc:spChg>
        <pc:spChg chg="mod">
          <ac:chgData name="夌 雨" userId="d086e8e3883354a1" providerId="LiveId" clId="{22E14112-D619-425B-A681-184D005CDFD3}" dt="2025-07-12T08:56:47.906" v="729" actId="208"/>
          <ac:spMkLst>
            <pc:docMk/>
            <pc:sldMk cId="3387980511" sldId="396"/>
            <ac:spMk id="5" creationId="{D7F6FA5A-4B20-24B7-5675-B7DDC2BD801B}"/>
          </ac:spMkLst>
        </pc:spChg>
        <pc:spChg chg="add mod">
          <ac:chgData name="夌 雨" userId="d086e8e3883354a1" providerId="LiveId" clId="{22E14112-D619-425B-A681-184D005CDFD3}" dt="2025-07-12T08:53:37.940" v="548" actId="207"/>
          <ac:spMkLst>
            <pc:docMk/>
            <pc:sldMk cId="3387980511" sldId="396"/>
            <ac:spMk id="6" creationId="{295FE2BF-44C5-9224-BB8B-8A87DD0F1EB9}"/>
          </ac:spMkLst>
        </pc:spChg>
        <pc:spChg chg="add mod">
          <ac:chgData name="夌 雨" userId="d086e8e3883354a1" providerId="LiveId" clId="{22E14112-D619-425B-A681-184D005CDFD3}" dt="2025-07-12T08:53:45.416" v="551" actId="207"/>
          <ac:spMkLst>
            <pc:docMk/>
            <pc:sldMk cId="3387980511" sldId="396"/>
            <ac:spMk id="7" creationId="{8AFBEA64-B1A4-20E8-6F75-BC3BF6995EB2}"/>
          </ac:spMkLst>
        </pc:spChg>
        <pc:spChg chg="add mod">
          <ac:chgData name="夌 雨" userId="d086e8e3883354a1" providerId="LiveId" clId="{22E14112-D619-425B-A681-184D005CDFD3}" dt="2025-07-12T08:53:50.145" v="555" actId="207"/>
          <ac:spMkLst>
            <pc:docMk/>
            <pc:sldMk cId="3387980511" sldId="396"/>
            <ac:spMk id="8" creationId="{C3C14944-688A-F0CF-A3AE-F53D032E3ED6}"/>
          </ac:spMkLst>
        </pc:spChg>
        <pc:spChg chg="add mod">
          <ac:chgData name="夌 雨" userId="d086e8e3883354a1" providerId="LiveId" clId="{22E14112-D619-425B-A681-184D005CDFD3}" dt="2025-07-12T08:53:17.224" v="521"/>
          <ac:spMkLst>
            <pc:docMk/>
            <pc:sldMk cId="3387980511" sldId="396"/>
            <ac:spMk id="9" creationId="{5ECAD174-FA00-A2FB-F5CA-0357F5C98948}"/>
          </ac:spMkLst>
        </pc:spChg>
        <pc:spChg chg="add mod">
          <ac:chgData name="夌 雨" userId="d086e8e3883354a1" providerId="LiveId" clId="{22E14112-D619-425B-A681-184D005CDFD3}" dt="2025-07-12T08:53:47.623" v="553" actId="207"/>
          <ac:spMkLst>
            <pc:docMk/>
            <pc:sldMk cId="3387980511" sldId="396"/>
            <ac:spMk id="10" creationId="{049D16DA-CBE1-F3F1-7D4B-19CCC12C81BB}"/>
          </ac:spMkLst>
        </pc:spChg>
        <pc:spChg chg="mod">
          <ac:chgData name="夌 雨" userId="d086e8e3883354a1" providerId="LiveId" clId="{22E14112-D619-425B-A681-184D005CDFD3}" dt="2025-07-12T09:07:17.869" v="944"/>
          <ac:spMkLst>
            <pc:docMk/>
            <pc:sldMk cId="3387980511" sldId="396"/>
            <ac:spMk id="12" creationId="{42284923-BFD6-0417-0DA2-55528681F7F0}"/>
          </ac:spMkLst>
        </pc:spChg>
        <pc:spChg chg="mod">
          <ac:chgData name="夌 雨" userId="d086e8e3883354a1" providerId="LiveId" clId="{22E14112-D619-425B-A681-184D005CDFD3}" dt="2025-07-12T08:57:03.910" v="731" actId="207"/>
          <ac:spMkLst>
            <pc:docMk/>
            <pc:sldMk cId="3387980511" sldId="396"/>
            <ac:spMk id="16" creationId="{57C754A9-1B76-90A7-907E-081A7C9E39F1}"/>
          </ac:spMkLst>
        </pc:spChg>
        <pc:grpChg chg="add mod">
          <ac:chgData name="夌 雨" userId="d086e8e3883354a1" providerId="LiveId" clId="{22E14112-D619-425B-A681-184D005CDFD3}" dt="2025-07-12T09:07:17.869" v="944"/>
          <ac:grpSpMkLst>
            <pc:docMk/>
            <pc:sldMk cId="3387980511" sldId="396"/>
            <ac:grpSpMk id="11" creationId="{1095C5F1-00F4-741C-19AD-C981D67FBE3F}"/>
          </ac:grpSpMkLst>
        </pc:grpChg>
        <pc:picChg chg="mod">
          <ac:chgData name="夌 雨" userId="d086e8e3883354a1" providerId="LiveId" clId="{22E14112-D619-425B-A681-184D005CDFD3}" dt="2025-07-12T09:07:17.869" v="944"/>
          <ac:picMkLst>
            <pc:docMk/>
            <pc:sldMk cId="3387980511" sldId="396"/>
            <ac:picMk id="13" creationId="{BF3F0A12-367C-5706-BB59-E70C5B614F84}"/>
          </ac:picMkLst>
        </pc:picChg>
      </pc:sldChg>
      <pc:sldChg chg="addSp delSp modSp mod modAnim">
        <pc:chgData name="夌 雨" userId="d086e8e3883354a1" providerId="LiveId" clId="{22E14112-D619-425B-A681-184D005CDFD3}" dt="2025-07-12T11:06:40.559" v="2349"/>
        <pc:sldMkLst>
          <pc:docMk/>
          <pc:sldMk cId="2246249523" sldId="397"/>
        </pc:sldMkLst>
        <pc:spChg chg="add mod">
          <ac:chgData name="夌 雨" userId="d086e8e3883354a1" providerId="LiveId" clId="{22E14112-D619-425B-A681-184D005CDFD3}" dt="2025-07-12T08:54:41.843" v="640" actId="207"/>
          <ac:spMkLst>
            <pc:docMk/>
            <pc:sldMk cId="2246249523" sldId="397"/>
            <ac:spMk id="2" creationId="{4303DACC-DFD9-8001-F744-B45921C027E1}"/>
          </ac:spMkLst>
        </pc:spChg>
        <pc:spChg chg="add mod">
          <ac:chgData name="夌 雨" userId="d086e8e3883354a1" providerId="LiveId" clId="{22E14112-D619-425B-A681-184D005CDFD3}" dt="2025-07-12T08:54:20.912" v="608" actId="1036"/>
          <ac:spMkLst>
            <pc:docMk/>
            <pc:sldMk cId="2246249523" sldId="397"/>
            <ac:spMk id="4" creationId="{D8BCFC98-DDD6-C07A-5BF4-69DC3987135D}"/>
          </ac:spMkLst>
        </pc:spChg>
        <pc:spChg chg="add mod">
          <ac:chgData name="夌 雨" userId="d086e8e3883354a1" providerId="LiveId" clId="{22E14112-D619-425B-A681-184D005CDFD3}" dt="2025-07-12T08:54:32.760" v="619" actId="207"/>
          <ac:spMkLst>
            <pc:docMk/>
            <pc:sldMk cId="2246249523" sldId="397"/>
            <ac:spMk id="6" creationId="{08BDAE5A-0B5F-C2A2-2270-DB73B635117C}"/>
          </ac:spMkLst>
        </pc:spChg>
        <pc:spChg chg="add mod">
          <ac:chgData name="夌 雨" userId="d086e8e3883354a1" providerId="LiveId" clId="{22E14112-D619-425B-A681-184D005CDFD3}" dt="2025-07-12T08:54:44.283" v="642" actId="207"/>
          <ac:spMkLst>
            <pc:docMk/>
            <pc:sldMk cId="2246249523" sldId="397"/>
            <ac:spMk id="7" creationId="{AEC99A08-AC01-94CB-F647-AAD4E9DE1DF9}"/>
          </ac:spMkLst>
        </pc:spChg>
        <pc:spChg chg="add mod">
          <ac:chgData name="夌 雨" userId="d086e8e3883354a1" providerId="LiveId" clId="{22E14112-D619-425B-A681-184D005CDFD3}" dt="2025-07-12T08:54:01.611" v="557"/>
          <ac:spMkLst>
            <pc:docMk/>
            <pc:sldMk cId="2246249523" sldId="397"/>
            <ac:spMk id="8" creationId="{C09669FC-4EA1-A501-4CAD-F816E6480C9B}"/>
          </ac:spMkLst>
        </pc:spChg>
        <pc:spChg chg="add mod">
          <ac:chgData name="夌 雨" userId="d086e8e3883354a1" providerId="LiveId" clId="{22E14112-D619-425B-A681-184D005CDFD3}" dt="2025-07-12T08:54:36.520" v="628" actId="207"/>
          <ac:spMkLst>
            <pc:docMk/>
            <pc:sldMk cId="2246249523" sldId="397"/>
            <ac:spMk id="9" creationId="{76149D65-37FD-1C21-676E-2EA2C450540F}"/>
          </ac:spMkLst>
        </pc:spChg>
        <pc:spChg chg="mod">
          <ac:chgData name="夌 雨" userId="d086e8e3883354a1" providerId="LiveId" clId="{22E14112-D619-425B-A681-184D005CDFD3}" dt="2025-07-12T09:07:19.046" v="945"/>
          <ac:spMkLst>
            <pc:docMk/>
            <pc:sldMk cId="2246249523" sldId="397"/>
            <ac:spMk id="11" creationId="{F8644540-039B-8B6B-EF39-B837D13EEFDB}"/>
          </ac:spMkLst>
        </pc:spChg>
        <pc:spChg chg="mod">
          <ac:chgData name="夌 雨" userId="d086e8e3883354a1" providerId="LiveId" clId="{22E14112-D619-425B-A681-184D005CDFD3}" dt="2025-07-12T10:10:30.055" v="2125" actId="1076"/>
          <ac:spMkLst>
            <pc:docMk/>
            <pc:sldMk cId="2246249523" sldId="397"/>
            <ac:spMk id="14" creationId="{CFA217F5-D5DA-8BC7-502F-99633115D78F}"/>
          </ac:spMkLst>
        </pc:spChg>
        <pc:grpChg chg="add mod">
          <ac:chgData name="夌 雨" userId="d086e8e3883354a1" providerId="LiveId" clId="{22E14112-D619-425B-A681-184D005CDFD3}" dt="2025-07-12T09:07:19.046" v="945"/>
          <ac:grpSpMkLst>
            <pc:docMk/>
            <pc:sldMk cId="2246249523" sldId="397"/>
            <ac:grpSpMk id="10" creationId="{9C2CF91F-D611-A585-229D-8D16BE6598BA}"/>
          </ac:grpSpMkLst>
        </pc:grpChg>
        <pc:picChg chg="mod">
          <ac:chgData name="夌 雨" userId="d086e8e3883354a1" providerId="LiveId" clId="{22E14112-D619-425B-A681-184D005CDFD3}" dt="2025-07-12T09:07:19.046" v="945"/>
          <ac:picMkLst>
            <pc:docMk/>
            <pc:sldMk cId="2246249523" sldId="397"/>
            <ac:picMk id="12" creationId="{BA0A0E6D-E864-5568-66EF-A146DC936782}"/>
          </ac:picMkLst>
        </pc:picChg>
      </pc:sldChg>
      <pc:sldChg chg="add del setBg">
        <pc:chgData name="夌 雨" userId="d086e8e3883354a1" providerId="LiveId" clId="{22E14112-D619-425B-A681-184D005CDFD3}" dt="2025-07-12T08:51:33.888" v="512" actId="47"/>
        <pc:sldMkLst>
          <pc:docMk/>
          <pc:sldMk cId="3333194152" sldId="398"/>
        </pc:sldMkLst>
      </pc:sldChg>
      <pc:sldChg chg="addSp delSp modSp mod">
        <pc:chgData name="夌 雨" userId="d086e8e3883354a1" providerId="LiveId" clId="{22E14112-D619-425B-A681-184D005CDFD3}" dt="2025-07-12T09:07:19.622" v="946"/>
        <pc:sldMkLst>
          <pc:docMk/>
          <pc:sldMk cId="3558132601" sldId="398"/>
        </pc:sldMkLst>
        <pc:spChg chg="add mod">
          <ac:chgData name="夌 雨" userId="d086e8e3883354a1" providerId="LiveId" clId="{22E14112-D619-425B-A681-184D005CDFD3}" dt="2025-07-12T08:55:32.512" v="711" actId="207"/>
          <ac:spMkLst>
            <pc:docMk/>
            <pc:sldMk cId="3558132601" sldId="398"/>
            <ac:spMk id="2" creationId="{67166222-95A2-A87C-3CAC-083737CFBEFE}"/>
          </ac:spMkLst>
        </pc:spChg>
        <pc:spChg chg="add mod">
          <ac:chgData name="夌 雨" userId="d086e8e3883354a1" providerId="LiveId" clId="{22E14112-D619-425B-A681-184D005CDFD3}" dt="2025-07-12T08:55:28.976" v="709" actId="207"/>
          <ac:spMkLst>
            <pc:docMk/>
            <pc:sldMk cId="3558132601" sldId="398"/>
            <ac:spMk id="4" creationId="{5941BAB8-FD7F-D634-DFD9-E50238238598}"/>
          </ac:spMkLst>
        </pc:spChg>
        <pc:spChg chg="mod">
          <ac:chgData name="夌 雨" userId="d086e8e3883354a1" providerId="LiveId" clId="{22E14112-D619-425B-A681-184D005CDFD3}" dt="2025-07-12T08:57:23.300" v="732" actId="208"/>
          <ac:spMkLst>
            <pc:docMk/>
            <pc:sldMk cId="3558132601" sldId="398"/>
            <ac:spMk id="5" creationId="{D2147A26-49BE-6430-D774-62A350B700AF}"/>
          </ac:spMkLst>
        </pc:spChg>
        <pc:spChg chg="add mod">
          <ac:chgData name="夌 雨" userId="d086e8e3883354a1" providerId="LiveId" clId="{22E14112-D619-425B-A681-184D005CDFD3}" dt="2025-07-12T08:55:25.716" v="708" actId="207"/>
          <ac:spMkLst>
            <pc:docMk/>
            <pc:sldMk cId="3558132601" sldId="398"/>
            <ac:spMk id="6" creationId="{2E6D6ACF-A8EA-5E06-4A67-30E9F0E0E473}"/>
          </ac:spMkLst>
        </pc:spChg>
        <pc:spChg chg="add mod">
          <ac:chgData name="夌 雨" userId="d086e8e3883354a1" providerId="LiveId" clId="{22E14112-D619-425B-A681-184D005CDFD3}" dt="2025-07-12T08:58:37.991" v="761" actId="3626"/>
          <ac:spMkLst>
            <pc:docMk/>
            <pc:sldMk cId="3558132601" sldId="398"/>
            <ac:spMk id="7" creationId="{19186F1E-BA7D-C67E-C83D-7B9469B634CD}"/>
          </ac:spMkLst>
        </pc:spChg>
        <pc:spChg chg="add mod">
          <ac:chgData name="夌 雨" userId="d086e8e3883354a1" providerId="LiveId" clId="{22E14112-D619-425B-A681-184D005CDFD3}" dt="2025-07-12T08:54:54.393" v="644"/>
          <ac:spMkLst>
            <pc:docMk/>
            <pc:sldMk cId="3558132601" sldId="398"/>
            <ac:spMk id="8" creationId="{19811773-B589-65FE-29CD-4A003C19A65E}"/>
          </ac:spMkLst>
        </pc:spChg>
        <pc:spChg chg="add mod">
          <ac:chgData name="夌 雨" userId="d086e8e3883354a1" providerId="LiveId" clId="{22E14112-D619-425B-A681-184D005CDFD3}" dt="2025-07-12T08:55:21.285" v="702" actId="207"/>
          <ac:spMkLst>
            <pc:docMk/>
            <pc:sldMk cId="3558132601" sldId="398"/>
            <ac:spMk id="9" creationId="{08A4ACE9-9BED-7D71-9E50-69FB58534D28}"/>
          </ac:spMkLst>
        </pc:spChg>
        <pc:spChg chg="mod">
          <ac:chgData name="夌 雨" userId="d086e8e3883354a1" providerId="LiveId" clId="{22E14112-D619-425B-A681-184D005CDFD3}" dt="2025-07-12T09:07:19.622" v="946"/>
          <ac:spMkLst>
            <pc:docMk/>
            <pc:sldMk cId="3558132601" sldId="398"/>
            <ac:spMk id="11" creationId="{6899C10F-12AA-68CD-1A06-C671498EF1B1}"/>
          </ac:spMkLst>
        </pc:spChg>
        <pc:grpChg chg="add mod">
          <ac:chgData name="夌 雨" userId="d086e8e3883354a1" providerId="LiveId" clId="{22E14112-D619-425B-A681-184D005CDFD3}" dt="2025-07-12T09:07:19.622" v="946"/>
          <ac:grpSpMkLst>
            <pc:docMk/>
            <pc:sldMk cId="3558132601" sldId="398"/>
            <ac:grpSpMk id="10" creationId="{DDA15DC3-A8F4-B6AA-AFDC-FECB3BA53DD3}"/>
          </ac:grpSpMkLst>
        </pc:grpChg>
        <pc:picChg chg="mod">
          <ac:chgData name="夌 雨" userId="d086e8e3883354a1" providerId="LiveId" clId="{22E14112-D619-425B-A681-184D005CDFD3}" dt="2025-07-12T09:07:19.622" v="946"/>
          <ac:picMkLst>
            <pc:docMk/>
            <pc:sldMk cId="3558132601" sldId="398"/>
            <ac:picMk id="12" creationId="{6D6FBF2F-FB2C-B5F0-74AE-7CE85A908E2E}"/>
          </ac:picMkLst>
        </pc:picChg>
      </pc:sldChg>
      <pc:sldChg chg="addSp delSp modSp add del mod addAnim delAnim modAnim">
        <pc:chgData name="夌 雨" userId="d086e8e3883354a1" providerId="LiveId" clId="{22E14112-D619-425B-A681-184D005CDFD3}" dt="2025-07-12T09:07:29.620" v="952" actId="13244"/>
        <pc:sldMkLst>
          <pc:docMk/>
          <pc:sldMk cId="3006065878" sldId="399"/>
        </pc:sldMkLst>
        <pc:spChg chg="add del mod">
          <ac:chgData name="夌 雨" userId="d086e8e3883354a1" providerId="LiveId" clId="{22E14112-D619-425B-A681-184D005CDFD3}" dt="2025-07-12T09:05:05.378" v="928" actId="478"/>
          <ac:spMkLst>
            <pc:docMk/>
            <pc:sldMk cId="3006065878" sldId="399"/>
            <ac:spMk id="2" creationId="{D90E729F-D8E9-7D46-87A6-785202F198A1}"/>
          </ac:spMkLst>
        </pc:spChg>
        <pc:spChg chg="add del">
          <ac:chgData name="夌 雨" userId="d086e8e3883354a1" providerId="LiveId" clId="{22E14112-D619-425B-A681-184D005CDFD3}" dt="2025-07-12T09:05:05.378" v="928" actId="478"/>
          <ac:spMkLst>
            <pc:docMk/>
            <pc:sldMk cId="3006065878" sldId="399"/>
            <ac:spMk id="3" creationId="{CAE0BA88-1C98-D273-F7BC-A4EBAC5D2642}"/>
          </ac:spMkLst>
        </pc:spChg>
        <pc:spChg chg="add del mod">
          <ac:chgData name="夌 雨" userId="d086e8e3883354a1" providerId="LiveId" clId="{22E14112-D619-425B-A681-184D005CDFD3}" dt="2025-07-12T09:05:05.378" v="928" actId="478"/>
          <ac:spMkLst>
            <pc:docMk/>
            <pc:sldMk cId="3006065878" sldId="399"/>
            <ac:spMk id="4" creationId="{185FC92F-1562-2E78-2526-43C9DDB67CE3}"/>
          </ac:spMkLst>
        </pc:spChg>
        <pc:spChg chg="add del mod">
          <ac:chgData name="夌 雨" userId="d086e8e3883354a1" providerId="LiveId" clId="{22E14112-D619-425B-A681-184D005CDFD3}" dt="2025-07-12T09:05:05.378" v="928" actId="478"/>
          <ac:spMkLst>
            <pc:docMk/>
            <pc:sldMk cId="3006065878" sldId="399"/>
            <ac:spMk id="6" creationId="{A3C0D354-4434-85E1-2C1E-611704C6B524}"/>
          </ac:spMkLst>
        </pc:spChg>
        <pc:spChg chg="add del mod">
          <ac:chgData name="夌 雨" userId="d086e8e3883354a1" providerId="LiveId" clId="{22E14112-D619-425B-A681-184D005CDFD3}" dt="2025-07-12T09:05:05.378" v="928" actId="478"/>
          <ac:spMkLst>
            <pc:docMk/>
            <pc:sldMk cId="3006065878" sldId="399"/>
            <ac:spMk id="7" creationId="{FC91542A-F19E-9E60-C66A-4A1DC1DE62BA}"/>
          </ac:spMkLst>
        </pc:spChg>
        <pc:spChg chg="add del mod">
          <ac:chgData name="夌 雨" userId="d086e8e3883354a1" providerId="LiveId" clId="{22E14112-D619-425B-A681-184D005CDFD3}" dt="2025-07-12T09:05:05.378" v="928" actId="478"/>
          <ac:spMkLst>
            <pc:docMk/>
            <pc:sldMk cId="3006065878" sldId="399"/>
            <ac:spMk id="8" creationId="{3643BFFF-CEA5-3591-832A-1ADBC4B5BEF8}"/>
          </ac:spMkLst>
        </pc:spChg>
        <pc:spChg chg="add del mod">
          <ac:chgData name="夌 雨" userId="d086e8e3883354a1" providerId="LiveId" clId="{22E14112-D619-425B-A681-184D005CDFD3}" dt="2025-07-12T09:05:05.378" v="928" actId="478"/>
          <ac:spMkLst>
            <pc:docMk/>
            <pc:sldMk cId="3006065878" sldId="399"/>
            <ac:spMk id="9" creationId="{95EC393C-4E0B-9406-5AE0-EECBBCD6AD38}"/>
          </ac:spMkLst>
        </pc:spChg>
        <pc:spChg chg="add del">
          <ac:chgData name="夌 雨" userId="d086e8e3883354a1" providerId="LiveId" clId="{22E14112-D619-425B-A681-184D005CDFD3}" dt="2025-07-12T09:05:05.378" v="928" actId="478"/>
          <ac:spMkLst>
            <pc:docMk/>
            <pc:sldMk cId="3006065878" sldId="399"/>
            <ac:spMk id="14" creationId="{35486C73-1332-3C9D-985E-019E6CBA9527}"/>
          </ac:spMkLst>
        </pc:spChg>
        <pc:spChg chg="add mod">
          <ac:chgData name="夌 雨" userId="d086e8e3883354a1" providerId="LiveId" clId="{22E14112-D619-425B-A681-184D005CDFD3}" dt="2025-07-12T09:05:47.134" v="931"/>
          <ac:spMkLst>
            <pc:docMk/>
            <pc:sldMk cId="3006065878" sldId="399"/>
            <ac:spMk id="45" creationId="{E06305CD-9FA6-65EA-A635-08C0B0863C4A}"/>
          </ac:spMkLst>
        </pc:spChg>
        <pc:spChg chg="mod">
          <ac:chgData name="夌 雨" userId="d086e8e3883354a1" providerId="LiveId" clId="{22E14112-D619-425B-A681-184D005CDFD3}" dt="2025-07-12T09:05:47.134" v="931"/>
          <ac:spMkLst>
            <pc:docMk/>
            <pc:sldMk cId="3006065878" sldId="399"/>
            <ac:spMk id="47" creationId="{192C78D1-8E75-F605-8910-58CD3641D8D3}"/>
          </ac:spMkLst>
        </pc:spChg>
        <pc:spChg chg="mod">
          <ac:chgData name="夌 雨" userId="d086e8e3883354a1" providerId="LiveId" clId="{22E14112-D619-425B-A681-184D005CDFD3}" dt="2025-07-12T09:05:47.134" v="931"/>
          <ac:spMkLst>
            <pc:docMk/>
            <pc:sldMk cId="3006065878" sldId="399"/>
            <ac:spMk id="48" creationId="{6AA0F7D7-411F-96CA-5171-ED6BF3DCF80A}"/>
          </ac:spMkLst>
        </pc:spChg>
        <pc:spChg chg="mod">
          <ac:chgData name="夌 雨" userId="d086e8e3883354a1" providerId="LiveId" clId="{22E14112-D619-425B-A681-184D005CDFD3}" dt="2025-07-12T09:05:47.134" v="931"/>
          <ac:spMkLst>
            <pc:docMk/>
            <pc:sldMk cId="3006065878" sldId="399"/>
            <ac:spMk id="49" creationId="{3A32EF94-40C9-2C6D-8F29-CA1ED8E5637D}"/>
          </ac:spMkLst>
        </pc:spChg>
        <pc:spChg chg="mod">
          <ac:chgData name="夌 雨" userId="d086e8e3883354a1" providerId="LiveId" clId="{22E14112-D619-425B-A681-184D005CDFD3}" dt="2025-07-12T09:06:05.712" v="935"/>
          <ac:spMkLst>
            <pc:docMk/>
            <pc:sldMk cId="3006065878" sldId="399"/>
            <ac:spMk id="50" creationId="{0E9351AD-86A8-0811-239D-1CCF3EA31866}"/>
          </ac:spMkLst>
        </pc:spChg>
        <pc:spChg chg="mod">
          <ac:chgData name="夌 雨" userId="d086e8e3883354a1" providerId="LiveId" clId="{22E14112-D619-425B-A681-184D005CDFD3}" dt="2025-07-12T09:07:24.949" v="950"/>
          <ac:spMkLst>
            <pc:docMk/>
            <pc:sldMk cId="3006065878" sldId="399"/>
            <ac:spMk id="55" creationId="{BED2D5B4-E261-6028-FF82-A2F372A29C3F}"/>
          </ac:spMkLst>
        </pc:spChg>
        <pc:grpChg chg="add mod">
          <ac:chgData name="夌 雨" userId="d086e8e3883354a1" providerId="LiveId" clId="{22E14112-D619-425B-A681-184D005CDFD3}" dt="2025-07-12T09:05:47.134" v="931"/>
          <ac:grpSpMkLst>
            <pc:docMk/>
            <pc:sldMk cId="3006065878" sldId="399"/>
            <ac:grpSpMk id="46" creationId="{C2C758EF-5EE0-64DF-42AF-A374BE92D3E9}"/>
          </ac:grpSpMkLst>
        </pc:grpChg>
        <pc:grpChg chg="add mod ord">
          <ac:chgData name="夌 雨" userId="d086e8e3883354a1" providerId="LiveId" clId="{22E14112-D619-425B-A681-184D005CDFD3}" dt="2025-07-12T09:07:29.620" v="952" actId="13244"/>
          <ac:grpSpMkLst>
            <pc:docMk/>
            <pc:sldMk cId="3006065878" sldId="399"/>
            <ac:grpSpMk id="54" creationId="{BE5C448D-F9F4-0DBE-B2EB-675809C92E3D}"/>
          </ac:grpSpMkLst>
        </pc:grpChg>
        <pc:picChg chg="mod">
          <ac:chgData name="夌 雨" userId="d086e8e3883354a1" providerId="LiveId" clId="{22E14112-D619-425B-A681-184D005CDFD3}" dt="2025-07-12T09:07:24.949" v="950"/>
          <ac:picMkLst>
            <pc:docMk/>
            <pc:sldMk cId="3006065878" sldId="399"/>
            <ac:picMk id="56" creationId="{1D01E54E-3310-5788-6011-428EE7876F50}"/>
          </ac:picMkLst>
        </pc:picChg>
      </pc:sldChg>
      <pc:sldChg chg="addSp delSp modSp mod modTransition modAnim">
        <pc:chgData name="夌 雨" userId="d086e8e3883354a1" providerId="LiveId" clId="{22E14112-D619-425B-A681-184D005CDFD3}" dt="2025-07-12T09:01:45.591" v="835"/>
        <pc:sldMkLst>
          <pc:docMk/>
          <pc:sldMk cId="1483572674" sldId="400"/>
        </pc:sldMkLst>
        <pc:spChg chg="add mod">
          <ac:chgData name="夌 雨" userId="d086e8e3883354a1" providerId="LiveId" clId="{22E14112-D619-425B-A681-184D005CDFD3}" dt="2025-07-12T08:59:40.885" v="767"/>
          <ac:spMkLst>
            <pc:docMk/>
            <pc:sldMk cId="1483572674" sldId="400"/>
            <ac:spMk id="2" creationId="{D080FDAF-9820-3C3C-DEA7-D90327688E87}"/>
          </ac:spMkLst>
        </pc:spChg>
        <pc:spChg chg="mod">
          <ac:chgData name="夌 雨" userId="d086e8e3883354a1" providerId="LiveId" clId="{22E14112-D619-425B-A681-184D005CDFD3}" dt="2025-07-12T09:00:59.804" v="801" actId="14100"/>
          <ac:spMkLst>
            <pc:docMk/>
            <pc:sldMk cId="1483572674" sldId="400"/>
            <ac:spMk id="6" creationId="{66BBBB30-97F1-B93D-497C-0ABAA202CF00}"/>
          </ac:spMkLst>
        </pc:spChg>
        <pc:spChg chg="mod">
          <ac:chgData name="夌 雨" userId="d086e8e3883354a1" providerId="LiveId" clId="{22E14112-D619-425B-A681-184D005CDFD3}" dt="2025-07-12T08:59:45.124" v="769"/>
          <ac:spMkLst>
            <pc:docMk/>
            <pc:sldMk cId="1483572674" sldId="400"/>
            <ac:spMk id="7" creationId="{245A5F7B-8C7D-0508-17D5-0EEC8840B15F}"/>
          </ac:spMkLst>
        </pc:spChg>
        <pc:spChg chg="mod">
          <ac:chgData name="夌 雨" userId="d086e8e3883354a1" providerId="LiveId" clId="{22E14112-D619-425B-A681-184D005CDFD3}" dt="2025-07-12T09:00:15.554" v="790" actId="20577"/>
          <ac:spMkLst>
            <pc:docMk/>
            <pc:sldMk cId="1483572674" sldId="400"/>
            <ac:spMk id="8" creationId="{AD151DAE-337B-DFC6-59F3-3874262DC483}"/>
          </ac:spMkLst>
        </pc:spChg>
        <pc:spChg chg="mod">
          <ac:chgData name="夌 雨" userId="d086e8e3883354a1" providerId="LiveId" clId="{22E14112-D619-425B-A681-184D005CDFD3}" dt="2025-07-12T09:01:45.591" v="835"/>
          <ac:spMkLst>
            <pc:docMk/>
            <pc:sldMk cId="1483572674" sldId="400"/>
            <ac:spMk id="9" creationId="{E8AA789E-E8FB-C226-4E88-8C40A00C75E8}"/>
          </ac:spMkLst>
        </pc:spChg>
        <pc:grpChg chg="add mod">
          <ac:chgData name="夌 雨" userId="d086e8e3883354a1" providerId="LiveId" clId="{22E14112-D619-425B-A681-184D005CDFD3}" dt="2025-07-12T09:00:42.330" v="800" actId="1076"/>
          <ac:grpSpMkLst>
            <pc:docMk/>
            <pc:sldMk cId="1483572674" sldId="400"/>
            <ac:grpSpMk id="4" creationId="{4EF500DF-3AB8-A43F-3FFF-E1DFA4743492}"/>
          </ac:grpSpMkLst>
        </pc:grpChg>
      </pc:sldChg>
      <pc:sldChg chg="addSp delSp modSp mod delAnim">
        <pc:chgData name="夌 雨" userId="d086e8e3883354a1" providerId="LiveId" clId="{22E14112-D619-425B-A681-184D005CDFD3}" dt="2025-07-12T09:07:23.623" v="949"/>
        <pc:sldMkLst>
          <pc:docMk/>
          <pc:sldMk cId="443120698" sldId="401"/>
        </pc:sldMkLst>
        <pc:spChg chg="mod">
          <ac:chgData name="夌 雨" userId="d086e8e3883354a1" providerId="LiveId" clId="{22E14112-D619-425B-A681-184D005CDFD3}" dt="2025-07-12T09:07:23.623" v="949"/>
          <ac:spMkLst>
            <pc:docMk/>
            <pc:sldMk cId="443120698" sldId="401"/>
            <ac:spMk id="10" creationId="{8A969CDE-8A03-2362-5F71-4F46DC42B9F4}"/>
          </ac:spMkLst>
        </pc:spChg>
        <pc:grpChg chg="add mod">
          <ac:chgData name="夌 雨" userId="d086e8e3883354a1" providerId="LiveId" clId="{22E14112-D619-425B-A681-184D005CDFD3}" dt="2025-07-12T09:07:23.623" v="949"/>
          <ac:grpSpMkLst>
            <pc:docMk/>
            <pc:sldMk cId="443120698" sldId="401"/>
            <ac:grpSpMk id="5" creationId="{B07269EE-23C2-BAA2-1561-ECFB3A6F0AAF}"/>
          </ac:grpSpMkLst>
        </pc:grpChg>
        <pc:picChg chg="mod">
          <ac:chgData name="夌 雨" userId="d086e8e3883354a1" providerId="LiveId" clId="{22E14112-D619-425B-A681-184D005CDFD3}" dt="2025-07-12T09:07:23.623" v="949"/>
          <ac:picMkLst>
            <pc:docMk/>
            <pc:sldMk cId="443120698" sldId="401"/>
            <ac:picMk id="11" creationId="{AA0D6AF9-8C1A-7195-6AEC-A3505953BD8E}"/>
          </ac:picMkLst>
        </pc:picChg>
      </pc:sldChg>
      <pc:sldChg chg="del">
        <pc:chgData name="夌 雨" userId="d086e8e3883354a1" providerId="LiveId" clId="{22E14112-D619-425B-A681-184D005CDFD3}" dt="2025-07-12T09:11:01.743" v="963" actId="47"/>
        <pc:sldMkLst>
          <pc:docMk/>
          <pc:sldMk cId="724190451" sldId="402"/>
        </pc:sldMkLst>
      </pc:sldChg>
      <pc:sldChg chg="addSp delSp modSp mod">
        <pc:chgData name="夌 雨" userId="d086e8e3883354a1" providerId="LiveId" clId="{22E14112-D619-425B-A681-184D005CDFD3}" dt="2025-07-12T15:29:36.912" v="2463" actId="962"/>
        <pc:sldMkLst>
          <pc:docMk/>
          <pc:sldMk cId="1803372040" sldId="402"/>
        </pc:sldMkLst>
        <pc:spChg chg="mod topLvl">
          <ac:chgData name="夌 雨" userId="d086e8e3883354a1" providerId="LiveId" clId="{22E14112-D619-425B-A681-184D005CDFD3}" dt="2025-07-12T09:11:41.172" v="967" actId="165"/>
          <ac:spMkLst>
            <pc:docMk/>
            <pc:sldMk cId="1803372040" sldId="402"/>
            <ac:spMk id="20" creationId="{3F757A15-E07A-C98D-BF26-4D4B61EE4B3F}"/>
          </ac:spMkLst>
        </pc:spChg>
        <pc:spChg chg="mod topLvl">
          <ac:chgData name="夌 雨" userId="d086e8e3883354a1" providerId="LiveId" clId="{22E14112-D619-425B-A681-184D005CDFD3}" dt="2025-07-12T09:13:01.398" v="983"/>
          <ac:spMkLst>
            <pc:docMk/>
            <pc:sldMk cId="1803372040" sldId="402"/>
            <ac:spMk id="21" creationId="{39BFFF56-84DC-340F-D96F-E47499D26938}"/>
          </ac:spMkLst>
        </pc:spChg>
        <pc:spChg chg="mod">
          <ac:chgData name="夌 雨" userId="d086e8e3883354a1" providerId="LiveId" clId="{22E14112-D619-425B-A681-184D005CDFD3}" dt="2025-07-12T09:11:58.116" v="968" actId="164"/>
          <ac:spMkLst>
            <pc:docMk/>
            <pc:sldMk cId="1803372040" sldId="402"/>
            <ac:spMk id="25" creationId="{1A4730A4-BA0F-3838-D42D-6E833CF98249}"/>
          </ac:spMkLst>
        </pc:spChg>
        <pc:spChg chg="mod">
          <ac:chgData name="夌 雨" userId="d086e8e3883354a1" providerId="LiveId" clId="{22E14112-D619-425B-A681-184D005CDFD3}" dt="2025-07-12T09:13:06.089" v="984" actId="3626"/>
          <ac:spMkLst>
            <pc:docMk/>
            <pc:sldMk cId="1803372040" sldId="402"/>
            <ac:spMk id="26" creationId="{8491D03E-A79F-80DC-8FF3-AD7FC58385CC}"/>
          </ac:spMkLst>
        </pc:spChg>
        <pc:grpChg chg="add mod">
          <ac:chgData name="夌 雨" userId="d086e8e3883354a1" providerId="LiveId" clId="{22E14112-D619-425B-A681-184D005CDFD3}" dt="2025-07-12T09:12:02.329" v="969" actId="962"/>
          <ac:grpSpMkLst>
            <pc:docMk/>
            <pc:sldMk cId="1803372040" sldId="402"/>
            <ac:grpSpMk id="23" creationId="{9EC8E458-2611-C7E1-79CD-4EEAAB666541}"/>
          </ac:grpSpMkLst>
        </pc:grpChg>
        <pc:picChg chg="mod topLvl">
          <ac:chgData name="夌 雨" userId="d086e8e3883354a1" providerId="LiveId" clId="{22E14112-D619-425B-A681-184D005CDFD3}" dt="2025-07-12T15:29:36.912" v="2463" actId="962"/>
          <ac:picMkLst>
            <pc:docMk/>
            <pc:sldMk cId="1803372040" sldId="402"/>
            <ac:picMk id="22" creationId="{0D87E190-E5AF-0D56-9C5B-3220D08EBDE5}"/>
          </ac:picMkLst>
        </pc:picChg>
        <pc:picChg chg="mod">
          <ac:chgData name="夌 雨" userId="d086e8e3883354a1" providerId="LiveId" clId="{22E14112-D619-425B-A681-184D005CDFD3}" dt="2025-07-12T09:12:04.715" v="970" actId="962"/>
          <ac:picMkLst>
            <pc:docMk/>
            <pc:sldMk cId="1803372040" sldId="402"/>
            <ac:picMk id="27" creationId="{4C67966C-052E-781C-B6FC-6090A32ADE16}"/>
          </ac:picMkLst>
        </pc:picChg>
      </pc:sldChg>
      <pc:sldChg chg="addSp modSp mod">
        <pc:chgData name="夌 雨" userId="d086e8e3883354a1" providerId="LiveId" clId="{22E14112-D619-425B-A681-184D005CDFD3}" dt="2025-07-12T15:37:27.330" v="2690" actId="962"/>
        <pc:sldMkLst>
          <pc:docMk/>
          <pc:sldMk cId="1697968138" sldId="403"/>
        </pc:sldMkLst>
        <pc:spChg chg="mod">
          <ac:chgData name="夌 雨" userId="d086e8e3883354a1" providerId="LiveId" clId="{22E14112-D619-425B-A681-184D005CDFD3}" dt="2025-07-12T15:29:12.412" v="2462" actId="14100"/>
          <ac:spMkLst>
            <pc:docMk/>
            <pc:sldMk cId="1697968138" sldId="403"/>
            <ac:spMk id="2" creationId="{4D1E5330-0E65-5576-7CAF-FB70F923CA7E}"/>
          </ac:spMkLst>
        </pc:spChg>
        <pc:spChg chg="mod">
          <ac:chgData name="夌 雨" userId="d086e8e3883354a1" providerId="LiveId" clId="{22E14112-D619-425B-A681-184D005CDFD3}" dt="2025-07-12T09:12:51.587" v="982"/>
          <ac:spMkLst>
            <pc:docMk/>
            <pc:sldMk cId="1697968138" sldId="403"/>
            <ac:spMk id="4" creationId="{2CA15259-BB57-3858-E5BD-BFA7CE515443}"/>
          </ac:spMkLst>
        </pc:spChg>
        <pc:picChg chg="add mod">
          <ac:chgData name="夌 雨" userId="d086e8e3883354a1" providerId="LiveId" clId="{22E14112-D619-425B-A681-184D005CDFD3}" dt="2025-07-12T15:30:42.546" v="2577" actId="14100"/>
          <ac:picMkLst>
            <pc:docMk/>
            <pc:sldMk cId="1697968138" sldId="403"/>
            <ac:picMk id="3" creationId="{F4E94849-9FA4-E19B-E7B8-EBA7265693AA}"/>
          </ac:picMkLst>
        </pc:picChg>
        <pc:picChg chg="mod">
          <ac:chgData name="夌 雨" userId="d086e8e3883354a1" providerId="LiveId" clId="{22E14112-D619-425B-A681-184D005CDFD3}" dt="2025-07-12T15:37:27.330" v="2690" actId="962"/>
          <ac:picMkLst>
            <pc:docMk/>
            <pc:sldMk cId="1697968138" sldId="403"/>
            <ac:picMk id="26" creationId="{20229FC1-E1FA-0F7C-8348-3D9CD31FE8B0}"/>
          </ac:picMkLst>
        </pc:picChg>
      </pc:sldChg>
      <pc:sldChg chg="addSp delSp modSp del mod modTransition modShow">
        <pc:chgData name="夌 雨" userId="d086e8e3883354a1" providerId="LiveId" clId="{22E14112-D619-425B-A681-184D005CDFD3}" dt="2025-07-12T09:41:05.674" v="1787" actId="47"/>
        <pc:sldMkLst>
          <pc:docMk/>
          <pc:sldMk cId="3601164256" sldId="404"/>
        </pc:sldMkLst>
      </pc:sldChg>
      <pc:sldChg chg="addSp delSp modSp del mod modTransition">
        <pc:chgData name="夌 雨" userId="d086e8e3883354a1" providerId="LiveId" clId="{22E14112-D619-425B-A681-184D005CDFD3}" dt="2025-07-12T09:41:04.871" v="1786" actId="47"/>
        <pc:sldMkLst>
          <pc:docMk/>
          <pc:sldMk cId="526960679" sldId="405"/>
        </pc:sldMkLst>
      </pc:sldChg>
      <pc:sldChg chg="addSp delSp modSp mod">
        <pc:chgData name="夌 雨" userId="d086e8e3883354a1" providerId="LiveId" clId="{22E14112-D619-425B-A681-184D005CDFD3}" dt="2025-07-12T10:04:58.989" v="2101" actId="478"/>
        <pc:sldMkLst>
          <pc:docMk/>
          <pc:sldMk cId="2243573689" sldId="406"/>
        </pc:sldMkLst>
        <pc:spChg chg="add del mod modVis">
          <ac:chgData name="夌 雨" userId="d086e8e3883354a1" providerId="LiveId" clId="{22E14112-D619-425B-A681-184D005CDFD3}" dt="2025-07-12T09:50:28.382" v="1932" actId="962"/>
          <ac:spMkLst>
            <pc:docMk/>
            <pc:sldMk cId="2243573689" sldId="406"/>
            <ac:spMk id="2" creationId="{22CD572F-14FC-0F2D-B240-9567237E17E1}"/>
          </ac:spMkLst>
        </pc:spChg>
        <pc:spChg chg="mod">
          <ac:chgData name="夌 雨" userId="d086e8e3883354a1" providerId="LiveId" clId="{22E14112-D619-425B-A681-184D005CDFD3}" dt="2025-07-12T10:03:13.093" v="2082"/>
          <ac:spMkLst>
            <pc:docMk/>
            <pc:sldMk cId="2243573689" sldId="406"/>
            <ac:spMk id="10" creationId="{89BD7709-3496-9FCD-EA7E-B7001CCA139F}"/>
          </ac:spMkLst>
        </pc:spChg>
        <pc:spChg chg="mod modVis">
          <ac:chgData name="夌 雨" userId="d086e8e3883354a1" providerId="LiveId" clId="{22E14112-D619-425B-A681-184D005CDFD3}" dt="2025-07-12T09:50:17.643" v="1931" actId="33935"/>
          <ac:spMkLst>
            <pc:docMk/>
            <pc:sldMk cId="2243573689" sldId="406"/>
            <ac:spMk id="13" creationId="{E42CB7A9-6A96-DEB7-392A-DEB59018C55B}"/>
          </ac:spMkLst>
        </pc:spChg>
        <pc:spChg chg="add mod">
          <ac:chgData name="夌 雨" userId="d086e8e3883354a1" providerId="LiveId" clId="{22E14112-D619-425B-A681-184D005CDFD3}" dt="2025-07-12T09:49:42.865" v="1924" actId="164"/>
          <ac:spMkLst>
            <pc:docMk/>
            <pc:sldMk cId="2243573689" sldId="406"/>
            <ac:spMk id="19" creationId="{D4D2F2AC-9E06-135D-1E8B-007436F6F5CA}"/>
          </ac:spMkLst>
        </pc:spChg>
        <pc:spChg chg="add mod">
          <ac:chgData name="夌 雨" userId="d086e8e3883354a1" providerId="LiveId" clId="{22E14112-D619-425B-A681-184D005CDFD3}" dt="2025-07-12T10:03:05.995" v="2081"/>
          <ac:spMkLst>
            <pc:docMk/>
            <pc:sldMk cId="2243573689" sldId="406"/>
            <ac:spMk id="20" creationId="{2977E885-2112-6EF5-1739-1F24E918CFA9}"/>
          </ac:spMkLst>
        </pc:spChg>
        <pc:spChg chg="add mod">
          <ac:chgData name="夌 雨" userId="d086e8e3883354a1" providerId="LiveId" clId="{22E14112-D619-425B-A681-184D005CDFD3}" dt="2025-07-12T09:53:33.100" v="2001" actId="20577"/>
          <ac:spMkLst>
            <pc:docMk/>
            <pc:sldMk cId="2243573689" sldId="406"/>
            <ac:spMk id="30" creationId="{154C5CA2-EF76-218D-B0AD-E360FC6BA308}"/>
          </ac:spMkLst>
        </pc:spChg>
        <pc:grpChg chg="mod modVis">
          <ac:chgData name="夌 雨" userId="d086e8e3883354a1" providerId="LiveId" clId="{22E14112-D619-425B-A681-184D005CDFD3}" dt="2025-07-12T09:50:17.643" v="1931" actId="33935"/>
          <ac:grpSpMkLst>
            <pc:docMk/>
            <pc:sldMk cId="2243573689" sldId="406"/>
            <ac:grpSpMk id="3" creationId="{B31649A7-7FC8-1522-6FFB-7362875895C9}"/>
          </ac:grpSpMkLst>
        </pc:grpChg>
        <pc:grpChg chg="mod modVis">
          <ac:chgData name="夌 雨" userId="d086e8e3883354a1" providerId="LiveId" clId="{22E14112-D619-425B-A681-184D005CDFD3}" dt="2025-07-12T09:50:17.643" v="1931" actId="33935"/>
          <ac:grpSpMkLst>
            <pc:docMk/>
            <pc:sldMk cId="2243573689" sldId="406"/>
            <ac:grpSpMk id="9" creationId="{D0CCBDEE-806D-FD3D-7A50-F96ED8E9E17A}"/>
          </ac:grpSpMkLst>
        </pc:grpChg>
        <pc:grpChg chg="add mod modVis">
          <ac:chgData name="夌 雨" userId="d086e8e3883354a1" providerId="LiveId" clId="{22E14112-D619-425B-A681-184D005CDFD3}" dt="2025-07-12T09:50:17.643" v="1931" actId="33935"/>
          <ac:grpSpMkLst>
            <pc:docMk/>
            <pc:sldMk cId="2243573689" sldId="406"/>
            <ac:grpSpMk id="24" creationId="{0EE7D7CF-5DEA-7514-7127-C1EC1E867148}"/>
          </ac:grpSpMkLst>
        </pc:grpChg>
        <pc:grpChg chg="mod modVis">
          <ac:chgData name="夌 雨" userId="d086e8e3883354a1" providerId="LiveId" clId="{22E14112-D619-425B-A681-184D005CDFD3}" dt="2025-07-12T09:50:17.643" v="1931" actId="33935"/>
          <ac:grpSpMkLst>
            <pc:docMk/>
            <pc:sldMk cId="2243573689" sldId="406"/>
            <ac:grpSpMk id="25" creationId="{565AE912-02D0-9A24-5B3A-4C019174CE10}"/>
          </ac:grpSpMkLst>
        </pc:grpChg>
        <pc:grpChg chg="add mod modVis">
          <ac:chgData name="夌 雨" userId="d086e8e3883354a1" providerId="LiveId" clId="{22E14112-D619-425B-A681-184D005CDFD3}" dt="2025-07-12T09:50:17.643" v="1931" actId="33935"/>
          <ac:grpSpMkLst>
            <pc:docMk/>
            <pc:sldMk cId="2243573689" sldId="406"/>
            <ac:grpSpMk id="26" creationId="{EBC6C893-B0CB-B03C-6D8B-15EAF8F0E3DD}"/>
          </ac:grpSpMkLst>
        </pc:grpChg>
        <pc:picChg chg="mod">
          <ac:chgData name="夌 雨" userId="d086e8e3883354a1" providerId="LiveId" clId="{22E14112-D619-425B-A681-184D005CDFD3}" dt="2025-07-12T09:43:53.760" v="1839" actId="207"/>
          <ac:picMkLst>
            <pc:docMk/>
            <pc:sldMk cId="2243573689" sldId="406"/>
            <ac:picMk id="11" creationId="{2CDC8B86-4A2B-A71D-F46E-B543BA786F19}"/>
          </ac:picMkLst>
        </pc:picChg>
        <pc:picChg chg="add mod">
          <ac:chgData name="夌 雨" userId="d086e8e3883354a1" providerId="LiveId" clId="{22E14112-D619-425B-A681-184D005CDFD3}" dt="2025-07-12T09:49:52.305" v="1926" actId="962"/>
          <ac:picMkLst>
            <pc:docMk/>
            <pc:sldMk cId="2243573689" sldId="406"/>
            <ac:picMk id="21" creationId="{A22957F8-3EA4-8EF3-B722-7E65742E2E58}"/>
          </ac:picMkLst>
        </pc:picChg>
        <pc:picChg chg="add mod">
          <ac:chgData name="夌 雨" userId="d086e8e3883354a1" providerId="LiveId" clId="{22E14112-D619-425B-A681-184D005CDFD3}" dt="2025-07-12T09:50:14.202" v="1929" actId="962"/>
          <ac:picMkLst>
            <pc:docMk/>
            <pc:sldMk cId="2243573689" sldId="406"/>
            <ac:picMk id="23" creationId="{E030517D-70A4-122E-8FFE-C6328308F8C7}"/>
          </ac:picMkLst>
        </pc:picChg>
      </pc:sldChg>
      <pc:sldChg chg="addSp modSp del mod">
        <pc:chgData name="夌 雨" userId="d086e8e3883354a1" providerId="LiveId" clId="{22E14112-D619-425B-A681-184D005CDFD3}" dt="2025-07-12T10:02:24.136" v="2075" actId="47"/>
        <pc:sldMkLst>
          <pc:docMk/>
          <pc:sldMk cId="1615104238" sldId="407"/>
        </pc:sldMkLst>
      </pc:sldChg>
      <pc:sldChg chg="addSp delSp modSp del mod modTransition delAnim modAnim">
        <pc:chgData name="夌 雨" userId="d086e8e3883354a1" providerId="LiveId" clId="{22E14112-D619-425B-A681-184D005CDFD3}" dt="2025-07-12T09:41:07.324" v="1788" actId="47"/>
        <pc:sldMkLst>
          <pc:docMk/>
          <pc:sldMk cId="2242378961" sldId="407"/>
        </pc:sldMkLst>
      </pc:sldChg>
      <pc:sldChg chg="addSp delSp modSp mod modAnim">
        <pc:chgData name="夌 雨" userId="d086e8e3883354a1" providerId="LiveId" clId="{22E14112-D619-425B-A681-184D005CDFD3}" dt="2025-07-12T15:43:12.558" v="2716"/>
        <pc:sldMkLst>
          <pc:docMk/>
          <pc:sldMk cId="1434619100" sldId="408"/>
        </pc:sldMkLst>
        <pc:spChg chg="add mod">
          <ac:chgData name="夌 雨" userId="d086e8e3883354a1" providerId="LiveId" clId="{22E14112-D619-425B-A681-184D005CDFD3}" dt="2025-07-12T10:06:13.075" v="2114" actId="1036"/>
          <ac:spMkLst>
            <pc:docMk/>
            <pc:sldMk cId="1434619100" sldId="408"/>
            <ac:spMk id="6" creationId="{5BBF93A9-3EB3-9433-9E0A-F8616CA11ED2}"/>
          </ac:spMkLst>
        </pc:spChg>
        <pc:spChg chg="mod">
          <ac:chgData name="夌 雨" userId="d086e8e3883354a1" providerId="LiveId" clId="{22E14112-D619-425B-A681-184D005CDFD3}" dt="2025-07-12T10:03:18.739" v="2084"/>
          <ac:spMkLst>
            <pc:docMk/>
            <pc:sldMk cId="1434619100" sldId="408"/>
            <ac:spMk id="8" creationId="{7D037CF1-D010-EB23-5213-E4C462AC09CD}"/>
          </ac:spMkLst>
        </pc:spChg>
        <pc:spChg chg="add mod">
          <ac:chgData name="夌 雨" userId="d086e8e3883354a1" providerId="LiveId" clId="{22E14112-D619-425B-A681-184D005CDFD3}" dt="2025-07-12T10:04:11.334" v="2094" actId="962"/>
          <ac:spMkLst>
            <pc:docMk/>
            <pc:sldMk cId="1434619100" sldId="408"/>
            <ac:spMk id="17" creationId="{35E1A5DB-D612-FB32-2EEC-6FA37BFD7B55}"/>
          </ac:spMkLst>
        </pc:spChg>
        <pc:spChg chg="add mod">
          <ac:chgData name="夌 雨" userId="d086e8e3883354a1" providerId="LiveId" clId="{22E14112-D619-425B-A681-184D005CDFD3}" dt="2025-07-12T10:04:19.484" v="2095" actId="962"/>
          <ac:spMkLst>
            <pc:docMk/>
            <pc:sldMk cId="1434619100" sldId="408"/>
            <ac:spMk id="18" creationId="{07F7406C-C24E-6229-9529-AA8928DCD64A}"/>
          </ac:spMkLst>
        </pc:spChg>
        <pc:spChg chg="mod">
          <ac:chgData name="夌 雨" userId="d086e8e3883354a1" providerId="LiveId" clId="{22E14112-D619-425B-A681-184D005CDFD3}" dt="2025-07-12T10:03:25.736" v="2085"/>
          <ac:spMkLst>
            <pc:docMk/>
            <pc:sldMk cId="1434619100" sldId="408"/>
            <ac:spMk id="19" creationId="{4E20F1B6-5C69-41D8-87F4-DFB25225E1D8}"/>
          </ac:spMkLst>
        </pc:spChg>
        <pc:spChg chg="mod">
          <ac:chgData name="夌 雨" userId="d086e8e3883354a1" providerId="LiveId" clId="{22E14112-D619-425B-A681-184D005CDFD3}" dt="2025-07-12T09:54:23.284" v="2004" actId="207"/>
          <ac:spMkLst>
            <pc:docMk/>
            <pc:sldMk cId="1434619100" sldId="408"/>
            <ac:spMk id="20" creationId="{7D1F0BA4-1454-CC17-1F3F-428AB9579E2B}"/>
          </ac:spMkLst>
        </pc:spChg>
        <pc:spChg chg="add mod">
          <ac:chgData name="夌 雨" userId="d086e8e3883354a1" providerId="LiveId" clId="{22E14112-D619-425B-A681-184D005CDFD3}" dt="2025-07-12T10:04:22.454" v="2096" actId="962"/>
          <ac:spMkLst>
            <pc:docMk/>
            <pc:sldMk cId="1434619100" sldId="408"/>
            <ac:spMk id="22" creationId="{62A2BD97-EB8B-92FC-99B7-6304D65DFD3F}"/>
          </ac:spMkLst>
        </pc:spChg>
        <pc:spChg chg="mod">
          <ac:chgData name="夌 雨" userId="d086e8e3883354a1" providerId="LiveId" clId="{22E14112-D619-425B-A681-184D005CDFD3}" dt="2025-07-12T10:02:17.178" v="2074" actId="20577"/>
          <ac:spMkLst>
            <pc:docMk/>
            <pc:sldMk cId="1434619100" sldId="408"/>
            <ac:spMk id="30" creationId="{51BAFF56-D9ED-3110-D1E7-73D12930DA8E}"/>
          </ac:spMkLst>
        </pc:spChg>
        <pc:spChg chg="add mod">
          <ac:chgData name="夌 雨" userId="d086e8e3883354a1" providerId="LiveId" clId="{22E14112-D619-425B-A681-184D005CDFD3}" dt="2025-07-12T10:04:25.158" v="2097" actId="962"/>
          <ac:spMkLst>
            <pc:docMk/>
            <pc:sldMk cId="1434619100" sldId="408"/>
            <ac:spMk id="31" creationId="{B3FCA693-1CAF-6781-C128-5B292898D95A}"/>
          </ac:spMkLst>
        </pc:spChg>
        <pc:spChg chg="add mod">
          <ac:chgData name="夌 雨" userId="d086e8e3883354a1" providerId="LiveId" clId="{22E14112-D619-425B-A681-184D005CDFD3}" dt="2025-07-12T10:04:28.222" v="2098" actId="962"/>
          <ac:spMkLst>
            <pc:docMk/>
            <pc:sldMk cId="1434619100" sldId="408"/>
            <ac:spMk id="32" creationId="{6CA5DDAB-2DE1-A12B-8A9D-C75A22DAD686}"/>
          </ac:spMkLst>
        </pc:spChg>
        <pc:spChg chg="add mod">
          <ac:chgData name="夌 雨" userId="d086e8e3883354a1" providerId="LiveId" clId="{22E14112-D619-425B-A681-184D005CDFD3}" dt="2025-07-12T10:04:32.055" v="2099" actId="962"/>
          <ac:spMkLst>
            <pc:docMk/>
            <pc:sldMk cId="1434619100" sldId="408"/>
            <ac:spMk id="33" creationId="{FE17A423-805E-FD41-7EF4-66AC6A98D1E2}"/>
          </ac:spMkLst>
        </pc:spChg>
        <pc:grpChg chg="add mod">
          <ac:chgData name="夌 雨" userId="d086e8e3883354a1" providerId="LiveId" clId="{22E14112-D619-425B-A681-184D005CDFD3}" dt="2025-07-12T10:03:18.739" v="2084"/>
          <ac:grpSpMkLst>
            <pc:docMk/>
            <pc:sldMk cId="1434619100" sldId="408"/>
            <ac:grpSpMk id="7" creationId="{EADF2040-C64C-AC1C-B10A-C13260763CDF}"/>
          </ac:grpSpMkLst>
        </pc:grpChg>
        <pc:picChg chg="mod">
          <ac:chgData name="夌 雨" userId="d086e8e3883354a1" providerId="LiveId" clId="{22E14112-D619-425B-A681-184D005CDFD3}" dt="2025-07-12T10:03:18.739" v="2084"/>
          <ac:picMkLst>
            <pc:docMk/>
            <pc:sldMk cId="1434619100" sldId="408"/>
            <ac:picMk id="12" creationId="{AC586709-F4A7-82BC-9D74-956EB421DD83}"/>
          </ac:picMkLst>
        </pc:picChg>
        <pc:picChg chg="mod">
          <ac:chgData name="夌 雨" userId="d086e8e3883354a1" providerId="LiveId" clId="{22E14112-D619-425B-A681-184D005CDFD3}" dt="2025-07-12T09:54:37.709" v="2008" actId="207"/>
          <ac:picMkLst>
            <pc:docMk/>
            <pc:sldMk cId="1434619100" sldId="408"/>
            <ac:picMk id="21" creationId="{BC61638C-A8D8-D6A6-DBA8-084B59A5337F}"/>
          </ac:picMkLst>
        </pc:picChg>
        <pc:picChg chg="mod">
          <ac:chgData name="夌 雨" userId="d086e8e3883354a1" providerId="LiveId" clId="{22E14112-D619-425B-A681-184D005CDFD3}" dt="2025-07-12T09:54:28.176" v="2005" actId="207"/>
          <ac:picMkLst>
            <pc:docMk/>
            <pc:sldMk cId="1434619100" sldId="408"/>
            <ac:picMk id="23" creationId="{18227281-BF01-B62D-A913-E61DC86FB906}"/>
          </ac:picMkLst>
        </pc:picChg>
      </pc:sldChg>
      <pc:sldChg chg="addSp delSp modSp mod delAnim modAnim">
        <pc:chgData name="夌 雨" userId="d086e8e3883354a1" providerId="LiveId" clId="{22E14112-D619-425B-A681-184D005CDFD3}" dt="2025-07-12T15:17:26.228" v="2369" actId="1076"/>
        <pc:sldMkLst>
          <pc:docMk/>
          <pc:sldMk cId="586807873" sldId="409"/>
        </pc:sldMkLst>
        <pc:spChg chg="mod">
          <ac:chgData name="夌 雨" userId="d086e8e3883354a1" providerId="LiveId" clId="{22E14112-D619-425B-A681-184D005CDFD3}" dt="2025-07-12T11:01:18.130" v="2311" actId="12788"/>
          <ac:spMkLst>
            <pc:docMk/>
            <pc:sldMk cId="586807873" sldId="409"/>
            <ac:spMk id="2" creationId="{8990D81B-834E-8260-F776-7499021CF926}"/>
          </ac:spMkLst>
        </pc:spChg>
        <pc:spChg chg="add mod">
          <ac:chgData name="夌 雨" userId="d086e8e3883354a1" providerId="LiveId" clId="{22E14112-D619-425B-A681-184D005CDFD3}" dt="2025-07-12T15:17:26.011" v="2368" actId="120"/>
          <ac:spMkLst>
            <pc:docMk/>
            <pc:sldMk cId="586807873" sldId="409"/>
            <ac:spMk id="6" creationId="{FD6DFB6C-0C42-653D-04CA-1E9156027703}"/>
          </ac:spMkLst>
        </pc:spChg>
        <pc:spChg chg="mod">
          <ac:chgData name="夌 雨" userId="d086e8e3883354a1" providerId="LiveId" clId="{22E14112-D619-425B-A681-184D005CDFD3}" dt="2025-07-12T10:03:31.557" v="2088"/>
          <ac:spMkLst>
            <pc:docMk/>
            <pc:sldMk cId="586807873" sldId="409"/>
            <ac:spMk id="8" creationId="{4A327DE2-D4EB-9C24-342A-DD7EB66FE64A}"/>
          </ac:spMkLst>
        </pc:spChg>
        <pc:spChg chg="mod">
          <ac:chgData name="夌 雨" userId="d086e8e3883354a1" providerId="LiveId" clId="{22E14112-D619-425B-A681-184D005CDFD3}" dt="2025-07-12T10:03:39.879" v="2090" actId="3626"/>
          <ac:spMkLst>
            <pc:docMk/>
            <pc:sldMk cId="586807873" sldId="409"/>
            <ac:spMk id="10" creationId="{13B6A9C3-8218-53CB-2638-8406794C7A92}"/>
          </ac:spMkLst>
        </pc:spChg>
        <pc:spChg chg="mod">
          <ac:chgData name="夌 雨" userId="d086e8e3883354a1" providerId="LiveId" clId="{22E14112-D619-425B-A681-184D005CDFD3}" dt="2025-07-12T10:03:33.982" v="2089"/>
          <ac:spMkLst>
            <pc:docMk/>
            <pc:sldMk cId="586807873" sldId="409"/>
            <ac:spMk id="15" creationId="{BF4D9D32-AF12-BECD-50FD-E42231EBE04C}"/>
          </ac:spMkLst>
        </pc:spChg>
        <pc:spChg chg="add mod">
          <ac:chgData name="夌 雨" userId="d086e8e3883354a1" providerId="LiveId" clId="{22E14112-D619-425B-A681-184D005CDFD3}" dt="2025-07-12T15:17:26.011" v="2368" actId="120"/>
          <ac:spMkLst>
            <pc:docMk/>
            <pc:sldMk cId="586807873" sldId="409"/>
            <ac:spMk id="17" creationId="{80ED03B3-263B-B977-5A97-226961BF85D7}"/>
          </ac:spMkLst>
        </pc:spChg>
        <pc:spChg chg="add mod">
          <ac:chgData name="夌 雨" userId="d086e8e3883354a1" providerId="LiveId" clId="{22E14112-D619-425B-A681-184D005CDFD3}" dt="2025-07-12T11:10:12.443" v="2359" actId="20577"/>
          <ac:spMkLst>
            <pc:docMk/>
            <pc:sldMk cId="586807873" sldId="409"/>
            <ac:spMk id="18" creationId="{E860AC4F-9529-4F25-5034-141926B20161}"/>
          </ac:spMkLst>
        </pc:spChg>
        <pc:spChg chg="add mod">
          <ac:chgData name="夌 雨" userId="d086e8e3883354a1" providerId="LiveId" clId="{22E14112-D619-425B-A681-184D005CDFD3}" dt="2025-07-12T11:03:06.340" v="2335" actId="14861"/>
          <ac:spMkLst>
            <pc:docMk/>
            <pc:sldMk cId="586807873" sldId="409"/>
            <ac:spMk id="34" creationId="{9E9C5CA4-9C73-E945-7D9C-24A007AE3E0C}"/>
          </ac:spMkLst>
        </pc:spChg>
        <pc:grpChg chg="add mod">
          <ac:chgData name="夌 雨" userId="d086e8e3883354a1" providerId="LiveId" clId="{22E14112-D619-425B-A681-184D005CDFD3}" dt="2025-07-12T10:03:31.557" v="2088"/>
          <ac:grpSpMkLst>
            <pc:docMk/>
            <pc:sldMk cId="586807873" sldId="409"/>
            <ac:grpSpMk id="7" creationId="{FFCB5D94-D589-97A0-D73D-86AA8337A2E1}"/>
          </ac:grpSpMkLst>
        </pc:grpChg>
        <pc:grpChg chg="add mod">
          <ac:chgData name="夌 雨" userId="d086e8e3883354a1" providerId="LiveId" clId="{22E14112-D619-425B-A681-184D005CDFD3}" dt="2025-07-12T10:03:33.982" v="2089"/>
          <ac:grpSpMkLst>
            <pc:docMk/>
            <pc:sldMk cId="586807873" sldId="409"/>
            <ac:grpSpMk id="14" creationId="{59658A06-38D9-81AA-068B-E4DF9AA571CE}"/>
          </ac:grpSpMkLst>
        </pc:grpChg>
        <pc:grpChg chg="add mod">
          <ac:chgData name="夌 雨" userId="d086e8e3883354a1" providerId="LiveId" clId="{22E14112-D619-425B-A681-184D005CDFD3}" dt="2025-07-12T15:17:26.228" v="2369" actId="1076"/>
          <ac:grpSpMkLst>
            <pc:docMk/>
            <pc:sldMk cId="586807873" sldId="409"/>
            <ac:grpSpMk id="36" creationId="{384CFB5F-7CC1-396E-05BF-0E17FC01BD05}"/>
          </ac:grpSpMkLst>
        </pc:grpChg>
        <pc:picChg chg="mod">
          <ac:chgData name="夌 雨" userId="d086e8e3883354a1" providerId="LiveId" clId="{22E14112-D619-425B-A681-184D005CDFD3}" dt="2025-07-12T10:02:52.392" v="2080" actId="207"/>
          <ac:picMkLst>
            <pc:docMk/>
            <pc:sldMk cId="586807873" sldId="409"/>
            <ac:picMk id="11" creationId="{9645E751-8A32-999F-3310-ACCB03A8977F}"/>
          </ac:picMkLst>
        </pc:picChg>
        <pc:picChg chg="mod">
          <ac:chgData name="夌 雨" userId="d086e8e3883354a1" providerId="LiveId" clId="{22E14112-D619-425B-A681-184D005CDFD3}" dt="2025-07-12T10:03:31.557" v="2088"/>
          <ac:picMkLst>
            <pc:docMk/>
            <pc:sldMk cId="586807873" sldId="409"/>
            <ac:picMk id="12" creationId="{30D450CF-8717-BFE3-DF85-CA0A2EF3A89A}"/>
          </ac:picMkLst>
        </pc:picChg>
        <pc:picChg chg="mod">
          <ac:chgData name="夌 雨" userId="d086e8e3883354a1" providerId="LiveId" clId="{22E14112-D619-425B-A681-184D005CDFD3}" dt="2025-07-12T10:03:33.982" v="2089"/>
          <ac:picMkLst>
            <pc:docMk/>
            <pc:sldMk cId="586807873" sldId="409"/>
            <ac:picMk id="16" creationId="{2FB8F81E-92C6-D822-C75D-2EBAC99BA22F}"/>
          </ac:picMkLst>
        </pc:picChg>
        <pc:picChg chg="add mod">
          <ac:chgData name="夌 雨" userId="d086e8e3883354a1" providerId="LiveId" clId="{22E14112-D619-425B-A681-184D005CDFD3}" dt="2025-07-12T11:02:46.119" v="2325" actId="207"/>
          <ac:picMkLst>
            <pc:docMk/>
            <pc:sldMk cId="586807873" sldId="409"/>
            <ac:picMk id="35" creationId="{54E08F42-F85E-EFDF-D522-A9CF5A839329}"/>
          </ac:picMkLst>
        </pc:picChg>
      </pc:sldChg>
      <pc:sldChg chg="addSp delSp modSp mod modTransition modAnim">
        <pc:chgData name="夌 雨" userId="d086e8e3883354a1" providerId="LiveId" clId="{22E14112-D619-425B-A681-184D005CDFD3}" dt="2025-07-12T15:39:14.473" v="2701"/>
        <pc:sldMkLst>
          <pc:docMk/>
          <pc:sldMk cId="4235009625" sldId="410"/>
        </pc:sldMkLst>
        <pc:spChg chg="mod">
          <ac:chgData name="夌 雨" userId="d086e8e3883354a1" providerId="LiveId" clId="{22E14112-D619-425B-A681-184D005CDFD3}" dt="2025-07-12T10:05:16.685" v="2103"/>
          <ac:spMkLst>
            <pc:docMk/>
            <pc:sldMk cId="4235009625" sldId="410"/>
            <ac:spMk id="17" creationId="{12CE03EF-34E4-D768-6C3C-212E71ECAE44}"/>
          </ac:spMkLst>
        </pc:spChg>
        <pc:grpChg chg="add mod">
          <ac:chgData name="夌 雨" userId="d086e8e3883354a1" providerId="LiveId" clId="{22E14112-D619-425B-A681-184D005CDFD3}" dt="2025-07-12T10:05:16.685" v="2103"/>
          <ac:grpSpMkLst>
            <pc:docMk/>
            <pc:sldMk cId="4235009625" sldId="410"/>
            <ac:grpSpMk id="6" creationId="{93792B83-04FF-531F-24B5-3EF214B4865E}"/>
          </ac:grpSpMkLst>
        </pc:grpChg>
        <pc:picChg chg="mod">
          <ac:chgData name="夌 雨" userId="d086e8e3883354a1" providerId="LiveId" clId="{22E14112-D619-425B-A681-184D005CDFD3}" dt="2025-07-12T10:05:16.685" v="2103"/>
          <ac:picMkLst>
            <pc:docMk/>
            <pc:sldMk cId="4235009625" sldId="410"/>
            <ac:picMk id="18" creationId="{9219B4F9-E1F4-C0B8-3DA8-064533AA8E77}"/>
          </ac:picMkLst>
        </pc:picChg>
        <pc:picChg chg="add mod">
          <ac:chgData name="夌 雨" userId="d086e8e3883354a1" providerId="LiveId" clId="{22E14112-D619-425B-A681-184D005CDFD3}" dt="2025-07-12T10:05:38.270" v="2108" actId="962"/>
          <ac:picMkLst>
            <pc:docMk/>
            <pc:sldMk cId="4235009625" sldId="410"/>
            <ac:picMk id="19" creationId="{8966FA6E-48AC-4D27-5E6D-D69B4C61DEE4}"/>
          </ac:picMkLst>
        </pc:picChg>
      </pc:sldChg>
      <pc:sldChg chg="addSp delSp modSp del mod modTransition delAnim modAnim">
        <pc:chgData name="夌 雨" userId="d086e8e3883354a1" providerId="LiveId" clId="{22E14112-D619-425B-A681-184D005CDFD3}" dt="2025-07-12T10:30:08.585" v="2161" actId="47"/>
        <pc:sldMkLst>
          <pc:docMk/>
          <pc:sldMk cId="251338070" sldId="411"/>
        </pc:sldMkLst>
      </pc:sldChg>
      <pc:sldChg chg="addSp delSp modSp mod modTransition delAnim modAnim">
        <pc:chgData name="夌 雨" userId="d086e8e3883354a1" providerId="LiveId" clId="{22E14112-D619-425B-A681-184D005CDFD3}" dt="2025-07-14T04:45:14.984" v="2833" actId="962"/>
        <pc:sldMkLst>
          <pc:docMk/>
          <pc:sldMk cId="1960709628" sldId="411"/>
        </pc:sldMkLst>
        <pc:spChg chg="add mod">
          <ac:chgData name="夌 雨" userId="d086e8e3883354a1" providerId="LiveId" clId="{22E14112-D619-425B-A681-184D005CDFD3}" dt="2025-07-14T04:41:18.425" v="2721"/>
          <ac:spMkLst>
            <pc:docMk/>
            <pc:sldMk cId="1960709628" sldId="411"/>
            <ac:spMk id="31" creationId="{46902CC2-C71D-C318-4149-F094488ED5BE}"/>
          </ac:spMkLst>
        </pc:spChg>
        <pc:spChg chg="mod">
          <ac:chgData name="夌 雨" userId="d086e8e3883354a1" providerId="LiveId" clId="{22E14112-D619-425B-A681-184D005CDFD3}" dt="2025-07-14T04:45:14.984" v="2833" actId="962"/>
          <ac:spMkLst>
            <pc:docMk/>
            <pc:sldMk cId="1960709628" sldId="411"/>
            <ac:spMk id="42" creationId="{D0F9975A-6BCB-2043-6A75-D67C8E847D52}"/>
          </ac:spMkLst>
        </pc:spChg>
        <pc:spChg chg="mod">
          <ac:chgData name="夌 雨" userId="d086e8e3883354a1" providerId="LiveId" clId="{22E14112-D619-425B-A681-184D005CDFD3}" dt="2025-07-14T04:43:42.327" v="2798" actId="14100"/>
          <ac:spMkLst>
            <pc:docMk/>
            <pc:sldMk cId="1960709628" sldId="411"/>
            <ac:spMk id="44" creationId="{1294772E-E198-5832-E131-CB5772696282}"/>
          </ac:spMkLst>
        </pc:spChg>
        <pc:spChg chg="mod">
          <ac:chgData name="夌 雨" userId="d086e8e3883354a1" providerId="LiveId" clId="{22E14112-D619-425B-A681-184D005CDFD3}" dt="2025-07-14T04:41:36.922" v="2726"/>
          <ac:spMkLst>
            <pc:docMk/>
            <pc:sldMk cId="1960709628" sldId="411"/>
            <ac:spMk id="45" creationId="{B282F241-4522-2C68-BE8B-A90E2032BB16}"/>
          </ac:spMkLst>
        </pc:spChg>
        <pc:spChg chg="mod">
          <ac:chgData name="夌 雨" userId="d086e8e3883354a1" providerId="LiveId" clId="{22E14112-D619-425B-A681-184D005CDFD3}" dt="2025-07-14T04:43:36.648" v="2797" actId="207"/>
          <ac:spMkLst>
            <pc:docMk/>
            <pc:sldMk cId="1960709628" sldId="411"/>
            <ac:spMk id="46" creationId="{EAF14858-F87E-DC0F-643B-08ADD74F28E5}"/>
          </ac:spMkLst>
        </pc:spChg>
        <pc:spChg chg="mod">
          <ac:chgData name="夌 雨" userId="d086e8e3883354a1" providerId="LiveId" clId="{22E14112-D619-425B-A681-184D005CDFD3}" dt="2025-07-14T04:44:11.037" v="2830"/>
          <ac:spMkLst>
            <pc:docMk/>
            <pc:sldMk cId="1960709628" sldId="411"/>
            <ac:spMk id="47" creationId="{D19EF605-C8F5-05D8-46FD-4E0E03588BE5}"/>
          </ac:spMkLst>
        </pc:spChg>
        <pc:spChg chg="mod">
          <ac:chgData name="夌 雨" userId="d086e8e3883354a1" providerId="LiveId" clId="{22E14112-D619-425B-A681-184D005CDFD3}" dt="2025-07-14T04:44:18.886" v="2831"/>
          <ac:spMkLst>
            <pc:docMk/>
            <pc:sldMk cId="1960709628" sldId="411"/>
            <ac:spMk id="48" creationId="{C6E59024-B235-50B3-166B-F6224106FF78}"/>
          </ac:spMkLst>
        </pc:spChg>
        <pc:spChg chg="add del mod">
          <ac:chgData name="夌 雨" userId="d086e8e3883354a1" providerId="LiveId" clId="{22E14112-D619-425B-A681-184D005CDFD3}" dt="2025-07-14T04:41:56.953" v="2738" actId="478"/>
          <ac:spMkLst>
            <pc:docMk/>
            <pc:sldMk cId="1960709628" sldId="411"/>
            <ac:spMk id="49" creationId="{DBEC5264-AC81-8DD4-ED1D-95D5A74278FE}"/>
          </ac:spMkLst>
        </pc:spChg>
        <pc:spChg chg="mod">
          <ac:chgData name="夌 雨" userId="d086e8e3883354a1" providerId="LiveId" clId="{22E14112-D619-425B-A681-184D005CDFD3}" dt="2025-07-14T04:41:55.471" v="2737"/>
          <ac:spMkLst>
            <pc:docMk/>
            <pc:sldMk cId="1960709628" sldId="411"/>
            <ac:spMk id="51" creationId="{E67C3126-611C-3C61-A580-BFEA32803B76}"/>
          </ac:spMkLst>
        </pc:spChg>
        <pc:spChg chg="mod">
          <ac:chgData name="夌 雨" userId="d086e8e3883354a1" providerId="LiveId" clId="{22E14112-D619-425B-A681-184D005CDFD3}" dt="2025-07-14T04:41:55.471" v="2737"/>
          <ac:spMkLst>
            <pc:docMk/>
            <pc:sldMk cId="1960709628" sldId="411"/>
            <ac:spMk id="52" creationId="{88BF0369-7AC8-0519-1D50-721B19CC16CF}"/>
          </ac:spMkLst>
        </pc:spChg>
        <pc:spChg chg="mod">
          <ac:chgData name="夌 雨" userId="d086e8e3883354a1" providerId="LiveId" clId="{22E14112-D619-425B-A681-184D005CDFD3}" dt="2025-07-14T04:41:55.471" v="2737"/>
          <ac:spMkLst>
            <pc:docMk/>
            <pc:sldMk cId="1960709628" sldId="411"/>
            <ac:spMk id="53" creationId="{EA4ACD2E-7E48-691A-81DA-3298950CF5A4}"/>
          </ac:spMkLst>
        </pc:spChg>
        <pc:spChg chg="mod">
          <ac:chgData name="夌 雨" userId="d086e8e3883354a1" providerId="LiveId" clId="{22E14112-D619-425B-A681-184D005CDFD3}" dt="2025-07-14T04:41:55.471" v="2737"/>
          <ac:spMkLst>
            <pc:docMk/>
            <pc:sldMk cId="1960709628" sldId="411"/>
            <ac:spMk id="54" creationId="{A2C630BE-D2C9-24DB-17CA-F8F26AD9A6B1}"/>
          </ac:spMkLst>
        </pc:spChg>
        <pc:spChg chg="mod">
          <ac:chgData name="夌 雨" userId="d086e8e3883354a1" providerId="LiveId" clId="{22E14112-D619-425B-A681-184D005CDFD3}" dt="2025-07-14T04:41:55.471" v="2737"/>
          <ac:spMkLst>
            <pc:docMk/>
            <pc:sldMk cId="1960709628" sldId="411"/>
            <ac:spMk id="55" creationId="{250A63B7-9073-0B21-EBEF-DDEC281694E1}"/>
          </ac:spMkLst>
        </pc:spChg>
        <pc:grpChg chg="add mod">
          <ac:chgData name="夌 雨" userId="d086e8e3883354a1" providerId="LiveId" clId="{22E14112-D619-425B-A681-184D005CDFD3}" dt="2025-07-14T04:41:18.425" v="2721"/>
          <ac:grpSpMkLst>
            <pc:docMk/>
            <pc:sldMk cId="1960709628" sldId="411"/>
            <ac:grpSpMk id="43" creationId="{C07BF466-B695-D86F-1E24-A0BB9D9488CA}"/>
          </ac:grpSpMkLst>
        </pc:grpChg>
        <pc:grpChg chg="add del mod">
          <ac:chgData name="夌 雨" userId="d086e8e3883354a1" providerId="LiveId" clId="{22E14112-D619-425B-A681-184D005CDFD3}" dt="2025-07-14T04:41:56.953" v="2738" actId="478"/>
          <ac:grpSpMkLst>
            <pc:docMk/>
            <pc:sldMk cId="1960709628" sldId="411"/>
            <ac:grpSpMk id="50" creationId="{83C833D3-E2D4-4FDA-CE33-CDD5B48292EF}"/>
          </ac:grpSpMkLst>
        </pc:grpChg>
      </pc:sldChg>
      <pc:sldChg chg="del">
        <pc:chgData name="夌 雨" userId="d086e8e3883354a1" providerId="LiveId" clId="{22E14112-D619-425B-A681-184D005CDFD3}" dt="2025-07-14T04:07:40.774" v="2719" actId="47"/>
        <pc:sldMkLst>
          <pc:docMk/>
          <pc:sldMk cId="2880781427" sldId="411"/>
        </pc:sldMkLst>
      </pc:sldChg>
    </pc:docChg>
  </pc:docChgLst>
</pc:chgInfo>
</file>

<file path=ppt/comments/modernComment_10F_CF2C280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FEC4313-6FB7-4019-AADB-31E58C1DBDB2}" authorId="{A00B5B67-6B5C-B5E9-8745-9B4BDDBC0DBF}" status="resolved" created="2025-07-06T08:57:48.152" complete="100000">
    <pc:sldMkLst xmlns:pc="http://schemas.microsoft.com/office/powerpoint/2013/main/command">
      <pc:docMk/>
      <pc:sldMk cId="3475777546" sldId="271"/>
    </pc:sldMkLst>
    <p188:txBody>
      <a:bodyPr/>
      <a:lstStyle/>
      <a:p>
        <a:r>
          <a:rPr lang="zh-CN" altLang="en-US"/>
          <a:t>修改卫星通话选项</a:t>
        </a:r>
      </a:p>
    </p188:txBody>
  </p188:cm>
</p188:cmLst>
</file>

<file path=ppt/comments/modernComment_11A_35BA322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B00650A-D31F-46D1-A46B-DA885582EE2A}" authorId="{A00B5B67-6B5C-B5E9-8745-9B4BDDBC0DBF}" status="resolved" created="2025-07-06T08:45:15.959" complete="100000">
    <pc:sldMkLst xmlns:pc="http://schemas.microsoft.com/office/powerpoint/2013/main/command">
      <pc:docMk/>
      <pc:sldMk cId="901394976" sldId="282"/>
    </pc:sldMkLst>
    <p188:txBody>
      <a:bodyPr/>
      <a:lstStyle/>
      <a:p>
        <a:r>
          <a:rPr lang="zh-CN" altLang="en-US"/>
          <a:t>优化二级页面切换动画
By 亥鸥_HYO</a:t>
        </a:r>
      </a:p>
    </p188:txBody>
  </p188:cm>
</p188:cmLst>
</file>

<file path=ppt/comments/modernComment_11B_5A1998D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4FF57C8-5232-4689-AD41-CA24738081CF}" authorId="{A00B5B67-6B5C-B5E9-8745-9B4BDDBC0DBF}" status="resolved" created="2025-07-06T08:45:28.741" complete="100000">
    <pc:sldMkLst xmlns:pc="http://schemas.microsoft.com/office/powerpoint/2013/main/command">
      <pc:docMk/>
      <pc:sldMk cId="1511626961" sldId="283"/>
    </pc:sldMkLst>
    <p188:txBody>
      <a:bodyPr/>
      <a:lstStyle/>
      <a:p>
        <a:r>
          <a:rPr lang="zh-CN" altLang="en-US"/>
          <a:t>新增更多信息</a:t>
        </a:r>
      </a:p>
    </p188:txBody>
  </p188:cm>
</p188:cmLst>
</file>

<file path=ppt/comments/modernComment_16D_75AF80D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ACB4F33-224A-4AC5-8245-015FD1196545}" authorId="{A00B5B67-6B5C-B5E9-8745-9B4BDDBC0DBF}" status="resolved" created="2025-07-07T12:02:16.748" complete="100000">
    <pc:sldMkLst xmlns:pc="http://schemas.microsoft.com/office/powerpoint/2013/main/command">
      <pc:docMk/>
      <pc:sldMk cId="1974436052" sldId="365"/>
    </pc:sldMkLst>
    <p188:txBody>
      <a:bodyPr/>
      <a:lstStyle/>
      <a:p>
        <a:r>
          <a:rPr lang="zh-CN" altLang="en-US"/>
          <a:t>优化 按钮样式</a:t>
        </a:r>
      </a:p>
    </p188:txBody>
  </p188:cm>
</p188:cmLst>
</file>

<file path=ppt/comments/modernComment_17B_7F49B7F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11AF372-81F1-42D9-B45B-1021E31C8C45}" authorId="{A00B5B67-6B5C-B5E9-8745-9B4BDDBC0DBF}" status="resolved" created="2025-07-06T08:46:16.990" complete="100000">
    <pc:sldMkLst xmlns:pc="http://schemas.microsoft.com/office/powerpoint/2013/main/command">
      <pc:docMk/>
      <pc:sldMk cId="2135537656" sldId="379"/>
    </pc:sldMkLst>
    <p188:txBody>
      <a:bodyPr/>
      <a:lstStyle/>
      <a:p>
        <a:r>
          <a:rPr lang="zh-CN" altLang="en-US"/>
          <a:t>优化卫星配色
增加信号强度指示</a:t>
        </a:r>
      </a:p>
    </p188:txBody>
  </p188:cm>
</p188:cmLst>
</file>

<file path=ppt/comments/modernComment_105_CBFE7DB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CC00BDD-45CE-4632-92DC-5065333A6A5B}" authorId="{A00B5B67-6B5C-B5E9-8745-9B4BDDBC0DBF}" status="resolved" created="2025-07-06T08:58:51.420" complete="100000">
    <pc:sldMkLst xmlns:pc="http://schemas.microsoft.com/office/powerpoint/2013/main/command">
      <pc:docMk/>
      <pc:sldMk cId="3422453182" sldId="261"/>
    </pc:sldMkLst>
    <p188:txBody>
      <a:bodyPr/>
      <a:lstStyle/>
      <a:p>
        <a:r>
          <a:rPr lang="zh-CN" altLang="en-US"/>
          <a:t>修改欢迎语</a:t>
        </a:r>
      </a:p>
    </p188:txBody>
  </p188:cm>
</p188:cmLst>
</file>

<file path=ppt/comments/modernComment_111_61CCFAA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F0A14FC-83FD-4C9A-AA99-9AC1B6D4BDF4}" authorId="{A00B5B67-6B5C-B5E9-8745-9B4BDDBC0DBF}" status="resolved" created="2025-07-07T12:07:02.103" complete="100000">
    <pc:sldMkLst xmlns:pc="http://schemas.microsoft.com/office/powerpoint/2013/main/command">
      <pc:docMk/>
      <pc:sldMk cId="1640823458" sldId="273"/>
    </pc:sldMkLst>
    <p188:txBody>
      <a:bodyPr/>
      <a:lstStyle/>
      <a:p>
        <a:r>
          <a:rPr lang="zh-CN" altLang="en-US"/>
          <a:t>修改完成语</a:t>
        </a:r>
      </a:p>
    </p188:txBody>
  </p188:cm>
</p188:cmLst>
</file>

<file path=ppt/comments/modernComment_118_89B7228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737DFC-500B-4B5B-B18F-1B56F337ED5B}" authorId="{A00B5B67-6B5C-B5E9-8745-9B4BDDBC0DBF}" status="resolved" created="2025-07-06T08:44:47.795" complete="100000">
    <pc:sldMkLst xmlns:pc="http://schemas.microsoft.com/office/powerpoint/2013/main/command">
      <pc:docMk/>
      <pc:sldMk cId="2310480522" sldId="280"/>
    </pc:sldMkLst>
    <p188:txBody>
      <a:bodyPr/>
      <a:lstStyle/>
      <a:p>
        <a:r>
          <a:rPr lang="zh-CN" altLang="en-US"/>
          <a:t>优化App过渡动画
By 亥鸥_HYO</a:t>
        </a:r>
      </a:p>
    </p188:txBody>
  </p188:cm>
  <p188:cm id="{FFC0744D-04DB-466D-89A9-516383618D84}" authorId="{A00B5B67-6B5C-B5E9-8745-9B4BDDBC0DBF}" status="resolved" created="2025-07-07T15:32:06.202" complete="100000">
    <pc:sldMkLst xmlns:pc="http://schemas.microsoft.com/office/powerpoint/2013/main/command">
      <pc:docMk/>
      <pc:sldMk cId="2310480522" sldId="280"/>
    </pc:sldMkLst>
    <p188:txBody>
      <a:bodyPr/>
      <a:lstStyle/>
      <a:p>
        <a:r>
          <a:rPr lang="zh-CN" altLang="en-US"/>
          <a:t>优化 启动动画</a:t>
        </a:r>
      </a:p>
    </p188:txBody>
  </p188:cm>
</p188:cmLst>
</file>

<file path=ppt/comments/modernComment_121_1E197F7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911C8E6-FFA0-4FFB-9E3D-69DF7AB1C6B8}" authorId="{A00B5B67-6B5C-B5E9-8745-9B4BDDBC0DBF}" status="resolved" created="2025-07-06T08:45:52.850" complete="100000">
    <pc:sldMkLst xmlns:pc="http://schemas.microsoft.com/office/powerpoint/2013/main/command">
      <pc:docMk/>
      <pc:sldMk cId="504987513" sldId="289"/>
    </pc:sldMkLst>
    <p188:txBody>
      <a:bodyPr/>
      <a:lstStyle/>
      <a:p>
        <a:r>
          <a:rPr lang="zh-CN" altLang="en-US"/>
          <a:t>增加关机界面</a:t>
        </a:r>
      </a:p>
    </p188:txBody>
  </p188:cm>
  <p188:cm id="{E4B72B70-D082-418D-89FC-ABAE353731DC}" authorId="{A00B5B67-6B5C-B5E9-8745-9B4BDDBC0DBF}" status="resolved" created="2025-07-06T09:55:43.451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504987513" sldId="289"/>
      <ac:spMk id="4" creationId="{4DA0F886-486E-B6E3-D858-C1EEE3A7439D}"/>
    </ac:deMkLst>
    <p188:txBody>
      <a:bodyPr/>
      <a:lstStyle/>
      <a:p>
        <a:r>
          <a:rPr lang="zh-CN" altLang="en-US"/>
          <a:t>增加 退出按钮</a:t>
        </a:r>
      </a:p>
    </p188:txBody>
  </p188:cm>
  <p188:cm id="{AAF97029-F477-40B5-93FD-28E76F1A06B1}" authorId="{A00B5B67-6B5C-B5E9-8745-9B4BDDBC0DBF}" status="resolved" created="2025-07-07T12:01:51.686" complete="100000">
    <pc:sldMkLst xmlns:pc="http://schemas.microsoft.com/office/powerpoint/2013/main/command">
      <pc:docMk/>
      <pc:sldMk cId="504987513" sldId="289"/>
    </pc:sldMkLst>
    <p188:txBody>
      <a:bodyPr/>
      <a:lstStyle/>
      <a:p>
        <a:r>
          <a:rPr lang="zh-CN" altLang="en-US"/>
          <a:t>优化 按钮显示位置</a:t>
        </a:r>
      </a:p>
    </p188:txBody>
  </p188:cm>
</p188:cmLst>
</file>

<file path=ppt/comments/modernComment_122_AC97742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5D6E4BC-9993-4697-A80B-89F24C84F75B}" authorId="{A00B5B67-6B5C-B5E9-8745-9B4BDDBC0DBF}" status="resolved" created="2025-07-06T08:45:41.172" complete="100000">
    <pc:sldMkLst xmlns:pc="http://schemas.microsoft.com/office/powerpoint/2013/main/command">
      <pc:docMk/>
      <pc:sldMk cId="2895606831" sldId="290"/>
    </pc:sldMkLst>
    <p188:txBody>
      <a:bodyPr/>
      <a:lstStyle/>
      <a:p>
        <a:r>
          <a:rPr lang="zh-CN" altLang="en-US"/>
          <a:t>优化电源动画</a:t>
        </a:r>
      </a:p>
    </p188:txBody>
  </p188:cm>
</p188:cmLst>
</file>

<file path=ppt/comments/modernComment_123_37F0E3A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8AAB480-947A-41D2-A469-C9A29531681E}" authorId="{A00B5B67-6B5C-B5E9-8745-9B4BDDBC0DBF}" status="resolved" created="2025-07-06T08:44:03.310" complete="100000">
    <pc:sldMkLst xmlns:pc="http://schemas.microsoft.com/office/powerpoint/2013/main/command">
      <pc:docMk/>
      <pc:sldMk cId="938533792" sldId="291"/>
    </pc:sldMkLst>
    <p188:txBody>
      <a:bodyPr/>
      <a:lstStyle/>
      <a:p>
        <a:r>
          <a:rPr lang="zh-CN" altLang="en-US"/>
          <a:t>改进了电源动画</a:t>
        </a:r>
      </a:p>
    </p188:txBody>
  </p188:cm>
</p188:cmLst>
</file>

<file path=ppt/comments/modernComment_184_8F6B187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EBEEA75-9433-45C0-BA98-CB6ACA00612B}" authorId="{A00B5B67-6B5C-B5E9-8745-9B4BDDBC0DBF}" status="resolved" created="2025-07-06T08:46:44.169" complete="100000">
    <pc:sldMkLst xmlns:pc="http://schemas.microsoft.com/office/powerpoint/2013/main/command">
      <pc:docMk/>
      <pc:sldMk cId="2406160502" sldId="388"/>
    </pc:sldMkLst>
    <p188:txBody>
      <a:bodyPr/>
      <a:lstStyle/>
      <a:p>
        <a:r>
          <a:rPr lang="zh-CN" altLang="en-US"/>
          <a:t>准备增加拨号界面</a:t>
        </a:r>
      </a:p>
    </p188:txBody>
  </p188:cm>
</p188:cmLst>
</file>

<file path=ppt/comments/modernComment_186_BCBFCD7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25C7095-1A94-4AAC-85D3-BA82F34FBBDC}" authorId="{A00B5B67-6B5C-B5E9-8745-9B4BDDBC0DBF}" status="resolved" created="2025-07-06T09:02:15.279" complete="100000">
    <pc:sldMkLst xmlns:pc="http://schemas.microsoft.com/office/powerpoint/2013/main/command">
      <pc:docMk/>
      <pc:sldMk cId="3166686578" sldId="390"/>
    </pc:sldMkLst>
    <p188:txBody>
      <a:bodyPr/>
      <a:lstStyle/>
      <a:p>
        <a:r>
          <a:rPr lang="zh-CN" altLang="en-US"/>
          <a:t>优化文字显示</a:t>
        </a:r>
      </a:p>
    </p188:txBody>
  </p188:cm>
</p188:cmLst>
</file>

<file path=ppt/comments/modernComment_188_DFDCB48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CE1AEE3-ABE0-483E-B594-46B3AFA2CAC4}" authorId="{A00B5B67-6B5C-B5E9-8745-9B4BDDBC0DBF}" created="2025-07-07T12:36:04.54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755783300" sldId="392"/>
      <ac:spMk id="50" creationId="{9942987C-1A35-6870-19D2-58E0672473C5}"/>
    </ac:deMkLst>
    <p188:txBody>
      <a:bodyPr/>
      <a:lstStyle/>
      <a:p>
        <a:r>
          <a:rPr lang="zh-CN" altLang="en-US"/>
          <a:t>拨号的x为退位按钮，图标暂时找不到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E9118-45B6-426A-AB4A-F1CDD1A7C277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2DB11-43BD-48B4-8B48-AB40787BDF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601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2DB11-43BD-48B4-8B48-AB40787BDF6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998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2DA97-182E-36FD-AD4F-ADD6C2DE9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E242527-B83B-BCAB-36F7-FA03A34216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5A7AEA-3D01-C9D5-D8BE-4A41B807D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72E854-0F39-AC56-97E6-D7410BC429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2DB11-43BD-48B4-8B48-AB40787BDF6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019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B967C-58A7-5A9E-BE64-9B9859402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E5ECB7-C91C-E34B-05F5-3CC9BD359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E20A939-9BA6-2C2C-25A5-947619B30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04F09D-7DA8-4993-4053-0999C0B679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6489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AF34A-8B0D-B7A9-7371-39265F062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B10A73-51B6-607A-B440-741CEB5DB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C3D753-5BB6-DDF8-5A81-912A2BF84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49D83B-B6F3-C9B0-96C7-7DA73D6CB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5318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E3AAC-43FC-A5CC-7C1B-7F151F026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6DD021-2CE0-D8BD-A0D4-9870462AA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562BE9-70E2-A9CE-3B1F-E3AD8641A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D8D517-3A9C-8D6D-CA02-95C12B25EA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0068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2DB11-43BD-48B4-8B48-AB40787BDF6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2133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F10CB-0BA1-F372-CC9B-E983CF422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051514-6261-3CAF-DD76-FB9F5A0507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61BF73-D04A-2ECC-E318-EE0207B96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9C3748-A4E5-3C95-A714-911104E12D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45497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A30B4-054D-8027-AE4F-BFD4055C0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3F11669-07C2-B28B-E32F-B319F879EA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CCB4E6-981C-E54C-8642-35821190C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DBDF26-347A-2EED-4552-4D7DC4048E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63294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FCF3C-03CF-124C-937E-FF635FE75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17AAD9-58E5-0BDE-DADE-059DA4B240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558757-E34D-2FE7-B765-61360881E5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640D2D-9615-2787-BF92-78C3875034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30250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C9AEA-8584-4253-33BA-42197A43A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24AE70-E7C3-A994-AF8D-EE24C0ECBB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FCDCB7-0F1B-EC1C-941D-A06BD4881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9FE989-6813-1E01-65B5-1B6EC5BDB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9920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98803-3261-648C-3A8C-9E3F255A7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A39023-E502-C3CD-2897-BF8E18A21D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FDCB0E-C782-0DD3-6741-353B15EBF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82DB96-774D-A38A-7D2D-C76043F07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30339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346A6-D66F-F84E-698A-23F6CC183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80B9E01-0746-7082-FA41-FE0D1C93C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570933-D50A-FCE3-BA2A-A80A71B79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D1B75D-B552-499D-EEDC-6E1C8E6F1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82533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78275-02F0-A2FF-AB0E-3C89682B4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0C7B82C-FDAE-1068-208A-93E1CD807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D7E256-0340-B666-4A4D-FACDB8679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EE85A5-E840-A32C-1AAB-3DC01BFF76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57036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18D55-D483-DAD6-5924-407B8158A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E0F0FCF-CC32-0532-23A6-7821EF72E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DDDD2CD-A96F-35DA-D80A-08FF0F7F4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60106B-A7DE-6DBC-1CDF-D070242C5B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79965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1D554-0F9C-C053-6772-464CA0615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84E913F-BE6C-F1F7-03CC-F0DD8FAAB0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A0B176A-9608-62DD-86C9-6C04A34F9E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274823-11C6-75AE-80B6-9F0E89B35A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47069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13475-D654-BF6E-6176-80AC81AC8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B0E5C7-9EC5-6FCF-7117-9624B736C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E57D01-86C7-FCBE-0D9D-3E4E98FFFB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0817F0-FCE2-5CE8-927D-E3DE6A6AF1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73670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0BB27-0738-AC5A-28D3-D2E39D52B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8A0EEF-9C9B-0D95-BEF1-D5BA9F728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DA6EF6-1316-7DA6-9A82-34E35419E1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265B94-784D-1F3F-4987-CC31BB5EA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38601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48F54-631A-0CB8-2BCD-32A29C0D8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5BF8077-EE4B-6981-B595-E3399F450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53AB0A-7151-0E2F-B1DF-C7D5B0E3D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7B5BD5-3B6A-11BD-9D66-411FFC8F64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45312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78078-040F-FE5E-BC69-0B008AF26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F10935-C402-273E-24F0-812DBF913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525581-EA55-A17B-D7BC-B2A0D3AAC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7F8A95-22C0-EA74-6B4E-7E72AAAF74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42833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E69EC-4DA2-5958-D065-48BC3E83E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DA4550-AE25-8FD7-E6C6-86AD3F9B3A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D882D12-663B-11EB-6437-05D174FA4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610B04-5206-6F07-6EFB-608269675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14186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306AB-16C5-9FB2-76A6-FD44A0067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FEB629-18F1-EED1-A58A-1CF2DA7EB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9263DE-1D84-B5A1-157D-4C159D3B3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E404A6-911A-7E10-6FD6-FAA8FC59B2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18170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7E563-AF67-49D6-F187-EEC1828CE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CBDDC2-F3C7-D294-84EB-EB25B36B50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E35CE67-FE46-1097-2906-5838ED793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DBB8D-544E-483B-0D8C-9901F5E7D1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62992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78E95-0C40-EDB6-4D97-FFDF2C38B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FBF9F0-1AF8-0BED-8671-A29770D36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398A275-D847-D3D7-3B85-AF3F07538E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78F53B-8D53-1FC5-285F-50A5362C4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01577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73848-3CF3-3E95-9472-47FB7666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DB3D6E6-205D-0EAE-4EAB-EA8AF5BAFB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471725-A283-1723-FC41-1EF4E0107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736382-8076-374C-9A89-86A307ECD7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06859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9C514-53F3-8B05-E425-F01302F49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A3CEC6-7A97-9A67-F75C-5463F88C85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5FCDF8C-CC51-5B89-4E89-177C6FE290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5FD3D3-0FBA-1307-8DE4-F2131BFC66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55785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77F58-1317-6190-F857-B31F5A366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4BD520-3C95-BAB5-EBDE-8B4DE18D4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A1ECC81-DDFF-5601-EA45-F42D89B39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76ECAE-47B7-1F6B-AD9C-57C9E1D6B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79421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A1C01-7485-B7DF-5882-095424521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EAC1CC-EA8A-0DAB-9C21-96D786296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1A5169-2D16-3F5C-E303-16E8091A42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950167-2EE4-8935-11C5-248350EAF4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1142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426D9-BFBD-BC20-D267-66DD8307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E3254A-681A-9EE3-95DC-BE23329F0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7288B24-E11B-D1B8-592F-883CE0C62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1B8F36-FE78-DD06-E66F-16D9ADDA69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36788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23247-D213-8F85-40EC-B778E8F0B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592208-F151-66D8-E855-89EE478FED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20A066-B486-567A-A012-9511D573F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858FBA-06E9-C2D0-06A6-72868CF215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00656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97C7E-2B54-5762-E4D1-FCA550BC7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831D9A3-79A2-4524-1BFF-5A9DB7BE33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FF6C99-55CB-4CB4-5754-F6F30A0A3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139ADC-BB5D-935F-F617-37AC3B26E5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68463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3AC93-B46F-6966-5A34-9BC179CD5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DD87137-2202-0199-376D-0FA0C3819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5A75BC-2B1F-A5DA-E097-2540FEB35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968D51-5818-74DD-4784-BDE100E28D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33882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BF172-3364-DD36-6DDE-A2BB8F433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0A23120-EAF9-50D5-1022-5B346FD06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335305-5A1B-2203-2A3C-12A59EB57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1E40EE-FD8A-90DA-0E4E-6E74DEC7A1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751101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2F55C-A108-B13C-4130-570A4ED9C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B1B123-9BB5-DDF8-6221-65EBE3F1AA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48E6BA4-1162-353C-A700-FDEA710E4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26DC47-0287-9CF3-2352-4CF66BB41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278915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9E2FB-5239-84F5-FB9F-5E3CFF45F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27EAB4-CF63-9518-AD45-2AFFFC47E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43E6803-A441-0520-D848-77D51A680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791A47-A8D5-6ADC-C6D7-1BF4F47977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916144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22A81-BB55-7B30-5604-B54B02E64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C39481-2159-5AE0-8217-E7B042395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393A358-7EF4-0DCC-802D-AABEF7E10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671F8F-AEB1-B7A4-10A6-38791A75CF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186577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AB06A-F929-6677-BC44-823C4E450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106C3F-B659-4E51-6D40-12932299B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156502-FEF5-D846-9EDA-082EEDBDAA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3A6CBF-EF22-B873-48CB-C7DBFB81BF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971493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E15DA-5AB3-6CF8-2925-8850BEB8F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DE530C1-B5D9-9009-637F-ABABC06AA4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33E88E-EA0A-F913-925D-9A67142DB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E191F0-46CA-0BF3-060A-2E814E1DCE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728486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E1D72-8CCA-475A-A72D-8450ECDF7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0872E5-37B2-93C6-F90C-8934CAC00C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3E7F30-8C3C-4892-B5C3-FA7FF02167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354E05-0ABB-BF09-7C5D-3FD8CB1384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485782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D7BFF-DAAD-0921-4FA7-42E350E7B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F00EA1-8EA2-2039-DC31-33FBA703B4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3CF4918-CF52-3BC6-B54F-AF7810740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9A41B5-45D0-D242-18E9-FEA7E54C14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527649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B8C2D-7DC4-A44C-62E3-EB7F92CB5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E96D419-19D4-15F2-33BF-7E444C4B71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F418FB-D974-B562-AADA-4ACEEB83E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913773-A64E-7BB3-482E-C2DBA46213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556979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AFB08-D34D-22BF-753E-16CA1A611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277D4D-8151-8DC9-9079-E7DFA53AA4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672DE7-58AF-9127-FC28-6CC9012CA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692F26-E997-1A7D-8D27-2DF304E3A6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944382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E902-40E8-E8D9-3BC8-B505DD8B5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73474D-F1D1-9090-EF7E-BFD7C4ED7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EB7E4A-E601-BA92-B648-CD1BAC50B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8EF466-9FFA-6849-28B1-D4C0020065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77695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86A40-0325-7A9A-F40C-F0F1C444A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4F9FBE-108A-15A9-7BF3-09C6E221B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4003BC5-4BA7-2DD7-351E-045252777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534A2C-A109-B547-29EF-3F2B8E279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675881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010BD-D875-7F08-9AEE-4D40A923E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1BADC6-B886-3AAB-B5BC-FE19A2166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324235D-29E4-B2AA-1804-163E317A3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16543C-DF76-6FC4-CB6F-4C3B0522F5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98358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EC41B-E15A-6CC6-70A8-5C982F544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AC2959-F99F-0E36-2F75-C0417E76C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CF9A1D0-4273-96F4-026C-73A92FB3F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918DA0-1FBC-E3EB-7B4E-DD95506BF5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820269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B18E4-9A99-1B8B-8A30-7BE2A38CE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DD0563-FABF-9AB7-0EC4-E5FACFEFE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C75230-095D-0234-892F-5BBDD7077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74A836-550B-DE46-3911-C84343804D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317712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85F3D-7BEE-9B59-DA97-DB4F54898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AEDB6CE-D2F9-CBCF-B1BC-99F9C695A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D4A844-85B7-3BE8-BD98-A68B3B257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E8393E-85C8-6BBF-2E6C-6CF98107B4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459027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31172-574D-7DB5-22DD-266110E0B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47F1AA7-3305-1232-9239-059EAEEEC2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C3BAF33-D921-6196-F987-B7F1134C2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F450C3-1E8D-F540-DF38-BEC7A3E718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088398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38916-A9A6-DAE1-BADD-075E744A0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8CF44F-F21D-549A-4A54-D6D5912A3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D3E0E3-4716-34D5-1AB6-55446ADD7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26FB01-2374-AA2B-E6FC-BA685E3950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930424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FD57E-D057-CE80-9C6E-00968F002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53D685-1229-0C10-8F4D-9721A51B4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CC8A04-0425-B0BA-1931-5E73BAF17E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55360B-B98B-59F9-18C7-83C45A586A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975112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D5CF7-22D6-875A-94A8-BC13FFE83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BEFB0EE-BDB5-99BF-1191-EBF7AB7F00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A1FED7E-D3A0-3FAB-018F-1170D390C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F5A801-6EBC-A34F-2792-806FCF9115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87989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746A4-4AB5-B33F-4981-C9EF6135E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6EE36F-493D-8A5A-BBBA-830FCCD722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A93DEB-9ED0-1571-5041-69D25416A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0C19D0-0603-8C3C-8F4B-6B7A713038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19250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12422-4E87-E2AB-366B-AB7C2BDBA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71684BE-7738-4B23-9C61-CCAC3533DC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7B08DD5-C4ED-934B-820F-84A41B417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96CFE7-DCA4-1421-C2A4-C88E5191B5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665307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3E852-131D-A392-D787-9E8711BC3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078B214-9D19-FDA6-B292-785E7D35F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F4C98D-3951-8CB6-D408-08848A24E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CA4379-E244-7ED5-34B5-C56CC6C522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659229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893BB-DDAA-C7EF-6604-23366D826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93D0E8-1AEB-5DAB-7608-1EF1AA192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E0DC332-EF40-31D9-DD9A-F237AFECFE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F5AEE6-BC45-F016-1028-A645C425DD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06752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3D992-C829-9C63-5C5B-0942A942A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64CF05-96B0-B4C0-8B88-3470B008FC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12FCF6-D06F-363C-8016-3D031B619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977415-7B2C-569B-A05D-417B1BB099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938362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FBAB3-E648-450E-3671-62F6842C0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410913-C39D-1EEE-5CEB-0F6F65ACE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FB3B246-6649-B86F-264E-DC58B44D59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6D81A4-B9EB-FFBD-1363-FC3BB8156B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48944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4CFFB-03DD-A473-1B13-40C25AF9A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D6A3BF-5D61-AF73-4B59-80C7D88498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11536C8-4F8B-7064-FCA2-5C87057E59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BCEB0-E7CB-2D48-2BEE-0321812D3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42407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CB238-3C3D-83EF-3D82-EE2326E51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B54D5F-6B46-2210-C615-7198F35E3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63EB410-7BB7-D640-E289-B2EA4392E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8E0B0E-F337-596C-023A-5591F2448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158430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09A20-72C9-93E8-5F22-CFDB29B58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F712A5-219E-384F-C939-2317D0077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9C8A626-14D0-6B11-7DD4-72008DA2D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C4F154-A2A6-F5F4-CB9C-7CDC78109B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86343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EBE85-9515-5B84-2BF8-A532AE060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EF6690-1872-B83A-7033-CEA861244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D0D1B4-75B7-F481-9C8E-7B47BB34C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AB545D-C4A1-4CCF-BE64-5F75DB4EAF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177565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41DFF-DAB5-B471-F7FB-31AB53DBF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02A0390-C3C0-EE19-62B6-80C42852BF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2D21CF-17FB-4613-8364-16C7E7668D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A66453-15C4-8CB2-1ED5-CE428E4F2C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17157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57AE6-57B0-C62E-6597-899FA0E3E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0FEAC1-4737-3D35-5F64-373D7741AF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A4FDD4-108B-8A3D-0B47-4892EF3ED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F50FC8-FFF2-0D82-3ED6-7EAAA57552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273572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7471C-87A9-B2A4-B469-7561441C4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9CB665-9C55-8138-3B37-DC18DD0FB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ACAA20-BF7F-CB23-E77F-65388A11E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33C338-9498-D6E8-7DED-33743414FD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753666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E0E50-C7C4-3D8C-B85A-CD1388384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72CA0E6-0692-13EB-1C64-17F9CB46D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F8DA11-3287-ADEE-0A8A-F646BD28D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02916A-D2EC-6A2B-6389-7E6B1A4AEF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677773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A3806-CE83-0E10-0DDD-AF7A60131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9A636D4-5146-C037-68B4-3999B8308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CA9BCC-7E7D-7CA0-06D7-CF98B03708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04624D-9590-8A07-E9B0-4CAEC63C65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541636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8E989-96D9-127C-6F27-EEC046613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140372-4B16-62BF-1FDB-4ABAC15C4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383919-FACA-D1A8-BE10-921C2CBBB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9E3D7A-0EA3-7910-E1F3-9D2889DDB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743822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2BFE3-9136-DD4F-674E-84A6F6C5E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AE4DB79-E450-AFF8-902C-1711D05B8F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D41D53-1B89-9C9D-FC80-53F9C5633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8F398C-4607-313E-0306-8D624C7191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378281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29BAB-5288-2503-3190-1D153ED4A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2B0D0D-ECA2-B900-524B-F45EEF0291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0516A4E-2CFD-B7E5-25C4-A958B71E36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646CDE-07E5-CE5D-7234-A451DFD121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4058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B855C1-76CD-48AD-AB00-F2BF2DEF89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3241AB1-DE51-04D2-BFC2-DCADC6CAA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1D986F-EEA6-5C33-DAF1-229A15D85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3787EB-3086-A984-C78C-4CD442C2A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68D164-4DD9-D1A4-F40E-A373C00A9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581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99B49-58B5-437F-E08C-675675B0B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BCD781-7944-AB7F-BAED-58D87D886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581D39-7613-8019-E0E0-C04A3D411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A3A2B1-FB1C-3052-51E1-0A8EFD486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DF9D80-4F71-7DF8-CD11-16BE6EBC1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523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D51AD6-1046-E8DA-8A51-F367F299A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5EF87A-1B8B-3F81-EB2D-C0A5AD0BD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0C5784-B35D-A056-6CEC-5AEAC5411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92E817-6151-897B-BCAB-C14675A05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3A2F61-FF54-0E9C-E7A1-98CF119D9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640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392FC6-A284-B132-AABB-064B6079C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AA0321-35BA-1DBE-7ABF-6979AA03EE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E50439-7DB3-4F60-E895-4B56984ABD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BDA798-C89F-3EF5-7EAE-3827F9351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78DEA3-1D1F-BA29-A0C5-17BFE3C40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AA0939-A7F9-A7A8-D6D9-A63C65675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763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8732EB-39EE-2096-6D46-07589E869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25AF44-B0AC-8B39-47BB-7E61FC856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0BCE65-76F9-3DBC-CB1C-5232B1677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4EDF636-037D-7F6F-D325-513D4846D7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56C7852-0AD7-2513-EE56-2CB749BCD0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41D7E3-1EEF-B8DB-A5EC-1C04F51A8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27BB2C3-B6C2-2E31-4B04-FC4164C0D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7DEBB7B-CF5C-5FEB-2AEE-8AD096941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707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19313A-7540-A21F-F19D-74E594569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7879411-07FC-8706-1EF4-E1386AB42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55EF323-8E3E-AC35-CDFD-2D6B58E4B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BECF81A-8B45-F3A9-ABB2-7D13202B8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981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C5E2736-6604-600E-C4D2-5A0F8058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5765F4-6340-79B8-2B06-76460DD56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A86F94-E481-DFD0-0638-3965753C4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759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FA5992-AE0D-D119-5FB4-DDF699E4A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BA9F77-4B86-8699-1CFC-CD9B464BE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49FF9A-BA28-D942-0AF9-D44DECAB7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25E364-0905-E1D7-ECA0-F4B2CFB7B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43BC17-F1CD-31D1-EE1A-D2543707C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E3348F-1050-16EC-B5EC-78C146492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00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D643B-8154-2125-D003-076C10908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82492DC-EA66-1C67-737A-9FEC281646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63EF30-5CAE-6422-3CB8-B13E383A91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6D6C3E-75D3-C53B-1CEC-F0C544598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283B48-C4C1-2184-ED8C-EF5A07B27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0AC9A9-9ACB-5C51-62CA-8635BFA7E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015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610A96-1F93-FD62-3A65-53C145102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2465539-5FCB-5327-A0AC-CC72C5D3F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680E4F-F286-86A6-5518-0ED780A65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5793A5-D3AF-3C8E-1B4B-12B8E2CC2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5040D9-30FE-4CC3-B2E0-9FEED8AEA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685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A87A29-F778-EEFF-94E8-0193C75D82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13125D5-889A-B93C-66DE-A50B992381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14E452-4DEE-5815-58F7-E8A4523AB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43AB85-B926-410C-20D6-C6860B270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1F3739-7728-1CB2-26EF-2E1A50C96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703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C3B5166-D917-326A-2942-2B7DA78C0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E3CC38-1728-E960-DFA9-481CA9FA2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A5D804-B2FA-9CBE-3CF2-2E6A7E5A2B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B1D394-1D5E-47AC-B4E4-77CFFED56DED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A8E0BD-9F64-B41F-DE4F-4EC207EF54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02E17A-9FE7-454F-77D6-8F08C14687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804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slide" Target="slide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18" Type="http://schemas.openxmlformats.org/officeDocument/2006/relationships/image" Target="../media/image20.sv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slide" Target="slide20.xml"/><Relationship Id="rId11" Type="http://schemas.openxmlformats.org/officeDocument/2006/relationships/image" Target="../media/image13.png"/><Relationship Id="rId5" Type="http://schemas.openxmlformats.org/officeDocument/2006/relationships/image" Target="../media/image8.sv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microsoft.com/office/2018/10/relationships/comments" Target="../comments/modernComment_188_DFDCB484.xml"/><Relationship Id="rId7" Type="http://schemas.openxmlformats.org/officeDocument/2006/relationships/slide" Target="slide5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2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microsoft.com/office/2018/10/relationships/comments" Target="../comments/modernComment_123_37F0E3A0.xml"/><Relationship Id="rId7" Type="http://schemas.openxmlformats.org/officeDocument/2006/relationships/slide" Target="slide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microsoft.com/office/2007/relationships/hdphoto" Target="../media/hdphoto1.wdp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5_CBFE7DBE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F_CF2C280A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1_61CCFAA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slide" Target="slide40.xml"/><Relationship Id="rId18" Type="http://schemas.openxmlformats.org/officeDocument/2006/relationships/image" Target="../media/image32.svg"/><Relationship Id="rId3" Type="http://schemas.openxmlformats.org/officeDocument/2006/relationships/image" Target="../media/image6.png"/><Relationship Id="rId21" Type="http://schemas.openxmlformats.org/officeDocument/2006/relationships/image" Target="../media/image34.sv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6" Type="http://schemas.openxmlformats.org/officeDocument/2006/relationships/slide" Target="slide26.xml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0.svg"/><Relationship Id="rId10" Type="http://schemas.openxmlformats.org/officeDocument/2006/relationships/image" Target="../media/image16.svg"/><Relationship Id="rId19" Type="http://schemas.openxmlformats.org/officeDocument/2006/relationships/slide" Target="slide62.xml"/><Relationship Id="rId4" Type="http://schemas.openxmlformats.org/officeDocument/2006/relationships/image" Target="../media/image1.png"/><Relationship Id="rId9" Type="http://schemas.openxmlformats.org/officeDocument/2006/relationships/image" Target="../media/image15.png"/><Relationship Id="rId1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18" Type="http://schemas.openxmlformats.org/officeDocument/2006/relationships/image" Target="../media/image31.png"/><Relationship Id="rId3" Type="http://schemas.openxmlformats.org/officeDocument/2006/relationships/image" Target="../media/image25.png"/><Relationship Id="rId21" Type="http://schemas.openxmlformats.org/officeDocument/2006/relationships/image" Target="../media/image33.pn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slide" Target="slide25.xml"/><Relationship Id="rId25" Type="http://schemas.openxmlformats.org/officeDocument/2006/relationships/image" Target="../media/image36.sv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20.svg"/><Relationship Id="rId20" Type="http://schemas.openxmlformats.org/officeDocument/2006/relationships/slide" Target="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24" Type="http://schemas.openxmlformats.org/officeDocument/2006/relationships/image" Target="../media/image35.png"/><Relationship Id="rId5" Type="http://schemas.openxmlformats.org/officeDocument/2006/relationships/image" Target="../media/image1.png"/><Relationship Id="rId15" Type="http://schemas.openxmlformats.org/officeDocument/2006/relationships/image" Target="../media/image19.png"/><Relationship Id="rId23" Type="http://schemas.openxmlformats.org/officeDocument/2006/relationships/slide" Target="slide71.xml"/><Relationship Id="rId10" Type="http://schemas.openxmlformats.org/officeDocument/2006/relationships/image" Target="../media/image15.png"/><Relationship Id="rId19" Type="http://schemas.openxmlformats.org/officeDocument/2006/relationships/image" Target="../media/image32.svg"/><Relationship Id="rId4" Type="http://schemas.microsoft.com/office/2007/relationships/hdphoto" Target="../media/hdphoto1.wdp"/><Relationship Id="rId9" Type="http://schemas.openxmlformats.org/officeDocument/2006/relationships/image" Target="../media/image14.svg"/><Relationship Id="rId14" Type="http://schemas.openxmlformats.org/officeDocument/2006/relationships/slide" Target="slide40.xml"/><Relationship Id="rId22" Type="http://schemas.openxmlformats.org/officeDocument/2006/relationships/image" Target="../media/image34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18" Type="http://schemas.openxmlformats.org/officeDocument/2006/relationships/image" Target="../media/image33.png"/><Relationship Id="rId3" Type="http://schemas.openxmlformats.org/officeDocument/2006/relationships/image" Target="../media/image6.png"/><Relationship Id="rId21" Type="http://schemas.openxmlformats.org/officeDocument/2006/relationships/image" Target="../media/image35.pn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slide" Target="slide62.xml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32.svg"/><Relationship Id="rId20" Type="http://schemas.openxmlformats.org/officeDocument/2006/relationships/slide" Target="slide7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5" Type="http://schemas.openxmlformats.org/officeDocument/2006/relationships/image" Target="../media/image31.png"/><Relationship Id="rId10" Type="http://schemas.openxmlformats.org/officeDocument/2006/relationships/image" Target="../media/image17.png"/><Relationship Id="rId19" Type="http://schemas.openxmlformats.org/officeDocument/2006/relationships/image" Target="../media/image34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slide" Target="slide26.xml"/><Relationship Id="rId22" Type="http://schemas.openxmlformats.org/officeDocument/2006/relationships/image" Target="../media/image36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microsoft.com/office/2018/10/relationships/comments" Target="../comments/modernComment_118_89B7228A.xml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13" Type="http://schemas.openxmlformats.org/officeDocument/2006/relationships/image" Target="../media/image46.svg"/><Relationship Id="rId3" Type="http://schemas.microsoft.com/office/2018/10/relationships/comments" Target="../comments/modernComment_11A_35BA3220.xml"/><Relationship Id="rId7" Type="http://schemas.openxmlformats.org/officeDocument/2006/relationships/image" Target="../media/image41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48.svg"/><Relationship Id="rId1" Type="http://schemas.openxmlformats.org/officeDocument/2006/relationships/slideLayout" Target="../slideLayouts/slideLayout1.xml"/><Relationship Id="rId6" Type="http://schemas.openxmlformats.org/officeDocument/2006/relationships/slide" Target="slide37.xml"/><Relationship Id="rId11" Type="http://schemas.openxmlformats.org/officeDocument/2006/relationships/image" Target="../media/image44.svg"/><Relationship Id="rId5" Type="http://schemas.microsoft.com/office/2007/relationships/hdphoto" Target="../media/hdphoto1.wdp"/><Relationship Id="rId15" Type="http://schemas.openxmlformats.org/officeDocument/2006/relationships/image" Target="../media/image47.png"/><Relationship Id="rId10" Type="http://schemas.openxmlformats.org/officeDocument/2006/relationships/image" Target="../media/image43.png"/><Relationship Id="rId4" Type="http://schemas.openxmlformats.org/officeDocument/2006/relationships/image" Target="../media/image25.png"/><Relationship Id="rId9" Type="http://schemas.openxmlformats.org/officeDocument/2006/relationships/slide" Target="slide30.xml"/><Relationship Id="rId14" Type="http://schemas.openxmlformats.org/officeDocument/2006/relationships/slide" Target="slide24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13" Type="http://schemas.openxmlformats.org/officeDocument/2006/relationships/slide" Target="slide24.xml"/><Relationship Id="rId3" Type="http://schemas.openxmlformats.org/officeDocument/2006/relationships/image" Target="../media/image25.png"/><Relationship Id="rId7" Type="http://schemas.openxmlformats.org/officeDocument/2006/relationships/image" Target="../media/image42.svg"/><Relationship Id="rId12" Type="http://schemas.openxmlformats.org/officeDocument/2006/relationships/image" Target="../media/image46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5.png"/><Relationship Id="rId5" Type="http://schemas.openxmlformats.org/officeDocument/2006/relationships/slide" Target="slide37.xml"/><Relationship Id="rId15" Type="http://schemas.openxmlformats.org/officeDocument/2006/relationships/image" Target="../media/image48.svg"/><Relationship Id="rId10" Type="http://schemas.openxmlformats.org/officeDocument/2006/relationships/image" Target="../media/image44.svg"/><Relationship Id="rId4" Type="http://schemas.microsoft.com/office/2007/relationships/hdphoto" Target="../media/hdphoto1.wdp"/><Relationship Id="rId9" Type="http://schemas.openxmlformats.org/officeDocument/2006/relationships/image" Target="../media/image43.png"/><Relationship Id="rId1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32.xml"/><Relationship Id="rId13" Type="http://schemas.openxmlformats.org/officeDocument/2006/relationships/image" Target="../media/image45.png"/><Relationship Id="rId3" Type="http://schemas.openxmlformats.org/officeDocument/2006/relationships/image" Target="../media/image25.png"/><Relationship Id="rId7" Type="http://schemas.openxmlformats.org/officeDocument/2006/relationships/image" Target="../media/image48.svg"/><Relationship Id="rId12" Type="http://schemas.openxmlformats.org/officeDocument/2006/relationships/slide" Target="slide27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slide" Target="slide34.xml"/><Relationship Id="rId5" Type="http://schemas.openxmlformats.org/officeDocument/2006/relationships/slide" Target="slide24.xml"/><Relationship Id="rId15" Type="http://schemas.openxmlformats.org/officeDocument/2006/relationships/slide" Target="slide44.xml"/><Relationship Id="rId10" Type="http://schemas.openxmlformats.org/officeDocument/2006/relationships/image" Target="../media/image50.svg"/><Relationship Id="rId4" Type="http://schemas.microsoft.com/office/2007/relationships/hdphoto" Target="../media/hdphoto1.wdp"/><Relationship Id="rId9" Type="http://schemas.openxmlformats.org/officeDocument/2006/relationships/image" Target="../media/image49.png"/><Relationship Id="rId14" Type="http://schemas.openxmlformats.org/officeDocument/2006/relationships/image" Target="../media/image46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" Target="slide32.xml"/><Relationship Id="rId13" Type="http://schemas.openxmlformats.org/officeDocument/2006/relationships/image" Target="../media/image45.png"/><Relationship Id="rId3" Type="http://schemas.openxmlformats.org/officeDocument/2006/relationships/image" Target="../media/image25.png"/><Relationship Id="rId7" Type="http://schemas.openxmlformats.org/officeDocument/2006/relationships/image" Target="../media/image48.svg"/><Relationship Id="rId12" Type="http://schemas.openxmlformats.org/officeDocument/2006/relationships/slide" Target="slide27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slide" Target="slide34.xml"/><Relationship Id="rId5" Type="http://schemas.openxmlformats.org/officeDocument/2006/relationships/slide" Target="slide24.xml"/><Relationship Id="rId15" Type="http://schemas.openxmlformats.org/officeDocument/2006/relationships/slide" Target="slide44.xml"/><Relationship Id="rId10" Type="http://schemas.openxmlformats.org/officeDocument/2006/relationships/image" Target="../media/image50.svg"/><Relationship Id="rId4" Type="http://schemas.microsoft.com/office/2007/relationships/hdphoto" Target="../media/hdphoto1.wdp"/><Relationship Id="rId9" Type="http://schemas.openxmlformats.org/officeDocument/2006/relationships/image" Target="../media/image49.png"/><Relationship Id="rId14" Type="http://schemas.openxmlformats.org/officeDocument/2006/relationships/image" Target="../media/image46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3" Type="http://schemas.openxmlformats.org/officeDocument/2006/relationships/image" Target="../media/image25.png"/><Relationship Id="rId7" Type="http://schemas.openxmlformats.org/officeDocument/2006/relationships/image" Target="../media/image48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slide" Target="slide24.xml"/><Relationship Id="rId10" Type="http://schemas.openxmlformats.org/officeDocument/2006/relationships/image" Target="../media/image46.svg"/><Relationship Id="rId4" Type="http://schemas.microsoft.com/office/2007/relationships/hdphoto" Target="../media/hdphoto1.wdp"/><Relationship Id="rId9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3" Type="http://schemas.openxmlformats.org/officeDocument/2006/relationships/image" Target="../media/image25.png"/><Relationship Id="rId7" Type="http://schemas.openxmlformats.org/officeDocument/2006/relationships/image" Target="../media/image48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slide" Target="slide24.xml"/><Relationship Id="rId10" Type="http://schemas.openxmlformats.org/officeDocument/2006/relationships/image" Target="../media/image46.svg"/><Relationship Id="rId4" Type="http://schemas.microsoft.com/office/2007/relationships/hdphoto" Target="../media/hdphoto1.wdp"/><Relationship Id="rId9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13" Type="http://schemas.openxmlformats.org/officeDocument/2006/relationships/image" Target="../media/image50.svg"/><Relationship Id="rId3" Type="http://schemas.openxmlformats.org/officeDocument/2006/relationships/image" Target="../media/image25.png"/><Relationship Id="rId7" Type="http://schemas.openxmlformats.org/officeDocument/2006/relationships/image" Target="../media/image48.sv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slide" Target="slide35.xml"/><Relationship Id="rId5" Type="http://schemas.openxmlformats.org/officeDocument/2006/relationships/slide" Target="slide24.xml"/><Relationship Id="rId10" Type="http://schemas.openxmlformats.org/officeDocument/2006/relationships/image" Target="../media/image46.svg"/><Relationship Id="rId4" Type="http://schemas.microsoft.com/office/2007/relationships/hdphoto" Target="../media/hdphoto1.wdp"/><Relationship Id="rId9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13" Type="http://schemas.openxmlformats.org/officeDocument/2006/relationships/image" Target="../media/image50.svg"/><Relationship Id="rId3" Type="http://schemas.openxmlformats.org/officeDocument/2006/relationships/image" Target="../media/image25.png"/><Relationship Id="rId7" Type="http://schemas.openxmlformats.org/officeDocument/2006/relationships/image" Target="../media/image48.sv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slide" Target="slide35.xml"/><Relationship Id="rId5" Type="http://schemas.openxmlformats.org/officeDocument/2006/relationships/slide" Target="slide24.xml"/><Relationship Id="rId10" Type="http://schemas.openxmlformats.org/officeDocument/2006/relationships/image" Target="../media/image46.svg"/><Relationship Id="rId4" Type="http://schemas.microsoft.com/office/2007/relationships/hdphoto" Target="../media/hdphoto1.wdp"/><Relationship Id="rId9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3" Type="http://schemas.openxmlformats.org/officeDocument/2006/relationships/image" Target="../media/image25.png"/><Relationship Id="rId7" Type="http://schemas.openxmlformats.org/officeDocument/2006/relationships/image" Target="../media/image48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slide" Target="slide24.xml"/><Relationship Id="rId10" Type="http://schemas.openxmlformats.org/officeDocument/2006/relationships/image" Target="../media/image46.svg"/><Relationship Id="rId4" Type="http://schemas.microsoft.com/office/2007/relationships/hdphoto" Target="../media/hdphoto1.wdp"/><Relationship Id="rId9" Type="http://schemas.openxmlformats.org/officeDocument/2006/relationships/image" Target="../media/image4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svg"/><Relationship Id="rId18" Type="http://schemas.openxmlformats.org/officeDocument/2006/relationships/image" Target="../media/image48.svg"/><Relationship Id="rId3" Type="http://schemas.openxmlformats.org/officeDocument/2006/relationships/image" Target="../media/image25.png"/><Relationship Id="rId21" Type="http://schemas.openxmlformats.org/officeDocument/2006/relationships/image" Target="../media/image50.svg"/><Relationship Id="rId7" Type="http://schemas.openxmlformats.org/officeDocument/2006/relationships/image" Target="../media/image52.svg"/><Relationship Id="rId12" Type="http://schemas.openxmlformats.org/officeDocument/2006/relationships/image" Target="../media/image57.png"/><Relationship Id="rId17" Type="http://schemas.openxmlformats.org/officeDocument/2006/relationships/image" Target="../media/image47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46.sv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6.svg"/><Relationship Id="rId5" Type="http://schemas.openxmlformats.org/officeDocument/2006/relationships/slide" Target="slide24.xml"/><Relationship Id="rId15" Type="http://schemas.openxmlformats.org/officeDocument/2006/relationships/image" Target="../media/image45.png"/><Relationship Id="rId10" Type="http://schemas.openxmlformats.org/officeDocument/2006/relationships/image" Target="../media/image55.png"/><Relationship Id="rId19" Type="http://schemas.openxmlformats.org/officeDocument/2006/relationships/slide" Target="slide39.xml"/><Relationship Id="rId4" Type="http://schemas.microsoft.com/office/2007/relationships/hdphoto" Target="../media/hdphoto1.wdp"/><Relationship Id="rId9" Type="http://schemas.openxmlformats.org/officeDocument/2006/relationships/image" Target="../media/image54.svg"/><Relationship Id="rId14" Type="http://schemas.openxmlformats.org/officeDocument/2006/relationships/slide" Target="slide2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13" Type="http://schemas.openxmlformats.org/officeDocument/2006/relationships/image" Target="../media/image57.png"/><Relationship Id="rId18" Type="http://schemas.openxmlformats.org/officeDocument/2006/relationships/image" Target="../media/image47.png"/><Relationship Id="rId3" Type="http://schemas.microsoft.com/office/2018/10/relationships/comments" Target="../comments/modernComment_11B_5A1998D1.xml"/><Relationship Id="rId21" Type="http://schemas.openxmlformats.org/officeDocument/2006/relationships/image" Target="../media/image49.png"/><Relationship Id="rId7" Type="http://schemas.openxmlformats.org/officeDocument/2006/relationships/image" Target="../media/image51.png"/><Relationship Id="rId12" Type="http://schemas.openxmlformats.org/officeDocument/2006/relationships/image" Target="../media/image56.svg"/><Relationship Id="rId17" Type="http://schemas.openxmlformats.org/officeDocument/2006/relationships/image" Target="../media/image46.sv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45.png"/><Relationship Id="rId20" Type="http://schemas.openxmlformats.org/officeDocument/2006/relationships/slide" Target="slide39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4.xml"/><Relationship Id="rId11" Type="http://schemas.openxmlformats.org/officeDocument/2006/relationships/image" Target="../media/image55.png"/><Relationship Id="rId5" Type="http://schemas.microsoft.com/office/2007/relationships/hdphoto" Target="../media/hdphoto1.wdp"/><Relationship Id="rId15" Type="http://schemas.openxmlformats.org/officeDocument/2006/relationships/slide" Target="slide27.xml"/><Relationship Id="rId23" Type="http://schemas.openxmlformats.org/officeDocument/2006/relationships/slide" Target="slide38.xml"/><Relationship Id="rId10" Type="http://schemas.openxmlformats.org/officeDocument/2006/relationships/image" Target="../media/image54.svg"/><Relationship Id="rId19" Type="http://schemas.openxmlformats.org/officeDocument/2006/relationships/image" Target="../media/image48.svg"/><Relationship Id="rId4" Type="http://schemas.openxmlformats.org/officeDocument/2006/relationships/image" Target="../media/image25.png"/><Relationship Id="rId9" Type="http://schemas.openxmlformats.org/officeDocument/2006/relationships/image" Target="../media/image53.png"/><Relationship Id="rId14" Type="http://schemas.openxmlformats.org/officeDocument/2006/relationships/image" Target="../media/image58.svg"/><Relationship Id="rId22" Type="http://schemas.openxmlformats.org/officeDocument/2006/relationships/image" Target="../media/image50.sv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svg"/><Relationship Id="rId18" Type="http://schemas.openxmlformats.org/officeDocument/2006/relationships/image" Target="../media/image48.svg"/><Relationship Id="rId3" Type="http://schemas.openxmlformats.org/officeDocument/2006/relationships/image" Target="../media/image25.png"/><Relationship Id="rId21" Type="http://schemas.openxmlformats.org/officeDocument/2006/relationships/image" Target="../media/image50.svg"/><Relationship Id="rId7" Type="http://schemas.openxmlformats.org/officeDocument/2006/relationships/image" Target="../media/image52.svg"/><Relationship Id="rId12" Type="http://schemas.openxmlformats.org/officeDocument/2006/relationships/image" Target="../media/image57.png"/><Relationship Id="rId17" Type="http://schemas.openxmlformats.org/officeDocument/2006/relationships/image" Target="../media/image47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46.sv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6.svg"/><Relationship Id="rId5" Type="http://schemas.openxmlformats.org/officeDocument/2006/relationships/slide" Target="slide24.xml"/><Relationship Id="rId15" Type="http://schemas.openxmlformats.org/officeDocument/2006/relationships/image" Target="../media/image45.png"/><Relationship Id="rId23" Type="http://schemas.openxmlformats.org/officeDocument/2006/relationships/slide" Target="slide37.xml"/><Relationship Id="rId10" Type="http://schemas.openxmlformats.org/officeDocument/2006/relationships/image" Target="../media/image55.png"/><Relationship Id="rId19" Type="http://schemas.openxmlformats.org/officeDocument/2006/relationships/slide" Target="slide39.xml"/><Relationship Id="rId4" Type="http://schemas.microsoft.com/office/2007/relationships/hdphoto" Target="../media/hdphoto1.wdp"/><Relationship Id="rId9" Type="http://schemas.openxmlformats.org/officeDocument/2006/relationships/image" Target="../media/image54.svg"/><Relationship Id="rId14" Type="http://schemas.openxmlformats.org/officeDocument/2006/relationships/slide" Target="slide27.xml"/><Relationship Id="rId22" Type="http://schemas.openxmlformats.org/officeDocument/2006/relationships/hyperlink" Target="https://yusurmount.github.io/docs/Leaf-OS/open-source-statement/" TargetMode="Externa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microsoft.com/office/2018/10/relationships/comments" Target="../comments/modernComment_186_BCBFCD72.xml"/><Relationship Id="rId7" Type="http://schemas.openxmlformats.org/officeDocument/2006/relationships/slide" Target="slide36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4.xml"/><Relationship Id="rId11" Type="http://schemas.openxmlformats.org/officeDocument/2006/relationships/image" Target="../media/image48.svg"/><Relationship Id="rId5" Type="http://schemas.microsoft.com/office/2007/relationships/hdphoto" Target="../media/hdphoto1.wdp"/><Relationship Id="rId10" Type="http://schemas.openxmlformats.org/officeDocument/2006/relationships/image" Target="../media/image47.png"/><Relationship Id="rId4" Type="http://schemas.openxmlformats.org/officeDocument/2006/relationships/image" Target="../media/image25.png"/><Relationship Id="rId9" Type="http://schemas.openxmlformats.org/officeDocument/2006/relationships/image" Target="../media/image46.sv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25.png"/><Relationship Id="rId7" Type="http://schemas.openxmlformats.org/officeDocument/2006/relationships/image" Target="../media/image59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.png"/><Relationship Id="rId10" Type="http://schemas.openxmlformats.org/officeDocument/2006/relationships/image" Target="../media/image61.svg"/><Relationship Id="rId4" Type="http://schemas.microsoft.com/office/2007/relationships/hdphoto" Target="../media/hdphoto1.wdp"/><Relationship Id="rId9" Type="http://schemas.openxmlformats.org/officeDocument/2006/relationships/image" Target="../media/image6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13" Type="http://schemas.openxmlformats.org/officeDocument/2006/relationships/image" Target="../media/image61.svg"/><Relationship Id="rId3" Type="http://schemas.openxmlformats.org/officeDocument/2006/relationships/image" Target="../media/image25.png"/><Relationship Id="rId7" Type="http://schemas.openxmlformats.org/officeDocument/2006/relationships/image" Target="../media/image19.png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2.xml"/><Relationship Id="rId11" Type="http://schemas.openxmlformats.org/officeDocument/2006/relationships/slide" Target="slide24.xml"/><Relationship Id="rId5" Type="http://schemas.openxmlformats.org/officeDocument/2006/relationships/image" Target="../media/image1.png"/><Relationship Id="rId10" Type="http://schemas.openxmlformats.org/officeDocument/2006/relationships/slide" Target="slide1.xml"/><Relationship Id="rId4" Type="http://schemas.microsoft.com/office/2007/relationships/hdphoto" Target="../media/hdphoto1.wdp"/><Relationship Id="rId9" Type="http://schemas.openxmlformats.org/officeDocument/2006/relationships/slide" Target="slide4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microsoft.com/office/2018/10/relationships/comments" Target="../comments/modernComment_122_AC97742F.xml"/><Relationship Id="rId7" Type="http://schemas.openxmlformats.org/officeDocument/2006/relationships/slide" Target="slide42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microsoft.com/office/2007/relationships/hdphoto" Target="../media/hdphoto1.wdp"/><Relationship Id="rId4" Type="http://schemas.openxmlformats.org/officeDocument/2006/relationships/image" Target="../media/image25.png"/><Relationship Id="rId9" Type="http://schemas.openxmlformats.org/officeDocument/2006/relationships/image" Target="../media/image63.svg"/></Relationships>
</file>

<file path=ppt/slides/_rels/slide4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1_1E197F79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slide" Target="slide5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microsoft.com/office/2018/10/relationships/comments" Target="../comments/modernComment_16D_75AF80D4.xml"/><Relationship Id="rId7" Type="http://schemas.openxmlformats.org/officeDocument/2006/relationships/image" Target="../media/image47.png"/><Relationship Id="rId12" Type="http://schemas.openxmlformats.org/officeDocument/2006/relationships/slide" Target="slide45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4.xml"/><Relationship Id="rId11" Type="http://schemas.openxmlformats.org/officeDocument/2006/relationships/image" Target="../media/image46.svg"/><Relationship Id="rId5" Type="http://schemas.microsoft.com/office/2007/relationships/hdphoto" Target="../media/hdphoto1.wdp"/><Relationship Id="rId10" Type="http://schemas.openxmlformats.org/officeDocument/2006/relationships/image" Target="../media/image45.png"/><Relationship Id="rId4" Type="http://schemas.openxmlformats.org/officeDocument/2006/relationships/image" Target="../media/image25.png"/><Relationship Id="rId9" Type="http://schemas.openxmlformats.org/officeDocument/2006/relationships/slide" Target="slide29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25.png"/><Relationship Id="rId7" Type="http://schemas.openxmlformats.org/officeDocument/2006/relationships/image" Target="../media/image48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slide" Target="slide24.xml"/><Relationship Id="rId4" Type="http://schemas.microsoft.com/office/2007/relationships/hdphoto" Target="../media/hdphoto1.wdp"/><Relationship Id="rId9" Type="http://schemas.openxmlformats.org/officeDocument/2006/relationships/image" Target="../media/image46.sv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25.png"/><Relationship Id="rId7" Type="http://schemas.openxmlformats.org/officeDocument/2006/relationships/image" Target="../media/image48.sv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slide" Target="slide44.xml"/><Relationship Id="rId5" Type="http://schemas.openxmlformats.org/officeDocument/2006/relationships/slide" Target="slide24.xml"/><Relationship Id="rId10" Type="http://schemas.openxmlformats.org/officeDocument/2006/relationships/slide" Target="slide47.xml"/><Relationship Id="rId4" Type="http://schemas.microsoft.com/office/2007/relationships/hdphoto" Target="../media/hdphoto1.wdp"/><Relationship Id="rId9" Type="http://schemas.openxmlformats.org/officeDocument/2006/relationships/image" Target="../media/image46.sv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25.png"/><Relationship Id="rId7" Type="http://schemas.openxmlformats.org/officeDocument/2006/relationships/image" Target="../media/image48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slide" Target="slide24.xml"/><Relationship Id="rId10" Type="http://schemas.openxmlformats.org/officeDocument/2006/relationships/image" Target="../media/image64.jpg"/><Relationship Id="rId4" Type="http://schemas.microsoft.com/office/2007/relationships/hdphoto" Target="../media/hdphoto1.wdp"/><Relationship Id="rId9" Type="http://schemas.openxmlformats.org/officeDocument/2006/relationships/image" Target="../media/image46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slide" Target="slide24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9.xml"/><Relationship Id="rId5" Type="http://schemas.openxmlformats.org/officeDocument/2006/relationships/image" Target="../media/image64.jpg"/><Relationship Id="rId4" Type="http://schemas.microsoft.com/office/2007/relationships/hdphoto" Target="../media/hdphoto1.wdp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jpg"/><Relationship Id="rId4" Type="http://schemas.microsoft.com/office/2007/relationships/hdphoto" Target="../media/hdphoto1.wdp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jpg"/><Relationship Id="rId4" Type="http://schemas.microsoft.com/office/2007/relationships/hdphoto" Target="../media/hdphoto1.wdp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jpg"/><Relationship Id="rId4" Type="http://schemas.microsoft.com/office/2007/relationships/hdphoto" Target="../media/hdphoto1.wdp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jpg"/><Relationship Id="rId4" Type="http://schemas.microsoft.com/office/2007/relationships/hdphoto" Target="../media/hdphoto1.wdp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jpg"/><Relationship Id="rId4" Type="http://schemas.microsoft.com/office/2007/relationships/hdphoto" Target="../media/hdphoto1.wdp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jpg"/><Relationship Id="rId4" Type="http://schemas.microsoft.com/office/2007/relationships/hdphoto" Target="../media/hdphoto1.wdp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jpg"/><Relationship Id="rId4" Type="http://schemas.microsoft.com/office/2007/relationships/hdphoto" Target="../media/hdphoto1.wdp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jpg"/><Relationship Id="rId4" Type="http://schemas.microsoft.com/office/2007/relationships/hdphoto" Target="../media/hdphoto1.wdp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13" Type="http://schemas.openxmlformats.org/officeDocument/2006/relationships/image" Target="../media/image69.png"/><Relationship Id="rId18" Type="http://schemas.openxmlformats.org/officeDocument/2006/relationships/image" Target="../media/image16.svg"/><Relationship Id="rId3" Type="http://schemas.microsoft.com/office/2018/10/relationships/comments" Target="../comments/modernComment_17B_7F49B7F8.xml"/><Relationship Id="rId7" Type="http://schemas.openxmlformats.org/officeDocument/2006/relationships/image" Target="../media/image65.png"/><Relationship Id="rId12" Type="http://schemas.openxmlformats.org/officeDocument/2006/relationships/image" Target="../media/image68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50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jpg"/><Relationship Id="rId11" Type="http://schemas.openxmlformats.org/officeDocument/2006/relationships/image" Target="../media/image67.png"/><Relationship Id="rId5" Type="http://schemas.microsoft.com/office/2007/relationships/hdphoto" Target="../media/hdphoto1.wdp"/><Relationship Id="rId15" Type="http://schemas.openxmlformats.org/officeDocument/2006/relationships/image" Target="../media/image13.png"/><Relationship Id="rId10" Type="http://schemas.openxmlformats.org/officeDocument/2006/relationships/slide" Target="slide20.xml"/><Relationship Id="rId19" Type="http://schemas.openxmlformats.org/officeDocument/2006/relationships/image" Target="../media/image17.png"/><Relationship Id="rId4" Type="http://schemas.openxmlformats.org/officeDocument/2006/relationships/image" Target="../media/image25.png"/><Relationship Id="rId9" Type="http://schemas.openxmlformats.org/officeDocument/2006/relationships/slide" Target="slide47.xml"/><Relationship Id="rId14" Type="http://schemas.openxmlformats.org/officeDocument/2006/relationships/image" Target="../media/image70.sv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13" Type="http://schemas.openxmlformats.org/officeDocument/2006/relationships/slide" Target="slide60.xml"/><Relationship Id="rId18" Type="http://schemas.openxmlformats.org/officeDocument/2006/relationships/image" Target="../media/image15.png"/><Relationship Id="rId3" Type="http://schemas.openxmlformats.org/officeDocument/2006/relationships/image" Target="../media/image25.png"/><Relationship Id="rId21" Type="http://schemas.openxmlformats.org/officeDocument/2006/relationships/image" Target="../media/image18.svg"/><Relationship Id="rId7" Type="http://schemas.openxmlformats.org/officeDocument/2006/relationships/image" Target="../media/image65.png"/><Relationship Id="rId12" Type="http://schemas.openxmlformats.org/officeDocument/2006/relationships/image" Target="../media/image68.svg"/><Relationship Id="rId17" Type="http://schemas.openxmlformats.org/officeDocument/2006/relationships/image" Target="../media/image14.svg"/><Relationship Id="rId2" Type="http://schemas.openxmlformats.org/officeDocument/2006/relationships/notesSlide" Target="../notesSlides/notesSlide51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slide" Target="slide61.xml"/><Relationship Id="rId11" Type="http://schemas.openxmlformats.org/officeDocument/2006/relationships/image" Target="../media/image67.png"/><Relationship Id="rId5" Type="http://schemas.openxmlformats.org/officeDocument/2006/relationships/image" Target="../media/image64.jpg"/><Relationship Id="rId15" Type="http://schemas.openxmlformats.org/officeDocument/2006/relationships/image" Target="../media/image70.svg"/><Relationship Id="rId10" Type="http://schemas.openxmlformats.org/officeDocument/2006/relationships/slide" Target="slide20.xml"/><Relationship Id="rId19" Type="http://schemas.openxmlformats.org/officeDocument/2006/relationships/image" Target="../media/image16.svg"/><Relationship Id="rId4" Type="http://schemas.microsoft.com/office/2007/relationships/hdphoto" Target="../media/hdphoto1.wdp"/><Relationship Id="rId9" Type="http://schemas.openxmlformats.org/officeDocument/2006/relationships/slide" Target="slide59.xml"/><Relationship Id="rId14" Type="http://schemas.openxmlformats.org/officeDocument/2006/relationships/image" Target="../media/image69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69.png"/><Relationship Id="rId18" Type="http://schemas.openxmlformats.org/officeDocument/2006/relationships/image" Target="../media/image16.svg"/><Relationship Id="rId3" Type="http://schemas.microsoft.com/office/2018/10/relationships/comments" Target="../comments/modernComment_184_8F6B1876.xml"/><Relationship Id="rId7" Type="http://schemas.openxmlformats.org/officeDocument/2006/relationships/slide" Target="slide61.xml"/><Relationship Id="rId12" Type="http://schemas.openxmlformats.org/officeDocument/2006/relationships/slide" Target="slide60.xml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52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jpg"/><Relationship Id="rId11" Type="http://schemas.openxmlformats.org/officeDocument/2006/relationships/image" Target="../media/image68.svg"/><Relationship Id="rId5" Type="http://schemas.microsoft.com/office/2007/relationships/hdphoto" Target="../media/hdphoto1.wdp"/><Relationship Id="rId15" Type="http://schemas.openxmlformats.org/officeDocument/2006/relationships/image" Target="../media/image13.png"/><Relationship Id="rId10" Type="http://schemas.openxmlformats.org/officeDocument/2006/relationships/image" Target="../media/image67.png"/><Relationship Id="rId19" Type="http://schemas.openxmlformats.org/officeDocument/2006/relationships/image" Target="../media/image17.png"/><Relationship Id="rId4" Type="http://schemas.openxmlformats.org/officeDocument/2006/relationships/image" Target="../media/image25.png"/><Relationship Id="rId9" Type="http://schemas.openxmlformats.org/officeDocument/2006/relationships/image" Target="../media/image66.svg"/><Relationship Id="rId14" Type="http://schemas.openxmlformats.org/officeDocument/2006/relationships/image" Target="../media/image70.sv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13" Type="http://schemas.openxmlformats.org/officeDocument/2006/relationships/image" Target="../media/image70.svg"/><Relationship Id="rId18" Type="http://schemas.openxmlformats.org/officeDocument/2006/relationships/image" Target="../media/image17.png"/><Relationship Id="rId3" Type="http://schemas.openxmlformats.org/officeDocument/2006/relationships/image" Target="../media/image25.png"/><Relationship Id="rId7" Type="http://schemas.openxmlformats.org/officeDocument/2006/relationships/image" Target="../media/image65.png"/><Relationship Id="rId12" Type="http://schemas.openxmlformats.org/officeDocument/2006/relationships/image" Target="../media/image69.pn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53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slide" Target="slide61.xml"/><Relationship Id="rId11" Type="http://schemas.openxmlformats.org/officeDocument/2006/relationships/image" Target="../media/image68.svg"/><Relationship Id="rId5" Type="http://schemas.openxmlformats.org/officeDocument/2006/relationships/image" Target="../media/image64.jpg"/><Relationship Id="rId15" Type="http://schemas.openxmlformats.org/officeDocument/2006/relationships/image" Target="../media/image14.svg"/><Relationship Id="rId10" Type="http://schemas.openxmlformats.org/officeDocument/2006/relationships/image" Target="../media/image67.png"/><Relationship Id="rId19" Type="http://schemas.openxmlformats.org/officeDocument/2006/relationships/image" Target="../media/image18.svg"/><Relationship Id="rId4" Type="http://schemas.microsoft.com/office/2007/relationships/hdphoto" Target="../media/hdphoto1.wdp"/><Relationship Id="rId9" Type="http://schemas.openxmlformats.org/officeDocument/2006/relationships/slide" Target="slide59.xml"/><Relationship Id="rId14" Type="http://schemas.openxmlformats.org/officeDocument/2006/relationships/image" Target="../media/image13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13" Type="http://schemas.openxmlformats.org/officeDocument/2006/relationships/image" Target="../media/image69.png"/><Relationship Id="rId18" Type="http://schemas.openxmlformats.org/officeDocument/2006/relationships/image" Target="../media/image16.svg"/><Relationship Id="rId3" Type="http://schemas.openxmlformats.org/officeDocument/2006/relationships/image" Target="../media/image25.png"/><Relationship Id="rId21" Type="http://schemas.openxmlformats.org/officeDocument/2006/relationships/slide" Target="slide23.xml"/><Relationship Id="rId7" Type="http://schemas.openxmlformats.org/officeDocument/2006/relationships/image" Target="../media/image65.png"/><Relationship Id="rId12" Type="http://schemas.openxmlformats.org/officeDocument/2006/relationships/image" Target="../media/image68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54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slide" Target="slide61.xml"/><Relationship Id="rId11" Type="http://schemas.openxmlformats.org/officeDocument/2006/relationships/image" Target="../media/image67.png"/><Relationship Id="rId24" Type="http://schemas.openxmlformats.org/officeDocument/2006/relationships/image" Target="../media/image72.svg"/><Relationship Id="rId5" Type="http://schemas.openxmlformats.org/officeDocument/2006/relationships/image" Target="../media/image64.jpg"/><Relationship Id="rId15" Type="http://schemas.openxmlformats.org/officeDocument/2006/relationships/image" Target="../media/image13.png"/><Relationship Id="rId23" Type="http://schemas.openxmlformats.org/officeDocument/2006/relationships/image" Target="../media/image71.png"/><Relationship Id="rId10" Type="http://schemas.openxmlformats.org/officeDocument/2006/relationships/slide" Target="slide20.xml"/><Relationship Id="rId19" Type="http://schemas.openxmlformats.org/officeDocument/2006/relationships/image" Target="../media/image17.png"/><Relationship Id="rId4" Type="http://schemas.microsoft.com/office/2007/relationships/hdphoto" Target="../media/hdphoto1.wdp"/><Relationship Id="rId9" Type="http://schemas.openxmlformats.org/officeDocument/2006/relationships/slide" Target="slide47.xml"/><Relationship Id="rId14" Type="http://schemas.openxmlformats.org/officeDocument/2006/relationships/image" Target="../media/image70.svg"/><Relationship Id="rId22" Type="http://schemas.openxmlformats.org/officeDocument/2006/relationships/slide" Target="slide58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18" Type="http://schemas.openxmlformats.org/officeDocument/2006/relationships/image" Target="../media/image31.png"/><Relationship Id="rId3" Type="http://schemas.openxmlformats.org/officeDocument/2006/relationships/image" Target="../media/image25.png"/><Relationship Id="rId21" Type="http://schemas.openxmlformats.org/officeDocument/2006/relationships/image" Target="../media/image34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slide" Target="slide25.xml"/><Relationship Id="rId2" Type="http://schemas.openxmlformats.org/officeDocument/2006/relationships/notesSlide" Target="../notesSlides/notesSlide55.xml"/><Relationship Id="rId16" Type="http://schemas.openxmlformats.org/officeDocument/2006/relationships/image" Target="../media/image20.sv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24" Type="http://schemas.openxmlformats.org/officeDocument/2006/relationships/image" Target="../media/image36.svg"/><Relationship Id="rId5" Type="http://schemas.openxmlformats.org/officeDocument/2006/relationships/image" Target="../media/image1.png"/><Relationship Id="rId15" Type="http://schemas.openxmlformats.org/officeDocument/2006/relationships/image" Target="../media/image19.png"/><Relationship Id="rId23" Type="http://schemas.openxmlformats.org/officeDocument/2006/relationships/image" Target="../media/image35.png"/><Relationship Id="rId10" Type="http://schemas.openxmlformats.org/officeDocument/2006/relationships/image" Target="../media/image15.png"/><Relationship Id="rId19" Type="http://schemas.openxmlformats.org/officeDocument/2006/relationships/image" Target="../media/image32.svg"/><Relationship Id="rId4" Type="http://schemas.microsoft.com/office/2007/relationships/hdphoto" Target="../media/hdphoto1.wdp"/><Relationship Id="rId9" Type="http://schemas.openxmlformats.org/officeDocument/2006/relationships/image" Target="../media/image14.svg"/><Relationship Id="rId14" Type="http://schemas.openxmlformats.org/officeDocument/2006/relationships/slide" Target="slide40.xml"/><Relationship Id="rId22" Type="http://schemas.openxmlformats.org/officeDocument/2006/relationships/slide" Target="slide7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76.sv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svg"/><Relationship Id="rId4" Type="http://schemas.openxmlformats.org/officeDocument/2006/relationships/image" Target="../media/image7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67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slide" Target="slide68.xml"/><Relationship Id="rId3" Type="http://schemas.openxmlformats.org/officeDocument/2006/relationships/image" Target="../media/image6.png"/><Relationship Id="rId7" Type="http://schemas.openxmlformats.org/officeDocument/2006/relationships/slide" Target="slide69.xm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7.xml"/><Relationship Id="rId11" Type="http://schemas.openxmlformats.org/officeDocument/2006/relationships/image" Target="../media/image77.svg"/><Relationship Id="rId5" Type="http://schemas.openxmlformats.org/officeDocument/2006/relationships/slide" Target="slide66.xml"/><Relationship Id="rId10" Type="http://schemas.openxmlformats.org/officeDocument/2006/relationships/image" Target="../media/image7.png"/><Relationship Id="rId4" Type="http://schemas.openxmlformats.org/officeDocument/2006/relationships/slide" Target="slide65.xml"/><Relationship Id="rId9" Type="http://schemas.openxmlformats.org/officeDocument/2006/relationships/slide" Target="slide24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slide" Target="slide68.xml"/><Relationship Id="rId3" Type="http://schemas.openxmlformats.org/officeDocument/2006/relationships/image" Target="../media/image6.png"/><Relationship Id="rId7" Type="http://schemas.openxmlformats.org/officeDocument/2006/relationships/slide" Target="slide69.xm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7.xml"/><Relationship Id="rId11" Type="http://schemas.openxmlformats.org/officeDocument/2006/relationships/image" Target="../media/image77.svg"/><Relationship Id="rId5" Type="http://schemas.openxmlformats.org/officeDocument/2006/relationships/slide" Target="slide66.xml"/><Relationship Id="rId10" Type="http://schemas.openxmlformats.org/officeDocument/2006/relationships/image" Target="../media/image7.png"/><Relationship Id="rId4" Type="http://schemas.openxmlformats.org/officeDocument/2006/relationships/slide" Target="slide65.xml"/><Relationship Id="rId9" Type="http://schemas.openxmlformats.org/officeDocument/2006/relationships/slide" Target="slide24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slide" Target="slide68.xml"/><Relationship Id="rId3" Type="http://schemas.openxmlformats.org/officeDocument/2006/relationships/image" Target="../media/image6.png"/><Relationship Id="rId7" Type="http://schemas.openxmlformats.org/officeDocument/2006/relationships/slide" Target="slide69.xm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7.xml"/><Relationship Id="rId11" Type="http://schemas.openxmlformats.org/officeDocument/2006/relationships/image" Target="../media/image77.svg"/><Relationship Id="rId5" Type="http://schemas.openxmlformats.org/officeDocument/2006/relationships/slide" Target="slide66.xml"/><Relationship Id="rId10" Type="http://schemas.openxmlformats.org/officeDocument/2006/relationships/image" Target="../media/image7.png"/><Relationship Id="rId4" Type="http://schemas.openxmlformats.org/officeDocument/2006/relationships/slide" Target="slide65.xml"/><Relationship Id="rId9" Type="http://schemas.openxmlformats.org/officeDocument/2006/relationships/slide" Target="slide24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slide" Target="slide24.xml"/><Relationship Id="rId3" Type="http://schemas.openxmlformats.org/officeDocument/2006/relationships/image" Target="../media/image6.png"/><Relationship Id="rId7" Type="http://schemas.openxmlformats.org/officeDocument/2006/relationships/slide" Target="slide68.xm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7.xml"/><Relationship Id="rId5" Type="http://schemas.openxmlformats.org/officeDocument/2006/relationships/slide" Target="slide66.xml"/><Relationship Id="rId10" Type="http://schemas.openxmlformats.org/officeDocument/2006/relationships/image" Target="../media/image77.svg"/><Relationship Id="rId4" Type="http://schemas.openxmlformats.org/officeDocument/2006/relationships/slide" Target="slide65.xml"/><Relationship Id="rId9" Type="http://schemas.openxmlformats.org/officeDocument/2006/relationships/image" Target="../media/image7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slide" Target="slide24.xml"/><Relationship Id="rId3" Type="http://schemas.openxmlformats.org/officeDocument/2006/relationships/image" Target="../media/image6.png"/><Relationship Id="rId7" Type="http://schemas.openxmlformats.org/officeDocument/2006/relationships/slide" Target="slide69.xml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7.xml"/><Relationship Id="rId11" Type="http://schemas.openxmlformats.org/officeDocument/2006/relationships/slide" Target="slide70.xml"/><Relationship Id="rId5" Type="http://schemas.openxmlformats.org/officeDocument/2006/relationships/slide" Target="slide66.xml"/><Relationship Id="rId10" Type="http://schemas.openxmlformats.org/officeDocument/2006/relationships/image" Target="../media/image77.svg"/><Relationship Id="rId4" Type="http://schemas.openxmlformats.org/officeDocument/2006/relationships/slide" Target="slide65.xml"/><Relationship Id="rId9" Type="http://schemas.openxmlformats.org/officeDocument/2006/relationships/image" Target="../media/image7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slide" Target="slide24.xml"/><Relationship Id="rId3" Type="http://schemas.openxmlformats.org/officeDocument/2006/relationships/image" Target="../media/image6.png"/><Relationship Id="rId7" Type="http://schemas.openxmlformats.org/officeDocument/2006/relationships/slide" Target="slide69.xm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7.xml"/><Relationship Id="rId5" Type="http://schemas.openxmlformats.org/officeDocument/2006/relationships/slide" Target="slide66.xml"/><Relationship Id="rId10" Type="http://schemas.openxmlformats.org/officeDocument/2006/relationships/image" Target="../media/image77.svg"/><Relationship Id="rId4" Type="http://schemas.openxmlformats.org/officeDocument/2006/relationships/slide" Target="slide65.xml"/><Relationship Id="rId9" Type="http://schemas.openxmlformats.org/officeDocument/2006/relationships/image" Target="../media/image7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18" Type="http://schemas.openxmlformats.org/officeDocument/2006/relationships/image" Target="../media/image31.png"/><Relationship Id="rId3" Type="http://schemas.openxmlformats.org/officeDocument/2006/relationships/image" Target="../media/image25.png"/><Relationship Id="rId21" Type="http://schemas.openxmlformats.org/officeDocument/2006/relationships/image" Target="../media/image34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slide" Target="slide25.xml"/><Relationship Id="rId2" Type="http://schemas.openxmlformats.org/officeDocument/2006/relationships/notesSlide" Target="../notesSlides/notesSlide64.xml"/><Relationship Id="rId16" Type="http://schemas.openxmlformats.org/officeDocument/2006/relationships/image" Target="../media/image20.sv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24" Type="http://schemas.openxmlformats.org/officeDocument/2006/relationships/image" Target="../media/image36.svg"/><Relationship Id="rId5" Type="http://schemas.openxmlformats.org/officeDocument/2006/relationships/image" Target="../media/image1.png"/><Relationship Id="rId15" Type="http://schemas.openxmlformats.org/officeDocument/2006/relationships/image" Target="../media/image19.png"/><Relationship Id="rId23" Type="http://schemas.openxmlformats.org/officeDocument/2006/relationships/image" Target="../media/image35.png"/><Relationship Id="rId10" Type="http://schemas.openxmlformats.org/officeDocument/2006/relationships/image" Target="../media/image15.png"/><Relationship Id="rId19" Type="http://schemas.openxmlformats.org/officeDocument/2006/relationships/image" Target="../media/image32.svg"/><Relationship Id="rId4" Type="http://schemas.microsoft.com/office/2007/relationships/hdphoto" Target="../media/hdphoto1.wdp"/><Relationship Id="rId9" Type="http://schemas.openxmlformats.org/officeDocument/2006/relationships/image" Target="../media/image14.svg"/><Relationship Id="rId14" Type="http://schemas.openxmlformats.org/officeDocument/2006/relationships/slide" Target="slide40.xml"/><Relationship Id="rId22" Type="http://schemas.openxmlformats.org/officeDocument/2006/relationships/slide" Target="slide7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0.sv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9.svg"/><Relationship Id="rId4" Type="http://schemas.openxmlformats.org/officeDocument/2006/relationships/image" Target="../media/image78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slide" Target="slide74.xml"/><Relationship Id="rId13" Type="http://schemas.openxmlformats.org/officeDocument/2006/relationships/image" Target="../media/image84.svg"/><Relationship Id="rId18" Type="http://schemas.openxmlformats.org/officeDocument/2006/relationships/image" Target="../media/image88.svg"/><Relationship Id="rId3" Type="http://schemas.openxmlformats.org/officeDocument/2006/relationships/image" Target="../media/image25.png"/><Relationship Id="rId7" Type="http://schemas.openxmlformats.org/officeDocument/2006/relationships/image" Target="../media/image48.svg"/><Relationship Id="rId12" Type="http://schemas.openxmlformats.org/officeDocument/2006/relationships/image" Target="../media/image83.png"/><Relationship Id="rId17" Type="http://schemas.openxmlformats.org/officeDocument/2006/relationships/image" Target="../media/image87.png"/><Relationship Id="rId2" Type="http://schemas.openxmlformats.org/officeDocument/2006/relationships/notesSlide" Target="../notesSlides/notesSlide66.xml"/><Relationship Id="rId16" Type="http://schemas.openxmlformats.org/officeDocument/2006/relationships/image" Target="../media/image8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slide" Target="slide75.xml"/><Relationship Id="rId5" Type="http://schemas.openxmlformats.org/officeDocument/2006/relationships/slide" Target="slide24.xml"/><Relationship Id="rId15" Type="http://schemas.openxmlformats.org/officeDocument/2006/relationships/image" Target="../media/image85.png"/><Relationship Id="rId10" Type="http://schemas.openxmlformats.org/officeDocument/2006/relationships/image" Target="../media/image82.svg"/><Relationship Id="rId4" Type="http://schemas.microsoft.com/office/2007/relationships/hdphoto" Target="../media/hdphoto1.wdp"/><Relationship Id="rId9" Type="http://schemas.openxmlformats.org/officeDocument/2006/relationships/image" Target="../media/image81.png"/><Relationship Id="rId14" Type="http://schemas.openxmlformats.org/officeDocument/2006/relationships/slide" Target="slide76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slide" Target="slide76.xml"/><Relationship Id="rId13" Type="http://schemas.openxmlformats.org/officeDocument/2006/relationships/slide" Target="slide75.xml"/><Relationship Id="rId3" Type="http://schemas.openxmlformats.org/officeDocument/2006/relationships/image" Target="../media/image25.png"/><Relationship Id="rId7" Type="http://schemas.openxmlformats.org/officeDocument/2006/relationships/image" Target="../media/image48.svg"/><Relationship Id="rId12" Type="http://schemas.openxmlformats.org/officeDocument/2006/relationships/image" Target="../media/image90.sv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89.png"/><Relationship Id="rId5" Type="http://schemas.openxmlformats.org/officeDocument/2006/relationships/slide" Target="slide24.xml"/><Relationship Id="rId15" Type="http://schemas.openxmlformats.org/officeDocument/2006/relationships/image" Target="../media/image84.svg"/><Relationship Id="rId10" Type="http://schemas.openxmlformats.org/officeDocument/2006/relationships/image" Target="../media/image86.svg"/><Relationship Id="rId4" Type="http://schemas.microsoft.com/office/2007/relationships/hdphoto" Target="../media/hdphoto1.wdp"/><Relationship Id="rId9" Type="http://schemas.openxmlformats.org/officeDocument/2006/relationships/image" Target="../media/image85.png"/><Relationship Id="rId14" Type="http://schemas.openxmlformats.org/officeDocument/2006/relationships/image" Target="../media/image83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slide" Target="slide74.xml"/><Relationship Id="rId13" Type="http://schemas.openxmlformats.org/officeDocument/2006/relationships/slide" Target="slide76.xml"/><Relationship Id="rId3" Type="http://schemas.openxmlformats.org/officeDocument/2006/relationships/image" Target="../media/image25.png"/><Relationship Id="rId7" Type="http://schemas.openxmlformats.org/officeDocument/2006/relationships/image" Target="../media/image48.svg"/><Relationship Id="rId12" Type="http://schemas.openxmlformats.org/officeDocument/2006/relationships/image" Target="../media/image92.sv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91.png"/><Relationship Id="rId5" Type="http://schemas.openxmlformats.org/officeDocument/2006/relationships/slide" Target="slide24.xml"/><Relationship Id="rId15" Type="http://schemas.openxmlformats.org/officeDocument/2006/relationships/image" Target="../media/image86.svg"/><Relationship Id="rId10" Type="http://schemas.openxmlformats.org/officeDocument/2006/relationships/image" Target="../media/image82.svg"/><Relationship Id="rId4" Type="http://schemas.microsoft.com/office/2007/relationships/hdphoto" Target="../media/hdphoto1.wdp"/><Relationship Id="rId9" Type="http://schemas.openxmlformats.org/officeDocument/2006/relationships/image" Target="../media/image81.png"/><Relationship Id="rId14" Type="http://schemas.openxmlformats.org/officeDocument/2006/relationships/image" Target="../media/image85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slide" Target="slide75.xml"/><Relationship Id="rId18" Type="http://schemas.openxmlformats.org/officeDocument/2006/relationships/image" Target="../media/image36.svg"/><Relationship Id="rId3" Type="http://schemas.openxmlformats.org/officeDocument/2006/relationships/image" Target="../media/image25.png"/><Relationship Id="rId7" Type="http://schemas.openxmlformats.org/officeDocument/2006/relationships/image" Target="../media/image48.svg"/><Relationship Id="rId12" Type="http://schemas.openxmlformats.org/officeDocument/2006/relationships/image" Target="../media/image82.sv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69.xml"/><Relationship Id="rId16" Type="http://schemas.openxmlformats.org/officeDocument/2006/relationships/slide" Target="slide7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81.png"/><Relationship Id="rId5" Type="http://schemas.openxmlformats.org/officeDocument/2006/relationships/slide" Target="slide24.xml"/><Relationship Id="rId15" Type="http://schemas.openxmlformats.org/officeDocument/2006/relationships/image" Target="../media/image84.svg"/><Relationship Id="rId10" Type="http://schemas.openxmlformats.org/officeDocument/2006/relationships/slide" Target="slide74.xml"/><Relationship Id="rId4" Type="http://schemas.microsoft.com/office/2007/relationships/hdphoto" Target="../media/hdphoto1.wdp"/><Relationship Id="rId9" Type="http://schemas.openxmlformats.org/officeDocument/2006/relationships/image" Target="../media/image94.svg"/><Relationship Id="rId14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!! 壁纸" descr="背景图案&#10;&#10;AI 生成的内容可能不正确。">
            <a:extLst>
              <a:ext uri="{FF2B5EF4-FFF2-40B4-BE49-F238E27FC236}">
                <a16:creationId xmlns:a16="http://schemas.microsoft.com/office/drawing/2014/main" id="{5AC26BEA-0311-A8A2-C4F5-38C23905487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1" name="!! 提示框">
            <a:extLst>
              <a:ext uri="{FF2B5EF4-FFF2-40B4-BE49-F238E27FC236}">
                <a16:creationId xmlns:a16="http://schemas.microsoft.com/office/drawing/2014/main" id="{7BBED355-78A4-48CE-81E5-DD5A908E8CDA}"/>
              </a:ext>
            </a:extLst>
          </p:cNvPr>
          <p:cNvGrpSpPr/>
          <p:nvPr/>
        </p:nvGrpSpPr>
        <p:grpSpPr>
          <a:xfrm>
            <a:off x="503073" y="423333"/>
            <a:ext cx="4564916" cy="1236134"/>
            <a:chOff x="3813540" y="2810933"/>
            <a:chExt cx="4564916" cy="1236134"/>
          </a:xfrm>
        </p:grpSpPr>
        <p:sp>
          <p:nvSpPr>
            <p:cNvPr id="14" name="!! 弹窗">
              <a:extLst>
                <a:ext uri="{FF2B5EF4-FFF2-40B4-BE49-F238E27FC236}">
                  <a16:creationId xmlns:a16="http://schemas.microsoft.com/office/drawing/2014/main" id="{E947320B-1308-2478-6F63-D7540448DABB}"/>
                </a:ext>
              </a:extLst>
            </p:cNvPr>
            <p:cNvSpPr/>
            <p:nvPr/>
          </p:nvSpPr>
          <p:spPr>
            <a:xfrm>
              <a:off x="3813540" y="2810933"/>
              <a:ext cx="4564916" cy="1236134"/>
            </a:xfrm>
            <a:prstGeom prst="roundRect">
              <a:avLst>
                <a:gd name="adj" fmla="val 7669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标题">
              <a:extLst>
                <a:ext uri="{FF2B5EF4-FFF2-40B4-BE49-F238E27FC236}">
                  <a16:creationId xmlns:a16="http://schemas.microsoft.com/office/drawing/2014/main" id="{3EB2CD1C-44FD-6F34-7D92-025704BAACBC}"/>
                </a:ext>
              </a:extLst>
            </p:cNvPr>
            <p:cNvSpPr txBox="1"/>
            <p:nvPr/>
          </p:nvSpPr>
          <p:spPr>
            <a:xfrm>
              <a:off x="5012459" y="3068007"/>
              <a:ext cx="1205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标题</a:t>
              </a:r>
            </a:p>
          </p:txBody>
        </p:sp>
        <p:sp>
          <p:nvSpPr>
            <p:cNvPr id="19" name="副标题">
              <a:extLst>
                <a:ext uri="{FF2B5EF4-FFF2-40B4-BE49-F238E27FC236}">
                  <a16:creationId xmlns:a16="http://schemas.microsoft.com/office/drawing/2014/main" id="{64FA04D5-2AD8-11FD-F92D-A5B489110609}"/>
                </a:ext>
              </a:extLst>
            </p:cNvPr>
            <p:cNvSpPr txBox="1"/>
            <p:nvPr/>
          </p:nvSpPr>
          <p:spPr>
            <a:xfrm>
              <a:off x="5012459" y="3386665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副标题</a:t>
              </a:r>
            </a:p>
          </p:txBody>
        </p:sp>
        <p:sp>
          <p:nvSpPr>
            <p:cNvPr id="20" name="!! 图标">
              <a:extLst>
                <a:ext uri="{FF2B5EF4-FFF2-40B4-BE49-F238E27FC236}">
                  <a16:creationId xmlns:a16="http://schemas.microsoft.com/office/drawing/2014/main" id="{D0370A60-DB8E-77A8-4E3C-39F6061F51C8}"/>
                </a:ext>
              </a:extLst>
            </p:cNvPr>
            <p:cNvSpPr/>
            <p:nvPr/>
          </p:nvSpPr>
          <p:spPr>
            <a:xfrm>
              <a:off x="4257672" y="3133803"/>
              <a:ext cx="602974" cy="602974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!! 顶部警告">
            <a:extLst>
              <a:ext uri="{FF2B5EF4-FFF2-40B4-BE49-F238E27FC236}">
                <a16:creationId xmlns:a16="http://schemas.microsoft.com/office/drawing/2014/main" id="{491D7F82-06D3-5733-71EC-E762B40B0AB7}"/>
              </a:ext>
            </a:extLst>
          </p:cNvPr>
          <p:cNvGrpSpPr/>
          <p:nvPr/>
        </p:nvGrpSpPr>
        <p:grpSpPr>
          <a:xfrm>
            <a:off x="5595091" y="592908"/>
            <a:ext cx="3541817" cy="781669"/>
            <a:chOff x="6744289" y="1953066"/>
            <a:chExt cx="3541817" cy="781669"/>
          </a:xfrm>
        </p:grpSpPr>
        <p:sp>
          <p:nvSpPr>
            <p:cNvPr id="5" name="!! 背景">
              <a:extLst>
                <a:ext uri="{FF2B5EF4-FFF2-40B4-BE49-F238E27FC236}">
                  <a16:creationId xmlns:a16="http://schemas.microsoft.com/office/drawing/2014/main" id="{92A0E51D-49DA-E539-4A66-A2079DD20A1B}"/>
                </a:ext>
              </a:extLst>
            </p:cNvPr>
            <p:cNvSpPr/>
            <p:nvPr/>
          </p:nvSpPr>
          <p:spPr>
            <a:xfrm>
              <a:off x="6744289" y="1953066"/>
              <a:ext cx="3541817" cy="781669"/>
            </a:xfrm>
            <a:prstGeom prst="roundRect">
              <a:avLst>
                <a:gd name="adj" fmla="val 88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accent6"/>
              </a:solidFill>
            </a:ln>
            <a:effectLst>
              <a:outerShdw blurRad="127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5252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sp>
          <p:nvSpPr>
            <p:cNvPr id="6" name="!! 标题">
              <a:extLst>
                <a:ext uri="{FF2B5EF4-FFF2-40B4-BE49-F238E27FC236}">
                  <a16:creationId xmlns:a16="http://schemas.microsoft.com/office/drawing/2014/main" id="{790370DB-E1E4-D294-BA2C-7532E7AD78A6}"/>
                </a:ext>
              </a:extLst>
            </p:cNvPr>
            <p:cNvSpPr txBox="1"/>
            <p:nvPr/>
          </p:nvSpPr>
          <p:spPr>
            <a:xfrm>
              <a:off x="6879497" y="2081312"/>
              <a:ext cx="24265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标题</a:t>
              </a:r>
            </a:p>
          </p:txBody>
        </p:sp>
        <p:sp>
          <p:nvSpPr>
            <p:cNvPr id="7" name="!! 副标题">
              <a:extLst>
                <a:ext uri="{FF2B5EF4-FFF2-40B4-BE49-F238E27FC236}">
                  <a16:creationId xmlns:a16="http://schemas.microsoft.com/office/drawing/2014/main" id="{EAFA26E0-9DDD-B186-D076-493D86C30DED}"/>
                </a:ext>
              </a:extLst>
            </p:cNvPr>
            <p:cNvSpPr txBox="1"/>
            <p:nvPr/>
          </p:nvSpPr>
          <p:spPr>
            <a:xfrm>
              <a:off x="6879497" y="2343837"/>
              <a:ext cx="32170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副标题</a:t>
              </a:r>
            </a:p>
          </p:txBody>
        </p:sp>
      </p:grpSp>
      <p:sp>
        <p:nvSpPr>
          <p:cNvPr id="8" name="!! 按钮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5E58A48-7930-C570-310B-285DBA500AEE}"/>
              </a:ext>
            </a:extLst>
          </p:cNvPr>
          <p:cNvSpPr/>
          <p:nvPr/>
        </p:nvSpPr>
        <p:spPr>
          <a:xfrm>
            <a:off x="9507545" y="563121"/>
            <a:ext cx="2313818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2"/>
                </a:solidFill>
              </a:rPr>
              <a:t>强调按钮</a:t>
            </a:r>
          </a:p>
        </p:txBody>
      </p:sp>
      <p:sp>
        <p:nvSpPr>
          <p:cNvPr id="9" name="!! 返回">
            <a:hlinkClick r:id="rId4" action="ppaction://hlinksldjump"/>
            <a:extLst>
              <a:ext uri="{FF2B5EF4-FFF2-40B4-BE49-F238E27FC236}">
                <a16:creationId xmlns:a16="http://schemas.microsoft.com/office/drawing/2014/main" id="{D6E799BD-D024-6320-460E-2FB7DEE6FD3C}"/>
              </a:ext>
            </a:extLst>
          </p:cNvPr>
          <p:cNvSpPr/>
          <p:nvPr/>
        </p:nvSpPr>
        <p:spPr>
          <a:xfrm>
            <a:off x="9507545" y="1145069"/>
            <a:ext cx="2313818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A8D3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次要按钮</a:t>
            </a:r>
          </a:p>
        </p:txBody>
      </p:sp>
      <p:grpSp>
        <p:nvGrpSpPr>
          <p:cNvPr id="10" name="!! 大标题">
            <a:extLst>
              <a:ext uri="{FF2B5EF4-FFF2-40B4-BE49-F238E27FC236}">
                <a16:creationId xmlns:a16="http://schemas.microsoft.com/office/drawing/2014/main" id="{23320455-370C-8A57-20CE-D1520395090C}"/>
              </a:ext>
            </a:extLst>
          </p:cNvPr>
          <p:cNvGrpSpPr/>
          <p:nvPr/>
        </p:nvGrpSpPr>
        <p:grpSpPr>
          <a:xfrm>
            <a:off x="9502474" y="4453759"/>
            <a:ext cx="1160605" cy="461665"/>
            <a:chOff x="3079753" y="1375827"/>
            <a:chExt cx="726902" cy="461665"/>
          </a:xfrm>
        </p:grpSpPr>
        <p:sp>
          <p:nvSpPr>
            <p:cNvPr id="11" name="!! 标题符">
              <a:extLst>
                <a:ext uri="{FF2B5EF4-FFF2-40B4-BE49-F238E27FC236}">
                  <a16:creationId xmlns:a16="http://schemas.microsoft.com/office/drawing/2014/main" id="{EBB6EE75-9D18-F84C-379E-1C8758B897B7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2" name="!! 标题">
              <a:extLst>
                <a:ext uri="{FF2B5EF4-FFF2-40B4-BE49-F238E27FC236}">
                  <a16:creationId xmlns:a16="http://schemas.microsoft.com/office/drawing/2014/main" id="{83094075-49E1-AC8A-69AC-757CBA70B2BB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大标题</a:t>
              </a:r>
            </a:p>
          </p:txBody>
        </p:sp>
      </p:grpSp>
      <p:grpSp>
        <p:nvGrpSpPr>
          <p:cNvPr id="16" name="!! 顶部错误">
            <a:extLst>
              <a:ext uri="{FF2B5EF4-FFF2-40B4-BE49-F238E27FC236}">
                <a16:creationId xmlns:a16="http://schemas.microsoft.com/office/drawing/2014/main" id="{3FEAA996-D087-C023-17DE-791E3E15A3C6}"/>
              </a:ext>
            </a:extLst>
          </p:cNvPr>
          <p:cNvGrpSpPr/>
          <p:nvPr/>
        </p:nvGrpSpPr>
        <p:grpSpPr>
          <a:xfrm>
            <a:off x="5595091" y="1476568"/>
            <a:ext cx="3541817" cy="781669"/>
            <a:chOff x="6744289" y="1953066"/>
            <a:chExt cx="3541817" cy="781669"/>
          </a:xfrm>
        </p:grpSpPr>
        <p:sp>
          <p:nvSpPr>
            <p:cNvPr id="17" name="!! 背景">
              <a:extLst>
                <a:ext uri="{FF2B5EF4-FFF2-40B4-BE49-F238E27FC236}">
                  <a16:creationId xmlns:a16="http://schemas.microsoft.com/office/drawing/2014/main" id="{BB94669E-26D9-4A76-7242-58A1FA0590D4}"/>
                </a:ext>
              </a:extLst>
            </p:cNvPr>
            <p:cNvSpPr/>
            <p:nvPr/>
          </p:nvSpPr>
          <p:spPr>
            <a:xfrm>
              <a:off x="6744289" y="1953066"/>
              <a:ext cx="3541817" cy="781669"/>
            </a:xfrm>
            <a:prstGeom prst="roundRect">
              <a:avLst>
                <a:gd name="adj" fmla="val 8838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chemeClr val="accent5"/>
              </a:solidFill>
            </a:ln>
            <a:effectLst>
              <a:outerShdw blurRad="127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5252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sp>
          <p:nvSpPr>
            <p:cNvPr id="18" name="!! 标题">
              <a:extLst>
                <a:ext uri="{FF2B5EF4-FFF2-40B4-BE49-F238E27FC236}">
                  <a16:creationId xmlns:a16="http://schemas.microsoft.com/office/drawing/2014/main" id="{A3CF0E0D-D8A9-8EB3-3971-D647E42C03B5}"/>
                </a:ext>
              </a:extLst>
            </p:cNvPr>
            <p:cNvSpPr txBox="1"/>
            <p:nvPr/>
          </p:nvSpPr>
          <p:spPr>
            <a:xfrm>
              <a:off x="6879497" y="2081312"/>
              <a:ext cx="24265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标题</a:t>
              </a:r>
            </a:p>
          </p:txBody>
        </p:sp>
        <p:sp>
          <p:nvSpPr>
            <p:cNvPr id="22" name="!! 副标题">
              <a:extLst>
                <a:ext uri="{FF2B5EF4-FFF2-40B4-BE49-F238E27FC236}">
                  <a16:creationId xmlns:a16="http://schemas.microsoft.com/office/drawing/2014/main" id="{AAFDA4AD-1858-8144-B348-5571C06BD006}"/>
                </a:ext>
              </a:extLst>
            </p:cNvPr>
            <p:cNvSpPr txBox="1"/>
            <p:nvPr/>
          </p:nvSpPr>
          <p:spPr>
            <a:xfrm>
              <a:off x="6879497" y="2343837"/>
              <a:ext cx="32170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副标题</a:t>
              </a:r>
            </a:p>
          </p:txBody>
        </p:sp>
      </p:grpSp>
      <p:grpSp>
        <p:nvGrpSpPr>
          <p:cNvPr id="33" name="带按钮的提示框">
            <a:extLst>
              <a:ext uri="{FF2B5EF4-FFF2-40B4-BE49-F238E27FC236}">
                <a16:creationId xmlns:a16="http://schemas.microsoft.com/office/drawing/2014/main" id="{C3F8505E-7C32-8FAB-DD38-AF64F4098614}"/>
              </a:ext>
            </a:extLst>
          </p:cNvPr>
          <p:cNvGrpSpPr/>
          <p:nvPr/>
        </p:nvGrpSpPr>
        <p:grpSpPr>
          <a:xfrm>
            <a:off x="503073" y="1796572"/>
            <a:ext cx="4564916" cy="1666468"/>
            <a:chOff x="2912999" y="3341281"/>
            <a:chExt cx="4564916" cy="1666468"/>
          </a:xfrm>
        </p:grpSpPr>
        <p:sp>
          <p:nvSpPr>
            <p:cNvPr id="24" name="!! 弹窗">
              <a:extLst>
                <a:ext uri="{FF2B5EF4-FFF2-40B4-BE49-F238E27FC236}">
                  <a16:creationId xmlns:a16="http://schemas.microsoft.com/office/drawing/2014/main" id="{3811793A-6D36-4707-5EC9-01B5F56FEAEB}"/>
                </a:ext>
              </a:extLst>
            </p:cNvPr>
            <p:cNvSpPr/>
            <p:nvPr/>
          </p:nvSpPr>
          <p:spPr>
            <a:xfrm>
              <a:off x="2912999" y="3341281"/>
              <a:ext cx="4564916" cy="1666468"/>
            </a:xfrm>
            <a:prstGeom prst="roundRect">
              <a:avLst>
                <a:gd name="adj" fmla="val 4327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标题">
              <a:extLst>
                <a:ext uri="{FF2B5EF4-FFF2-40B4-BE49-F238E27FC236}">
                  <a16:creationId xmlns:a16="http://schemas.microsoft.com/office/drawing/2014/main" id="{06720A20-87A8-D9E2-FB45-D89B77C3F724}"/>
                </a:ext>
              </a:extLst>
            </p:cNvPr>
            <p:cNvSpPr txBox="1"/>
            <p:nvPr/>
          </p:nvSpPr>
          <p:spPr>
            <a:xfrm>
              <a:off x="4111918" y="3598355"/>
              <a:ext cx="1205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标题</a:t>
              </a:r>
            </a:p>
          </p:txBody>
        </p:sp>
        <p:sp>
          <p:nvSpPr>
            <p:cNvPr id="26" name="副标题">
              <a:extLst>
                <a:ext uri="{FF2B5EF4-FFF2-40B4-BE49-F238E27FC236}">
                  <a16:creationId xmlns:a16="http://schemas.microsoft.com/office/drawing/2014/main" id="{6ACE7C96-A879-4B81-520C-0932AE427B4F}"/>
                </a:ext>
              </a:extLst>
            </p:cNvPr>
            <p:cNvSpPr txBox="1"/>
            <p:nvPr/>
          </p:nvSpPr>
          <p:spPr>
            <a:xfrm>
              <a:off x="4111918" y="3917013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副标题</a:t>
              </a:r>
            </a:p>
          </p:txBody>
        </p:sp>
        <p:sp>
          <p:nvSpPr>
            <p:cNvPr id="27" name="!! 图标">
              <a:extLst>
                <a:ext uri="{FF2B5EF4-FFF2-40B4-BE49-F238E27FC236}">
                  <a16:creationId xmlns:a16="http://schemas.microsoft.com/office/drawing/2014/main" id="{48B24D1F-D366-56B2-CC46-2459852A1245}"/>
                </a:ext>
              </a:extLst>
            </p:cNvPr>
            <p:cNvSpPr/>
            <p:nvPr/>
          </p:nvSpPr>
          <p:spPr>
            <a:xfrm>
              <a:off x="3357131" y="3664151"/>
              <a:ext cx="602974" cy="602974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: 圆角 30">
              <a:hlinkClick r:id="" action="ppaction://noaction"/>
              <a:extLst>
                <a:ext uri="{FF2B5EF4-FFF2-40B4-BE49-F238E27FC236}">
                  <a16:creationId xmlns:a16="http://schemas.microsoft.com/office/drawing/2014/main" id="{775723E6-BACB-AEB4-A627-CFDCD8919820}"/>
                </a:ext>
              </a:extLst>
            </p:cNvPr>
            <p:cNvSpPr/>
            <p:nvPr/>
          </p:nvSpPr>
          <p:spPr>
            <a:xfrm>
              <a:off x="6114226" y="4496746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100" dirty="0">
                  <a:solidFill>
                    <a:prstClr val="white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按钮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32" name="矩形: 圆角 31">
              <a:hlinkClick r:id="" action="ppaction://noaction"/>
              <a:extLst>
                <a:ext uri="{FF2B5EF4-FFF2-40B4-BE49-F238E27FC236}">
                  <a16:creationId xmlns:a16="http://schemas.microsoft.com/office/drawing/2014/main" id="{C7B478A5-0622-264F-498D-4F952B2B1946}"/>
                </a:ext>
              </a:extLst>
            </p:cNvPr>
            <p:cNvSpPr/>
            <p:nvPr/>
          </p:nvSpPr>
          <p:spPr>
            <a:xfrm>
              <a:off x="4851768" y="4493520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按钮</a:t>
              </a:r>
            </a:p>
          </p:txBody>
        </p:sp>
      </p:grpSp>
      <p:grpSp>
        <p:nvGrpSpPr>
          <p:cNvPr id="43" name="!! 带输入框的提示框">
            <a:extLst>
              <a:ext uri="{FF2B5EF4-FFF2-40B4-BE49-F238E27FC236}">
                <a16:creationId xmlns:a16="http://schemas.microsoft.com/office/drawing/2014/main" id="{25AD1416-ED9E-BE7E-BB54-B4B13916F55A}"/>
              </a:ext>
            </a:extLst>
          </p:cNvPr>
          <p:cNvGrpSpPr/>
          <p:nvPr/>
        </p:nvGrpSpPr>
        <p:grpSpPr>
          <a:xfrm>
            <a:off x="503073" y="3600144"/>
            <a:ext cx="4564916" cy="2137716"/>
            <a:chOff x="503073" y="3600144"/>
            <a:chExt cx="4564916" cy="2137716"/>
          </a:xfrm>
        </p:grpSpPr>
        <p:sp>
          <p:nvSpPr>
            <p:cNvPr id="35" name="!! 弹窗">
              <a:extLst>
                <a:ext uri="{FF2B5EF4-FFF2-40B4-BE49-F238E27FC236}">
                  <a16:creationId xmlns:a16="http://schemas.microsoft.com/office/drawing/2014/main" id="{0B41555A-D8F5-7AE8-A923-B8AB6E85C36C}"/>
                </a:ext>
              </a:extLst>
            </p:cNvPr>
            <p:cNvSpPr/>
            <p:nvPr/>
          </p:nvSpPr>
          <p:spPr>
            <a:xfrm>
              <a:off x="503073" y="3600144"/>
              <a:ext cx="4564916" cy="2137716"/>
            </a:xfrm>
            <a:prstGeom prst="roundRect">
              <a:avLst>
                <a:gd name="adj" fmla="val 4327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标题">
              <a:extLst>
                <a:ext uri="{FF2B5EF4-FFF2-40B4-BE49-F238E27FC236}">
                  <a16:creationId xmlns:a16="http://schemas.microsoft.com/office/drawing/2014/main" id="{182A1699-2718-AA58-0266-15781B5DDD17}"/>
                </a:ext>
              </a:extLst>
            </p:cNvPr>
            <p:cNvSpPr txBox="1"/>
            <p:nvPr/>
          </p:nvSpPr>
          <p:spPr>
            <a:xfrm>
              <a:off x="1701992" y="3857219"/>
              <a:ext cx="1205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标题</a:t>
              </a:r>
            </a:p>
          </p:txBody>
        </p:sp>
        <p:sp>
          <p:nvSpPr>
            <p:cNvPr id="37" name="副标题">
              <a:extLst>
                <a:ext uri="{FF2B5EF4-FFF2-40B4-BE49-F238E27FC236}">
                  <a16:creationId xmlns:a16="http://schemas.microsoft.com/office/drawing/2014/main" id="{C27593F4-7922-8C9E-BA04-F11015239BB7}"/>
                </a:ext>
              </a:extLst>
            </p:cNvPr>
            <p:cNvSpPr txBox="1"/>
            <p:nvPr/>
          </p:nvSpPr>
          <p:spPr>
            <a:xfrm>
              <a:off x="1701992" y="4175877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副标题</a:t>
              </a:r>
            </a:p>
          </p:txBody>
        </p:sp>
        <p:sp>
          <p:nvSpPr>
            <p:cNvPr id="38" name="!! 图标">
              <a:extLst>
                <a:ext uri="{FF2B5EF4-FFF2-40B4-BE49-F238E27FC236}">
                  <a16:creationId xmlns:a16="http://schemas.microsoft.com/office/drawing/2014/main" id="{4265D6A8-732C-F12F-CD3C-EFFB4BFCC449}"/>
                </a:ext>
              </a:extLst>
            </p:cNvPr>
            <p:cNvSpPr/>
            <p:nvPr/>
          </p:nvSpPr>
          <p:spPr>
            <a:xfrm>
              <a:off x="947205" y="3923015"/>
              <a:ext cx="602974" cy="602974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: 圆角 38">
              <a:hlinkClick r:id="" action="ppaction://noaction"/>
              <a:extLst>
                <a:ext uri="{FF2B5EF4-FFF2-40B4-BE49-F238E27FC236}">
                  <a16:creationId xmlns:a16="http://schemas.microsoft.com/office/drawing/2014/main" id="{D3338296-B41F-50A8-F5FE-5D00E279081D}"/>
                </a:ext>
              </a:extLst>
            </p:cNvPr>
            <p:cNvSpPr/>
            <p:nvPr/>
          </p:nvSpPr>
          <p:spPr>
            <a:xfrm>
              <a:off x="3704300" y="5196475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按钮</a:t>
              </a:r>
            </a:p>
          </p:txBody>
        </p:sp>
        <p:sp>
          <p:nvSpPr>
            <p:cNvPr id="40" name="矩形: 圆角 39">
              <a:hlinkClick r:id="" action="ppaction://noaction"/>
              <a:extLst>
                <a:ext uri="{FF2B5EF4-FFF2-40B4-BE49-F238E27FC236}">
                  <a16:creationId xmlns:a16="http://schemas.microsoft.com/office/drawing/2014/main" id="{1F2467BF-31D5-96AA-8D79-781E2C34C527}"/>
                </a:ext>
              </a:extLst>
            </p:cNvPr>
            <p:cNvSpPr/>
            <p:nvPr/>
          </p:nvSpPr>
          <p:spPr>
            <a:xfrm>
              <a:off x="2441842" y="5193249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按钮</a:t>
              </a:r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5D5E0815-1D6E-FC51-783A-3ACD0AAB0163}"/>
                </a:ext>
              </a:extLst>
            </p:cNvPr>
            <p:cNvSpPr/>
            <p:nvPr/>
          </p:nvSpPr>
          <p:spPr>
            <a:xfrm>
              <a:off x="947205" y="4708371"/>
              <a:ext cx="3882429" cy="305722"/>
            </a:xfrm>
            <a:prstGeom prst="roundRect">
              <a:avLst/>
            </a:prstGeom>
            <a:solidFill>
              <a:schemeClr val="bg2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dirty="0">
                  <a:solidFill>
                    <a:schemeClr val="bg1">
                      <a:lumMod val="75000"/>
                    </a:schemeClr>
                  </a:solidFill>
                </a:rPr>
                <a:t>输入框</a:t>
              </a:r>
            </a:p>
          </p:txBody>
        </p:sp>
      </p:grpSp>
      <p:sp>
        <p:nvSpPr>
          <p:cNvPr id="48" name="!! 输入框">
            <a:extLst>
              <a:ext uri="{FF2B5EF4-FFF2-40B4-BE49-F238E27FC236}">
                <a16:creationId xmlns:a16="http://schemas.microsoft.com/office/drawing/2014/main" id="{C4FDA68A-A7F3-5292-D379-2AD5002D380C}"/>
              </a:ext>
            </a:extLst>
          </p:cNvPr>
          <p:cNvSpPr/>
          <p:nvPr/>
        </p:nvSpPr>
        <p:spPr>
          <a:xfrm>
            <a:off x="9507544" y="5341537"/>
            <a:ext cx="2359488" cy="392193"/>
          </a:xfrm>
          <a:prstGeom prst="roundRect">
            <a:avLst>
              <a:gd name="adj" fmla="val 20553"/>
            </a:avLst>
          </a:prstGeom>
          <a:solidFill>
            <a:schemeClr val="bg2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bg1">
                    <a:lumMod val="75000"/>
                  </a:schemeClr>
                </a:solidFill>
              </a:rPr>
              <a:t>输入框</a:t>
            </a:r>
          </a:p>
        </p:txBody>
      </p:sp>
      <p:grpSp>
        <p:nvGrpSpPr>
          <p:cNvPr id="51" name="!! 选择列表">
            <a:extLst>
              <a:ext uri="{FF2B5EF4-FFF2-40B4-BE49-F238E27FC236}">
                <a16:creationId xmlns:a16="http://schemas.microsoft.com/office/drawing/2014/main" id="{056FCF04-DEB7-4D85-5E66-FDFAB34001C7}"/>
              </a:ext>
            </a:extLst>
          </p:cNvPr>
          <p:cNvGrpSpPr/>
          <p:nvPr/>
        </p:nvGrpSpPr>
        <p:grpSpPr>
          <a:xfrm>
            <a:off x="5595090" y="2442358"/>
            <a:ext cx="3541817" cy="3295501"/>
            <a:chOff x="5595090" y="2442358"/>
            <a:chExt cx="3541817" cy="3295501"/>
          </a:xfrm>
        </p:grpSpPr>
        <p:sp>
          <p:nvSpPr>
            <p:cNvPr id="44" name="!! 背景板">
              <a:extLst>
                <a:ext uri="{FF2B5EF4-FFF2-40B4-BE49-F238E27FC236}">
                  <a16:creationId xmlns:a16="http://schemas.microsoft.com/office/drawing/2014/main" id="{D9A060EF-78EC-04DC-5B41-29D88D27BB37}"/>
                </a:ext>
              </a:extLst>
            </p:cNvPr>
            <p:cNvSpPr/>
            <p:nvPr/>
          </p:nvSpPr>
          <p:spPr>
            <a:xfrm>
              <a:off x="5595090" y="2442358"/>
              <a:ext cx="3541817" cy="3295501"/>
            </a:xfrm>
            <a:prstGeom prst="roundRect">
              <a:avLst>
                <a:gd name="adj" fmla="val 4577"/>
              </a:avLst>
            </a:prstGeom>
            <a:solidFill>
              <a:schemeClr val="bg2"/>
            </a:solidFill>
            <a:ln>
              <a:noFill/>
            </a:ln>
            <a:effectLst>
              <a:outerShdw blurRad="2032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!! 选中">
              <a:extLst>
                <a:ext uri="{FF2B5EF4-FFF2-40B4-BE49-F238E27FC236}">
                  <a16:creationId xmlns:a16="http://schemas.microsoft.com/office/drawing/2014/main" id="{73278A5D-6171-AD33-5EA0-68BA9C000AD9}"/>
                </a:ext>
              </a:extLst>
            </p:cNvPr>
            <p:cNvSpPr/>
            <p:nvPr/>
          </p:nvSpPr>
          <p:spPr>
            <a:xfrm>
              <a:off x="5867995" y="3124217"/>
              <a:ext cx="2996006" cy="457924"/>
            </a:xfrm>
            <a:prstGeom prst="roundRect">
              <a:avLst>
                <a:gd name="adj" fmla="val 22880"/>
              </a:avLst>
            </a:prstGeom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/>
              <a:r>
                <a:rPr lang="zh-CN" altLang="en-US" sz="1600" dirty="0"/>
                <a:t>选中</a:t>
              </a:r>
            </a:p>
          </p:txBody>
        </p:sp>
        <p:sp>
          <p:nvSpPr>
            <p:cNvPr id="46" name="!! 未选中">
              <a:extLst>
                <a:ext uri="{FF2B5EF4-FFF2-40B4-BE49-F238E27FC236}">
                  <a16:creationId xmlns:a16="http://schemas.microsoft.com/office/drawing/2014/main" id="{A044792F-671E-8E45-01AB-E6F114902B48}"/>
                </a:ext>
              </a:extLst>
            </p:cNvPr>
            <p:cNvSpPr/>
            <p:nvPr/>
          </p:nvSpPr>
          <p:spPr>
            <a:xfrm>
              <a:off x="5877446" y="3718627"/>
              <a:ext cx="2996006" cy="457924"/>
            </a:xfrm>
            <a:prstGeom prst="roundRect">
              <a:avLst>
                <a:gd name="adj" fmla="val 22880"/>
              </a:avLst>
            </a:prstGeom>
            <a:solidFill>
              <a:schemeClr val="bg1"/>
            </a:solidFill>
            <a:ln w="6350">
              <a:solidFill>
                <a:schemeClr val="bg1">
                  <a:lumMod val="90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/>
              <a:r>
                <a:rPr lang="zh-CN" altLang="en-US" sz="1600" dirty="0">
                  <a:solidFill>
                    <a:schemeClr val="tx1"/>
                  </a:solidFill>
                </a:rPr>
                <a:t>未选中</a:t>
              </a:r>
            </a:p>
          </p:txBody>
        </p:sp>
        <p:sp>
          <p:nvSpPr>
            <p:cNvPr id="47" name="!! 不可用">
              <a:extLst>
                <a:ext uri="{FF2B5EF4-FFF2-40B4-BE49-F238E27FC236}">
                  <a16:creationId xmlns:a16="http://schemas.microsoft.com/office/drawing/2014/main" id="{E311D389-8D2B-B168-7826-9B794B2B4CAF}"/>
                </a:ext>
              </a:extLst>
            </p:cNvPr>
            <p:cNvSpPr/>
            <p:nvPr/>
          </p:nvSpPr>
          <p:spPr>
            <a:xfrm>
              <a:off x="5877446" y="4309095"/>
              <a:ext cx="2996006" cy="457924"/>
            </a:xfrm>
            <a:prstGeom prst="roundRect">
              <a:avLst>
                <a:gd name="adj" fmla="val 22880"/>
              </a:avLst>
            </a:prstGeom>
            <a:solidFill>
              <a:schemeClr val="bg1">
                <a:lumMod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/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不可用</a:t>
              </a: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2F303988-AAA3-D8CE-E564-A6D9DDC5FBDC}"/>
                </a:ext>
              </a:extLst>
            </p:cNvPr>
            <p:cNvSpPr txBox="1"/>
            <p:nvPr/>
          </p:nvSpPr>
          <p:spPr>
            <a:xfrm>
              <a:off x="5859528" y="2663624"/>
              <a:ext cx="21370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列表名（可选）</a:t>
              </a:r>
            </a:p>
          </p:txBody>
        </p:sp>
      </p:grpSp>
      <p:sp>
        <p:nvSpPr>
          <p:cNvPr id="52" name="!! 开关1背景">
            <a:extLst>
              <a:ext uri="{FF2B5EF4-FFF2-40B4-BE49-F238E27FC236}">
                <a16:creationId xmlns:a16="http://schemas.microsoft.com/office/drawing/2014/main" id="{BE8AADBC-FDFB-04C4-FBB6-ED75B71BBE03}"/>
              </a:ext>
            </a:extLst>
          </p:cNvPr>
          <p:cNvSpPr/>
          <p:nvPr/>
        </p:nvSpPr>
        <p:spPr>
          <a:xfrm>
            <a:off x="9497824" y="2717985"/>
            <a:ext cx="376430" cy="171028"/>
          </a:xfrm>
          <a:prstGeom prst="roundRect">
            <a:avLst>
              <a:gd name="adj" fmla="val 50000"/>
            </a:avLst>
          </a:prstGeom>
          <a:solidFill>
            <a:schemeClr val="bg1">
              <a:lumMod val="90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53" name="!! 开关1">
            <a:extLst>
              <a:ext uri="{FF2B5EF4-FFF2-40B4-BE49-F238E27FC236}">
                <a16:creationId xmlns:a16="http://schemas.microsoft.com/office/drawing/2014/main" id="{A3D38018-D1E5-0A29-2AF4-01129DAD9BEA}"/>
              </a:ext>
            </a:extLst>
          </p:cNvPr>
          <p:cNvSpPr/>
          <p:nvPr/>
        </p:nvSpPr>
        <p:spPr>
          <a:xfrm>
            <a:off x="9531506" y="2741629"/>
            <a:ext cx="119862" cy="12374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grpSp>
        <p:nvGrpSpPr>
          <p:cNvPr id="54" name="!! load">
            <a:extLst>
              <a:ext uri="{FF2B5EF4-FFF2-40B4-BE49-F238E27FC236}">
                <a16:creationId xmlns:a16="http://schemas.microsoft.com/office/drawing/2014/main" id="{EC294FFD-D529-38FA-EF26-1F5E34348EC9}"/>
              </a:ext>
            </a:extLst>
          </p:cNvPr>
          <p:cNvGrpSpPr/>
          <p:nvPr/>
        </p:nvGrpSpPr>
        <p:grpSpPr>
          <a:xfrm>
            <a:off x="11382596" y="2378518"/>
            <a:ext cx="245532" cy="245532"/>
            <a:chOff x="7349534" y="4722202"/>
            <a:chExt cx="279398" cy="279398"/>
          </a:xfrm>
        </p:grpSpPr>
        <p:sp>
          <p:nvSpPr>
            <p:cNvPr id="55" name="弧形 54">
              <a:extLst>
                <a:ext uri="{FF2B5EF4-FFF2-40B4-BE49-F238E27FC236}">
                  <a16:creationId xmlns:a16="http://schemas.microsoft.com/office/drawing/2014/main" id="{A711C09C-922D-C512-F70E-74E970E78050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00000"/>
                <a:gd name="adj2" fmla="val 16194911"/>
              </a:avLst>
            </a:prstGeom>
            <a:noFill/>
            <a:ln w="38100">
              <a:solidFill>
                <a:schemeClr val="accent1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弧形 55">
              <a:extLst>
                <a:ext uri="{FF2B5EF4-FFF2-40B4-BE49-F238E27FC236}">
                  <a16:creationId xmlns:a16="http://schemas.microsoft.com/office/drawing/2014/main" id="{008987E4-3B5B-1E42-4C21-DA3824FA717C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50568"/>
                <a:gd name="adj2" fmla="val 321908"/>
              </a:avLst>
            </a:prstGeom>
            <a:noFill/>
            <a:ln w="38100" cap="rnd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57" name="!! 检测">
            <a:extLst>
              <a:ext uri="{FF2B5EF4-FFF2-40B4-BE49-F238E27FC236}">
                <a16:creationId xmlns:a16="http://schemas.microsoft.com/office/drawing/2014/main" id="{6038F025-F48A-0765-AC31-3AECC2373A42}"/>
              </a:ext>
            </a:extLst>
          </p:cNvPr>
          <p:cNvSpPr txBox="1"/>
          <p:nvPr/>
        </p:nvSpPr>
        <p:spPr>
          <a:xfrm>
            <a:off x="10988874" y="2671812"/>
            <a:ext cx="1069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提示文字</a:t>
            </a:r>
          </a:p>
        </p:txBody>
      </p:sp>
      <p:sp>
        <p:nvSpPr>
          <p:cNvPr id="65" name="!! 开关1">
            <a:extLst>
              <a:ext uri="{FF2B5EF4-FFF2-40B4-BE49-F238E27FC236}">
                <a16:creationId xmlns:a16="http://schemas.microsoft.com/office/drawing/2014/main" id="{14C3BD2B-BC67-8CF0-AF98-EB8F3238C3DA}"/>
              </a:ext>
            </a:extLst>
          </p:cNvPr>
          <p:cNvSpPr/>
          <p:nvPr/>
        </p:nvSpPr>
        <p:spPr>
          <a:xfrm>
            <a:off x="9541226" y="2297428"/>
            <a:ext cx="119862" cy="1237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66" name="!! 开关1背景">
            <a:extLst>
              <a:ext uri="{FF2B5EF4-FFF2-40B4-BE49-F238E27FC236}">
                <a16:creationId xmlns:a16="http://schemas.microsoft.com/office/drawing/2014/main" id="{F7E84868-1872-5676-9484-948028E0E837}"/>
              </a:ext>
            </a:extLst>
          </p:cNvPr>
          <p:cNvSpPr/>
          <p:nvPr/>
        </p:nvSpPr>
        <p:spPr>
          <a:xfrm>
            <a:off x="9507544" y="2937203"/>
            <a:ext cx="376430" cy="17102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67" name="!! 开关1">
            <a:extLst>
              <a:ext uri="{FF2B5EF4-FFF2-40B4-BE49-F238E27FC236}">
                <a16:creationId xmlns:a16="http://schemas.microsoft.com/office/drawing/2014/main" id="{D9EA12AC-C9DC-6276-D5DB-0625A005C5E7}"/>
              </a:ext>
            </a:extLst>
          </p:cNvPr>
          <p:cNvSpPr/>
          <p:nvPr/>
        </p:nvSpPr>
        <p:spPr>
          <a:xfrm>
            <a:off x="9728442" y="2960847"/>
            <a:ext cx="119862" cy="12374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grpSp>
        <p:nvGrpSpPr>
          <p:cNvPr id="75" name="!! 单选框2">
            <a:extLst>
              <a:ext uri="{FF2B5EF4-FFF2-40B4-BE49-F238E27FC236}">
                <a16:creationId xmlns:a16="http://schemas.microsoft.com/office/drawing/2014/main" id="{1A67FFD2-8F03-337C-47EE-BFEF9B1E6697}"/>
              </a:ext>
            </a:extLst>
          </p:cNvPr>
          <p:cNvGrpSpPr/>
          <p:nvPr/>
        </p:nvGrpSpPr>
        <p:grpSpPr>
          <a:xfrm>
            <a:off x="9507544" y="3199695"/>
            <a:ext cx="2610106" cy="307777"/>
            <a:chOff x="6879497" y="3107891"/>
            <a:chExt cx="2610106" cy="307777"/>
          </a:xfrm>
        </p:grpSpPr>
        <p:sp>
          <p:nvSpPr>
            <p:cNvPr id="76" name="!! 单选框1">
              <a:extLst>
                <a:ext uri="{FF2B5EF4-FFF2-40B4-BE49-F238E27FC236}">
                  <a16:creationId xmlns:a16="http://schemas.microsoft.com/office/drawing/2014/main" id="{709A4B26-A72D-AA43-8791-AAA38A834CD2}"/>
                </a:ext>
              </a:extLst>
            </p:cNvPr>
            <p:cNvSpPr/>
            <p:nvPr/>
          </p:nvSpPr>
          <p:spPr>
            <a:xfrm>
              <a:off x="6879497" y="3167389"/>
              <a:ext cx="188782" cy="1887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77" name="!! 单选文本">
              <a:extLst>
                <a:ext uri="{FF2B5EF4-FFF2-40B4-BE49-F238E27FC236}">
                  <a16:creationId xmlns:a16="http://schemas.microsoft.com/office/drawing/2014/main" id="{A93A3948-AA1F-0B07-8764-8A479A9B73E2}"/>
                </a:ext>
              </a:extLst>
            </p:cNvPr>
            <p:cNvSpPr txBox="1"/>
            <p:nvPr/>
          </p:nvSpPr>
          <p:spPr>
            <a:xfrm>
              <a:off x="7081696" y="3107891"/>
              <a:ext cx="24079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未选</a:t>
              </a:r>
            </a:p>
          </p:txBody>
        </p:sp>
      </p:grpSp>
      <p:grpSp>
        <p:nvGrpSpPr>
          <p:cNvPr id="78" name="!! 单选框 3">
            <a:extLst>
              <a:ext uri="{FF2B5EF4-FFF2-40B4-BE49-F238E27FC236}">
                <a16:creationId xmlns:a16="http://schemas.microsoft.com/office/drawing/2014/main" id="{295D1D78-F84D-A27E-C645-2E96029391F8}"/>
              </a:ext>
            </a:extLst>
          </p:cNvPr>
          <p:cNvGrpSpPr/>
          <p:nvPr/>
        </p:nvGrpSpPr>
        <p:grpSpPr>
          <a:xfrm>
            <a:off x="9507544" y="3463876"/>
            <a:ext cx="2610106" cy="307777"/>
            <a:chOff x="6879497" y="3889843"/>
            <a:chExt cx="2610106" cy="307777"/>
          </a:xfrm>
        </p:grpSpPr>
        <p:sp>
          <p:nvSpPr>
            <p:cNvPr id="79" name="!! 单选框1">
              <a:extLst>
                <a:ext uri="{FF2B5EF4-FFF2-40B4-BE49-F238E27FC236}">
                  <a16:creationId xmlns:a16="http://schemas.microsoft.com/office/drawing/2014/main" id="{E8F22850-5185-313D-ED67-11A17D5485F8}"/>
                </a:ext>
              </a:extLst>
            </p:cNvPr>
            <p:cNvSpPr/>
            <p:nvPr/>
          </p:nvSpPr>
          <p:spPr>
            <a:xfrm>
              <a:off x="6879497" y="3949341"/>
              <a:ext cx="188782" cy="188782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80" name="!! 单选文本">
              <a:extLst>
                <a:ext uri="{FF2B5EF4-FFF2-40B4-BE49-F238E27FC236}">
                  <a16:creationId xmlns:a16="http://schemas.microsoft.com/office/drawing/2014/main" id="{EE23C55D-21F9-D3E8-9381-318D16D96D1F}"/>
                </a:ext>
              </a:extLst>
            </p:cNvPr>
            <p:cNvSpPr txBox="1"/>
            <p:nvPr/>
          </p:nvSpPr>
          <p:spPr>
            <a:xfrm>
              <a:off x="7081696" y="3889843"/>
              <a:ext cx="24079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已选</a:t>
              </a:r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858C22AC-F35C-FC6C-F232-8D0985D4EBEC}"/>
                </a:ext>
              </a:extLst>
            </p:cNvPr>
            <p:cNvSpPr/>
            <p:nvPr/>
          </p:nvSpPr>
          <p:spPr>
            <a:xfrm>
              <a:off x="6916111" y="3985955"/>
              <a:ext cx="115555" cy="11555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  <p:grpSp>
        <p:nvGrpSpPr>
          <p:cNvPr id="82" name="!! 单选框2">
            <a:extLst>
              <a:ext uri="{FF2B5EF4-FFF2-40B4-BE49-F238E27FC236}">
                <a16:creationId xmlns:a16="http://schemas.microsoft.com/office/drawing/2014/main" id="{446B63E9-0E60-F445-E4FB-4CD7466A25A3}"/>
              </a:ext>
            </a:extLst>
          </p:cNvPr>
          <p:cNvGrpSpPr/>
          <p:nvPr/>
        </p:nvGrpSpPr>
        <p:grpSpPr>
          <a:xfrm>
            <a:off x="9507544" y="3742877"/>
            <a:ext cx="2610106" cy="307777"/>
            <a:chOff x="6879497" y="3107891"/>
            <a:chExt cx="2610106" cy="307777"/>
          </a:xfrm>
        </p:grpSpPr>
        <p:sp>
          <p:nvSpPr>
            <p:cNvPr id="83" name="!! 单选框1">
              <a:extLst>
                <a:ext uri="{FF2B5EF4-FFF2-40B4-BE49-F238E27FC236}">
                  <a16:creationId xmlns:a16="http://schemas.microsoft.com/office/drawing/2014/main" id="{17C5758B-DEB1-F654-C4B5-D3920EBF44A4}"/>
                </a:ext>
              </a:extLst>
            </p:cNvPr>
            <p:cNvSpPr/>
            <p:nvPr/>
          </p:nvSpPr>
          <p:spPr>
            <a:xfrm>
              <a:off x="6879497" y="3167389"/>
              <a:ext cx="188782" cy="188782"/>
            </a:xfrm>
            <a:prstGeom prst="ellipse">
              <a:avLst/>
            </a:prstGeom>
            <a:solidFill>
              <a:schemeClr val="bg1">
                <a:lumMod val="9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84" name="!! 单选文本">
              <a:extLst>
                <a:ext uri="{FF2B5EF4-FFF2-40B4-BE49-F238E27FC236}">
                  <a16:creationId xmlns:a16="http://schemas.microsoft.com/office/drawing/2014/main" id="{FDF38021-E0CA-6AB8-96AD-2B2A3F155398}"/>
                </a:ext>
              </a:extLst>
            </p:cNvPr>
            <p:cNvSpPr txBox="1"/>
            <p:nvPr/>
          </p:nvSpPr>
          <p:spPr>
            <a:xfrm>
              <a:off x="7081696" y="3107891"/>
              <a:ext cx="24079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未选禁用</a:t>
              </a:r>
            </a:p>
          </p:txBody>
        </p:sp>
      </p:grpSp>
      <p:grpSp>
        <p:nvGrpSpPr>
          <p:cNvPr id="85" name="!! 单选框 3">
            <a:extLst>
              <a:ext uri="{FF2B5EF4-FFF2-40B4-BE49-F238E27FC236}">
                <a16:creationId xmlns:a16="http://schemas.microsoft.com/office/drawing/2014/main" id="{D67AA418-608A-F259-EDFB-43243C6BEA46}"/>
              </a:ext>
            </a:extLst>
          </p:cNvPr>
          <p:cNvGrpSpPr/>
          <p:nvPr/>
        </p:nvGrpSpPr>
        <p:grpSpPr>
          <a:xfrm>
            <a:off x="9507544" y="4007058"/>
            <a:ext cx="2610106" cy="307777"/>
            <a:chOff x="6879497" y="3889843"/>
            <a:chExt cx="2610106" cy="307777"/>
          </a:xfrm>
        </p:grpSpPr>
        <p:sp>
          <p:nvSpPr>
            <p:cNvPr id="86" name="!! 单选框1">
              <a:extLst>
                <a:ext uri="{FF2B5EF4-FFF2-40B4-BE49-F238E27FC236}">
                  <a16:creationId xmlns:a16="http://schemas.microsoft.com/office/drawing/2014/main" id="{E7F4CB15-64C2-07B3-CAAA-BE174072C24C}"/>
                </a:ext>
              </a:extLst>
            </p:cNvPr>
            <p:cNvSpPr/>
            <p:nvPr/>
          </p:nvSpPr>
          <p:spPr>
            <a:xfrm>
              <a:off x="6879497" y="3949341"/>
              <a:ext cx="188782" cy="188782"/>
            </a:xfrm>
            <a:prstGeom prst="ellipse">
              <a:avLst/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87" name="!! 单选文本">
              <a:extLst>
                <a:ext uri="{FF2B5EF4-FFF2-40B4-BE49-F238E27FC236}">
                  <a16:creationId xmlns:a16="http://schemas.microsoft.com/office/drawing/2014/main" id="{A8AD38CA-5D7D-E2EB-0740-6FB2146CC0E3}"/>
                </a:ext>
              </a:extLst>
            </p:cNvPr>
            <p:cNvSpPr txBox="1"/>
            <p:nvPr/>
          </p:nvSpPr>
          <p:spPr>
            <a:xfrm>
              <a:off x="7081696" y="3889843"/>
              <a:ext cx="24079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已选禁用</a:t>
              </a:r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7D1E26D7-120C-DD4D-7D8B-A40D7A5B5B0F}"/>
                </a:ext>
              </a:extLst>
            </p:cNvPr>
            <p:cNvSpPr/>
            <p:nvPr/>
          </p:nvSpPr>
          <p:spPr>
            <a:xfrm>
              <a:off x="6916111" y="3985955"/>
              <a:ext cx="115555" cy="11555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  <p:sp>
        <p:nvSpPr>
          <p:cNvPr id="89" name="!! 副标题">
            <a:extLst>
              <a:ext uri="{FF2B5EF4-FFF2-40B4-BE49-F238E27FC236}">
                <a16:creationId xmlns:a16="http://schemas.microsoft.com/office/drawing/2014/main" id="{F937FD0C-C645-9BC9-14A9-61CC38F3421E}"/>
              </a:ext>
            </a:extLst>
          </p:cNvPr>
          <p:cNvSpPr txBox="1"/>
          <p:nvPr/>
        </p:nvSpPr>
        <p:spPr>
          <a:xfrm>
            <a:off x="9459126" y="4943379"/>
            <a:ext cx="2407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副标题</a:t>
            </a:r>
          </a:p>
        </p:txBody>
      </p:sp>
      <p:sp>
        <p:nvSpPr>
          <p:cNvPr id="90" name="!! Leaf">
            <a:extLst>
              <a:ext uri="{FF2B5EF4-FFF2-40B4-BE49-F238E27FC236}">
                <a16:creationId xmlns:a16="http://schemas.microsoft.com/office/drawing/2014/main" id="{D70199EB-01D7-5406-6596-94C54D902102}"/>
              </a:ext>
            </a:extLst>
          </p:cNvPr>
          <p:cNvSpPr/>
          <p:nvPr/>
        </p:nvSpPr>
        <p:spPr>
          <a:xfrm>
            <a:off x="11138690" y="3173063"/>
            <a:ext cx="762000" cy="762000"/>
          </a:xfrm>
          <a:prstGeom prst="ellipse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1" name="!! Leaf">
            <a:extLst>
              <a:ext uri="{FF2B5EF4-FFF2-40B4-BE49-F238E27FC236}">
                <a16:creationId xmlns:a16="http://schemas.microsoft.com/office/drawing/2014/main" id="{4AA9F84C-438B-21F6-A989-A9603CF26499}"/>
              </a:ext>
            </a:extLst>
          </p:cNvPr>
          <p:cNvSpPr/>
          <p:nvPr/>
        </p:nvSpPr>
        <p:spPr>
          <a:xfrm>
            <a:off x="11131078" y="3923015"/>
            <a:ext cx="762000" cy="762000"/>
          </a:xfrm>
          <a:prstGeom prst="ellipse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2" name="!! 禁用按钮">
            <a:extLst>
              <a:ext uri="{FF2B5EF4-FFF2-40B4-BE49-F238E27FC236}">
                <a16:creationId xmlns:a16="http://schemas.microsoft.com/office/drawing/2014/main" id="{AEC38742-094E-6D8B-ACF3-1438A955CD03}"/>
              </a:ext>
            </a:extLst>
          </p:cNvPr>
          <p:cNvSpPr/>
          <p:nvPr/>
        </p:nvSpPr>
        <p:spPr>
          <a:xfrm>
            <a:off x="9507543" y="1665954"/>
            <a:ext cx="2313818" cy="408215"/>
          </a:xfrm>
          <a:prstGeom prst="roundRect">
            <a:avLst>
              <a:gd name="adj" fmla="val 50000"/>
            </a:avLst>
          </a:prstGeom>
          <a:solidFill>
            <a:schemeClr val="bg1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禁用按钮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084C6977-90E3-98EA-52A9-D3B1BD111178}"/>
              </a:ext>
            </a:extLst>
          </p:cNvPr>
          <p:cNvSpPr txBox="1"/>
          <p:nvPr/>
        </p:nvSpPr>
        <p:spPr>
          <a:xfrm>
            <a:off x="1248692" y="6016742"/>
            <a:ext cx="5113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bg2"/>
                </a:solidFill>
              </a:rPr>
              <a:t>Leaf Design</a:t>
            </a:r>
            <a:endParaRPr lang="zh-CN" altLang="en-US" sz="3600" dirty="0">
              <a:solidFill>
                <a:schemeClr val="bg2"/>
              </a:solidFill>
            </a:endParaRPr>
          </a:p>
        </p:txBody>
      </p:sp>
      <p:sp>
        <p:nvSpPr>
          <p:cNvPr id="94" name="!! Leaf">
            <a:extLst>
              <a:ext uri="{FF2B5EF4-FFF2-40B4-BE49-F238E27FC236}">
                <a16:creationId xmlns:a16="http://schemas.microsoft.com/office/drawing/2014/main" id="{EBB3BF2F-F56A-B48A-F806-B24CA9A2B7FA}"/>
              </a:ext>
            </a:extLst>
          </p:cNvPr>
          <p:cNvSpPr/>
          <p:nvPr/>
        </p:nvSpPr>
        <p:spPr>
          <a:xfrm>
            <a:off x="641748" y="6051227"/>
            <a:ext cx="610914" cy="610914"/>
          </a:xfrm>
          <a:prstGeom prst="ellipse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!! 触发开关背景">
            <a:extLst>
              <a:ext uri="{FF2B5EF4-FFF2-40B4-BE49-F238E27FC236}">
                <a16:creationId xmlns:a16="http://schemas.microsoft.com/office/drawing/2014/main" id="{184C5869-037A-14D6-5C1E-61B6A21A298E}"/>
              </a:ext>
            </a:extLst>
          </p:cNvPr>
          <p:cNvSpPr/>
          <p:nvPr/>
        </p:nvSpPr>
        <p:spPr>
          <a:xfrm>
            <a:off x="10286649" y="2391760"/>
            <a:ext cx="376430" cy="171028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3" name="!! 触发开关">
            <a:extLst>
              <a:ext uri="{FF2B5EF4-FFF2-40B4-BE49-F238E27FC236}">
                <a16:creationId xmlns:a16="http://schemas.microsoft.com/office/drawing/2014/main" id="{8DD4CEB8-DFDA-225F-50B1-FB3E8124698B}"/>
              </a:ext>
            </a:extLst>
          </p:cNvPr>
          <p:cNvSpPr/>
          <p:nvPr/>
        </p:nvSpPr>
        <p:spPr>
          <a:xfrm>
            <a:off x="10320331" y="2415404"/>
            <a:ext cx="119862" cy="1237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0592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9005 " pathEditMode="relative" rAng="0" ptsTypes="AA">
                                      <p:cBhvr>
                                        <p:cTn id="11" dur="5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9005 " pathEditMode="relative" rAng="0" ptsTypes="AA">
                                      <p:cBhvr>
                                        <p:cTn id="16" dur="5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9005 " pathEditMode="relative" rAng="0" ptsTypes="AA">
                                      <p:cBhvr>
                                        <p:cTn id="21" dur="5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" presetClass="entr" presetSubtype="1" accel="20000" decel="8000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" presetClass="exit" presetSubtype="1" accel="20000" decel="8000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ntr" presetSubtype="1" accel="20000" decel="8000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500"/>
                            </p:stCondLst>
                            <p:childTnLst>
                              <p:par>
                                <p:cTn id="36" presetID="2" presetClass="exit" presetSubtype="1" accel="20000" decel="8000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3" presetClass="path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1.11111E-6 L 0.0155 -1.11111E-6 " pathEditMode="relative" rAng="0" ptsTypes="AA">
                                      <p:cBhvr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8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5" presetClass="path" presetSubtype="0" de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5 -1.11111E-6 L -2.08333E-6 -1.11111E-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1" y="0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8B8B8"/>
                                      </p:to>
                                    </p:animClr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4518B7-C6AD-4B59-2F34-ADD7D16BC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!! 无图标提示框">
            <a:extLst>
              <a:ext uri="{FF2B5EF4-FFF2-40B4-BE49-F238E27FC236}">
                <a16:creationId xmlns:a16="http://schemas.microsoft.com/office/drawing/2014/main" id="{CA55B8D6-C3B3-B303-E029-2C41065702B9}"/>
              </a:ext>
            </a:extLst>
          </p:cNvPr>
          <p:cNvGrpSpPr/>
          <p:nvPr/>
        </p:nvGrpSpPr>
        <p:grpSpPr>
          <a:xfrm>
            <a:off x="503073" y="423333"/>
            <a:ext cx="4564916" cy="1236134"/>
            <a:chOff x="3813540" y="2810933"/>
            <a:chExt cx="4564916" cy="1236134"/>
          </a:xfrm>
        </p:grpSpPr>
        <p:sp>
          <p:nvSpPr>
            <p:cNvPr id="14" name="!! 弹窗">
              <a:extLst>
                <a:ext uri="{FF2B5EF4-FFF2-40B4-BE49-F238E27FC236}">
                  <a16:creationId xmlns:a16="http://schemas.microsoft.com/office/drawing/2014/main" id="{EE5DA6B0-E183-02D8-EC7C-F65B501884C8}"/>
                </a:ext>
              </a:extLst>
            </p:cNvPr>
            <p:cNvSpPr/>
            <p:nvPr/>
          </p:nvSpPr>
          <p:spPr>
            <a:xfrm>
              <a:off x="3813540" y="2810933"/>
              <a:ext cx="4564916" cy="1236134"/>
            </a:xfrm>
            <a:prstGeom prst="roundRect">
              <a:avLst>
                <a:gd name="adj" fmla="val 7669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标题">
              <a:extLst>
                <a:ext uri="{FF2B5EF4-FFF2-40B4-BE49-F238E27FC236}">
                  <a16:creationId xmlns:a16="http://schemas.microsoft.com/office/drawing/2014/main" id="{A789AC1E-94EA-923F-8906-CCD48D4EBF00}"/>
                </a:ext>
              </a:extLst>
            </p:cNvPr>
            <p:cNvSpPr txBox="1"/>
            <p:nvPr/>
          </p:nvSpPr>
          <p:spPr>
            <a:xfrm>
              <a:off x="4215337" y="3054118"/>
              <a:ext cx="1205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标题</a:t>
              </a:r>
            </a:p>
          </p:txBody>
        </p:sp>
        <p:sp>
          <p:nvSpPr>
            <p:cNvPr id="19" name="副标题">
              <a:extLst>
                <a:ext uri="{FF2B5EF4-FFF2-40B4-BE49-F238E27FC236}">
                  <a16:creationId xmlns:a16="http://schemas.microsoft.com/office/drawing/2014/main" id="{F68C6556-28D9-3F77-4801-6BB60C4420E7}"/>
                </a:ext>
              </a:extLst>
            </p:cNvPr>
            <p:cNvSpPr txBox="1"/>
            <p:nvPr/>
          </p:nvSpPr>
          <p:spPr>
            <a:xfrm>
              <a:off x="4215337" y="3372776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副标题</a:t>
              </a:r>
            </a:p>
          </p:txBody>
        </p:sp>
      </p:grpSp>
      <p:grpSp>
        <p:nvGrpSpPr>
          <p:cNvPr id="33" name="带按钮的无图标提示框">
            <a:extLst>
              <a:ext uri="{FF2B5EF4-FFF2-40B4-BE49-F238E27FC236}">
                <a16:creationId xmlns:a16="http://schemas.microsoft.com/office/drawing/2014/main" id="{C7271355-74B0-A4B7-3ECF-55447E61709A}"/>
              </a:ext>
            </a:extLst>
          </p:cNvPr>
          <p:cNvGrpSpPr/>
          <p:nvPr/>
        </p:nvGrpSpPr>
        <p:grpSpPr>
          <a:xfrm>
            <a:off x="503073" y="1796572"/>
            <a:ext cx="4564916" cy="1666468"/>
            <a:chOff x="2912999" y="3341281"/>
            <a:chExt cx="4564916" cy="1666468"/>
          </a:xfrm>
        </p:grpSpPr>
        <p:sp>
          <p:nvSpPr>
            <p:cNvPr id="24" name="!! 弹窗">
              <a:extLst>
                <a:ext uri="{FF2B5EF4-FFF2-40B4-BE49-F238E27FC236}">
                  <a16:creationId xmlns:a16="http://schemas.microsoft.com/office/drawing/2014/main" id="{F06B88C5-63A0-CA76-786A-0ECE31FACDDF}"/>
                </a:ext>
              </a:extLst>
            </p:cNvPr>
            <p:cNvSpPr/>
            <p:nvPr/>
          </p:nvSpPr>
          <p:spPr>
            <a:xfrm>
              <a:off x="2912999" y="3341281"/>
              <a:ext cx="4564916" cy="1666468"/>
            </a:xfrm>
            <a:prstGeom prst="roundRect">
              <a:avLst>
                <a:gd name="adj" fmla="val 4327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标题">
              <a:extLst>
                <a:ext uri="{FF2B5EF4-FFF2-40B4-BE49-F238E27FC236}">
                  <a16:creationId xmlns:a16="http://schemas.microsoft.com/office/drawing/2014/main" id="{68CF4A07-7056-C260-C6ED-0E35418F048E}"/>
                </a:ext>
              </a:extLst>
            </p:cNvPr>
            <p:cNvSpPr txBox="1"/>
            <p:nvPr/>
          </p:nvSpPr>
          <p:spPr>
            <a:xfrm>
              <a:off x="3314796" y="3596868"/>
              <a:ext cx="1205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标题</a:t>
              </a:r>
            </a:p>
          </p:txBody>
        </p:sp>
        <p:sp>
          <p:nvSpPr>
            <p:cNvPr id="26" name="副标题">
              <a:extLst>
                <a:ext uri="{FF2B5EF4-FFF2-40B4-BE49-F238E27FC236}">
                  <a16:creationId xmlns:a16="http://schemas.microsoft.com/office/drawing/2014/main" id="{F2807217-DAF4-97C7-ECAA-BE5B30C38483}"/>
                </a:ext>
              </a:extLst>
            </p:cNvPr>
            <p:cNvSpPr txBox="1"/>
            <p:nvPr/>
          </p:nvSpPr>
          <p:spPr>
            <a:xfrm>
              <a:off x="3314796" y="3915526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副标题</a:t>
              </a:r>
            </a:p>
          </p:txBody>
        </p:sp>
        <p:sp>
          <p:nvSpPr>
            <p:cNvPr id="31" name="矩形: 圆角 30">
              <a:hlinkClick r:id="" action="ppaction://noaction"/>
              <a:extLst>
                <a:ext uri="{FF2B5EF4-FFF2-40B4-BE49-F238E27FC236}">
                  <a16:creationId xmlns:a16="http://schemas.microsoft.com/office/drawing/2014/main" id="{AED67E39-CEB2-C4FC-073D-0C2CAF75D039}"/>
                </a:ext>
              </a:extLst>
            </p:cNvPr>
            <p:cNvSpPr/>
            <p:nvPr/>
          </p:nvSpPr>
          <p:spPr>
            <a:xfrm>
              <a:off x="6114226" y="4496746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100" dirty="0">
                  <a:solidFill>
                    <a:prstClr val="white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按钮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32" name="矩形: 圆角 31">
              <a:hlinkClick r:id="" action="ppaction://noaction"/>
              <a:extLst>
                <a:ext uri="{FF2B5EF4-FFF2-40B4-BE49-F238E27FC236}">
                  <a16:creationId xmlns:a16="http://schemas.microsoft.com/office/drawing/2014/main" id="{EFC16385-130D-49F8-2C94-892DF3D7B4E9}"/>
                </a:ext>
              </a:extLst>
            </p:cNvPr>
            <p:cNvSpPr/>
            <p:nvPr/>
          </p:nvSpPr>
          <p:spPr>
            <a:xfrm>
              <a:off x="4851768" y="4493520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按钮</a:t>
              </a:r>
            </a:p>
          </p:txBody>
        </p:sp>
      </p:grpSp>
      <p:grpSp>
        <p:nvGrpSpPr>
          <p:cNvPr id="43" name="!! 带输入框的无图标提示框">
            <a:extLst>
              <a:ext uri="{FF2B5EF4-FFF2-40B4-BE49-F238E27FC236}">
                <a16:creationId xmlns:a16="http://schemas.microsoft.com/office/drawing/2014/main" id="{365DDB31-6125-B23F-01B2-E8D2954FE959}"/>
              </a:ext>
            </a:extLst>
          </p:cNvPr>
          <p:cNvGrpSpPr/>
          <p:nvPr/>
        </p:nvGrpSpPr>
        <p:grpSpPr>
          <a:xfrm>
            <a:off x="503073" y="3600144"/>
            <a:ext cx="4564916" cy="2137716"/>
            <a:chOff x="503073" y="3600144"/>
            <a:chExt cx="4564916" cy="2137716"/>
          </a:xfrm>
        </p:grpSpPr>
        <p:sp>
          <p:nvSpPr>
            <p:cNvPr id="35" name="!! 弹窗">
              <a:extLst>
                <a:ext uri="{FF2B5EF4-FFF2-40B4-BE49-F238E27FC236}">
                  <a16:creationId xmlns:a16="http://schemas.microsoft.com/office/drawing/2014/main" id="{A865A08B-B627-10E8-FFF2-416E3C045648}"/>
                </a:ext>
              </a:extLst>
            </p:cNvPr>
            <p:cNvSpPr/>
            <p:nvPr/>
          </p:nvSpPr>
          <p:spPr>
            <a:xfrm>
              <a:off x="503073" y="3600144"/>
              <a:ext cx="4564916" cy="2137716"/>
            </a:xfrm>
            <a:prstGeom prst="roundRect">
              <a:avLst>
                <a:gd name="adj" fmla="val 4327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标题">
              <a:extLst>
                <a:ext uri="{FF2B5EF4-FFF2-40B4-BE49-F238E27FC236}">
                  <a16:creationId xmlns:a16="http://schemas.microsoft.com/office/drawing/2014/main" id="{7A9C7BED-C4E3-E711-C9A0-1439D8EDCE89}"/>
                </a:ext>
              </a:extLst>
            </p:cNvPr>
            <p:cNvSpPr txBox="1"/>
            <p:nvPr/>
          </p:nvSpPr>
          <p:spPr>
            <a:xfrm>
              <a:off x="904870" y="3854106"/>
              <a:ext cx="1205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标题</a:t>
              </a:r>
            </a:p>
          </p:txBody>
        </p:sp>
        <p:sp>
          <p:nvSpPr>
            <p:cNvPr id="37" name="副标题">
              <a:extLst>
                <a:ext uri="{FF2B5EF4-FFF2-40B4-BE49-F238E27FC236}">
                  <a16:creationId xmlns:a16="http://schemas.microsoft.com/office/drawing/2014/main" id="{ECF2B5AC-7404-9742-C849-1120006A877A}"/>
                </a:ext>
              </a:extLst>
            </p:cNvPr>
            <p:cNvSpPr txBox="1"/>
            <p:nvPr/>
          </p:nvSpPr>
          <p:spPr>
            <a:xfrm>
              <a:off x="904870" y="4172764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副标题</a:t>
              </a:r>
            </a:p>
          </p:txBody>
        </p:sp>
        <p:sp>
          <p:nvSpPr>
            <p:cNvPr id="39" name="矩形: 圆角 38">
              <a:hlinkClick r:id="" action="ppaction://noaction"/>
              <a:extLst>
                <a:ext uri="{FF2B5EF4-FFF2-40B4-BE49-F238E27FC236}">
                  <a16:creationId xmlns:a16="http://schemas.microsoft.com/office/drawing/2014/main" id="{2E0F85EA-5C52-5497-1148-37ECFBF9E574}"/>
                </a:ext>
              </a:extLst>
            </p:cNvPr>
            <p:cNvSpPr/>
            <p:nvPr/>
          </p:nvSpPr>
          <p:spPr>
            <a:xfrm>
              <a:off x="3704300" y="5196475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按钮</a:t>
              </a:r>
            </a:p>
          </p:txBody>
        </p:sp>
        <p:sp>
          <p:nvSpPr>
            <p:cNvPr id="40" name="矩形: 圆角 39">
              <a:hlinkClick r:id="" action="ppaction://noaction"/>
              <a:extLst>
                <a:ext uri="{FF2B5EF4-FFF2-40B4-BE49-F238E27FC236}">
                  <a16:creationId xmlns:a16="http://schemas.microsoft.com/office/drawing/2014/main" id="{CC8C0467-8C73-6AA5-1DB8-7EDE2D11B134}"/>
                </a:ext>
              </a:extLst>
            </p:cNvPr>
            <p:cNvSpPr/>
            <p:nvPr/>
          </p:nvSpPr>
          <p:spPr>
            <a:xfrm>
              <a:off x="2441842" y="5193249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按钮</a:t>
              </a:r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6F393F63-936E-F0F6-5E68-9E3E20923352}"/>
                </a:ext>
              </a:extLst>
            </p:cNvPr>
            <p:cNvSpPr/>
            <p:nvPr/>
          </p:nvSpPr>
          <p:spPr>
            <a:xfrm>
              <a:off x="947205" y="4708371"/>
              <a:ext cx="3882429" cy="305722"/>
            </a:xfrm>
            <a:prstGeom prst="roundRect">
              <a:avLst/>
            </a:prstGeom>
            <a:solidFill>
              <a:schemeClr val="bg2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dirty="0">
                  <a:solidFill>
                    <a:schemeClr val="bg1">
                      <a:lumMod val="75000"/>
                    </a:schemeClr>
                  </a:solidFill>
                </a:rPr>
                <a:t>输入框</a:t>
              </a:r>
            </a:p>
          </p:txBody>
        </p:sp>
      </p:grpSp>
      <p:sp>
        <p:nvSpPr>
          <p:cNvPr id="2" name="!! 底部消息">
            <a:extLst>
              <a:ext uri="{FF2B5EF4-FFF2-40B4-BE49-F238E27FC236}">
                <a16:creationId xmlns:a16="http://schemas.microsoft.com/office/drawing/2014/main" id="{7D68587D-B529-C27B-2860-2A83B2945247}"/>
              </a:ext>
            </a:extLst>
          </p:cNvPr>
          <p:cNvSpPr/>
          <p:nvPr/>
        </p:nvSpPr>
        <p:spPr>
          <a:xfrm>
            <a:off x="5801943" y="423333"/>
            <a:ext cx="2644140" cy="436088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底部消息</a:t>
            </a:r>
          </a:p>
        </p:txBody>
      </p:sp>
      <p:grpSp>
        <p:nvGrpSpPr>
          <p:cNvPr id="29" name="!! 提示">
            <a:extLst>
              <a:ext uri="{FF2B5EF4-FFF2-40B4-BE49-F238E27FC236}">
                <a16:creationId xmlns:a16="http://schemas.microsoft.com/office/drawing/2014/main" id="{A52A7FDC-83C6-7F01-C367-517D621912C3}"/>
              </a:ext>
            </a:extLst>
          </p:cNvPr>
          <p:cNvGrpSpPr/>
          <p:nvPr/>
        </p:nvGrpSpPr>
        <p:grpSpPr>
          <a:xfrm>
            <a:off x="5801943" y="963355"/>
            <a:ext cx="2644139" cy="436088"/>
            <a:chOff x="5801943" y="963355"/>
            <a:chExt cx="2644139" cy="436088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A1FBAE2-5BE2-4DB3-3912-BD467DA53917}"/>
                </a:ext>
              </a:extLst>
            </p:cNvPr>
            <p:cNvSpPr/>
            <p:nvPr/>
          </p:nvSpPr>
          <p:spPr>
            <a:xfrm>
              <a:off x="5801943" y="963355"/>
              <a:ext cx="2644139" cy="436088"/>
            </a:xfrm>
            <a:prstGeom prst="roundRect">
              <a:avLst>
                <a:gd name="adj" fmla="val 19160"/>
              </a:avLst>
            </a:prstGeom>
            <a:solidFill>
              <a:schemeClr val="bg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>
                <a:spcBef>
                  <a:spcPts val="100"/>
                </a:spcBef>
                <a:spcAft>
                  <a:spcPts val="100"/>
                </a:spcAft>
              </a:pPr>
              <a:r>
                <a:rPr lang="zh-CN" altLang="en-US" sz="1400" dirty="0"/>
                <a:t>提示</a:t>
              </a:r>
              <a:endParaRPr lang="en-US" altLang="zh-CN" sz="1400" dirty="0"/>
            </a:p>
          </p:txBody>
        </p:sp>
        <p:pic>
          <p:nvPicPr>
            <p:cNvPr id="28" name="图形 27">
              <a:extLst>
                <a:ext uri="{FF2B5EF4-FFF2-40B4-BE49-F238E27FC236}">
                  <a16:creationId xmlns:a16="http://schemas.microsoft.com/office/drawing/2014/main" id="{B5277F41-BFE7-DDE6-63C1-96720C34C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055781" y="1052665"/>
              <a:ext cx="257468" cy="257468"/>
            </a:xfrm>
            <a:prstGeom prst="rect">
              <a:avLst/>
            </a:prstGeom>
          </p:spPr>
        </p:pic>
      </p:grpSp>
      <p:grpSp>
        <p:nvGrpSpPr>
          <p:cNvPr id="70" name="带图标的通知框">
            <a:extLst>
              <a:ext uri="{FF2B5EF4-FFF2-40B4-BE49-F238E27FC236}">
                <a16:creationId xmlns:a16="http://schemas.microsoft.com/office/drawing/2014/main" id="{CD6626E4-A095-1D6A-F3F2-0106CBD8A686}"/>
              </a:ext>
            </a:extLst>
          </p:cNvPr>
          <p:cNvGrpSpPr/>
          <p:nvPr/>
        </p:nvGrpSpPr>
        <p:grpSpPr>
          <a:xfrm>
            <a:off x="5801943" y="1726353"/>
            <a:ext cx="4564916" cy="1042579"/>
            <a:chOff x="5801943" y="1589193"/>
            <a:chExt cx="4564916" cy="1236134"/>
          </a:xfrm>
        </p:grpSpPr>
        <p:sp>
          <p:nvSpPr>
            <p:cNvPr id="49" name="!! 弹窗">
              <a:extLst>
                <a:ext uri="{FF2B5EF4-FFF2-40B4-BE49-F238E27FC236}">
                  <a16:creationId xmlns:a16="http://schemas.microsoft.com/office/drawing/2014/main" id="{FF8678EB-8E74-9029-548E-5C7751201B27}"/>
                </a:ext>
              </a:extLst>
            </p:cNvPr>
            <p:cNvSpPr/>
            <p:nvPr/>
          </p:nvSpPr>
          <p:spPr>
            <a:xfrm>
              <a:off x="5801943" y="1589193"/>
              <a:ext cx="4564916" cy="1236134"/>
            </a:xfrm>
            <a:prstGeom prst="roundRect">
              <a:avLst>
                <a:gd name="adj" fmla="val 7669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标题">
              <a:extLst>
                <a:ext uri="{FF2B5EF4-FFF2-40B4-BE49-F238E27FC236}">
                  <a16:creationId xmlns:a16="http://schemas.microsoft.com/office/drawing/2014/main" id="{DD228CD7-C31C-BA80-D0AC-A87321D11ED8}"/>
                </a:ext>
              </a:extLst>
            </p:cNvPr>
            <p:cNvSpPr txBox="1"/>
            <p:nvPr/>
          </p:nvSpPr>
          <p:spPr>
            <a:xfrm>
              <a:off x="6086462" y="1794786"/>
              <a:ext cx="12050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+mj-ea"/>
                  <a:ea typeface="+mj-ea"/>
                </a:rPr>
                <a:t>标题</a:t>
              </a:r>
            </a:p>
          </p:txBody>
        </p:sp>
        <p:sp>
          <p:nvSpPr>
            <p:cNvPr id="59" name="内容">
              <a:extLst>
                <a:ext uri="{FF2B5EF4-FFF2-40B4-BE49-F238E27FC236}">
                  <a16:creationId xmlns:a16="http://schemas.microsoft.com/office/drawing/2014/main" id="{ABB0779F-60BD-7B77-6D18-DE8BC59EFBC7}"/>
                </a:ext>
              </a:extLst>
            </p:cNvPr>
            <p:cNvSpPr txBox="1"/>
            <p:nvPr/>
          </p:nvSpPr>
          <p:spPr>
            <a:xfrm>
              <a:off x="6086462" y="2140290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内容</a:t>
              </a:r>
            </a:p>
          </p:txBody>
        </p:sp>
        <p:sp>
          <p:nvSpPr>
            <p:cNvPr id="62" name="!! 图标">
              <a:extLst>
                <a:ext uri="{FF2B5EF4-FFF2-40B4-BE49-F238E27FC236}">
                  <a16:creationId xmlns:a16="http://schemas.microsoft.com/office/drawing/2014/main" id="{212F0E73-87CA-EB9A-3D63-0F21F27953ED}"/>
                </a:ext>
              </a:extLst>
            </p:cNvPr>
            <p:cNvSpPr/>
            <p:nvPr/>
          </p:nvSpPr>
          <p:spPr>
            <a:xfrm>
              <a:off x="9661739" y="2150199"/>
              <a:ext cx="360000" cy="426834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7273505B-F0BA-0AC0-C938-F3185F78BD90}"/>
                </a:ext>
              </a:extLst>
            </p:cNvPr>
            <p:cNvSpPr txBox="1"/>
            <p:nvPr/>
          </p:nvSpPr>
          <p:spPr>
            <a:xfrm>
              <a:off x="8408381" y="1736815"/>
              <a:ext cx="17018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100" dirty="0">
                  <a:solidFill>
                    <a:schemeClr val="bg1">
                      <a:lumMod val="50000"/>
                    </a:schemeClr>
                  </a:solidFill>
                </a:rPr>
                <a:t>App · </a:t>
              </a:r>
              <a:r>
                <a:rPr lang="zh-CN" altLang="en-US" sz="1100" dirty="0">
                  <a:solidFill>
                    <a:schemeClr val="bg1">
                      <a:lumMod val="50000"/>
                    </a:schemeClr>
                  </a:solidFill>
                </a:rPr>
                <a:t>现在</a:t>
              </a:r>
            </a:p>
          </p:txBody>
        </p:sp>
      </p:grp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87A25D41-708C-73CC-7417-E40835E49A56}"/>
              </a:ext>
            </a:extLst>
          </p:cNvPr>
          <p:cNvGrpSpPr/>
          <p:nvPr/>
        </p:nvGrpSpPr>
        <p:grpSpPr>
          <a:xfrm>
            <a:off x="8995624" y="573204"/>
            <a:ext cx="527312" cy="761403"/>
            <a:chOff x="2726128" y="2691285"/>
            <a:chExt cx="527312" cy="761403"/>
          </a:xfrm>
        </p:grpSpPr>
        <p:grpSp>
          <p:nvGrpSpPr>
            <p:cNvPr id="106" name="!! 设置">
              <a:extLst>
                <a:ext uri="{FF2B5EF4-FFF2-40B4-BE49-F238E27FC236}">
                  <a16:creationId xmlns:a16="http://schemas.microsoft.com/office/drawing/2014/main" id="{F4EC1285-4E39-2C00-F9AC-60137F89A101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108" name="背景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FC615BE5-16B6-ADB1-AAF5-11BD965EF92D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109" name="齿轮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6456E7D9-73A5-36F8-79EC-1AB99EC848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p:blipFill>
            <p:spPr>
              <a:xfrm>
                <a:off x="4800089" y="3284102"/>
                <a:ext cx="297042" cy="289795"/>
              </a:xfrm>
              <a:prstGeom prst="rect">
                <a:avLst/>
              </a:prstGeom>
            </p:spPr>
          </p:pic>
        </p:grp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44FEAA1E-755D-0EA4-9821-4982FF8AF50E}"/>
                </a:ext>
              </a:extLst>
            </p:cNvPr>
            <p:cNvSpPr txBox="1"/>
            <p:nvPr/>
          </p:nvSpPr>
          <p:spPr>
            <a:xfrm>
              <a:off x="2726128" y="3221856"/>
              <a:ext cx="5273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/>
                <a:t>App</a:t>
              </a:r>
              <a:endParaRPr lang="zh-CN" altLang="en-US" sz="900" dirty="0"/>
            </a:p>
          </p:txBody>
        </p: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6FDFDFF7-5042-6686-ECFE-1D46E5B31BEC}"/>
              </a:ext>
            </a:extLst>
          </p:cNvPr>
          <p:cNvGrpSpPr/>
          <p:nvPr/>
        </p:nvGrpSpPr>
        <p:grpSpPr>
          <a:xfrm>
            <a:off x="9722699" y="573204"/>
            <a:ext cx="527312" cy="761403"/>
            <a:chOff x="2726128" y="2691285"/>
            <a:chExt cx="527312" cy="761403"/>
          </a:xfrm>
        </p:grpSpPr>
        <p:grpSp>
          <p:nvGrpSpPr>
            <p:cNvPr id="112" name="!! 设置">
              <a:extLst>
                <a:ext uri="{FF2B5EF4-FFF2-40B4-BE49-F238E27FC236}">
                  <a16:creationId xmlns:a16="http://schemas.microsoft.com/office/drawing/2014/main" id="{E2354D51-A644-6193-B591-3E48D99D69F6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114" name="背景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E5182A7F-133F-6BD0-191D-338F2AE61E74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115" name="齿轮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7D646D20-7F35-AD06-C286-D98716A602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p:blipFill>
            <p:spPr>
              <a:xfrm>
                <a:off x="4800089" y="3284102"/>
                <a:ext cx="297042" cy="289795"/>
              </a:xfrm>
              <a:prstGeom prst="rect">
                <a:avLst/>
              </a:prstGeom>
            </p:spPr>
          </p:pic>
        </p:grp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98F293D1-1F63-8E24-3F63-D208C5DC9B6C}"/>
                </a:ext>
              </a:extLst>
            </p:cNvPr>
            <p:cNvSpPr txBox="1"/>
            <p:nvPr/>
          </p:nvSpPr>
          <p:spPr>
            <a:xfrm>
              <a:off x="2726128" y="3221856"/>
              <a:ext cx="5273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/>
                <a:t>App</a:t>
              </a:r>
              <a:endParaRPr lang="zh-CN" altLang="en-US" sz="900" dirty="0"/>
            </a:p>
          </p:txBody>
        </p:sp>
      </p:grpSp>
      <p:grpSp>
        <p:nvGrpSpPr>
          <p:cNvPr id="116" name="!! dock左">
            <a:extLst>
              <a:ext uri="{FF2B5EF4-FFF2-40B4-BE49-F238E27FC236}">
                <a16:creationId xmlns:a16="http://schemas.microsoft.com/office/drawing/2014/main" id="{32B7C638-93DC-289F-DACB-21F2710E0373}"/>
              </a:ext>
            </a:extLst>
          </p:cNvPr>
          <p:cNvGrpSpPr>
            <a:grpSpLocks/>
          </p:cNvGrpSpPr>
          <p:nvPr/>
        </p:nvGrpSpPr>
        <p:grpSpPr>
          <a:xfrm>
            <a:off x="503073" y="5917016"/>
            <a:ext cx="4904317" cy="704838"/>
            <a:chOff x="4097867" y="5740400"/>
            <a:chExt cx="3996266" cy="846667"/>
          </a:xfrm>
        </p:grpSpPr>
        <p:sp useBgFill="1">
          <p:nvSpPr>
            <p:cNvPr id="117" name="!! 模糊">
              <a:extLst>
                <a:ext uri="{FF2B5EF4-FFF2-40B4-BE49-F238E27FC236}">
                  <a16:creationId xmlns:a16="http://schemas.microsoft.com/office/drawing/2014/main" id="{5849BF96-6E8B-BFB6-789C-55549FC3C32F}"/>
                </a:ext>
              </a:extLst>
            </p:cNvPr>
            <p:cNvSpPr>
              <a:spLocks/>
            </p:cNvSpPr>
            <p:nvPr/>
          </p:nvSpPr>
          <p:spPr>
            <a:xfrm>
              <a:off x="4097867" y="5740400"/>
              <a:ext cx="3996266" cy="846667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18" name="!! 颜色遮罩">
              <a:extLst>
                <a:ext uri="{FF2B5EF4-FFF2-40B4-BE49-F238E27FC236}">
                  <a16:creationId xmlns:a16="http://schemas.microsoft.com/office/drawing/2014/main" id="{E32073D2-08E4-98E5-A5EC-4D681EA769DC}"/>
                </a:ext>
              </a:extLst>
            </p:cNvPr>
            <p:cNvSpPr>
              <a:spLocks/>
            </p:cNvSpPr>
            <p:nvPr/>
          </p:nvSpPr>
          <p:spPr>
            <a:xfrm>
              <a:off x="4097867" y="5740400"/>
              <a:ext cx="3996266" cy="846667"/>
            </a:xfrm>
            <a:prstGeom prst="roundRect">
              <a:avLst>
                <a:gd name="adj" fmla="val 15000"/>
              </a:avLst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</p:grpSp>
      <p:grpSp>
        <p:nvGrpSpPr>
          <p:cNvPr id="119" name="!! dock右">
            <a:extLst>
              <a:ext uri="{FF2B5EF4-FFF2-40B4-BE49-F238E27FC236}">
                <a16:creationId xmlns:a16="http://schemas.microsoft.com/office/drawing/2014/main" id="{82CFAB28-814D-24A5-F718-7F45B0FF01B2}"/>
              </a:ext>
            </a:extLst>
          </p:cNvPr>
          <p:cNvGrpSpPr/>
          <p:nvPr/>
        </p:nvGrpSpPr>
        <p:grpSpPr>
          <a:xfrm>
            <a:off x="5732356" y="5917016"/>
            <a:ext cx="2452159" cy="704838"/>
            <a:chOff x="7408333" y="5780624"/>
            <a:chExt cx="2452159" cy="704838"/>
          </a:xfrm>
        </p:grpSpPr>
        <p:sp useBgFill="1">
          <p:nvSpPr>
            <p:cNvPr id="120" name="!! 模糊">
              <a:extLst>
                <a:ext uri="{FF2B5EF4-FFF2-40B4-BE49-F238E27FC236}">
                  <a16:creationId xmlns:a16="http://schemas.microsoft.com/office/drawing/2014/main" id="{E394C910-20AE-7A7C-C6E8-2FB639493316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21" name="!! 颜色遮罩">
              <a:extLst>
                <a:ext uri="{FF2B5EF4-FFF2-40B4-BE49-F238E27FC236}">
                  <a16:creationId xmlns:a16="http://schemas.microsoft.com/office/drawing/2014/main" id="{D80050CA-E246-6B27-C6CE-76539757EA2A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22" name="!! 信号">
              <a:extLst>
                <a:ext uri="{FF2B5EF4-FFF2-40B4-BE49-F238E27FC236}">
                  <a16:creationId xmlns:a16="http://schemas.microsoft.com/office/drawing/2014/main" id="{A7ED9E31-097E-38B2-03C8-69415789B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123" name="!! 运营商">
              <a:extLst>
                <a:ext uri="{FF2B5EF4-FFF2-40B4-BE49-F238E27FC236}">
                  <a16:creationId xmlns:a16="http://schemas.microsoft.com/office/drawing/2014/main" id="{B15040B4-7C76-3FFD-48BF-BDE64DBB9013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124" name="!! 通知">
              <a:extLst>
                <a:ext uri="{FF2B5EF4-FFF2-40B4-BE49-F238E27FC236}">
                  <a16:creationId xmlns:a16="http://schemas.microsoft.com/office/drawing/2014/main" id="{961173B3-569C-231C-C6B7-C1BEBA6C4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125" name="!! 电池">
              <a:extLst>
                <a:ext uri="{FF2B5EF4-FFF2-40B4-BE49-F238E27FC236}">
                  <a16:creationId xmlns:a16="http://schemas.microsoft.com/office/drawing/2014/main" id="{9A3EE8AC-053B-BFBA-0E91-379D0B130A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127" name="!! 时间">
              <a:extLst>
                <a:ext uri="{FF2B5EF4-FFF2-40B4-BE49-F238E27FC236}">
                  <a16:creationId xmlns:a16="http://schemas.microsoft.com/office/drawing/2014/main" id="{29B1413A-72F5-AFE1-FFB2-3F104B966D75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</a:t>
              </a:r>
              <a:r>
                <a:rPr lang="en-US" altLang="zh-CN" sz="1050" dirty="0">
                  <a:solidFill>
                    <a:srgbClr val="FFFFFF"/>
                  </a:solidFill>
                  <a:latin typeface="OPPOSans R"/>
                  <a:ea typeface="OPPOSans R"/>
                </a:rPr>
                <a:t>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28" name="!! AC">
              <a:extLst>
                <a:ext uri="{FF2B5EF4-FFF2-40B4-BE49-F238E27FC236}">
                  <a16:creationId xmlns:a16="http://schemas.microsoft.com/office/drawing/2014/main" id="{299E780D-AE34-6415-6184-9CF32DBEA7F3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51%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30" name="!! 声音">
              <a:extLst>
                <a:ext uri="{FF2B5EF4-FFF2-40B4-BE49-F238E27FC236}">
                  <a16:creationId xmlns:a16="http://schemas.microsoft.com/office/drawing/2014/main" id="{812C7C32-CD76-0489-6700-F19330278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131" name="!! 电源">
              <a:hlinkClick r:id="rId6" action="ppaction://hlinksldjump"/>
              <a:extLst>
                <a:ext uri="{FF2B5EF4-FFF2-40B4-BE49-F238E27FC236}">
                  <a16:creationId xmlns:a16="http://schemas.microsoft.com/office/drawing/2014/main" id="{4F41E8E7-3A84-8458-3721-561C9F5F6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grpSp>
        <p:nvGrpSpPr>
          <p:cNvPr id="6" name="通知框">
            <a:extLst>
              <a:ext uri="{FF2B5EF4-FFF2-40B4-BE49-F238E27FC236}">
                <a16:creationId xmlns:a16="http://schemas.microsoft.com/office/drawing/2014/main" id="{06D8E634-C67D-27FD-E237-52E208F7259C}"/>
              </a:ext>
            </a:extLst>
          </p:cNvPr>
          <p:cNvGrpSpPr/>
          <p:nvPr/>
        </p:nvGrpSpPr>
        <p:grpSpPr>
          <a:xfrm>
            <a:off x="5801943" y="2884573"/>
            <a:ext cx="4564916" cy="1042579"/>
            <a:chOff x="5801943" y="1589193"/>
            <a:chExt cx="4564916" cy="1236134"/>
          </a:xfrm>
        </p:grpSpPr>
        <p:sp>
          <p:nvSpPr>
            <p:cNvPr id="7" name="!! 弹窗">
              <a:extLst>
                <a:ext uri="{FF2B5EF4-FFF2-40B4-BE49-F238E27FC236}">
                  <a16:creationId xmlns:a16="http://schemas.microsoft.com/office/drawing/2014/main" id="{5069AE65-653F-716E-E7D6-9E03CCF8A861}"/>
                </a:ext>
              </a:extLst>
            </p:cNvPr>
            <p:cNvSpPr/>
            <p:nvPr/>
          </p:nvSpPr>
          <p:spPr>
            <a:xfrm>
              <a:off x="5801943" y="1589193"/>
              <a:ext cx="4564916" cy="1236134"/>
            </a:xfrm>
            <a:prstGeom prst="roundRect">
              <a:avLst>
                <a:gd name="adj" fmla="val 7669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标题">
              <a:extLst>
                <a:ext uri="{FF2B5EF4-FFF2-40B4-BE49-F238E27FC236}">
                  <a16:creationId xmlns:a16="http://schemas.microsoft.com/office/drawing/2014/main" id="{DD22C7BC-E329-F042-7BC6-FC3A4DEE2F7D}"/>
                </a:ext>
              </a:extLst>
            </p:cNvPr>
            <p:cNvSpPr txBox="1"/>
            <p:nvPr/>
          </p:nvSpPr>
          <p:spPr>
            <a:xfrm>
              <a:off x="6086462" y="1794786"/>
              <a:ext cx="12050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+mj-ea"/>
                  <a:ea typeface="+mj-ea"/>
                </a:rPr>
                <a:t>标题</a:t>
              </a:r>
            </a:p>
          </p:txBody>
        </p:sp>
        <p:sp>
          <p:nvSpPr>
            <p:cNvPr id="9" name="内容">
              <a:extLst>
                <a:ext uri="{FF2B5EF4-FFF2-40B4-BE49-F238E27FC236}">
                  <a16:creationId xmlns:a16="http://schemas.microsoft.com/office/drawing/2014/main" id="{D5B5234F-BC7B-2992-4E83-5B169EEC1FDB}"/>
                </a:ext>
              </a:extLst>
            </p:cNvPr>
            <p:cNvSpPr txBox="1"/>
            <p:nvPr/>
          </p:nvSpPr>
          <p:spPr>
            <a:xfrm>
              <a:off x="6086462" y="2140290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内容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C75EFE9-9283-2765-C081-B837DF608EEE}"/>
                </a:ext>
              </a:extLst>
            </p:cNvPr>
            <p:cNvSpPr txBox="1"/>
            <p:nvPr/>
          </p:nvSpPr>
          <p:spPr>
            <a:xfrm>
              <a:off x="8408381" y="1736815"/>
              <a:ext cx="17018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100" dirty="0">
                  <a:solidFill>
                    <a:schemeClr val="bg1">
                      <a:lumMod val="50000"/>
                    </a:schemeClr>
                  </a:solidFill>
                </a:rPr>
                <a:t>App · </a:t>
              </a:r>
              <a:r>
                <a:rPr lang="zh-CN" altLang="en-US" sz="1100" dirty="0">
                  <a:solidFill>
                    <a:schemeClr val="bg1">
                      <a:lumMod val="50000"/>
                    </a:schemeClr>
                  </a:solidFill>
                </a:rPr>
                <a:t>现在</a:t>
              </a:r>
            </a:p>
          </p:txBody>
        </p:sp>
      </p:grpSp>
      <p:grpSp>
        <p:nvGrpSpPr>
          <p:cNvPr id="22" name="!! 带按钮的通知框">
            <a:extLst>
              <a:ext uri="{FF2B5EF4-FFF2-40B4-BE49-F238E27FC236}">
                <a16:creationId xmlns:a16="http://schemas.microsoft.com/office/drawing/2014/main" id="{96571157-F24E-B672-A988-FBA294522F7F}"/>
              </a:ext>
            </a:extLst>
          </p:cNvPr>
          <p:cNvGrpSpPr/>
          <p:nvPr/>
        </p:nvGrpSpPr>
        <p:grpSpPr>
          <a:xfrm>
            <a:off x="5797813" y="4026237"/>
            <a:ext cx="4564916" cy="1105403"/>
            <a:chOff x="5797813" y="4026237"/>
            <a:chExt cx="4564916" cy="1105403"/>
          </a:xfrm>
        </p:grpSpPr>
        <p:sp>
          <p:nvSpPr>
            <p:cNvPr id="13" name="!! 弹窗">
              <a:extLst>
                <a:ext uri="{FF2B5EF4-FFF2-40B4-BE49-F238E27FC236}">
                  <a16:creationId xmlns:a16="http://schemas.microsoft.com/office/drawing/2014/main" id="{3643CB62-15B9-4271-898D-340EA2DC5363}"/>
                </a:ext>
              </a:extLst>
            </p:cNvPr>
            <p:cNvSpPr/>
            <p:nvPr/>
          </p:nvSpPr>
          <p:spPr>
            <a:xfrm>
              <a:off x="5797813" y="4026237"/>
              <a:ext cx="4564916" cy="1105403"/>
            </a:xfrm>
            <a:prstGeom prst="roundRect">
              <a:avLst>
                <a:gd name="adj" fmla="val 7669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标题">
              <a:extLst>
                <a:ext uri="{FF2B5EF4-FFF2-40B4-BE49-F238E27FC236}">
                  <a16:creationId xmlns:a16="http://schemas.microsoft.com/office/drawing/2014/main" id="{0D369B05-B440-AB82-2E1D-0EE1DAF11A60}"/>
                </a:ext>
              </a:extLst>
            </p:cNvPr>
            <p:cNvSpPr txBox="1"/>
            <p:nvPr/>
          </p:nvSpPr>
          <p:spPr>
            <a:xfrm>
              <a:off x="6082332" y="4199638"/>
              <a:ext cx="1205023" cy="285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+mj-ea"/>
                  <a:ea typeface="+mj-ea"/>
                </a:rPr>
                <a:t>标题</a:t>
              </a:r>
            </a:p>
          </p:txBody>
        </p:sp>
        <p:sp>
          <p:nvSpPr>
            <p:cNvPr id="17" name="内容">
              <a:extLst>
                <a:ext uri="{FF2B5EF4-FFF2-40B4-BE49-F238E27FC236}">
                  <a16:creationId xmlns:a16="http://schemas.microsoft.com/office/drawing/2014/main" id="{A76B55EF-8B11-283E-EB28-5A22F34B6618}"/>
                </a:ext>
              </a:extLst>
            </p:cNvPr>
            <p:cNvSpPr txBox="1"/>
            <p:nvPr/>
          </p:nvSpPr>
          <p:spPr>
            <a:xfrm>
              <a:off x="6082332" y="4491043"/>
              <a:ext cx="2925729" cy="259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内容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EE9586D-3AFF-9FDA-4562-4849E3585CFF}"/>
                </a:ext>
              </a:extLst>
            </p:cNvPr>
            <p:cNvSpPr txBox="1"/>
            <p:nvPr/>
          </p:nvSpPr>
          <p:spPr>
            <a:xfrm>
              <a:off x="8404251" y="4150744"/>
              <a:ext cx="1701800" cy="2206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100" dirty="0">
                  <a:solidFill>
                    <a:schemeClr val="bg1">
                      <a:lumMod val="50000"/>
                    </a:schemeClr>
                  </a:solidFill>
                </a:rPr>
                <a:t>App · </a:t>
              </a:r>
              <a:r>
                <a:rPr lang="zh-CN" altLang="en-US" sz="1100" dirty="0">
                  <a:solidFill>
                    <a:schemeClr val="bg1">
                      <a:lumMod val="50000"/>
                    </a:schemeClr>
                  </a:solidFill>
                </a:rPr>
                <a:t>现在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A831DDD-447C-6E03-B0B1-30B6902D712C}"/>
                </a:ext>
              </a:extLst>
            </p:cNvPr>
            <p:cNvSpPr txBox="1"/>
            <p:nvPr/>
          </p:nvSpPr>
          <p:spPr>
            <a:xfrm>
              <a:off x="9062665" y="4730427"/>
              <a:ext cx="1024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200" dirty="0">
                  <a:solidFill>
                    <a:schemeClr val="accent1"/>
                  </a:solidFill>
                </a:rPr>
                <a:t>按钮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7830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9005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9005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9005 " pathEditMode="relative" rAng="0" ptsTypes="AA">
                                      <p:cBhvr>
                                        <p:cTn id="19" dur="5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33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33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xit" presetSubtype="2" accel="10000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33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33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3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33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xit" presetSubtype="2" accel="10000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33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33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3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33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xit" presetSubtype="2" accel="10000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33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33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BAC6BE-DC53-07C6-2CBD-BAEE26603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9010FF6D-80C7-5D96-3AB4-1F52D5E02CB6}"/>
              </a:ext>
            </a:extLst>
          </p:cNvPr>
          <p:cNvGrpSpPr/>
          <p:nvPr/>
        </p:nvGrpSpPr>
        <p:grpSpPr>
          <a:xfrm>
            <a:off x="353291" y="322119"/>
            <a:ext cx="4746163" cy="5071400"/>
            <a:chOff x="844636" y="567623"/>
            <a:chExt cx="4746163" cy="5071400"/>
          </a:xfrm>
        </p:grpSpPr>
        <p:sp>
          <p:nvSpPr>
            <p:cNvPr id="4" name="!! 背景板">
              <a:extLst>
                <a:ext uri="{FF2B5EF4-FFF2-40B4-BE49-F238E27FC236}">
                  <a16:creationId xmlns:a16="http://schemas.microsoft.com/office/drawing/2014/main" id="{A79E2804-68C4-AB85-963F-58CDCA806EA4}"/>
                </a:ext>
              </a:extLst>
            </p:cNvPr>
            <p:cNvSpPr/>
            <p:nvPr/>
          </p:nvSpPr>
          <p:spPr>
            <a:xfrm>
              <a:off x="844636" y="567623"/>
              <a:ext cx="4746163" cy="5071400"/>
            </a:xfrm>
            <a:prstGeom prst="roundRect">
              <a:avLst>
                <a:gd name="adj" fmla="val 2766"/>
              </a:avLst>
            </a:prstGeom>
            <a:solidFill>
              <a:schemeClr val="tx1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5" name="标题">
              <a:extLst>
                <a:ext uri="{FF2B5EF4-FFF2-40B4-BE49-F238E27FC236}">
                  <a16:creationId xmlns:a16="http://schemas.microsoft.com/office/drawing/2014/main" id="{B2876E4B-D682-BA28-87A0-C149BA903CE5}"/>
                </a:ext>
              </a:extLst>
            </p:cNvPr>
            <p:cNvSpPr txBox="1"/>
            <p:nvPr/>
          </p:nvSpPr>
          <p:spPr>
            <a:xfrm>
              <a:off x="1340916" y="867829"/>
              <a:ext cx="37536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+mj-ea"/>
                  <a:ea typeface="+mj-ea"/>
                </a:rPr>
                <a:t>卫星软件窗口（标题可选）</a:t>
              </a:r>
            </a:p>
          </p:txBody>
        </p:sp>
      </p:grpSp>
      <p:sp>
        <p:nvSpPr>
          <p:cNvPr id="23" name="!! 背景板">
            <a:extLst>
              <a:ext uri="{FF2B5EF4-FFF2-40B4-BE49-F238E27FC236}">
                <a16:creationId xmlns:a16="http://schemas.microsoft.com/office/drawing/2014/main" id="{11C10CF7-79CC-A17B-904B-AF1437769F50}"/>
              </a:ext>
            </a:extLst>
          </p:cNvPr>
          <p:cNvSpPr/>
          <p:nvPr/>
        </p:nvSpPr>
        <p:spPr>
          <a:xfrm>
            <a:off x="5275118" y="322119"/>
            <a:ext cx="4746163" cy="5071400"/>
          </a:xfrm>
          <a:prstGeom prst="roundRect">
            <a:avLst>
              <a:gd name="adj" fmla="val 2766"/>
            </a:avLst>
          </a:prstGeom>
          <a:solidFill>
            <a:schemeClr val="tx1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C3519B61-E08D-5DA7-DB0C-A6FD9D9E4F1E}"/>
              </a:ext>
            </a:extLst>
          </p:cNvPr>
          <p:cNvSpPr/>
          <p:nvPr/>
        </p:nvSpPr>
        <p:spPr>
          <a:xfrm>
            <a:off x="6374774" y="1683057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1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527B8197-4ECE-84D3-F7BB-9812CDD55D4A}"/>
              </a:ext>
            </a:extLst>
          </p:cNvPr>
          <p:cNvSpPr/>
          <p:nvPr/>
        </p:nvSpPr>
        <p:spPr>
          <a:xfrm>
            <a:off x="7326081" y="1683057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2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DC6DDCD6-4A6F-1B24-9CA3-8E6B80DD20F8}"/>
              </a:ext>
            </a:extLst>
          </p:cNvPr>
          <p:cNvSpPr/>
          <p:nvPr/>
        </p:nvSpPr>
        <p:spPr>
          <a:xfrm>
            <a:off x="8277388" y="1683057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3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C9B3EFB4-4619-95D9-620D-794F450A58C9}"/>
              </a:ext>
            </a:extLst>
          </p:cNvPr>
          <p:cNvSpPr/>
          <p:nvPr/>
        </p:nvSpPr>
        <p:spPr>
          <a:xfrm>
            <a:off x="6382896" y="2538054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4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E22FBB48-B303-548C-0921-05F70EAAC7E7}"/>
              </a:ext>
            </a:extLst>
          </p:cNvPr>
          <p:cNvSpPr/>
          <p:nvPr/>
        </p:nvSpPr>
        <p:spPr>
          <a:xfrm>
            <a:off x="7326081" y="2538054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5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2C255FA8-0074-518E-1E5A-B3D8D4F30F32}"/>
              </a:ext>
            </a:extLst>
          </p:cNvPr>
          <p:cNvSpPr/>
          <p:nvPr/>
        </p:nvSpPr>
        <p:spPr>
          <a:xfrm>
            <a:off x="8285510" y="2538054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6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0EF89A3D-5060-60D9-56A7-2A25E038F188}"/>
              </a:ext>
            </a:extLst>
          </p:cNvPr>
          <p:cNvSpPr/>
          <p:nvPr/>
        </p:nvSpPr>
        <p:spPr>
          <a:xfrm>
            <a:off x="6382896" y="3396479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7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AD7AD87F-5B8D-DC1E-4202-F40216D37251}"/>
              </a:ext>
            </a:extLst>
          </p:cNvPr>
          <p:cNvSpPr/>
          <p:nvPr/>
        </p:nvSpPr>
        <p:spPr>
          <a:xfrm>
            <a:off x="7326081" y="3396479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8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4FA43349-1063-9869-0A45-02CD9557AF36}"/>
              </a:ext>
            </a:extLst>
          </p:cNvPr>
          <p:cNvSpPr/>
          <p:nvPr/>
        </p:nvSpPr>
        <p:spPr>
          <a:xfrm>
            <a:off x="8285510" y="3396479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9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pic>
        <p:nvPicPr>
          <p:cNvPr id="61" name="图形 60">
            <a:extLst>
              <a:ext uri="{FF2B5EF4-FFF2-40B4-BE49-F238E27FC236}">
                <a16:creationId xmlns:a16="http://schemas.microsoft.com/office/drawing/2014/main" id="{CAA1967B-A37B-9E9D-E46E-4198BCAFBA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50224" y="4419073"/>
            <a:ext cx="293336" cy="293336"/>
          </a:xfrm>
          <a:prstGeom prst="rect">
            <a:avLst/>
          </a:prstGeom>
        </p:spPr>
      </p:pic>
      <p:sp>
        <p:nvSpPr>
          <p:cNvPr id="63" name="椭圆 62">
            <a:extLst>
              <a:ext uri="{FF2B5EF4-FFF2-40B4-BE49-F238E27FC236}">
                <a16:creationId xmlns:a16="http://schemas.microsoft.com/office/drawing/2014/main" id="{C22E7E4F-84B1-76AB-8B3A-EF70ADA4B0D2}"/>
              </a:ext>
            </a:extLst>
          </p:cNvPr>
          <p:cNvSpPr/>
          <p:nvPr/>
        </p:nvSpPr>
        <p:spPr>
          <a:xfrm>
            <a:off x="7326080" y="4243623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0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A42FFCD7-1275-C330-7BA0-EE03D8708655}"/>
              </a:ext>
            </a:extLst>
          </p:cNvPr>
          <p:cNvSpPr txBox="1"/>
          <p:nvPr/>
        </p:nvSpPr>
        <p:spPr>
          <a:xfrm>
            <a:off x="6599205" y="831418"/>
            <a:ext cx="20979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</a:rPr>
              <a:t>10086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pic>
        <p:nvPicPr>
          <p:cNvPr id="66" name="前景">
            <a:hlinkClick r:id="rId7" action="ppaction://hlinksldjump"/>
            <a:extLst>
              <a:ext uri="{FF2B5EF4-FFF2-40B4-BE49-F238E27FC236}">
                <a16:creationId xmlns:a16="http://schemas.microsoft.com/office/drawing/2014/main" id="{C8A2F0D9-F4A5-5DF0-DB89-929A6D8C496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452836" y="4419073"/>
            <a:ext cx="293336" cy="29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78330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A96B70-AE9F-8BFD-2AA7-0C20F2A15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!! 壁纸" descr="背景图案&#10;&#10;AI 生成的内容可能不正确。">
            <a:extLst>
              <a:ext uri="{FF2B5EF4-FFF2-40B4-BE49-F238E27FC236}">
                <a16:creationId xmlns:a16="http://schemas.microsoft.com/office/drawing/2014/main" id="{93F3E467-3310-4B27-E679-BB2D8F9430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!! 遮罩">
            <a:extLst>
              <a:ext uri="{FF2B5EF4-FFF2-40B4-BE49-F238E27FC236}">
                <a16:creationId xmlns:a16="http://schemas.microsoft.com/office/drawing/2014/main" id="{CACDFA24-3219-1119-93E3-E5CFB361E4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67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9" name="!! 重启">
            <a:extLst>
              <a:ext uri="{FF2B5EF4-FFF2-40B4-BE49-F238E27FC236}">
                <a16:creationId xmlns:a16="http://schemas.microsoft.com/office/drawing/2014/main" id="{49763E45-C59B-BBC7-3FAD-78486FFED3E4}"/>
              </a:ext>
            </a:extLst>
          </p:cNvPr>
          <p:cNvGrpSpPr/>
          <p:nvPr/>
        </p:nvGrpSpPr>
        <p:grpSpPr>
          <a:xfrm>
            <a:off x="5600700" y="2933700"/>
            <a:ext cx="990600" cy="990600"/>
            <a:chOff x="5078522" y="4722659"/>
            <a:chExt cx="768350" cy="768350"/>
          </a:xfrm>
        </p:grpSpPr>
        <p:sp>
          <p:nvSpPr>
            <p:cNvPr id="10" name="椭圆 9">
              <a:hlinkClick r:id="rId7" action="ppaction://hlinksldjump"/>
              <a:extLst>
                <a:ext uri="{FF2B5EF4-FFF2-40B4-BE49-F238E27FC236}">
                  <a16:creationId xmlns:a16="http://schemas.microsoft.com/office/drawing/2014/main" id="{25070888-87F2-6A90-66F8-1DA76B0788BA}"/>
                </a:ext>
              </a:extLst>
            </p:cNvPr>
            <p:cNvSpPr/>
            <p:nvPr/>
          </p:nvSpPr>
          <p:spPr>
            <a:xfrm>
              <a:off x="5078522" y="4722659"/>
              <a:ext cx="768350" cy="768350"/>
            </a:xfrm>
            <a:prstGeom prst="ellipse">
              <a:avLst/>
            </a:prstGeom>
            <a:solidFill>
              <a:schemeClr val="accent6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11" name="!! 按钮-重启">
              <a:hlinkClick r:id="rId8" action="ppaction://hlinksldjump"/>
              <a:extLst>
                <a:ext uri="{FF2B5EF4-FFF2-40B4-BE49-F238E27FC236}">
                  <a16:creationId xmlns:a16="http://schemas.microsoft.com/office/drawing/2014/main" id="{B6569F80-0FB6-BF5C-6C48-63548FC6F079}"/>
                </a:ext>
              </a:extLst>
            </p:cNvPr>
            <p:cNvSpPr/>
            <p:nvPr/>
          </p:nvSpPr>
          <p:spPr>
            <a:xfrm>
              <a:off x="5241383" y="4885463"/>
              <a:ext cx="442628" cy="442742"/>
            </a:xfrm>
            <a:custGeom>
              <a:avLst/>
              <a:gdLst>
                <a:gd name="T0" fmla="*/ 4417 w 8147"/>
                <a:gd name="T1" fmla="*/ 1971 h 8148"/>
                <a:gd name="T2" fmla="*/ 4122 w 8147"/>
                <a:gd name="T3" fmla="*/ 0 h 8148"/>
                <a:gd name="T4" fmla="*/ 3622 w 8147"/>
                <a:gd name="T5" fmla="*/ 228 h 8148"/>
                <a:gd name="T6" fmla="*/ 3917 w 8147"/>
                <a:gd name="T7" fmla="*/ 2197 h 8148"/>
                <a:gd name="T8" fmla="*/ 4122 w 8147"/>
                <a:gd name="T9" fmla="*/ 2198 h 8148"/>
                <a:gd name="T10" fmla="*/ 2410 w 8147"/>
                <a:gd name="T11" fmla="*/ 2962 h 8148"/>
                <a:gd name="T12" fmla="*/ 2781 w 8147"/>
                <a:gd name="T13" fmla="*/ 2713 h 8148"/>
                <a:gd name="T14" fmla="*/ 1596 w 8147"/>
                <a:gd name="T15" fmla="*/ 1112 h 8148"/>
                <a:gd name="T16" fmla="*/ 1081 w 8147"/>
                <a:gd name="T17" fmla="*/ 1305 h 8148"/>
                <a:gd name="T18" fmla="*/ 2266 w 8147"/>
                <a:gd name="T19" fmla="*/ 2905 h 8148"/>
                <a:gd name="T20" fmla="*/ 2197 w 8147"/>
                <a:gd name="T21" fmla="*/ 4026 h 8148"/>
                <a:gd name="T22" fmla="*/ 227 w 8147"/>
                <a:gd name="T23" fmla="*/ 3731 h 8148"/>
                <a:gd name="T24" fmla="*/ 0 w 8147"/>
                <a:gd name="T25" fmla="*/ 4231 h 8148"/>
                <a:gd name="T26" fmla="*/ 1969 w 8147"/>
                <a:gd name="T27" fmla="*/ 4526 h 8148"/>
                <a:gd name="T28" fmla="*/ 2711 w 8147"/>
                <a:gd name="T29" fmla="*/ 5366 h 8148"/>
                <a:gd name="T30" fmla="*/ 1109 w 8147"/>
                <a:gd name="T31" fmla="*/ 6550 h 8148"/>
                <a:gd name="T32" fmla="*/ 1301 w 8147"/>
                <a:gd name="T33" fmla="*/ 7065 h 8148"/>
                <a:gd name="T34" fmla="*/ 1527 w 8147"/>
                <a:gd name="T35" fmla="*/ 7168 h 8148"/>
                <a:gd name="T36" fmla="*/ 2902 w 8147"/>
                <a:gd name="T37" fmla="*/ 5881 h 8148"/>
                <a:gd name="T38" fmla="*/ 2856 w 8147"/>
                <a:gd name="T39" fmla="*/ 5512 h 8148"/>
                <a:gd name="T40" fmla="*/ 4230 w 8147"/>
                <a:gd name="T41" fmla="*/ 5951 h 8148"/>
                <a:gd name="T42" fmla="*/ 3730 w 8147"/>
                <a:gd name="T43" fmla="*/ 6178 h 8148"/>
                <a:gd name="T44" fmla="*/ 4025 w 8147"/>
                <a:gd name="T45" fmla="*/ 8148 h 8148"/>
                <a:gd name="T46" fmla="*/ 4525 w 8147"/>
                <a:gd name="T47" fmla="*/ 7920 h 8148"/>
                <a:gd name="T48" fmla="*/ 4230 w 8147"/>
                <a:gd name="T49" fmla="*/ 5951 h 8148"/>
                <a:gd name="T50" fmla="*/ 5736 w 8147"/>
                <a:gd name="T51" fmla="*/ 5187 h 8148"/>
                <a:gd name="T52" fmla="*/ 5365 w 8147"/>
                <a:gd name="T53" fmla="*/ 5436 h 8148"/>
                <a:gd name="T54" fmla="*/ 6550 w 8147"/>
                <a:gd name="T55" fmla="*/ 7037 h 8148"/>
                <a:gd name="T56" fmla="*/ 6918 w 8147"/>
                <a:gd name="T57" fmla="*/ 6991 h 8148"/>
                <a:gd name="T58" fmla="*/ 7111 w 8147"/>
                <a:gd name="T59" fmla="*/ 6476 h 8148"/>
                <a:gd name="T60" fmla="*/ 7920 w 8147"/>
                <a:gd name="T61" fmla="*/ 3623 h 8148"/>
                <a:gd name="T62" fmla="*/ 5949 w 8147"/>
                <a:gd name="T63" fmla="*/ 3918 h 8148"/>
                <a:gd name="T64" fmla="*/ 6177 w 8147"/>
                <a:gd name="T65" fmla="*/ 4418 h 8148"/>
                <a:gd name="T66" fmla="*/ 8147 w 8147"/>
                <a:gd name="T67" fmla="*/ 4123 h 8148"/>
                <a:gd name="T68" fmla="*/ 7920 w 8147"/>
                <a:gd name="T69" fmla="*/ 3623 h 8148"/>
                <a:gd name="T70" fmla="*/ 5661 w 8147"/>
                <a:gd name="T71" fmla="*/ 2885 h 8148"/>
                <a:gd name="T72" fmla="*/ 7036 w 8147"/>
                <a:gd name="T73" fmla="*/ 1597 h 8148"/>
                <a:gd name="T74" fmla="*/ 6844 w 8147"/>
                <a:gd name="T75" fmla="*/ 1082 h 8148"/>
                <a:gd name="T76" fmla="*/ 5242 w 8147"/>
                <a:gd name="T77" fmla="*/ 2266 h 8148"/>
                <a:gd name="T78" fmla="*/ 5435 w 8147"/>
                <a:gd name="T79" fmla="*/ 2782 h 8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147" h="8148">
                  <a:moveTo>
                    <a:pt x="4122" y="2198"/>
                  </a:moveTo>
                  <a:cubicBezTo>
                    <a:pt x="4287" y="2198"/>
                    <a:pt x="4417" y="2098"/>
                    <a:pt x="4417" y="1971"/>
                  </a:cubicBezTo>
                  <a:lnTo>
                    <a:pt x="4417" y="228"/>
                  </a:lnTo>
                  <a:cubicBezTo>
                    <a:pt x="4417" y="101"/>
                    <a:pt x="4289" y="0"/>
                    <a:pt x="4122" y="0"/>
                  </a:cubicBezTo>
                  <a:lnTo>
                    <a:pt x="3917" y="0"/>
                  </a:lnTo>
                  <a:cubicBezTo>
                    <a:pt x="3752" y="0"/>
                    <a:pt x="3622" y="100"/>
                    <a:pt x="3622" y="228"/>
                  </a:cubicBezTo>
                  <a:lnTo>
                    <a:pt x="3622" y="1970"/>
                  </a:lnTo>
                  <a:cubicBezTo>
                    <a:pt x="3622" y="2097"/>
                    <a:pt x="3751" y="2197"/>
                    <a:pt x="3917" y="2197"/>
                  </a:cubicBezTo>
                  <a:lnTo>
                    <a:pt x="4122" y="2197"/>
                  </a:lnTo>
                  <a:lnTo>
                    <a:pt x="4122" y="2198"/>
                  </a:lnTo>
                  <a:close/>
                  <a:moveTo>
                    <a:pt x="2266" y="2905"/>
                  </a:moveTo>
                  <a:cubicBezTo>
                    <a:pt x="2302" y="2941"/>
                    <a:pt x="2349" y="2960"/>
                    <a:pt x="2410" y="2962"/>
                  </a:cubicBezTo>
                  <a:cubicBezTo>
                    <a:pt x="2487" y="2962"/>
                    <a:pt x="2570" y="2925"/>
                    <a:pt x="2636" y="2858"/>
                  </a:cubicBezTo>
                  <a:lnTo>
                    <a:pt x="2781" y="2713"/>
                  </a:lnTo>
                  <a:cubicBezTo>
                    <a:pt x="2897" y="2597"/>
                    <a:pt x="2919" y="2435"/>
                    <a:pt x="2827" y="2343"/>
                  </a:cubicBezTo>
                  <a:lnTo>
                    <a:pt x="1596" y="1112"/>
                  </a:lnTo>
                  <a:cubicBezTo>
                    <a:pt x="1506" y="1022"/>
                    <a:pt x="1344" y="1042"/>
                    <a:pt x="1226" y="1159"/>
                  </a:cubicBezTo>
                  <a:lnTo>
                    <a:pt x="1081" y="1305"/>
                  </a:lnTo>
                  <a:cubicBezTo>
                    <a:pt x="965" y="1421"/>
                    <a:pt x="943" y="1583"/>
                    <a:pt x="1035" y="1675"/>
                  </a:cubicBezTo>
                  <a:lnTo>
                    <a:pt x="2266" y="2905"/>
                  </a:lnTo>
                  <a:close/>
                  <a:moveTo>
                    <a:pt x="2197" y="4231"/>
                  </a:moveTo>
                  <a:lnTo>
                    <a:pt x="2197" y="4026"/>
                  </a:lnTo>
                  <a:cubicBezTo>
                    <a:pt x="2197" y="3861"/>
                    <a:pt x="2097" y="3731"/>
                    <a:pt x="1969" y="3731"/>
                  </a:cubicBezTo>
                  <a:lnTo>
                    <a:pt x="227" y="3731"/>
                  </a:lnTo>
                  <a:cubicBezTo>
                    <a:pt x="100" y="3731"/>
                    <a:pt x="0" y="3861"/>
                    <a:pt x="0" y="4026"/>
                  </a:cubicBezTo>
                  <a:lnTo>
                    <a:pt x="0" y="4231"/>
                  </a:lnTo>
                  <a:cubicBezTo>
                    <a:pt x="0" y="4396"/>
                    <a:pt x="100" y="4526"/>
                    <a:pt x="227" y="4526"/>
                  </a:cubicBezTo>
                  <a:lnTo>
                    <a:pt x="1969" y="4526"/>
                  </a:lnTo>
                  <a:cubicBezTo>
                    <a:pt x="2096" y="4524"/>
                    <a:pt x="2197" y="4396"/>
                    <a:pt x="2197" y="4231"/>
                  </a:cubicBezTo>
                  <a:close/>
                  <a:moveTo>
                    <a:pt x="2711" y="5366"/>
                  </a:moveTo>
                  <a:cubicBezTo>
                    <a:pt x="2595" y="5250"/>
                    <a:pt x="2432" y="5230"/>
                    <a:pt x="2341" y="5318"/>
                  </a:cubicBezTo>
                  <a:lnTo>
                    <a:pt x="1109" y="6550"/>
                  </a:lnTo>
                  <a:cubicBezTo>
                    <a:pt x="1019" y="6640"/>
                    <a:pt x="1040" y="6802"/>
                    <a:pt x="1156" y="6920"/>
                  </a:cubicBezTo>
                  <a:lnTo>
                    <a:pt x="1301" y="7065"/>
                  </a:lnTo>
                  <a:cubicBezTo>
                    <a:pt x="1351" y="7115"/>
                    <a:pt x="1411" y="7148"/>
                    <a:pt x="1472" y="7162"/>
                  </a:cubicBezTo>
                  <a:cubicBezTo>
                    <a:pt x="1491" y="7166"/>
                    <a:pt x="1510" y="7168"/>
                    <a:pt x="1527" y="7168"/>
                  </a:cubicBezTo>
                  <a:cubicBezTo>
                    <a:pt x="1583" y="7168"/>
                    <a:pt x="1634" y="7148"/>
                    <a:pt x="1671" y="7112"/>
                  </a:cubicBezTo>
                  <a:lnTo>
                    <a:pt x="2902" y="5881"/>
                  </a:lnTo>
                  <a:cubicBezTo>
                    <a:pt x="2938" y="5845"/>
                    <a:pt x="2960" y="5793"/>
                    <a:pt x="2960" y="5738"/>
                  </a:cubicBezTo>
                  <a:cubicBezTo>
                    <a:pt x="2960" y="5661"/>
                    <a:pt x="2922" y="5578"/>
                    <a:pt x="2856" y="5512"/>
                  </a:cubicBezTo>
                  <a:lnTo>
                    <a:pt x="2711" y="5366"/>
                  </a:lnTo>
                  <a:close/>
                  <a:moveTo>
                    <a:pt x="4230" y="5951"/>
                  </a:moveTo>
                  <a:lnTo>
                    <a:pt x="4025" y="5951"/>
                  </a:lnTo>
                  <a:cubicBezTo>
                    <a:pt x="3860" y="5951"/>
                    <a:pt x="3730" y="6051"/>
                    <a:pt x="3730" y="6178"/>
                  </a:cubicBezTo>
                  <a:lnTo>
                    <a:pt x="3730" y="7920"/>
                  </a:lnTo>
                  <a:cubicBezTo>
                    <a:pt x="3730" y="8047"/>
                    <a:pt x="3859" y="8148"/>
                    <a:pt x="4025" y="8148"/>
                  </a:cubicBezTo>
                  <a:lnTo>
                    <a:pt x="4230" y="8148"/>
                  </a:lnTo>
                  <a:cubicBezTo>
                    <a:pt x="4395" y="8148"/>
                    <a:pt x="4525" y="8048"/>
                    <a:pt x="4525" y="7920"/>
                  </a:cubicBezTo>
                  <a:lnTo>
                    <a:pt x="4525" y="6178"/>
                  </a:lnTo>
                  <a:cubicBezTo>
                    <a:pt x="4523" y="6051"/>
                    <a:pt x="4395" y="5951"/>
                    <a:pt x="4230" y="5951"/>
                  </a:cubicBezTo>
                  <a:close/>
                  <a:moveTo>
                    <a:pt x="5880" y="5243"/>
                  </a:moveTo>
                  <a:cubicBezTo>
                    <a:pt x="5844" y="5207"/>
                    <a:pt x="5792" y="5187"/>
                    <a:pt x="5736" y="5187"/>
                  </a:cubicBezTo>
                  <a:cubicBezTo>
                    <a:pt x="5658" y="5187"/>
                    <a:pt x="5576" y="5224"/>
                    <a:pt x="5510" y="5291"/>
                  </a:cubicBezTo>
                  <a:lnTo>
                    <a:pt x="5365" y="5436"/>
                  </a:lnTo>
                  <a:cubicBezTo>
                    <a:pt x="5248" y="5552"/>
                    <a:pt x="5227" y="5714"/>
                    <a:pt x="5318" y="5806"/>
                  </a:cubicBezTo>
                  <a:lnTo>
                    <a:pt x="6550" y="7037"/>
                  </a:lnTo>
                  <a:cubicBezTo>
                    <a:pt x="6587" y="7075"/>
                    <a:pt x="6638" y="7093"/>
                    <a:pt x="6692" y="7093"/>
                  </a:cubicBezTo>
                  <a:cubicBezTo>
                    <a:pt x="6767" y="7093"/>
                    <a:pt x="6851" y="7058"/>
                    <a:pt x="6918" y="6991"/>
                  </a:cubicBezTo>
                  <a:lnTo>
                    <a:pt x="7063" y="6846"/>
                  </a:lnTo>
                  <a:cubicBezTo>
                    <a:pt x="7180" y="6730"/>
                    <a:pt x="7201" y="6567"/>
                    <a:pt x="7111" y="6476"/>
                  </a:cubicBezTo>
                  <a:lnTo>
                    <a:pt x="5880" y="5243"/>
                  </a:lnTo>
                  <a:close/>
                  <a:moveTo>
                    <a:pt x="7920" y="3623"/>
                  </a:moveTo>
                  <a:lnTo>
                    <a:pt x="6177" y="3623"/>
                  </a:lnTo>
                  <a:cubicBezTo>
                    <a:pt x="6050" y="3623"/>
                    <a:pt x="5949" y="3753"/>
                    <a:pt x="5949" y="3918"/>
                  </a:cubicBezTo>
                  <a:lnTo>
                    <a:pt x="5949" y="4123"/>
                  </a:lnTo>
                  <a:cubicBezTo>
                    <a:pt x="5949" y="4288"/>
                    <a:pt x="6049" y="4418"/>
                    <a:pt x="6177" y="4418"/>
                  </a:cubicBezTo>
                  <a:lnTo>
                    <a:pt x="7919" y="4418"/>
                  </a:lnTo>
                  <a:cubicBezTo>
                    <a:pt x="8046" y="4418"/>
                    <a:pt x="8147" y="4288"/>
                    <a:pt x="8147" y="4123"/>
                  </a:cubicBezTo>
                  <a:lnTo>
                    <a:pt x="8147" y="3918"/>
                  </a:lnTo>
                  <a:cubicBezTo>
                    <a:pt x="8147" y="3753"/>
                    <a:pt x="8047" y="3623"/>
                    <a:pt x="7920" y="3623"/>
                  </a:cubicBezTo>
                  <a:close/>
                  <a:moveTo>
                    <a:pt x="5435" y="2782"/>
                  </a:moveTo>
                  <a:cubicBezTo>
                    <a:pt x="5502" y="2849"/>
                    <a:pt x="5586" y="2885"/>
                    <a:pt x="5661" y="2885"/>
                  </a:cubicBezTo>
                  <a:cubicBezTo>
                    <a:pt x="5716" y="2885"/>
                    <a:pt x="5766" y="2866"/>
                    <a:pt x="5804" y="2828"/>
                  </a:cubicBezTo>
                  <a:lnTo>
                    <a:pt x="7036" y="1597"/>
                  </a:lnTo>
                  <a:cubicBezTo>
                    <a:pt x="7126" y="1507"/>
                    <a:pt x="7105" y="1344"/>
                    <a:pt x="6989" y="1227"/>
                  </a:cubicBezTo>
                  <a:lnTo>
                    <a:pt x="6844" y="1082"/>
                  </a:lnTo>
                  <a:cubicBezTo>
                    <a:pt x="6727" y="966"/>
                    <a:pt x="6565" y="944"/>
                    <a:pt x="6474" y="1034"/>
                  </a:cubicBezTo>
                  <a:lnTo>
                    <a:pt x="5242" y="2266"/>
                  </a:lnTo>
                  <a:cubicBezTo>
                    <a:pt x="5152" y="2356"/>
                    <a:pt x="5172" y="2518"/>
                    <a:pt x="5290" y="2636"/>
                  </a:cubicBezTo>
                  <a:lnTo>
                    <a:pt x="5435" y="2782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  <p:grpSp>
        <p:nvGrpSpPr>
          <p:cNvPr id="2" name="!! 提示框">
            <a:extLst>
              <a:ext uri="{FF2B5EF4-FFF2-40B4-BE49-F238E27FC236}">
                <a16:creationId xmlns:a16="http://schemas.microsoft.com/office/drawing/2014/main" id="{E5B586A1-7C7D-0016-021C-0FF4B5AF6DDA}"/>
              </a:ext>
            </a:extLst>
          </p:cNvPr>
          <p:cNvGrpSpPr/>
          <p:nvPr/>
        </p:nvGrpSpPr>
        <p:grpSpPr>
          <a:xfrm>
            <a:off x="3813542" y="2810933"/>
            <a:ext cx="4564916" cy="1236134"/>
            <a:chOff x="3813540" y="2810933"/>
            <a:chExt cx="4564916" cy="1236134"/>
          </a:xfrm>
          <a:solidFill>
            <a:schemeClr val="bg1">
              <a:lumMod val="25000"/>
            </a:schemeClr>
          </a:solidFill>
        </p:grpSpPr>
        <p:sp>
          <p:nvSpPr>
            <p:cNvPr id="3" name="!! 弹窗">
              <a:extLst>
                <a:ext uri="{FF2B5EF4-FFF2-40B4-BE49-F238E27FC236}">
                  <a16:creationId xmlns:a16="http://schemas.microsoft.com/office/drawing/2014/main" id="{D5E170B0-1BA1-2ACF-CDF4-CE3E4BDF3A89}"/>
                </a:ext>
              </a:extLst>
            </p:cNvPr>
            <p:cNvSpPr/>
            <p:nvPr/>
          </p:nvSpPr>
          <p:spPr>
            <a:xfrm>
              <a:off x="3813540" y="2810933"/>
              <a:ext cx="4564916" cy="1236134"/>
            </a:xfrm>
            <a:prstGeom prst="roundRect">
              <a:avLst>
                <a:gd name="adj" fmla="val 7669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4" name="标题">
              <a:extLst>
                <a:ext uri="{FF2B5EF4-FFF2-40B4-BE49-F238E27FC236}">
                  <a16:creationId xmlns:a16="http://schemas.microsoft.com/office/drawing/2014/main" id="{57ADEB6E-91C1-392A-4243-EF00AD3F6230}"/>
                </a:ext>
              </a:extLst>
            </p:cNvPr>
            <p:cNvSpPr txBox="1"/>
            <p:nvPr/>
          </p:nvSpPr>
          <p:spPr>
            <a:xfrm>
              <a:off x="5012459" y="3110342"/>
              <a:ext cx="1205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Leaf OS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endParaRPr>
            </a:p>
          </p:txBody>
        </p:sp>
        <p:sp>
          <p:nvSpPr>
            <p:cNvPr id="5" name="副标题">
              <a:extLst>
                <a:ext uri="{FF2B5EF4-FFF2-40B4-BE49-F238E27FC236}">
                  <a16:creationId xmlns:a16="http://schemas.microsoft.com/office/drawing/2014/main" id="{AD8D7870-9400-4B4C-082A-3F9B4B2C0C01}"/>
                </a:ext>
              </a:extLst>
            </p:cNvPr>
            <p:cNvSpPr txBox="1"/>
            <p:nvPr/>
          </p:nvSpPr>
          <p:spPr>
            <a:xfrm>
              <a:off x="5012459" y="3429000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正在</a:t>
              </a:r>
              <a:r>
                <a:rPr lang="zh-CN" altLang="en-US" sz="1400" dirty="0">
                  <a:solidFill>
                    <a:srgbClr val="181818"/>
                  </a:solidFill>
                  <a:latin typeface="vivo Sans"/>
                  <a:ea typeface="vivo Sans"/>
                </a:rPr>
                <a:t>重新启动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  <p:grpSp>
        <p:nvGrpSpPr>
          <p:cNvPr id="6" name="!! load">
            <a:extLst>
              <a:ext uri="{FF2B5EF4-FFF2-40B4-BE49-F238E27FC236}">
                <a16:creationId xmlns:a16="http://schemas.microsoft.com/office/drawing/2014/main" id="{D31ADBC2-B1FE-9923-668D-DD87DB9DB17B}"/>
              </a:ext>
            </a:extLst>
          </p:cNvPr>
          <p:cNvGrpSpPr/>
          <p:nvPr/>
        </p:nvGrpSpPr>
        <p:grpSpPr>
          <a:xfrm>
            <a:off x="4306609" y="3182795"/>
            <a:ext cx="505104" cy="505104"/>
            <a:chOff x="7349534" y="4722202"/>
            <a:chExt cx="279398" cy="279398"/>
          </a:xfrm>
          <a:solidFill>
            <a:schemeClr val="bg1">
              <a:lumMod val="25000"/>
            </a:schemeClr>
          </a:solidFill>
        </p:grpSpPr>
        <p:sp>
          <p:nvSpPr>
            <p:cNvPr id="7" name="弧形 6">
              <a:extLst>
                <a:ext uri="{FF2B5EF4-FFF2-40B4-BE49-F238E27FC236}">
                  <a16:creationId xmlns:a16="http://schemas.microsoft.com/office/drawing/2014/main" id="{DC8301CA-BED9-8296-C240-C4116DB0857B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00000"/>
                <a:gd name="adj2" fmla="val 16194911"/>
              </a:avLst>
            </a:prstGeom>
            <a:noFill/>
            <a:ln w="76200">
              <a:solidFill>
                <a:schemeClr val="accent1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8" name="弧形 7">
              <a:extLst>
                <a:ext uri="{FF2B5EF4-FFF2-40B4-BE49-F238E27FC236}">
                  <a16:creationId xmlns:a16="http://schemas.microsoft.com/office/drawing/2014/main" id="{C1A44044-D920-12E9-F472-B7E822B4CD02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50568"/>
                <a:gd name="adj2" fmla="val 321908"/>
              </a:avLst>
            </a:prstGeom>
            <a:noFill/>
            <a:ln w="76200" cap="rnd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853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3000">
        <p159:morph option="byObject"/>
      </p:transition>
    </mc:Choice>
    <mc:Fallback xmlns="">
      <p:transition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9005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07407E-6 L 1.66667E-6 0.08912 " pathEditMode="relative" rAng="0" ptsTypes="AA">
                                      <p:cBhvr>
                                        <p:cTn id="16" dur="5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2651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93DDC-E5E3-7C9E-8E16-EC5823764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 系统引导">
            <a:extLst>
              <a:ext uri="{FF2B5EF4-FFF2-40B4-BE49-F238E27FC236}">
                <a16:creationId xmlns:a16="http://schemas.microsoft.com/office/drawing/2014/main" id="{F2E28407-F1CB-3627-04FA-58D72D304E1B}"/>
              </a:ext>
            </a:extLst>
          </p:cNvPr>
          <p:cNvSpPr txBox="1"/>
          <p:nvPr/>
        </p:nvSpPr>
        <p:spPr>
          <a:xfrm>
            <a:off x="1941032" y="4880513"/>
            <a:ext cx="49885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OPPOSans M" panose="00020600040101010101" pitchFamily="18" charset="-122"/>
              </a:rPr>
              <a:t>Leaf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OPPOSans M" panose="00020600040101010101" pitchFamily="18" charset="-122"/>
              </a:rPr>
              <a:t>系统引导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OPPOSans M" panose="00020600040101010101" pitchFamily="18" charset="-122"/>
            </a:endParaRPr>
          </a:p>
        </p:txBody>
      </p:sp>
      <p:sp>
        <p:nvSpPr>
          <p:cNvPr id="5" name="!! LBT版本">
            <a:extLst>
              <a:ext uri="{FF2B5EF4-FFF2-40B4-BE49-F238E27FC236}">
                <a16:creationId xmlns:a16="http://schemas.microsoft.com/office/drawing/2014/main" id="{9A3B9147-1C15-4D4B-E604-AA93EFEFAAED}"/>
              </a:ext>
            </a:extLst>
          </p:cNvPr>
          <p:cNvSpPr txBox="1"/>
          <p:nvPr/>
        </p:nvSpPr>
        <p:spPr>
          <a:xfrm>
            <a:off x="1941032" y="5403733"/>
            <a:ext cx="49885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+mn-ea"/>
                <a:cs typeface="OPPOSans L" panose="00020600040101010101" pitchFamily="18" charset="-122"/>
              </a:rPr>
              <a:t>正在引导中 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OPPOSans L" panose="00020600040101010101" pitchFamily="18" charset="-122"/>
              </a:rPr>
              <a:t>| version LBOOT 3.0 </a:t>
            </a:r>
            <a:endParaRPr lang="en-US" altLang="zh-CN" sz="1400" dirty="0">
              <a:solidFill>
                <a:schemeClr val="bg1">
                  <a:lumMod val="75000"/>
                </a:schemeClr>
              </a:solidFill>
              <a:latin typeface="vivo Sans Light" panose="02000400000000000000" pitchFamily="2" charset="-122"/>
              <a:ea typeface="vivo Sans Light" panose="02000400000000000000" pitchFamily="2" charset="-122"/>
              <a:cs typeface="vivo Sans Light" panose="02000400000000000000" pitchFamily="2" charset="-122"/>
            </a:endParaRPr>
          </a:p>
        </p:txBody>
      </p:sp>
      <p:sp>
        <p:nvSpPr>
          <p:cNvPr id="2" name="!! R3">
            <a:extLst>
              <a:ext uri="{FF2B5EF4-FFF2-40B4-BE49-F238E27FC236}">
                <a16:creationId xmlns:a16="http://schemas.microsoft.com/office/drawing/2014/main" id="{50A79340-B224-50E4-AD90-12DE375EB562}"/>
              </a:ext>
            </a:extLst>
          </p:cNvPr>
          <p:cNvSpPr/>
          <p:nvPr/>
        </p:nvSpPr>
        <p:spPr>
          <a:xfrm>
            <a:off x="6022040" y="3357455"/>
            <a:ext cx="142876" cy="1428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!! R1">
            <a:extLst>
              <a:ext uri="{FF2B5EF4-FFF2-40B4-BE49-F238E27FC236}">
                <a16:creationId xmlns:a16="http://schemas.microsoft.com/office/drawing/2014/main" id="{B2E9BEFC-8CA7-0FA4-1EA1-92230BB49115}"/>
              </a:ext>
            </a:extLst>
          </p:cNvPr>
          <p:cNvSpPr/>
          <p:nvPr/>
        </p:nvSpPr>
        <p:spPr>
          <a:xfrm>
            <a:off x="6022040" y="3357562"/>
            <a:ext cx="142876" cy="1428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!! R2">
            <a:extLst>
              <a:ext uri="{FF2B5EF4-FFF2-40B4-BE49-F238E27FC236}">
                <a16:creationId xmlns:a16="http://schemas.microsoft.com/office/drawing/2014/main" id="{FC5BD17E-A95B-511D-FE6D-2E765DD3BDA5}"/>
              </a:ext>
            </a:extLst>
          </p:cNvPr>
          <p:cNvSpPr/>
          <p:nvPr/>
        </p:nvSpPr>
        <p:spPr>
          <a:xfrm>
            <a:off x="5847080" y="3180080"/>
            <a:ext cx="497840" cy="4978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418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3000"/>
    </mc:Choice>
    <mc:Fallback xmlns="">
      <p:transition advClick="0" advTm="3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7B69E-1637-37E3-4B8A-E0CE07C30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R3">
            <a:extLst>
              <a:ext uri="{FF2B5EF4-FFF2-40B4-BE49-F238E27FC236}">
                <a16:creationId xmlns:a16="http://schemas.microsoft.com/office/drawing/2014/main" id="{3E0F713E-7730-FB88-9A32-BABDD4F419F4}"/>
              </a:ext>
            </a:extLst>
          </p:cNvPr>
          <p:cNvSpPr/>
          <p:nvPr/>
        </p:nvSpPr>
        <p:spPr>
          <a:xfrm>
            <a:off x="6337299" y="3357562"/>
            <a:ext cx="142876" cy="1428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!! R2">
            <a:extLst>
              <a:ext uri="{FF2B5EF4-FFF2-40B4-BE49-F238E27FC236}">
                <a16:creationId xmlns:a16="http://schemas.microsoft.com/office/drawing/2014/main" id="{29F4E273-64FD-1DFD-469F-2D5EEF23027F}"/>
              </a:ext>
            </a:extLst>
          </p:cNvPr>
          <p:cNvSpPr/>
          <p:nvPr/>
        </p:nvSpPr>
        <p:spPr>
          <a:xfrm>
            <a:off x="6024562" y="3357562"/>
            <a:ext cx="142876" cy="1428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!! R1">
            <a:extLst>
              <a:ext uri="{FF2B5EF4-FFF2-40B4-BE49-F238E27FC236}">
                <a16:creationId xmlns:a16="http://schemas.microsoft.com/office/drawing/2014/main" id="{90DAA48D-E288-CA93-FB8E-CDB378A6F3B7}"/>
              </a:ext>
            </a:extLst>
          </p:cNvPr>
          <p:cNvSpPr/>
          <p:nvPr/>
        </p:nvSpPr>
        <p:spPr>
          <a:xfrm>
            <a:off x="5711825" y="3357562"/>
            <a:ext cx="142876" cy="1428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!! OS 版本">
            <a:extLst>
              <a:ext uri="{FF2B5EF4-FFF2-40B4-BE49-F238E27FC236}">
                <a16:creationId xmlns:a16="http://schemas.microsoft.com/office/drawing/2014/main" id="{70488217-2C6D-953C-3DF1-28E9D2735B34}"/>
              </a:ext>
            </a:extLst>
          </p:cNvPr>
          <p:cNvSpPr txBox="1"/>
          <p:nvPr/>
        </p:nvSpPr>
        <p:spPr>
          <a:xfrm>
            <a:off x="1943100" y="4879658"/>
            <a:ext cx="3573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</a:rPr>
              <a:t>Leaf OS 5 Preview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" name="!! Leaf 版本">
            <a:extLst>
              <a:ext uri="{FF2B5EF4-FFF2-40B4-BE49-F238E27FC236}">
                <a16:creationId xmlns:a16="http://schemas.microsoft.com/office/drawing/2014/main" id="{0A916435-3984-E9B1-036E-B3EB70FC245D}"/>
              </a:ext>
            </a:extLst>
          </p:cNvPr>
          <p:cNvSpPr txBox="1"/>
          <p:nvPr/>
        </p:nvSpPr>
        <p:spPr>
          <a:xfrm>
            <a:off x="1941032" y="5403733"/>
            <a:ext cx="49885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75000"/>
                  </a:srgbClr>
                </a:solidFill>
                <a:effectLst/>
                <a:uLnTx/>
                <a:uFillTx/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正在启动中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75000"/>
                  </a:srgbClr>
                </a:solidFill>
                <a:effectLst/>
                <a:uLnTx/>
                <a:uFillTx/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34938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4000">
        <p159:morph option="byObject"/>
      </p:transition>
    </mc:Choice>
    <mc:Fallback xmlns="">
      <p:transition spd="med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97979"/>
                                      </p:to>
                                    </p:animClr>
                                    <p:animClr clrSpc="rgb" dir="cw">
                                      <p:cBhvr>
                                        <p:cTn id="7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97979"/>
                                      </p:to>
                                    </p:animClr>
                                    <p:set>
                                      <p:cBhvr>
                                        <p:cTn id="8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fill="remove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10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97979"/>
                                      </p:to>
                                    </p:animClr>
                                    <p:animClr clrSpc="rgb" dir="cw">
                                      <p:cBhvr>
                                        <p:cTn id="12" dur="10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97979"/>
                                      </p:to>
                                    </p:animClr>
                                    <p:set>
                                      <p:cBhvr>
                                        <p:cTn id="13" dur="10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10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7" presetClass="emph" presetSubtype="0" fill="remove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10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97979"/>
                                      </p:to>
                                    </p:animClr>
                                    <p:animClr clrSpc="rgb" dir="cw">
                                      <p:cBhvr>
                                        <p:cTn id="17" dur="10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97979"/>
                                      </p:to>
                                    </p:animClr>
                                    <p:set>
                                      <p:cBhvr>
                                        <p:cTn id="18" dur="10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10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7" presetClass="emph" presetSubtype="0" fill="remove" grpId="1" nodeType="withEffect">
                                  <p:stCondLst>
                                    <p:cond delay="3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  <p:animClr clrSpc="rgb" dir="cw">
                                      <p:cBhvr>
                                        <p:cTn id="22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  <p:set>
                                      <p:cBhvr>
                                        <p:cTn id="23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7" presetClass="emph" presetSubtype="0" fill="remove" grpId="1" nodeType="withEffect">
                                  <p:stCondLst>
                                    <p:cond delay="38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10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  <p:animClr clrSpc="rgb" dir="cw">
                                      <p:cBhvr>
                                        <p:cTn id="27" dur="10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  <p:set>
                                      <p:cBhvr>
                                        <p:cTn id="28" dur="10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10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3" grpId="1" animBg="1"/>
      <p:bldP spid="6" grpId="0" animBg="1"/>
      <p:bldP spid="6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959F9-C572-ED0C-C984-5B973CAD6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 OS 版本">
            <a:extLst>
              <a:ext uri="{FF2B5EF4-FFF2-40B4-BE49-F238E27FC236}">
                <a16:creationId xmlns:a16="http://schemas.microsoft.com/office/drawing/2014/main" id="{1FCFDDEA-6F8B-788E-5F8D-280E92D7C42C}"/>
              </a:ext>
            </a:extLst>
          </p:cNvPr>
          <p:cNvSpPr txBox="1"/>
          <p:nvPr/>
        </p:nvSpPr>
        <p:spPr>
          <a:xfrm>
            <a:off x="1943100" y="4879658"/>
            <a:ext cx="3573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</a:rPr>
              <a:t>Leaf OS 5 Preview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6" name="!! Leaf 版本">
            <a:extLst>
              <a:ext uri="{FF2B5EF4-FFF2-40B4-BE49-F238E27FC236}">
                <a16:creationId xmlns:a16="http://schemas.microsoft.com/office/drawing/2014/main" id="{857F8404-EF6B-6831-FE0C-3F98067FC057}"/>
              </a:ext>
            </a:extLst>
          </p:cNvPr>
          <p:cNvSpPr txBox="1"/>
          <p:nvPr/>
        </p:nvSpPr>
        <p:spPr>
          <a:xfrm>
            <a:off x="1941032" y="5403733"/>
            <a:ext cx="49885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75000"/>
                  </a:srgbClr>
                </a:solidFill>
                <a:effectLst/>
                <a:uLnTx/>
                <a:uFillTx/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正在启动中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75000"/>
                </a:srgbClr>
              </a:solidFill>
              <a:effectLst/>
              <a:uLnTx/>
              <a:uFillTx/>
              <a:latin typeface="vivo Sans Light" panose="02000400000000000000" pitchFamily="2" charset="-122"/>
              <a:ea typeface="vivo Sans Light" panose="02000400000000000000" pitchFamily="2" charset="-122"/>
              <a:cs typeface="vivo Sans Light" panose="02000400000000000000" pitchFamily="2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09B1E25-62FB-2C94-73BF-2115F30EDC56}"/>
              </a:ext>
            </a:extLst>
          </p:cNvPr>
          <p:cNvSpPr/>
          <p:nvPr/>
        </p:nvSpPr>
        <p:spPr>
          <a:xfrm>
            <a:off x="5844363" y="3126280"/>
            <a:ext cx="503274" cy="605440"/>
          </a:xfrm>
          <a:custGeom>
            <a:avLst/>
            <a:gdLst>
              <a:gd name="connsiteX0" fmla="*/ 1005449 w 1266824"/>
              <a:gd name="connsiteY0" fmla="*/ 1142267 h 1524000"/>
              <a:gd name="connsiteX1" fmla="*/ 1266825 w 1266824"/>
              <a:gd name="connsiteY1" fmla="*/ 0 h 1524000"/>
              <a:gd name="connsiteX2" fmla="*/ 172089 w 1266824"/>
              <a:gd name="connsiteY2" fmla="*/ 310440 h 1524000"/>
              <a:gd name="connsiteX3" fmla="*/ 743 w 1266824"/>
              <a:gd name="connsiteY3" fmla="*/ 696717 h 1524000"/>
              <a:gd name="connsiteX4" fmla="*/ 118704 w 1266824"/>
              <a:gd name="connsiteY4" fmla="*/ 1080649 h 1524000"/>
              <a:gd name="connsiteX5" fmla="*/ 140278 w 1266824"/>
              <a:gd name="connsiteY5" fmla="*/ 1077306 h 1524000"/>
              <a:gd name="connsiteX6" fmla="*/ 679770 w 1266824"/>
              <a:gd name="connsiteY6" fmla="*/ 487492 h 1524000"/>
              <a:gd name="connsiteX7" fmla="*/ 873512 w 1266824"/>
              <a:gd name="connsiteY7" fmla="*/ 526049 h 1524000"/>
              <a:gd name="connsiteX8" fmla="*/ 225315 w 1266824"/>
              <a:gd name="connsiteY8" fmla="*/ 1156335 h 1524000"/>
              <a:gd name="connsiteX9" fmla="*/ 140278 w 1266824"/>
              <a:gd name="connsiteY9" fmla="*/ 1524000 h 1524000"/>
              <a:gd name="connsiteX10" fmla="*/ 199596 w 1266824"/>
              <a:gd name="connsiteY10" fmla="*/ 1524000 h 1524000"/>
              <a:gd name="connsiteX11" fmla="*/ 249625 w 1266824"/>
              <a:gd name="connsiteY11" fmla="*/ 1476451 h 1524000"/>
              <a:gd name="connsiteX12" fmla="*/ 312675 w 1266824"/>
              <a:gd name="connsiteY12" fmla="*/ 1245003 h 1524000"/>
              <a:gd name="connsiteX13" fmla="*/ 618641 w 1266824"/>
              <a:gd name="connsiteY13" fmla="*/ 1313517 h 1524000"/>
              <a:gd name="connsiteX14" fmla="*/ 1005449 w 1266824"/>
              <a:gd name="connsiteY14" fmla="*/ 1142267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66824" h="1524000">
                <a:moveTo>
                  <a:pt x="1005449" y="1142267"/>
                </a:moveTo>
                <a:cubicBezTo>
                  <a:pt x="1272045" y="876058"/>
                  <a:pt x="1265577" y="32682"/>
                  <a:pt x="1266825" y="0"/>
                </a:cubicBezTo>
                <a:cubicBezTo>
                  <a:pt x="1233859" y="1542"/>
                  <a:pt x="433460" y="49457"/>
                  <a:pt x="172089" y="310440"/>
                </a:cubicBezTo>
                <a:cubicBezTo>
                  <a:pt x="69106" y="413615"/>
                  <a:pt x="8061" y="551232"/>
                  <a:pt x="743" y="696717"/>
                </a:cubicBezTo>
                <a:cubicBezTo>
                  <a:pt x="-6200" y="834768"/>
                  <a:pt x="35702" y="970607"/>
                  <a:pt x="118704" y="1080649"/>
                </a:cubicBezTo>
                <a:cubicBezTo>
                  <a:pt x="124655" y="1088536"/>
                  <a:pt x="136818" y="1086564"/>
                  <a:pt x="140278" y="1077306"/>
                </a:cubicBezTo>
                <a:cubicBezTo>
                  <a:pt x="237560" y="817096"/>
                  <a:pt x="431763" y="606430"/>
                  <a:pt x="679770" y="487492"/>
                </a:cubicBezTo>
                <a:cubicBezTo>
                  <a:pt x="745235" y="456097"/>
                  <a:pt x="822118" y="474764"/>
                  <a:pt x="873512" y="526049"/>
                </a:cubicBezTo>
                <a:cubicBezTo>
                  <a:pt x="570576" y="623785"/>
                  <a:pt x="331009" y="857061"/>
                  <a:pt x="225315" y="1156335"/>
                </a:cubicBezTo>
                <a:cubicBezTo>
                  <a:pt x="184694" y="1259205"/>
                  <a:pt x="146737" y="1416063"/>
                  <a:pt x="140278" y="1524000"/>
                </a:cubicBezTo>
                <a:lnTo>
                  <a:pt x="199596" y="1524000"/>
                </a:lnTo>
                <a:cubicBezTo>
                  <a:pt x="225899" y="1524000"/>
                  <a:pt x="247057" y="1502636"/>
                  <a:pt x="249625" y="1476451"/>
                </a:cubicBezTo>
                <a:cubicBezTo>
                  <a:pt x="257588" y="1395279"/>
                  <a:pt x="284227" y="1313536"/>
                  <a:pt x="312675" y="1245003"/>
                </a:cubicBezTo>
                <a:cubicBezTo>
                  <a:pt x="406183" y="1294438"/>
                  <a:pt x="512174" y="1318889"/>
                  <a:pt x="618641" y="1313517"/>
                </a:cubicBezTo>
                <a:cubicBezTo>
                  <a:pt x="764351" y="1306163"/>
                  <a:pt x="902163" y="1245146"/>
                  <a:pt x="1005449" y="1142267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647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60" advClick="0" advTm="2000">
        <p159:morph option="byObject"/>
      </p:transition>
    </mc:Choice>
    <mc:Fallback xmlns="">
      <p:transition spd="med" advClick="0" advTm="2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5D420-DFFE-4855-D820-CFA758FFA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87D41796-64AE-C5B1-AAB1-0F8D52073672}"/>
              </a:ext>
            </a:extLst>
          </p:cNvPr>
          <p:cNvSpPr/>
          <p:nvPr/>
        </p:nvSpPr>
        <p:spPr>
          <a:xfrm>
            <a:off x="0" y="685800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!! 圆形1">
            <a:extLst>
              <a:ext uri="{FF2B5EF4-FFF2-40B4-BE49-F238E27FC236}">
                <a16:creationId xmlns:a16="http://schemas.microsoft.com/office/drawing/2014/main" id="{085EDC6E-6E78-495A-D313-620071F92CC3}"/>
              </a:ext>
            </a:extLst>
          </p:cNvPr>
          <p:cNvSpPr/>
          <p:nvPr/>
        </p:nvSpPr>
        <p:spPr>
          <a:xfrm>
            <a:off x="838200" y="-11112500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!! 圆形2">
            <a:extLst>
              <a:ext uri="{FF2B5EF4-FFF2-40B4-BE49-F238E27FC236}">
                <a16:creationId xmlns:a16="http://schemas.microsoft.com/office/drawing/2014/main" id="{FA059299-28AF-5784-F496-D00F3712462E}"/>
              </a:ext>
            </a:extLst>
          </p:cNvPr>
          <p:cNvSpPr/>
          <p:nvPr/>
        </p:nvSpPr>
        <p:spPr>
          <a:xfrm>
            <a:off x="838200" y="7306129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!! 圆形3">
            <a:extLst>
              <a:ext uri="{FF2B5EF4-FFF2-40B4-BE49-F238E27FC236}">
                <a16:creationId xmlns:a16="http://schemas.microsoft.com/office/drawing/2014/main" id="{C9E6D7BB-3488-3077-B692-87FE03BDFF95}"/>
              </a:ext>
            </a:extLst>
          </p:cNvPr>
          <p:cNvSpPr/>
          <p:nvPr/>
        </p:nvSpPr>
        <p:spPr>
          <a:xfrm>
            <a:off x="1930399" y="8398328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154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60" advClick="0" advTm="1000">
        <p159:morph option="byObject"/>
      </p:transition>
    </mc:Choice>
    <mc:Fallback xmlns="">
      <p:transition spd="med" advClick="0" advTm="1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2B66A-2CA6-6373-9271-9EBBEF122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!! 圆形1">
            <a:extLst>
              <a:ext uri="{FF2B5EF4-FFF2-40B4-BE49-F238E27FC236}">
                <a16:creationId xmlns:a16="http://schemas.microsoft.com/office/drawing/2014/main" id="{B64281C8-7779-A38A-64F2-C27EEB58F874}"/>
              </a:ext>
            </a:extLst>
          </p:cNvPr>
          <p:cNvSpPr/>
          <p:nvPr/>
        </p:nvSpPr>
        <p:spPr>
          <a:xfrm>
            <a:off x="838200" y="-11112500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" name="!! 圆形2">
            <a:extLst>
              <a:ext uri="{FF2B5EF4-FFF2-40B4-BE49-F238E27FC236}">
                <a16:creationId xmlns:a16="http://schemas.microsoft.com/office/drawing/2014/main" id="{33912912-95EC-A5AC-3BE2-7CD29AD60F75}"/>
              </a:ext>
            </a:extLst>
          </p:cNvPr>
          <p:cNvSpPr/>
          <p:nvPr/>
        </p:nvSpPr>
        <p:spPr>
          <a:xfrm>
            <a:off x="838200" y="7306129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0" name="!! 圆形3">
            <a:extLst>
              <a:ext uri="{FF2B5EF4-FFF2-40B4-BE49-F238E27FC236}">
                <a16:creationId xmlns:a16="http://schemas.microsoft.com/office/drawing/2014/main" id="{A5293979-93FB-B1E5-B07A-D2BC7A34460C}"/>
              </a:ext>
            </a:extLst>
          </p:cNvPr>
          <p:cNvSpPr/>
          <p:nvPr/>
        </p:nvSpPr>
        <p:spPr>
          <a:xfrm>
            <a:off x="1930399" y="8398328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" name="带按钮的无图标提示框">
            <a:extLst>
              <a:ext uri="{FF2B5EF4-FFF2-40B4-BE49-F238E27FC236}">
                <a16:creationId xmlns:a16="http://schemas.microsoft.com/office/drawing/2014/main" id="{1CDCFDAA-49BB-1488-08B0-5E0D5ED5CD2C}"/>
              </a:ext>
            </a:extLst>
          </p:cNvPr>
          <p:cNvGrpSpPr/>
          <p:nvPr/>
        </p:nvGrpSpPr>
        <p:grpSpPr>
          <a:xfrm>
            <a:off x="3813542" y="2595766"/>
            <a:ext cx="4564916" cy="1666468"/>
            <a:chOff x="2912999" y="3341281"/>
            <a:chExt cx="4564916" cy="1666468"/>
          </a:xfrm>
        </p:grpSpPr>
        <p:sp>
          <p:nvSpPr>
            <p:cNvPr id="3" name="!! 弹窗">
              <a:extLst>
                <a:ext uri="{FF2B5EF4-FFF2-40B4-BE49-F238E27FC236}">
                  <a16:creationId xmlns:a16="http://schemas.microsoft.com/office/drawing/2014/main" id="{84CB9D4A-D289-88A9-7A17-76F52001ED0E}"/>
                </a:ext>
              </a:extLst>
            </p:cNvPr>
            <p:cNvSpPr/>
            <p:nvPr/>
          </p:nvSpPr>
          <p:spPr>
            <a:xfrm>
              <a:off x="2912999" y="3341281"/>
              <a:ext cx="4564916" cy="1666468"/>
            </a:xfrm>
            <a:prstGeom prst="roundRect">
              <a:avLst>
                <a:gd name="adj" fmla="val 4327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标题">
              <a:extLst>
                <a:ext uri="{FF2B5EF4-FFF2-40B4-BE49-F238E27FC236}">
                  <a16:creationId xmlns:a16="http://schemas.microsoft.com/office/drawing/2014/main" id="{C7374ACB-621C-0A87-5A62-EF7F0FDF77F0}"/>
                </a:ext>
              </a:extLst>
            </p:cNvPr>
            <p:cNvSpPr txBox="1"/>
            <p:nvPr/>
          </p:nvSpPr>
          <p:spPr>
            <a:xfrm>
              <a:off x="3314796" y="3596868"/>
              <a:ext cx="20330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演示</a:t>
              </a:r>
            </a:p>
          </p:txBody>
        </p:sp>
        <p:sp>
          <p:nvSpPr>
            <p:cNvPr id="6" name="副标题">
              <a:extLst>
                <a:ext uri="{FF2B5EF4-FFF2-40B4-BE49-F238E27FC236}">
                  <a16:creationId xmlns:a16="http://schemas.microsoft.com/office/drawing/2014/main" id="{BF9C9285-231D-3115-73BE-FA9893A06A38}"/>
                </a:ext>
              </a:extLst>
            </p:cNvPr>
            <p:cNvSpPr txBox="1"/>
            <p:nvPr/>
          </p:nvSpPr>
          <p:spPr>
            <a:xfrm>
              <a:off x="3314796" y="3915526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是否启动</a:t>
              </a:r>
              <a:r>
                <a:rPr lang="en-US" altLang="zh-CN" sz="1400" dirty="0" err="1">
                  <a:latin typeface="+mn-ea"/>
                </a:rPr>
                <a:t>oobe</a:t>
              </a:r>
              <a:endParaRPr lang="zh-CN" altLang="en-US" sz="1400" dirty="0">
                <a:latin typeface="+mn-ea"/>
              </a:endParaRPr>
            </a:p>
          </p:txBody>
        </p:sp>
        <p:sp>
          <p:nvSpPr>
            <p:cNvPr id="9" name="矩形: 圆角 8">
              <a:hlinkClick r:id="rId2" action="ppaction://hlinksldjump"/>
              <a:extLst>
                <a:ext uri="{FF2B5EF4-FFF2-40B4-BE49-F238E27FC236}">
                  <a16:creationId xmlns:a16="http://schemas.microsoft.com/office/drawing/2014/main" id="{86382A0C-7738-E563-F55D-BD1AE03D9D34}"/>
                </a:ext>
              </a:extLst>
            </p:cNvPr>
            <p:cNvSpPr/>
            <p:nvPr/>
          </p:nvSpPr>
          <p:spPr>
            <a:xfrm>
              <a:off x="6114226" y="4496746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确定</a:t>
              </a:r>
            </a:p>
          </p:txBody>
        </p:sp>
        <p:sp>
          <p:nvSpPr>
            <p:cNvPr id="11" name="矩形: 圆角 10">
              <a:hlinkClick r:id="rId3" action="ppaction://hlinksldjump"/>
              <a:extLst>
                <a:ext uri="{FF2B5EF4-FFF2-40B4-BE49-F238E27FC236}">
                  <a16:creationId xmlns:a16="http://schemas.microsoft.com/office/drawing/2014/main" id="{1EF53878-0DBF-043E-4D2F-28766E93D611}"/>
                </a:ext>
              </a:extLst>
            </p:cNvPr>
            <p:cNvSpPr/>
            <p:nvPr/>
          </p:nvSpPr>
          <p:spPr>
            <a:xfrm>
              <a:off x="4851768" y="4493520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不启动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2220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9005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577DD1-EEBE-4448-5DCD-EF54762D1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圆形1">
            <a:extLst>
              <a:ext uri="{FF2B5EF4-FFF2-40B4-BE49-F238E27FC236}">
                <a16:creationId xmlns:a16="http://schemas.microsoft.com/office/drawing/2014/main" id="{DE26864E-37A1-3BAB-FD49-E64DC115BAD1}"/>
              </a:ext>
            </a:extLst>
          </p:cNvPr>
          <p:cNvSpPr/>
          <p:nvPr/>
        </p:nvSpPr>
        <p:spPr>
          <a:xfrm>
            <a:off x="838200" y="-5041900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!! 圆形2">
            <a:extLst>
              <a:ext uri="{FF2B5EF4-FFF2-40B4-BE49-F238E27FC236}">
                <a16:creationId xmlns:a16="http://schemas.microsoft.com/office/drawing/2014/main" id="{3F8B15D9-9FB5-A78B-4D40-DFF44915C7F2}"/>
              </a:ext>
            </a:extLst>
          </p:cNvPr>
          <p:cNvSpPr/>
          <p:nvPr/>
        </p:nvSpPr>
        <p:spPr>
          <a:xfrm>
            <a:off x="203200" y="1447800"/>
            <a:ext cx="11785600" cy="1178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!! 圆形3">
            <a:extLst>
              <a:ext uri="{FF2B5EF4-FFF2-40B4-BE49-F238E27FC236}">
                <a16:creationId xmlns:a16="http://schemas.microsoft.com/office/drawing/2014/main" id="{D51379DB-2517-ED5B-C188-945BF14524F2}"/>
              </a:ext>
            </a:extLst>
          </p:cNvPr>
          <p:cNvSpPr/>
          <p:nvPr/>
        </p:nvSpPr>
        <p:spPr>
          <a:xfrm>
            <a:off x="1930398" y="4470398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D215AF-861D-5B22-824E-379333BE1AC6}"/>
              </a:ext>
            </a:extLst>
          </p:cNvPr>
          <p:cNvSpPr txBox="1"/>
          <p:nvPr/>
        </p:nvSpPr>
        <p:spPr>
          <a:xfrm>
            <a:off x="4675715" y="3105834"/>
            <a:ext cx="28405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2"/>
                </a:solidFill>
                <a:effectLst>
                  <a:outerShdw blurRad="127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rPr>
              <a:t>欢迎回来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E12469C-1045-9E81-76FD-8ABBFC0BB979}"/>
              </a:ext>
            </a:extLst>
          </p:cNvPr>
          <p:cNvSpPr txBox="1"/>
          <p:nvPr/>
        </p:nvSpPr>
        <p:spPr>
          <a:xfrm>
            <a:off x="2717796" y="3167389"/>
            <a:ext cx="6756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2"/>
                </a:solidFill>
                <a:effectLst>
                  <a:outerShdw blurRad="127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rPr>
              <a:t>欢迎使用 </a:t>
            </a:r>
            <a:r>
              <a:rPr lang="en-US" altLang="zh-CN" sz="2800" dirty="0">
                <a:solidFill>
                  <a:schemeClr val="bg2"/>
                </a:solidFill>
                <a:effectLst>
                  <a:outerShdw blurRad="127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rPr>
              <a:t>Leaf OS </a:t>
            </a:r>
            <a:r>
              <a:rPr lang="en-US" altLang="zh-CN" sz="2800" dirty="0">
                <a:solidFill>
                  <a:schemeClr val="bg2"/>
                </a:solidFill>
                <a:effectLst>
                  <a:outerShdw blurRad="127000" sx="102000" sy="102000" algn="ctr" rotWithShape="0">
                    <a:prstClr val="black">
                      <a:alpha val="20000"/>
                    </a:prstClr>
                  </a:outerShdw>
                </a:effectLst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5</a:t>
            </a:r>
            <a:r>
              <a:rPr lang="en-US" altLang="zh-CN" sz="2800" dirty="0">
                <a:solidFill>
                  <a:schemeClr val="bg2"/>
                </a:solidFill>
                <a:effectLst>
                  <a:outerShdw blurRad="127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ffectLst>
                  <a:outerShdw blurRad="127000" sx="102000" sy="102000" algn="ctr" rotWithShape="0">
                    <a:prstClr val="black">
                      <a:alpha val="20000"/>
                    </a:prstClr>
                  </a:outerShdw>
                </a:effectLst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For Pad</a:t>
            </a:r>
            <a:endParaRPr lang="zh-CN" altLang="en-US" sz="2800" dirty="0">
              <a:solidFill>
                <a:schemeClr val="bg2"/>
              </a:solidFill>
              <a:effectLst>
                <a:outerShdw blurRad="127000" sx="102000" sy="102000" algn="ctr" rotWithShape="0">
                  <a:prstClr val="black">
                    <a:alpha val="20000"/>
                  </a:prstClr>
                </a:outerShdw>
              </a:effectLst>
              <a:latin typeface="vivo Sans Light" panose="02000400000000000000" pitchFamily="2" charset="-122"/>
              <a:ea typeface="vivo Sans Light" panose="02000400000000000000" pitchFamily="2" charset="-122"/>
              <a:cs typeface="vivo Sans Light" panose="02000400000000000000" pitchFamily="2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96964B13-B447-79B4-5635-2AD9E32812A2}"/>
              </a:ext>
            </a:extLst>
          </p:cNvPr>
          <p:cNvSpPr/>
          <p:nvPr/>
        </p:nvSpPr>
        <p:spPr>
          <a:xfrm>
            <a:off x="5964721" y="6330447"/>
            <a:ext cx="262554" cy="315854"/>
          </a:xfrm>
          <a:custGeom>
            <a:avLst/>
            <a:gdLst>
              <a:gd name="connsiteX0" fmla="*/ 1005449 w 1266824"/>
              <a:gd name="connsiteY0" fmla="*/ 1142267 h 1524000"/>
              <a:gd name="connsiteX1" fmla="*/ 1266825 w 1266824"/>
              <a:gd name="connsiteY1" fmla="*/ 0 h 1524000"/>
              <a:gd name="connsiteX2" fmla="*/ 172089 w 1266824"/>
              <a:gd name="connsiteY2" fmla="*/ 310440 h 1524000"/>
              <a:gd name="connsiteX3" fmla="*/ 743 w 1266824"/>
              <a:gd name="connsiteY3" fmla="*/ 696717 h 1524000"/>
              <a:gd name="connsiteX4" fmla="*/ 118704 w 1266824"/>
              <a:gd name="connsiteY4" fmla="*/ 1080649 h 1524000"/>
              <a:gd name="connsiteX5" fmla="*/ 140278 w 1266824"/>
              <a:gd name="connsiteY5" fmla="*/ 1077306 h 1524000"/>
              <a:gd name="connsiteX6" fmla="*/ 679770 w 1266824"/>
              <a:gd name="connsiteY6" fmla="*/ 487492 h 1524000"/>
              <a:gd name="connsiteX7" fmla="*/ 873512 w 1266824"/>
              <a:gd name="connsiteY7" fmla="*/ 526049 h 1524000"/>
              <a:gd name="connsiteX8" fmla="*/ 225315 w 1266824"/>
              <a:gd name="connsiteY8" fmla="*/ 1156335 h 1524000"/>
              <a:gd name="connsiteX9" fmla="*/ 140278 w 1266824"/>
              <a:gd name="connsiteY9" fmla="*/ 1524000 h 1524000"/>
              <a:gd name="connsiteX10" fmla="*/ 199596 w 1266824"/>
              <a:gd name="connsiteY10" fmla="*/ 1524000 h 1524000"/>
              <a:gd name="connsiteX11" fmla="*/ 249625 w 1266824"/>
              <a:gd name="connsiteY11" fmla="*/ 1476451 h 1524000"/>
              <a:gd name="connsiteX12" fmla="*/ 312675 w 1266824"/>
              <a:gd name="connsiteY12" fmla="*/ 1245003 h 1524000"/>
              <a:gd name="connsiteX13" fmla="*/ 618641 w 1266824"/>
              <a:gd name="connsiteY13" fmla="*/ 1313517 h 1524000"/>
              <a:gd name="connsiteX14" fmla="*/ 1005449 w 1266824"/>
              <a:gd name="connsiteY14" fmla="*/ 1142267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66824" h="1524000">
                <a:moveTo>
                  <a:pt x="1005449" y="1142267"/>
                </a:moveTo>
                <a:cubicBezTo>
                  <a:pt x="1272045" y="876058"/>
                  <a:pt x="1265577" y="32682"/>
                  <a:pt x="1266825" y="0"/>
                </a:cubicBezTo>
                <a:cubicBezTo>
                  <a:pt x="1233859" y="1542"/>
                  <a:pt x="433460" y="49457"/>
                  <a:pt x="172089" y="310440"/>
                </a:cubicBezTo>
                <a:cubicBezTo>
                  <a:pt x="69106" y="413615"/>
                  <a:pt x="8061" y="551232"/>
                  <a:pt x="743" y="696717"/>
                </a:cubicBezTo>
                <a:cubicBezTo>
                  <a:pt x="-6200" y="834768"/>
                  <a:pt x="35702" y="970607"/>
                  <a:pt x="118704" y="1080649"/>
                </a:cubicBezTo>
                <a:cubicBezTo>
                  <a:pt x="124655" y="1088536"/>
                  <a:pt x="136818" y="1086564"/>
                  <a:pt x="140278" y="1077306"/>
                </a:cubicBezTo>
                <a:cubicBezTo>
                  <a:pt x="237560" y="817096"/>
                  <a:pt x="431763" y="606430"/>
                  <a:pt x="679770" y="487492"/>
                </a:cubicBezTo>
                <a:cubicBezTo>
                  <a:pt x="745235" y="456097"/>
                  <a:pt x="822118" y="474764"/>
                  <a:pt x="873512" y="526049"/>
                </a:cubicBezTo>
                <a:cubicBezTo>
                  <a:pt x="570576" y="623785"/>
                  <a:pt x="331009" y="857061"/>
                  <a:pt x="225315" y="1156335"/>
                </a:cubicBezTo>
                <a:cubicBezTo>
                  <a:pt x="184694" y="1259205"/>
                  <a:pt x="146737" y="1416063"/>
                  <a:pt x="140278" y="1524000"/>
                </a:cubicBezTo>
                <a:lnTo>
                  <a:pt x="199596" y="1524000"/>
                </a:lnTo>
                <a:cubicBezTo>
                  <a:pt x="225899" y="1524000"/>
                  <a:pt x="247057" y="1502636"/>
                  <a:pt x="249625" y="1476451"/>
                </a:cubicBezTo>
                <a:cubicBezTo>
                  <a:pt x="257588" y="1395279"/>
                  <a:pt x="284227" y="1313536"/>
                  <a:pt x="312675" y="1245003"/>
                </a:cubicBezTo>
                <a:cubicBezTo>
                  <a:pt x="406183" y="1294438"/>
                  <a:pt x="512174" y="1318889"/>
                  <a:pt x="618641" y="1313517"/>
                </a:cubicBezTo>
                <a:cubicBezTo>
                  <a:pt x="764351" y="1306163"/>
                  <a:pt x="902163" y="1245146"/>
                  <a:pt x="1005449" y="1142267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453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0">
        <p159:morph option="byObject"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0" fill="hold"/>
                                        <p:tgtEl>
                                          <p:spTgt spid="7"/>
                                        </p:tgtEl>
                                      </p:cBhvr>
                                      <p:by x="135000" y="135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5000" fill="hold"/>
                                        <p:tgtEl>
                                          <p:spTgt spid="3"/>
                                        </p:tgtEl>
                                      </p:cBhvr>
                                      <p:by x="135000" y="135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" presetClass="emp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5000" fill="hold"/>
                                        <p:tgtEl>
                                          <p:spTgt spid="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6" grpId="0"/>
      <p:bldP spid="8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3"/>
            </a:gs>
            <a:gs pos="55000">
              <a:schemeClr val="accent4"/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E5221A-8E5C-DBE8-167B-D3ED385B2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!! 圆形1">
            <a:extLst>
              <a:ext uri="{FF2B5EF4-FFF2-40B4-BE49-F238E27FC236}">
                <a16:creationId xmlns:a16="http://schemas.microsoft.com/office/drawing/2014/main" id="{F81D4FE8-A0F2-EC27-D894-31CCB13471DF}"/>
              </a:ext>
            </a:extLst>
          </p:cNvPr>
          <p:cNvSpPr/>
          <p:nvPr/>
        </p:nvSpPr>
        <p:spPr>
          <a:xfrm>
            <a:off x="838200" y="-11112500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9" name="!! 圆形2">
            <a:extLst>
              <a:ext uri="{FF2B5EF4-FFF2-40B4-BE49-F238E27FC236}">
                <a16:creationId xmlns:a16="http://schemas.microsoft.com/office/drawing/2014/main" id="{87A6301C-99FC-DDB1-60D9-76E1B3C432AE}"/>
              </a:ext>
            </a:extLst>
          </p:cNvPr>
          <p:cNvSpPr/>
          <p:nvPr/>
        </p:nvSpPr>
        <p:spPr>
          <a:xfrm>
            <a:off x="838200" y="7306129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0" name="!! 圆形3">
            <a:extLst>
              <a:ext uri="{FF2B5EF4-FFF2-40B4-BE49-F238E27FC236}">
                <a16:creationId xmlns:a16="http://schemas.microsoft.com/office/drawing/2014/main" id="{693B6BF5-AEAC-F9C8-2467-64787C16421F}"/>
              </a:ext>
            </a:extLst>
          </p:cNvPr>
          <p:cNvSpPr/>
          <p:nvPr/>
        </p:nvSpPr>
        <p:spPr>
          <a:xfrm>
            <a:off x="1930399" y="8398328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755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3"/>
            </a:gs>
            <a:gs pos="55000">
              <a:schemeClr val="accent4"/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4D7BE1-8718-ECB8-2AC2-983546E58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!! 圆形1">
            <a:extLst>
              <a:ext uri="{FF2B5EF4-FFF2-40B4-BE49-F238E27FC236}">
                <a16:creationId xmlns:a16="http://schemas.microsoft.com/office/drawing/2014/main" id="{C74C52E4-DF71-55A3-132C-2E0B14EC8C3A}"/>
              </a:ext>
            </a:extLst>
          </p:cNvPr>
          <p:cNvSpPr/>
          <p:nvPr/>
        </p:nvSpPr>
        <p:spPr>
          <a:xfrm>
            <a:off x="838200" y="-11112500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!! 圆形2">
            <a:extLst>
              <a:ext uri="{FF2B5EF4-FFF2-40B4-BE49-F238E27FC236}">
                <a16:creationId xmlns:a16="http://schemas.microsoft.com/office/drawing/2014/main" id="{6A5BB74F-030F-46FE-879A-80C8189D9329}"/>
              </a:ext>
            </a:extLst>
          </p:cNvPr>
          <p:cNvSpPr/>
          <p:nvPr/>
        </p:nvSpPr>
        <p:spPr>
          <a:xfrm>
            <a:off x="838200" y="7306129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!! 圆形3">
            <a:extLst>
              <a:ext uri="{FF2B5EF4-FFF2-40B4-BE49-F238E27FC236}">
                <a16:creationId xmlns:a16="http://schemas.microsoft.com/office/drawing/2014/main" id="{BE8A1781-453E-5A8B-4C2A-ABA579BB3941}"/>
              </a:ext>
            </a:extLst>
          </p:cNvPr>
          <p:cNvSpPr/>
          <p:nvPr/>
        </p:nvSpPr>
        <p:spPr>
          <a:xfrm>
            <a:off x="1930399" y="8398328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!! 标题1">
            <a:extLst>
              <a:ext uri="{FF2B5EF4-FFF2-40B4-BE49-F238E27FC236}">
                <a16:creationId xmlns:a16="http://schemas.microsoft.com/office/drawing/2014/main" id="{68970D45-ABBC-90CB-8263-D61D4C112023}"/>
              </a:ext>
            </a:extLst>
          </p:cNvPr>
          <p:cNvSpPr txBox="1"/>
          <p:nvPr/>
        </p:nvSpPr>
        <p:spPr>
          <a:xfrm>
            <a:off x="1557867" y="2656778"/>
            <a:ext cx="27143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+mj-ea"/>
                <a:ea typeface="+mj-ea"/>
              </a:rPr>
              <a:t>选择语言</a:t>
            </a:r>
          </a:p>
        </p:txBody>
      </p:sp>
      <p:sp>
        <p:nvSpPr>
          <p:cNvPr id="12" name="!! 副标题1">
            <a:extLst>
              <a:ext uri="{FF2B5EF4-FFF2-40B4-BE49-F238E27FC236}">
                <a16:creationId xmlns:a16="http://schemas.microsoft.com/office/drawing/2014/main" id="{C43BA51F-2D1E-7AA9-A5E2-610FA40D3A7B}"/>
              </a:ext>
            </a:extLst>
          </p:cNvPr>
          <p:cNvSpPr txBox="1"/>
          <p:nvPr/>
        </p:nvSpPr>
        <p:spPr>
          <a:xfrm>
            <a:off x="1557867" y="3241553"/>
            <a:ext cx="3776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+mn-ea"/>
              </a:rPr>
              <a:t>Select language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3" name="!! 背景板">
            <a:extLst>
              <a:ext uri="{FF2B5EF4-FFF2-40B4-BE49-F238E27FC236}">
                <a16:creationId xmlns:a16="http://schemas.microsoft.com/office/drawing/2014/main" id="{9F65DC05-9ACD-4B11-EC8E-EBABF477C468}"/>
              </a:ext>
            </a:extLst>
          </p:cNvPr>
          <p:cNvSpPr/>
          <p:nvPr/>
        </p:nvSpPr>
        <p:spPr>
          <a:xfrm>
            <a:off x="6096000" y="644068"/>
            <a:ext cx="5088468" cy="5569862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!! 简中">
            <a:extLst>
              <a:ext uri="{FF2B5EF4-FFF2-40B4-BE49-F238E27FC236}">
                <a16:creationId xmlns:a16="http://schemas.microsoft.com/office/drawing/2014/main" id="{C8323857-9E54-9BAD-6A29-941F9D57AB95}"/>
              </a:ext>
            </a:extLst>
          </p:cNvPr>
          <p:cNvSpPr/>
          <p:nvPr/>
        </p:nvSpPr>
        <p:spPr>
          <a:xfrm>
            <a:off x="6434668" y="943417"/>
            <a:ext cx="4411132" cy="545100"/>
          </a:xfrm>
          <a:prstGeom prst="roundRect">
            <a:avLst>
              <a:gd name="adj" fmla="val 22880"/>
            </a:avLst>
          </a:prstGeom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2000"/>
            <a:r>
              <a:rPr lang="zh-CN" altLang="en-US" dirty="0"/>
              <a:t>简体中文（</a:t>
            </a:r>
            <a:r>
              <a:rPr lang="en-US" altLang="zh-CN" dirty="0" err="1"/>
              <a:t>zh-cn</a:t>
            </a:r>
            <a:r>
              <a:rPr lang="zh-CN" altLang="en-US" dirty="0"/>
              <a:t>）</a:t>
            </a:r>
          </a:p>
        </p:txBody>
      </p:sp>
      <p:sp>
        <p:nvSpPr>
          <p:cNvPr id="23" name="!! 继续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5C7BC53-B641-79D5-F407-DFA0D6EA9ECD}"/>
              </a:ext>
            </a:extLst>
          </p:cNvPr>
          <p:cNvSpPr/>
          <p:nvPr/>
        </p:nvSpPr>
        <p:spPr>
          <a:xfrm>
            <a:off x="7483325" y="5441054"/>
            <a:ext cx="2313818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2"/>
                </a:solidFill>
              </a:rPr>
              <a:t>继续</a:t>
            </a:r>
          </a:p>
        </p:txBody>
      </p:sp>
    </p:spTree>
    <p:extLst>
      <p:ext uri="{BB962C8B-B14F-4D97-AF65-F5344CB8AC3E}">
        <p14:creationId xmlns:p14="http://schemas.microsoft.com/office/powerpoint/2010/main" val="2535723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59259E-6 L -0.03633 -2.59259E-6 " pathEditMode="relative" rAng="0" ptsTypes="AA">
                                      <p:cBhvr>
                                        <p:cTn id="15" dur="33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3" y="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35" presetClass="path" presetSubtype="0" decel="10000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-2.08333E-6 0 L -0.03607 0 " pathEditMode="relative" rAng="0" ptsTypes="AA">
                                      <p:cBhvr>
                                        <p:cTn id="17" dur="33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10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3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3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2" grpId="0"/>
      <p:bldP spid="12" grpId="1"/>
      <p:bldP spid="13" grpId="0" animBg="1"/>
      <p:bldP spid="18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3"/>
            </a:gs>
            <a:gs pos="55000">
              <a:schemeClr val="accent4"/>
            </a:gs>
          </a:gsLst>
          <a:lin ang="108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F7677D-96D6-AC69-5143-E78A23142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86FD92E6-8D71-757F-0250-1953D33DD89C}"/>
              </a:ext>
            </a:extLst>
          </p:cNvPr>
          <p:cNvSpPr/>
          <p:nvPr/>
        </p:nvSpPr>
        <p:spPr>
          <a:xfrm>
            <a:off x="6096000" y="644068"/>
            <a:ext cx="5088468" cy="5569862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8" name="!! 简中">
            <a:extLst>
              <a:ext uri="{FF2B5EF4-FFF2-40B4-BE49-F238E27FC236}">
                <a16:creationId xmlns:a16="http://schemas.microsoft.com/office/drawing/2014/main" id="{BE29EE24-898D-293B-40F1-8D06993D2FB0}"/>
              </a:ext>
            </a:extLst>
          </p:cNvPr>
          <p:cNvSpPr/>
          <p:nvPr/>
        </p:nvSpPr>
        <p:spPr>
          <a:xfrm>
            <a:off x="6434668" y="943417"/>
            <a:ext cx="4411132" cy="545100"/>
          </a:xfrm>
          <a:prstGeom prst="roundRect">
            <a:avLst>
              <a:gd name="adj" fmla="val 22880"/>
            </a:avLst>
          </a:prstGeom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2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中国</a:t>
            </a:r>
          </a:p>
        </p:txBody>
      </p:sp>
      <p:sp>
        <p:nvSpPr>
          <p:cNvPr id="14" name="!! 标题1">
            <a:extLst>
              <a:ext uri="{FF2B5EF4-FFF2-40B4-BE49-F238E27FC236}">
                <a16:creationId xmlns:a16="http://schemas.microsoft.com/office/drawing/2014/main" id="{381ECE3B-BBD0-FF6A-0056-9BA86E6118FB}"/>
              </a:ext>
            </a:extLst>
          </p:cNvPr>
          <p:cNvSpPr txBox="1"/>
          <p:nvPr/>
        </p:nvSpPr>
        <p:spPr>
          <a:xfrm>
            <a:off x="1112610" y="2656778"/>
            <a:ext cx="27143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+mj-ea"/>
                <a:ea typeface="+mj-ea"/>
              </a:rPr>
              <a:t>选择语言</a:t>
            </a:r>
          </a:p>
        </p:txBody>
      </p:sp>
      <p:sp>
        <p:nvSpPr>
          <p:cNvPr id="15" name="!! 副标题1">
            <a:extLst>
              <a:ext uri="{FF2B5EF4-FFF2-40B4-BE49-F238E27FC236}">
                <a16:creationId xmlns:a16="http://schemas.microsoft.com/office/drawing/2014/main" id="{8AF064BB-E1A9-2E8E-6F9C-E0D96ECE780F}"/>
              </a:ext>
            </a:extLst>
          </p:cNvPr>
          <p:cNvSpPr txBox="1"/>
          <p:nvPr/>
        </p:nvSpPr>
        <p:spPr>
          <a:xfrm>
            <a:off x="1112610" y="3236843"/>
            <a:ext cx="3776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+mn-ea"/>
              </a:rPr>
              <a:t>Select language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6" name="!! 标题2">
            <a:extLst>
              <a:ext uri="{FF2B5EF4-FFF2-40B4-BE49-F238E27FC236}">
                <a16:creationId xmlns:a16="http://schemas.microsoft.com/office/drawing/2014/main" id="{4834B14A-A401-CC33-2FDC-AF1EB589BA50}"/>
              </a:ext>
            </a:extLst>
          </p:cNvPr>
          <p:cNvSpPr txBox="1"/>
          <p:nvPr/>
        </p:nvSpPr>
        <p:spPr>
          <a:xfrm>
            <a:off x="1557867" y="2656778"/>
            <a:ext cx="27143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+mj-ea"/>
                <a:ea typeface="+mj-ea"/>
              </a:rPr>
              <a:t>选择地区</a:t>
            </a:r>
          </a:p>
        </p:txBody>
      </p:sp>
      <p:sp>
        <p:nvSpPr>
          <p:cNvPr id="17" name="!! 副标题2">
            <a:extLst>
              <a:ext uri="{FF2B5EF4-FFF2-40B4-BE49-F238E27FC236}">
                <a16:creationId xmlns:a16="http://schemas.microsoft.com/office/drawing/2014/main" id="{6CACC87F-EB5E-A336-1A53-736B0D27AB5F}"/>
              </a:ext>
            </a:extLst>
          </p:cNvPr>
          <p:cNvSpPr txBox="1"/>
          <p:nvPr/>
        </p:nvSpPr>
        <p:spPr>
          <a:xfrm>
            <a:off x="1557867" y="3241553"/>
            <a:ext cx="3776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+mn-ea"/>
              </a:rPr>
              <a:t>Select region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9" name="!! 继续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F03694E-F48D-9611-B540-94FFBB7AF228}"/>
              </a:ext>
            </a:extLst>
          </p:cNvPr>
          <p:cNvSpPr/>
          <p:nvPr/>
        </p:nvSpPr>
        <p:spPr>
          <a:xfrm>
            <a:off x="8175812" y="5441053"/>
            <a:ext cx="2453305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2"/>
                </a:solidFill>
              </a:rPr>
              <a:t>继续</a:t>
            </a:r>
          </a:p>
        </p:txBody>
      </p:sp>
      <p:sp>
        <p:nvSpPr>
          <p:cNvPr id="20" name="!! 返回">
            <a:hlinkClick r:id="rId3" action="ppaction://hlinksldjump"/>
            <a:extLst>
              <a:ext uri="{FF2B5EF4-FFF2-40B4-BE49-F238E27FC236}">
                <a16:creationId xmlns:a16="http://schemas.microsoft.com/office/drawing/2014/main" id="{5BD91375-AA6D-C065-515E-B43ECC15A4AC}"/>
              </a:ext>
            </a:extLst>
          </p:cNvPr>
          <p:cNvSpPr/>
          <p:nvPr/>
        </p:nvSpPr>
        <p:spPr>
          <a:xfrm>
            <a:off x="6772126" y="5441053"/>
            <a:ext cx="1250005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1"/>
                </a:solidFill>
              </a:rPr>
              <a:t>上一步</a:t>
            </a:r>
          </a:p>
        </p:txBody>
      </p:sp>
    </p:spTree>
    <p:extLst>
      <p:ext uri="{BB962C8B-B14F-4D97-AF65-F5344CB8AC3E}">
        <p14:creationId xmlns:p14="http://schemas.microsoft.com/office/powerpoint/2010/main" val="244903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3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33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5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4.44444E-6 L -0.03606 4.44444E-6 " pathEditMode="relative" rAng="0" ptsTypes="AA">
                                      <p:cBhvr>
                                        <p:cTn id="12" dur="33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1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35" presetClass="path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4.16667E-6 -2.59259E-6 L -0.03632 -2.59259E-6 " pathEditMode="relative" rAng="0" ptsTypes="AA">
                                      <p:cBhvr>
                                        <p:cTn id="14" dur="33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3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3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5" presetClass="path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2.5E-6 -2.59259E-6 L -0.03633 -2.59259E-6 " pathEditMode="relative" rAng="0" ptsTypes="AA">
                                      <p:cBhvr>
                                        <p:cTn id="25" dur="33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3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35" presetClass="path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2.08333E-6 0 L -0.03607 0 " pathEditMode="relative" rAng="0" ptsTypes="AA">
                                      <p:cBhvr>
                                        <p:cTn id="27" dur="33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1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3"/>
            </a:gs>
            <a:gs pos="55000">
              <a:schemeClr val="accent4"/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E2FBD9-BE5B-5CD7-118A-261DA7235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!! 圆形1">
            <a:extLst>
              <a:ext uri="{FF2B5EF4-FFF2-40B4-BE49-F238E27FC236}">
                <a16:creationId xmlns:a16="http://schemas.microsoft.com/office/drawing/2014/main" id="{D000DCDA-7D19-79C7-E78D-B7D343AEB2DA}"/>
              </a:ext>
            </a:extLst>
          </p:cNvPr>
          <p:cNvSpPr/>
          <p:nvPr/>
        </p:nvSpPr>
        <p:spPr>
          <a:xfrm>
            <a:off x="15465127" y="-205028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9" name="!! 圆形2">
            <a:extLst>
              <a:ext uri="{FF2B5EF4-FFF2-40B4-BE49-F238E27FC236}">
                <a16:creationId xmlns:a16="http://schemas.microsoft.com/office/drawing/2014/main" id="{7A2CAA9A-2183-4CEB-F4F0-98F036CFFBCB}"/>
              </a:ext>
            </a:extLst>
          </p:cNvPr>
          <p:cNvSpPr/>
          <p:nvPr/>
        </p:nvSpPr>
        <p:spPr>
          <a:xfrm>
            <a:off x="12854256" y="-182880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3" name="!! 背景板">
            <a:extLst>
              <a:ext uri="{FF2B5EF4-FFF2-40B4-BE49-F238E27FC236}">
                <a16:creationId xmlns:a16="http://schemas.microsoft.com/office/drawing/2014/main" id="{310E68D7-9E7A-F8C1-FAB6-2B52986E4853}"/>
              </a:ext>
            </a:extLst>
          </p:cNvPr>
          <p:cNvSpPr/>
          <p:nvPr/>
        </p:nvSpPr>
        <p:spPr>
          <a:xfrm>
            <a:off x="6096000" y="644068"/>
            <a:ext cx="5088468" cy="5569862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4" name="!! 标题2">
            <a:extLst>
              <a:ext uri="{FF2B5EF4-FFF2-40B4-BE49-F238E27FC236}">
                <a16:creationId xmlns:a16="http://schemas.microsoft.com/office/drawing/2014/main" id="{3783E882-220A-7CAF-F50D-C8663AC1E016}"/>
              </a:ext>
            </a:extLst>
          </p:cNvPr>
          <p:cNvSpPr txBox="1"/>
          <p:nvPr/>
        </p:nvSpPr>
        <p:spPr>
          <a:xfrm>
            <a:off x="1112610" y="2656778"/>
            <a:ext cx="27143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选择地区</a:t>
            </a:r>
          </a:p>
        </p:txBody>
      </p:sp>
      <p:sp>
        <p:nvSpPr>
          <p:cNvPr id="15" name="!! 副标题2">
            <a:extLst>
              <a:ext uri="{FF2B5EF4-FFF2-40B4-BE49-F238E27FC236}">
                <a16:creationId xmlns:a16="http://schemas.microsoft.com/office/drawing/2014/main" id="{C24B6DDF-CB69-0613-C552-688185F514FB}"/>
              </a:ext>
            </a:extLst>
          </p:cNvPr>
          <p:cNvSpPr txBox="1"/>
          <p:nvPr/>
        </p:nvSpPr>
        <p:spPr>
          <a:xfrm>
            <a:off x="1112610" y="3236843"/>
            <a:ext cx="3776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Select region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6" name="!! 标题1">
            <a:extLst>
              <a:ext uri="{FF2B5EF4-FFF2-40B4-BE49-F238E27FC236}">
                <a16:creationId xmlns:a16="http://schemas.microsoft.com/office/drawing/2014/main" id="{59C8E81F-986F-8D90-A599-E7C4776BAE51}"/>
              </a:ext>
            </a:extLst>
          </p:cNvPr>
          <p:cNvSpPr txBox="1"/>
          <p:nvPr/>
        </p:nvSpPr>
        <p:spPr>
          <a:xfrm>
            <a:off x="1557867" y="2656778"/>
            <a:ext cx="27143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连接网络</a:t>
            </a:r>
          </a:p>
        </p:txBody>
      </p:sp>
      <p:sp>
        <p:nvSpPr>
          <p:cNvPr id="17" name="!! 副标题1">
            <a:extLst>
              <a:ext uri="{FF2B5EF4-FFF2-40B4-BE49-F238E27FC236}">
                <a16:creationId xmlns:a16="http://schemas.microsoft.com/office/drawing/2014/main" id="{159A85B8-74D5-BFA2-71E4-1D4D27B45BE6}"/>
              </a:ext>
            </a:extLst>
          </p:cNvPr>
          <p:cNvSpPr txBox="1"/>
          <p:nvPr/>
        </p:nvSpPr>
        <p:spPr>
          <a:xfrm>
            <a:off x="1557867" y="3241553"/>
            <a:ext cx="3776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Connect Network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9" name="!! 继续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636BFF5-1D7E-ACA7-82A9-5DE97E7A1DB8}"/>
              </a:ext>
            </a:extLst>
          </p:cNvPr>
          <p:cNvSpPr/>
          <p:nvPr/>
        </p:nvSpPr>
        <p:spPr>
          <a:xfrm>
            <a:off x="8175812" y="5441053"/>
            <a:ext cx="2453305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继续</a:t>
            </a:r>
          </a:p>
        </p:txBody>
      </p:sp>
      <p:sp>
        <p:nvSpPr>
          <p:cNvPr id="20" name="!! 返回">
            <a:hlinkClick r:id="rId3" action="ppaction://hlinksldjump"/>
            <a:extLst>
              <a:ext uri="{FF2B5EF4-FFF2-40B4-BE49-F238E27FC236}">
                <a16:creationId xmlns:a16="http://schemas.microsoft.com/office/drawing/2014/main" id="{C310B811-69E9-23D8-36FD-11BD4CA47C8D}"/>
              </a:ext>
            </a:extLst>
          </p:cNvPr>
          <p:cNvSpPr/>
          <p:nvPr/>
        </p:nvSpPr>
        <p:spPr>
          <a:xfrm>
            <a:off x="6772126" y="5441053"/>
            <a:ext cx="1250005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A8D3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上一步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999ADC6-2069-2081-F580-FCB4C6257717}"/>
              </a:ext>
            </a:extLst>
          </p:cNvPr>
          <p:cNvSpPr txBox="1"/>
          <p:nvPr/>
        </p:nvSpPr>
        <p:spPr>
          <a:xfrm>
            <a:off x="6782859" y="3410578"/>
            <a:ext cx="3714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正在识别网络</a:t>
            </a:r>
          </a:p>
        </p:txBody>
      </p:sp>
      <p:grpSp>
        <p:nvGrpSpPr>
          <p:cNvPr id="8" name="!! load">
            <a:extLst>
              <a:ext uri="{FF2B5EF4-FFF2-40B4-BE49-F238E27FC236}">
                <a16:creationId xmlns:a16="http://schemas.microsoft.com/office/drawing/2014/main" id="{C60E7BD7-6C28-AFB9-182F-8CC897A13980}"/>
              </a:ext>
            </a:extLst>
          </p:cNvPr>
          <p:cNvGrpSpPr/>
          <p:nvPr/>
        </p:nvGrpSpPr>
        <p:grpSpPr>
          <a:xfrm>
            <a:off x="8517468" y="3084753"/>
            <a:ext cx="245532" cy="245532"/>
            <a:chOff x="7349534" y="4722202"/>
            <a:chExt cx="279398" cy="279398"/>
          </a:xfrm>
        </p:grpSpPr>
        <p:sp>
          <p:nvSpPr>
            <p:cNvPr id="11" name="弧形 10">
              <a:extLst>
                <a:ext uri="{FF2B5EF4-FFF2-40B4-BE49-F238E27FC236}">
                  <a16:creationId xmlns:a16="http://schemas.microsoft.com/office/drawing/2014/main" id="{E9F9E4E9-CECF-4F36-AB75-2BDFB790DB35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00000"/>
                <a:gd name="adj2" fmla="val 16194911"/>
              </a:avLst>
            </a:prstGeom>
            <a:noFill/>
            <a:ln w="38100">
              <a:solidFill>
                <a:schemeClr val="accent1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弧形 11">
              <a:extLst>
                <a:ext uri="{FF2B5EF4-FFF2-40B4-BE49-F238E27FC236}">
                  <a16:creationId xmlns:a16="http://schemas.microsoft.com/office/drawing/2014/main" id="{5FDB95B1-F069-1EE8-5F2B-E03B497D99BF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50568"/>
                <a:gd name="adj2" fmla="val 321908"/>
              </a:avLst>
            </a:prstGeom>
            <a:noFill/>
            <a:ln w="38100" cap="rnd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3" name="!! 内容2">
            <a:extLst>
              <a:ext uri="{FF2B5EF4-FFF2-40B4-BE49-F238E27FC236}">
                <a16:creationId xmlns:a16="http://schemas.microsoft.com/office/drawing/2014/main" id="{E759FE7B-BEC4-DBA3-1DA1-AFFC4313F897}"/>
              </a:ext>
            </a:extLst>
          </p:cNvPr>
          <p:cNvSpPr txBox="1"/>
          <p:nvPr/>
        </p:nvSpPr>
        <p:spPr>
          <a:xfrm>
            <a:off x="6786562" y="2039767"/>
            <a:ext cx="816504" cy="2123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类型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名称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状态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速度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24" name="!! 内容1">
            <a:extLst>
              <a:ext uri="{FF2B5EF4-FFF2-40B4-BE49-F238E27FC236}">
                <a16:creationId xmlns:a16="http://schemas.microsoft.com/office/drawing/2014/main" id="{3AE095A3-CA80-9A27-CC13-0C9919AB3698}"/>
              </a:ext>
            </a:extLst>
          </p:cNvPr>
          <p:cNvSpPr txBox="1"/>
          <p:nvPr/>
        </p:nvSpPr>
        <p:spPr>
          <a:xfrm>
            <a:off x="8109217" y="2039766"/>
            <a:ext cx="2731822" cy="1708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有线连接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Virtual Net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C000"/>
                </a:solidFill>
              </a:rPr>
              <a:t>无互联网访问</a:t>
            </a:r>
            <a:endParaRPr lang="en-US" altLang="zh-CN" dirty="0">
              <a:solidFill>
                <a:srgbClr val="FFC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/>
              <a:t>-</a:t>
            </a:r>
          </a:p>
        </p:txBody>
      </p:sp>
      <p:grpSp>
        <p:nvGrpSpPr>
          <p:cNvPr id="27" name="!! 大标题">
            <a:extLst>
              <a:ext uri="{FF2B5EF4-FFF2-40B4-BE49-F238E27FC236}">
                <a16:creationId xmlns:a16="http://schemas.microsoft.com/office/drawing/2014/main" id="{6CAB6D0E-E845-6B75-CA06-2D6C72E87B4C}"/>
              </a:ext>
            </a:extLst>
          </p:cNvPr>
          <p:cNvGrpSpPr/>
          <p:nvPr/>
        </p:nvGrpSpPr>
        <p:grpSpPr>
          <a:xfrm>
            <a:off x="6744289" y="1287035"/>
            <a:ext cx="1717554" cy="461665"/>
            <a:chOff x="3079753" y="1375827"/>
            <a:chExt cx="726902" cy="461665"/>
          </a:xfrm>
        </p:grpSpPr>
        <p:sp>
          <p:nvSpPr>
            <p:cNvPr id="28" name="!! 标题符">
              <a:extLst>
                <a:ext uri="{FF2B5EF4-FFF2-40B4-BE49-F238E27FC236}">
                  <a16:creationId xmlns:a16="http://schemas.microsoft.com/office/drawing/2014/main" id="{CF9E5415-5F9D-76FD-A8EA-D0368F68B195}"/>
                </a:ext>
              </a:extLst>
            </p:cNvPr>
            <p:cNvSpPr/>
            <p:nvPr/>
          </p:nvSpPr>
          <p:spPr>
            <a:xfrm>
              <a:off x="3121831" y="1685496"/>
              <a:ext cx="643642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9" name="!! 标题">
              <a:extLst>
                <a:ext uri="{FF2B5EF4-FFF2-40B4-BE49-F238E27FC236}">
                  <a16:creationId xmlns:a16="http://schemas.microsoft.com/office/drawing/2014/main" id="{085E6862-A078-33DD-3C3B-5BBB4910D3AA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网络已连接</a:t>
              </a:r>
            </a:p>
          </p:txBody>
        </p:sp>
      </p:grpSp>
      <p:sp>
        <p:nvSpPr>
          <p:cNvPr id="2" name="!! 圆形3">
            <a:extLst>
              <a:ext uri="{FF2B5EF4-FFF2-40B4-BE49-F238E27FC236}">
                <a16:creationId xmlns:a16="http://schemas.microsoft.com/office/drawing/2014/main" id="{4B1656C6-3B14-8CD2-3994-A7FABDF3DDF6}"/>
              </a:ext>
            </a:extLst>
          </p:cNvPr>
          <p:cNvSpPr/>
          <p:nvPr/>
        </p:nvSpPr>
        <p:spPr>
          <a:xfrm>
            <a:off x="12298905" y="-467093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469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3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33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5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4.44444E-6 L -0.03606 4.44444E-6 " pathEditMode="relative" rAng="0" ptsTypes="AA">
                                      <p:cBhvr>
                                        <p:cTn id="12" dur="33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1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35" presetClass="path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4.16667E-6 -2.59259E-6 L -0.03632 -2.59259E-6 " pathEditMode="relative" rAng="0" ptsTypes="AA">
                                      <p:cBhvr>
                                        <p:cTn id="14" dur="33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3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5" presetClass="path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2.5E-6 -2.59259E-6 L -0.03633 -2.59259E-6 " pathEditMode="relative" rAng="0" ptsTypes="AA">
                                      <p:cBhvr>
                                        <p:cTn id="22" dur="33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3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35" presetClass="path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2.08333E-6 0 L -0.03607 0 " pathEditMode="relative" rAng="0" ptsTypes="AA">
                                      <p:cBhvr>
                                        <p:cTn id="24" dur="33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1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9" grpId="0" animBg="1"/>
      <p:bldP spid="20" grpId="0" animBg="1"/>
      <p:bldP spid="7" grpId="0"/>
      <p:bldP spid="7" grpId="1"/>
      <p:bldP spid="23" grpId="0" build="p" advAuto="100"/>
      <p:bldP spid="24" grpId="0" build="p" advAuto="10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3"/>
            </a:gs>
            <a:gs pos="55000">
              <a:schemeClr val="accent4"/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F38F95-2CEE-099F-A5C4-AD7D319C4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 圆形1">
            <a:extLst>
              <a:ext uri="{FF2B5EF4-FFF2-40B4-BE49-F238E27FC236}">
                <a16:creationId xmlns:a16="http://schemas.microsoft.com/office/drawing/2014/main" id="{A86B9D50-0F90-7DA2-FE89-549301037EE9}"/>
              </a:ext>
            </a:extLst>
          </p:cNvPr>
          <p:cNvSpPr/>
          <p:nvPr/>
        </p:nvSpPr>
        <p:spPr>
          <a:xfrm>
            <a:off x="-1866630" y="-156719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!! 圆形2">
            <a:extLst>
              <a:ext uri="{FF2B5EF4-FFF2-40B4-BE49-F238E27FC236}">
                <a16:creationId xmlns:a16="http://schemas.microsoft.com/office/drawing/2014/main" id="{4467C29B-2D93-FF17-9343-53D134E905B5}"/>
              </a:ext>
            </a:extLst>
          </p:cNvPr>
          <p:cNvSpPr/>
          <p:nvPr/>
        </p:nvSpPr>
        <p:spPr>
          <a:xfrm>
            <a:off x="5511798" y="-2463801"/>
            <a:ext cx="11785600" cy="1178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18C9E4-1128-2A5E-2592-15515ED95FB3}"/>
              </a:ext>
            </a:extLst>
          </p:cNvPr>
          <p:cNvSpPr txBox="1"/>
          <p:nvPr/>
        </p:nvSpPr>
        <p:spPr>
          <a:xfrm>
            <a:off x="2717796" y="3167389"/>
            <a:ext cx="6756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2"/>
                </a:solidFill>
                <a:effectLst>
                  <a:outerShdw blurRad="127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rPr>
              <a:t>正在设置设备</a:t>
            </a:r>
          </a:p>
        </p:txBody>
      </p:sp>
      <p:sp>
        <p:nvSpPr>
          <p:cNvPr id="18" name="!! 圆形3">
            <a:extLst>
              <a:ext uri="{FF2B5EF4-FFF2-40B4-BE49-F238E27FC236}">
                <a16:creationId xmlns:a16="http://schemas.microsoft.com/office/drawing/2014/main" id="{9F84F66F-EF0C-5486-BA13-6EB631B32E90}"/>
              </a:ext>
            </a:extLst>
          </p:cNvPr>
          <p:cNvSpPr/>
          <p:nvPr/>
        </p:nvSpPr>
        <p:spPr>
          <a:xfrm>
            <a:off x="10830128" y="-474992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820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0">
        <p159:morph option="byObject"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0" fill="hold"/>
                                        <p:tgtEl>
                                          <p:spTgt spid="3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5000" fill="hold"/>
                                        <p:tgtEl>
                                          <p:spTgt spid="18"/>
                                        </p:tgtEl>
                                      </p:cBhvr>
                                      <p:by x="135000" y="13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3"/>
            </a:gs>
            <a:gs pos="55000">
              <a:schemeClr val="accent4"/>
            </a:gs>
          </a:gsLst>
          <a:lin ang="108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67D60C-9A60-BDC1-4EC5-586045A2F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圆形1">
            <a:extLst>
              <a:ext uri="{FF2B5EF4-FFF2-40B4-BE49-F238E27FC236}">
                <a16:creationId xmlns:a16="http://schemas.microsoft.com/office/drawing/2014/main" id="{97FF5362-2270-9706-F279-890003E7A4DB}"/>
              </a:ext>
            </a:extLst>
          </p:cNvPr>
          <p:cNvSpPr/>
          <p:nvPr/>
        </p:nvSpPr>
        <p:spPr>
          <a:xfrm>
            <a:off x="-11367851" y="-182880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!! 圆形2">
            <a:extLst>
              <a:ext uri="{FF2B5EF4-FFF2-40B4-BE49-F238E27FC236}">
                <a16:creationId xmlns:a16="http://schemas.microsoft.com/office/drawing/2014/main" id="{854B2F09-D3B3-0537-5B9D-48F81BC33327}"/>
              </a:ext>
            </a:extLst>
          </p:cNvPr>
          <p:cNvSpPr/>
          <p:nvPr/>
        </p:nvSpPr>
        <p:spPr>
          <a:xfrm>
            <a:off x="12852398" y="-2725411"/>
            <a:ext cx="11785600" cy="1178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!! 圆形3">
            <a:extLst>
              <a:ext uri="{FF2B5EF4-FFF2-40B4-BE49-F238E27FC236}">
                <a16:creationId xmlns:a16="http://schemas.microsoft.com/office/drawing/2014/main" id="{E041DDFC-47C3-A5AA-42AA-8462C416215C}"/>
              </a:ext>
            </a:extLst>
          </p:cNvPr>
          <p:cNvSpPr/>
          <p:nvPr/>
        </p:nvSpPr>
        <p:spPr>
          <a:xfrm>
            <a:off x="14579597" y="-736602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!! 头像">
            <a:extLst>
              <a:ext uri="{FF2B5EF4-FFF2-40B4-BE49-F238E27FC236}">
                <a16:creationId xmlns:a16="http://schemas.microsoft.com/office/drawing/2014/main" id="{8AFCA0BE-26D0-BE67-BECE-B7C13F4C1574}"/>
              </a:ext>
            </a:extLst>
          </p:cNvPr>
          <p:cNvSpPr/>
          <p:nvPr/>
        </p:nvSpPr>
        <p:spPr>
          <a:xfrm>
            <a:off x="-2706113" y="2208998"/>
            <a:ext cx="2440006" cy="2440006"/>
          </a:xfrm>
          <a:prstGeom prst="donut">
            <a:avLst>
              <a:gd name="adj" fmla="val 7309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!! 头像框">
            <a:extLst>
              <a:ext uri="{FF2B5EF4-FFF2-40B4-BE49-F238E27FC236}">
                <a16:creationId xmlns:a16="http://schemas.microsoft.com/office/drawing/2014/main" id="{BD037649-9988-09B4-92DF-3ACBC6C43CE8}"/>
              </a:ext>
            </a:extLst>
          </p:cNvPr>
          <p:cNvSpPr/>
          <p:nvPr/>
        </p:nvSpPr>
        <p:spPr>
          <a:xfrm rot="10800000">
            <a:off x="-2407731" y="2507380"/>
            <a:ext cx="1843240" cy="1843240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!! 背景板">
            <a:extLst>
              <a:ext uri="{FF2B5EF4-FFF2-40B4-BE49-F238E27FC236}">
                <a16:creationId xmlns:a16="http://schemas.microsoft.com/office/drawing/2014/main" id="{B8C534F5-F9DB-9AA3-E5ED-4E2525A5A776}"/>
              </a:ext>
            </a:extLst>
          </p:cNvPr>
          <p:cNvSpPr/>
          <p:nvPr/>
        </p:nvSpPr>
        <p:spPr>
          <a:xfrm>
            <a:off x="12547621" y="644069"/>
            <a:ext cx="5088468" cy="5569862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11" name="!! 大标题">
            <a:extLst>
              <a:ext uri="{FF2B5EF4-FFF2-40B4-BE49-F238E27FC236}">
                <a16:creationId xmlns:a16="http://schemas.microsoft.com/office/drawing/2014/main" id="{882EC956-B0CB-04E7-8147-B90279928CB7}"/>
              </a:ext>
            </a:extLst>
          </p:cNvPr>
          <p:cNvGrpSpPr/>
          <p:nvPr/>
        </p:nvGrpSpPr>
        <p:grpSpPr>
          <a:xfrm>
            <a:off x="13195910" y="1287035"/>
            <a:ext cx="2044111" cy="461665"/>
            <a:chOff x="3079753" y="1375827"/>
            <a:chExt cx="726902" cy="461665"/>
          </a:xfrm>
        </p:grpSpPr>
        <p:sp>
          <p:nvSpPr>
            <p:cNvPr id="12" name="!! 标题符">
              <a:extLst>
                <a:ext uri="{FF2B5EF4-FFF2-40B4-BE49-F238E27FC236}">
                  <a16:creationId xmlns:a16="http://schemas.microsoft.com/office/drawing/2014/main" id="{DF4DAB95-8E19-5BD9-E6F2-79C9DE9C724B}"/>
                </a:ext>
              </a:extLst>
            </p:cNvPr>
            <p:cNvSpPr/>
            <p:nvPr/>
          </p:nvSpPr>
          <p:spPr>
            <a:xfrm>
              <a:off x="3107206" y="1685496"/>
              <a:ext cx="658803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3" name="!! 标题">
              <a:extLst>
                <a:ext uri="{FF2B5EF4-FFF2-40B4-BE49-F238E27FC236}">
                  <a16:creationId xmlns:a16="http://schemas.microsoft.com/office/drawing/2014/main" id="{3213AB44-6B4D-D440-B533-7D0C29DAAC9D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欢迎回来</a:t>
              </a: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OPPOSans M"/>
                  <a:ea typeface="OPPOSans M"/>
                </a:rPr>
                <a:t>，夌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</p:grpSp>
      <p:sp>
        <p:nvSpPr>
          <p:cNvPr id="15" name="!! 文本1">
            <a:extLst>
              <a:ext uri="{FF2B5EF4-FFF2-40B4-BE49-F238E27FC236}">
                <a16:creationId xmlns:a16="http://schemas.microsoft.com/office/drawing/2014/main" id="{084BA909-AFC0-997F-1822-513172A9E2D2}"/>
              </a:ext>
            </a:extLst>
          </p:cNvPr>
          <p:cNvSpPr txBox="1"/>
          <p:nvPr/>
        </p:nvSpPr>
        <p:spPr>
          <a:xfrm>
            <a:off x="13195910" y="1777143"/>
            <a:ext cx="2248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</a:rPr>
              <a:t>已为您自动登录</a:t>
            </a:r>
          </a:p>
        </p:txBody>
      </p:sp>
      <p:sp>
        <p:nvSpPr>
          <p:cNvPr id="16" name="!! 继续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347C91B-77F9-5D73-7D62-3DBED1119772}"/>
              </a:ext>
            </a:extLst>
          </p:cNvPr>
          <p:cNvSpPr/>
          <p:nvPr/>
        </p:nvSpPr>
        <p:spPr>
          <a:xfrm>
            <a:off x="13899068" y="5441053"/>
            <a:ext cx="2453305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下一步</a:t>
            </a:r>
          </a:p>
        </p:txBody>
      </p:sp>
    </p:spTree>
    <p:extLst>
      <p:ext uri="{BB962C8B-B14F-4D97-AF65-F5344CB8AC3E}">
        <p14:creationId xmlns:p14="http://schemas.microsoft.com/office/powerpoint/2010/main" val="4047288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 0 L 0.37566 0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46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0 L 0.37501 0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0 L -0.52904 0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458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7037E-6 L -0.52865 3.7037E-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432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1.48148E-6 L -0.52969 -1.48148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484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1.85185E-6 L -0.52956 1.85185E-6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484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8" presetClass="emp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9" grpId="1" animBg="1"/>
      <p:bldP spid="10" grpId="0" animBg="1"/>
      <p:bldP spid="15" grpId="0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3"/>
            </a:gs>
            <a:gs pos="55000">
              <a:schemeClr val="accent4"/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DC45B8-AF64-D6DA-F639-A4852143F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圆形1">
            <a:extLst>
              <a:ext uri="{FF2B5EF4-FFF2-40B4-BE49-F238E27FC236}">
                <a16:creationId xmlns:a16="http://schemas.microsoft.com/office/drawing/2014/main" id="{C1CC6E81-8B20-F4BD-B80F-174C18404CAD}"/>
              </a:ext>
            </a:extLst>
          </p:cNvPr>
          <p:cNvSpPr/>
          <p:nvPr/>
        </p:nvSpPr>
        <p:spPr>
          <a:xfrm>
            <a:off x="-11367851" y="-182880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圆形2">
            <a:extLst>
              <a:ext uri="{FF2B5EF4-FFF2-40B4-BE49-F238E27FC236}">
                <a16:creationId xmlns:a16="http://schemas.microsoft.com/office/drawing/2014/main" id="{C6797F41-736F-CB76-16A7-D3BE92F4D89E}"/>
              </a:ext>
            </a:extLst>
          </p:cNvPr>
          <p:cNvSpPr/>
          <p:nvPr/>
        </p:nvSpPr>
        <p:spPr>
          <a:xfrm>
            <a:off x="12852398" y="-2725411"/>
            <a:ext cx="11785600" cy="1178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" name="!! 圆形3">
            <a:extLst>
              <a:ext uri="{FF2B5EF4-FFF2-40B4-BE49-F238E27FC236}">
                <a16:creationId xmlns:a16="http://schemas.microsoft.com/office/drawing/2014/main" id="{A54D5256-2C2D-A6C3-92F6-8846D99E1041}"/>
              </a:ext>
            </a:extLst>
          </p:cNvPr>
          <p:cNvSpPr/>
          <p:nvPr/>
        </p:nvSpPr>
        <p:spPr>
          <a:xfrm>
            <a:off x="14579597" y="-736602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0" name="!! 背景板">
            <a:extLst>
              <a:ext uri="{FF2B5EF4-FFF2-40B4-BE49-F238E27FC236}">
                <a16:creationId xmlns:a16="http://schemas.microsoft.com/office/drawing/2014/main" id="{9325763C-4758-F56E-FF7F-B86EE05957D9}"/>
              </a:ext>
            </a:extLst>
          </p:cNvPr>
          <p:cNvSpPr/>
          <p:nvPr/>
        </p:nvSpPr>
        <p:spPr>
          <a:xfrm>
            <a:off x="6096000" y="644069"/>
            <a:ext cx="5088468" cy="5569862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11" name="!! 大标题">
            <a:extLst>
              <a:ext uri="{FF2B5EF4-FFF2-40B4-BE49-F238E27FC236}">
                <a16:creationId xmlns:a16="http://schemas.microsoft.com/office/drawing/2014/main" id="{A5E42CA0-FAE8-03AB-E479-096E6C1CF99C}"/>
              </a:ext>
            </a:extLst>
          </p:cNvPr>
          <p:cNvGrpSpPr/>
          <p:nvPr/>
        </p:nvGrpSpPr>
        <p:grpSpPr>
          <a:xfrm>
            <a:off x="6744289" y="1287035"/>
            <a:ext cx="2945811" cy="461665"/>
            <a:chOff x="3079753" y="1375827"/>
            <a:chExt cx="726902" cy="461665"/>
          </a:xfrm>
        </p:grpSpPr>
        <p:sp>
          <p:nvSpPr>
            <p:cNvPr id="12" name="!! 标题符">
              <a:extLst>
                <a:ext uri="{FF2B5EF4-FFF2-40B4-BE49-F238E27FC236}">
                  <a16:creationId xmlns:a16="http://schemas.microsoft.com/office/drawing/2014/main" id="{24A81FE4-C290-2655-2F05-41F5A5B47C47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3" name="!! 标题">
              <a:extLst>
                <a:ext uri="{FF2B5EF4-FFF2-40B4-BE49-F238E27FC236}">
                  <a16:creationId xmlns:a16="http://schemas.microsoft.com/office/drawing/2014/main" id="{4B59DD75-341F-508D-AC32-DDBDF9B75D81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保持最新的系统版本</a:t>
              </a:r>
            </a:p>
          </p:txBody>
        </p:sp>
      </p:grpSp>
      <p:sp>
        <p:nvSpPr>
          <p:cNvPr id="16" name="!! 继续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13DA69B-85A8-E6D1-2DD0-9891FFCB7AFE}"/>
              </a:ext>
            </a:extLst>
          </p:cNvPr>
          <p:cNvSpPr/>
          <p:nvPr/>
        </p:nvSpPr>
        <p:spPr>
          <a:xfrm>
            <a:off x="7447447" y="5441053"/>
            <a:ext cx="2453305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下一步</a:t>
            </a:r>
          </a:p>
        </p:txBody>
      </p:sp>
      <p:pic>
        <p:nvPicPr>
          <p:cNvPr id="4" name="!! 图标1-2">
            <a:extLst>
              <a:ext uri="{FF2B5EF4-FFF2-40B4-BE49-F238E27FC236}">
                <a16:creationId xmlns:a16="http://schemas.microsoft.com/office/drawing/2014/main" id="{6E98A1ED-850A-BCC4-BF7B-1711DECCF7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07138" y="3999245"/>
            <a:ext cx="1167538" cy="1167538"/>
          </a:xfrm>
          <a:prstGeom prst="rect">
            <a:avLst/>
          </a:prstGeom>
        </p:spPr>
      </p:pic>
      <p:sp>
        <p:nvSpPr>
          <p:cNvPr id="6" name="!! 图标1-1">
            <a:extLst>
              <a:ext uri="{FF2B5EF4-FFF2-40B4-BE49-F238E27FC236}">
                <a16:creationId xmlns:a16="http://schemas.microsoft.com/office/drawing/2014/main" id="{F5CFD69A-880C-B4A8-FC41-219776150269}"/>
              </a:ext>
            </a:extLst>
          </p:cNvPr>
          <p:cNvSpPr/>
          <p:nvPr/>
        </p:nvSpPr>
        <p:spPr>
          <a:xfrm>
            <a:off x="2584009" y="3945890"/>
            <a:ext cx="1013796" cy="79318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!! 遮罩1-1">
            <a:extLst>
              <a:ext uri="{FF2B5EF4-FFF2-40B4-BE49-F238E27FC236}">
                <a16:creationId xmlns:a16="http://schemas.microsoft.com/office/drawing/2014/main" id="{66CC1D7F-D641-A675-4761-EEA0C0CDAB37}"/>
              </a:ext>
            </a:extLst>
          </p:cNvPr>
          <p:cNvSpPr/>
          <p:nvPr/>
        </p:nvSpPr>
        <p:spPr>
          <a:xfrm>
            <a:off x="2382397" y="3945879"/>
            <a:ext cx="1417020" cy="7931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!! 遮罩1-2">
            <a:extLst>
              <a:ext uri="{FF2B5EF4-FFF2-40B4-BE49-F238E27FC236}">
                <a16:creationId xmlns:a16="http://schemas.microsoft.com/office/drawing/2014/main" id="{408F08E1-509F-3817-FCF7-E1629622207C}"/>
              </a:ext>
            </a:extLst>
          </p:cNvPr>
          <p:cNvSpPr/>
          <p:nvPr/>
        </p:nvSpPr>
        <p:spPr>
          <a:xfrm>
            <a:off x="2414146" y="4023437"/>
            <a:ext cx="1353522" cy="11005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!! 头像">
            <a:extLst>
              <a:ext uri="{FF2B5EF4-FFF2-40B4-BE49-F238E27FC236}">
                <a16:creationId xmlns:a16="http://schemas.microsoft.com/office/drawing/2014/main" id="{D453B9BA-B2A0-8F36-816A-57CD7E889A42}"/>
              </a:ext>
            </a:extLst>
          </p:cNvPr>
          <p:cNvSpPr/>
          <p:nvPr/>
        </p:nvSpPr>
        <p:spPr>
          <a:xfrm>
            <a:off x="1860261" y="2208998"/>
            <a:ext cx="2440006" cy="2440006"/>
          </a:xfrm>
          <a:prstGeom prst="donut">
            <a:avLst>
              <a:gd name="adj" fmla="val 5222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7" name="!! 单选框1">
            <a:extLst>
              <a:ext uri="{FF2B5EF4-FFF2-40B4-BE49-F238E27FC236}">
                <a16:creationId xmlns:a16="http://schemas.microsoft.com/office/drawing/2014/main" id="{CC333DC2-8C22-D318-2D0A-48ED62294946}"/>
              </a:ext>
            </a:extLst>
          </p:cNvPr>
          <p:cNvGrpSpPr/>
          <p:nvPr/>
        </p:nvGrpSpPr>
        <p:grpSpPr>
          <a:xfrm>
            <a:off x="6879497" y="2015691"/>
            <a:ext cx="2610106" cy="307777"/>
            <a:chOff x="6879497" y="3107891"/>
            <a:chExt cx="2610106" cy="307777"/>
          </a:xfrm>
        </p:grpSpPr>
        <p:sp>
          <p:nvSpPr>
            <p:cNvPr id="25" name="!! 单选框1">
              <a:extLst>
                <a:ext uri="{FF2B5EF4-FFF2-40B4-BE49-F238E27FC236}">
                  <a16:creationId xmlns:a16="http://schemas.microsoft.com/office/drawing/2014/main" id="{8F7F6164-309C-2541-D5DF-499B44FCD0B0}"/>
                </a:ext>
              </a:extLst>
            </p:cNvPr>
            <p:cNvSpPr/>
            <p:nvPr/>
          </p:nvSpPr>
          <p:spPr>
            <a:xfrm>
              <a:off x="6879497" y="3167389"/>
              <a:ext cx="188782" cy="188782"/>
            </a:xfrm>
            <a:prstGeom prst="ellipse">
              <a:avLst/>
            </a:prstGeom>
            <a:solidFill>
              <a:schemeClr val="bg1">
                <a:lumMod val="9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!! 单选文本">
              <a:extLst>
                <a:ext uri="{FF2B5EF4-FFF2-40B4-BE49-F238E27FC236}">
                  <a16:creationId xmlns:a16="http://schemas.microsoft.com/office/drawing/2014/main" id="{71AAB0F0-78E1-984C-2D4C-EED583143A89}"/>
                </a:ext>
              </a:extLst>
            </p:cNvPr>
            <p:cNvSpPr txBox="1"/>
            <p:nvPr/>
          </p:nvSpPr>
          <p:spPr>
            <a:xfrm>
              <a:off x="7081696" y="3107891"/>
              <a:ext cx="24079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自动下载并安装更新</a:t>
              </a:r>
            </a:p>
          </p:txBody>
        </p:sp>
      </p:grpSp>
      <p:grpSp>
        <p:nvGrpSpPr>
          <p:cNvPr id="38" name="!! 单选框2">
            <a:extLst>
              <a:ext uri="{FF2B5EF4-FFF2-40B4-BE49-F238E27FC236}">
                <a16:creationId xmlns:a16="http://schemas.microsoft.com/office/drawing/2014/main" id="{516CB864-D15E-E4BD-F28E-F666E34F8207}"/>
              </a:ext>
            </a:extLst>
          </p:cNvPr>
          <p:cNvGrpSpPr/>
          <p:nvPr/>
        </p:nvGrpSpPr>
        <p:grpSpPr>
          <a:xfrm>
            <a:off x="6879497" y="2409630"/>
            <a:ext cx="2610106" cy="307777"/>
            <a:chOff x="6879497" y="3107891"/>
            <a:chExt cx="2610106" cy="307777"/>
          </a:xfrm>
        </p:grpSpPr>
        <p:sp>
          <p:nvSpPr>
            <p:cNvPr id="39" name="!! 单选框1">
              <a:extLst>
                <a:ext uri="{FF2B5EF4-FFF2-40B4-BE49-F238E27FC236}">
                  <a16:creationId xmlns:a16="http://schemas.microsoft.com/office/drawing/2014/main" id="{4D0476EB-4F14-D3EC-4957-FCDCAA730A91}"/>
                </a:ext>
              </a:extLst>
            </p:cNvPr>
            <p:cNvSpPr/>
            <p:nvPr/>
          </p:nvSpPr>
          <p:spPr>
            <a:xfrm>
              <a:off x="6879497" y="3167389"/>
              <a:ext cx="188782" cy="188782"/>
            </a:xfrm>
            <a:prstGeom prst="ellipse">
              <a:avLst/>
            </a:prstGeom>
            <a:solidFill>
              <a:schemeClr val="bg1">
                <a:lumMod val="9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!! 单选文本">
              <a:extLst>
                <a:ext uri="{FF2B5EF4-FFF2-40B4-BE49-F238E27FC236}">
                  <a16:creationId xmlns:a16="http://schemas.microsoft.com/office/drawing/2014/main" id="{DB32A528-75F1-E4DF-56C4-963BC2386855}"/>
                </a:ext>
              </a:extLst>
            </p:cNvPr>
            <p:cNvSpPr txBox="1"/>
            <p:nvPr/>
          </p:nvSpPr>
          <p:spPr>
            <a:xfrm>
              <a:off x="7081696" y="3107891"/>
              <a:ext cx="24079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仅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WLAN</a:t>
              </a: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下自动下载更新</a:t>
              </a:r>
            </a:p>
          </p:txBody>
        </p:sp>
      </p:grpSp>
      <p:grpSp>
        <p:nvGrpSpPr>
          <p:cNvPr id="47" name="!! 单选框 3">
            <a:extLst>
              <a:ext uri="{FF2B5EF4-FFF2-40B4-BE49-F238E27FC236}">
                <a16:creationId xmlns:a16="http://schemas.microsoft.com/office/drawing/2014/main" id="{53B172A9-7BBF-352E-6BB5-7AC32705F517}"/>
              </a:ext>
            </a:extLst>
          </p:cNvPr>
          <p:cNvGrpSpPr/>
          <p:nvPr/>
        </p:nvGrpSpPr>
        <p:grpSpPr>
          <a:xfrm>
            <a:off x="6879497" y="2797643"/>
            <a:ext cx="2610106" cy="307777"/>
            <a:chOff x="6879497" y="3889843"/>
            <a:chExt cx="2610106" cy="307777"/>
          </a:xfrm>
        </p:grpSpPr>
        <p:sp>
          <p:nvSpPr>
            <p:cNvPr id="42" name="!! 单选框1">
              <a:extLst>
                <a:ext uri="{FF2B5EF4-FFF2-40B4-BE49-F238E27FC236}">
                  <a16:creationId xmlns:a16="http://schemas.microsoft.com/office/drawing/2014/main" id="{4A9993B3-260F-91D4-CC7A-5A109AEBF0AD}"/>
                </a:ext>
              </a:extLst>
            </p:cNvPr>
            <p:cNvSpPr/>
            <p:nvPr/>
          </p:nvSpPr>
          <p:spPr>
            <a:xfrm>
              <a:off x="6879497" y="3949341"/>
              <a:ext cx="188782" cy="188782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!! 单选文本">
              <a:extLst>
                <a:ext uri="{FF2B5EF4-FFF2-40B4-BE49-F238E27FC236}">
                  <a16:creationId xmlns:a16="http://schemas.microsoft.com/office/drawing/2014/main" id="{F8A36AB4-45CD-5000-327C-F391D9D2E22B}"/>
                </a:ext>
              </a:extLst>
            </p:cNvPr>
            <p:cNvSpPr txBox="1"/>
            <p:nvPr/>
          </p:nvSpPr>
          <p:spPr>
            <a:xfrm>
              <a:off x="7081696" y="3889843"/>
              <a:ext cx="24079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手动检测更新</a:t>
              </a:r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430F86DD-83C4-582A-4AA4-C788C41B5514}"/>
                </a:ext>
              </a:extLst>
            </p:cNvPr>
            <p:cNvSpPr/>
            <p:nvPr/>
          </p:nvSpPr>
          <p:spPr>
            <a:xfrm>
              <a:off x="6918510" y="3985953"/>
              <a:ext cx="115555" cy="11555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!! 警告">
            <a:extLst>
              <a:ext uri="{FF2B5EF4-FFF2-40B4-BE49-F238E27FC236}">
                <a16:creationId xmlns:a16="http://schemas.microsoft.com/office/drawing/2014/main" id="{A9D71565-17D0-D29E-9CE8-D87D34FAEB8E}"/>
              </a:ext>
            </a:extLst>
          </p:cNvPr>
          <p:cNvGrpSpPr/>
          <p:nvPr/>
        </p:nvGrpSpPr>
        <p:grpSpPr>
          <a:xfrm>
            <a:off x="4325092" y="269366"/>
            <a:ext cx="3541817" cy="781669"/>
            <a:chOff x="6744289" y="1953066"/>
            <a:chExt cx="3541817" cy="781669"/>
          </a:xfrm>
        </p:grpSpPr>
        <p:sp>
          <p:nvSpPr>
            <p:cNvPr id="14" name="!! 背景">
              <a:extLst>
                <a:ext uri="{FF2B5EF4-FFF2-40B4-BE49-F238E27FC236}">
                  <a16:creationId xmlns:a16="http://schemas.microsoft.com/office/drawing/2014/main" id="{438B8296-21E5-D473-92CF-AF8B33ECCE3E}"/>
                </a:ext>
              </a:extLst>
            </p:cNvPr>
            <p:cNvSpPr/>
            <p:nvPr/>
          </p:nvSpPr>
          <p:spPr>
            <a:xfrm>
              <a:off x="6744289" y="1953066"/>
              <a:ext cx="3541817" cy="781669"/>
            </a:xfrm>
            <a:prstGeom prst="roundRect">
              <a:avLst>
                <a:gd name="adj" fmla="val 88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accent6"/>
              </a:solidFill>
            </a:ln>
            <a:effectLst>
              <a:outerShdw blurRad="127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5252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sp>
          <p:nvSpPr>
            <p:cNvPr id="15" name="!! 标题">
              <a:extLst>
                <a:ext uri="{FF2B5EF4-FFF2-40B4-BE49-F238E27FC236}">
                  <a16:creationId xmlns:a16="http://schemas.microsoft.com/office/drawing/2014/main" id="{711DCF63-541A-115C-24E1-0CA343D10DCA}"/>
                </a:ext>
              </a:extLst>
            </p:cNvPr>
            <p:cNvSpPr txBox="1"/>
            <p:nvPr/>
          </p:nvSpPr>
          <p:spPr>
            <a:xfrm>
              <a:off x="6879497" y="2081312"/>
              <a:ext cx="24265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系统内更新未就绪</a:t>
              </a:r>
            </a:p>
          </p:txBody>
        </p:sp>
        <p:sp>
          <p:nvSpPr>
            <p:cNvPr id="17" name="!! 副标题">
              <a:extLst>
                <a:ext uri="{FF2B5EF4-FFF2-40B4-BE49-F238E27FC236}">
                  <a16:creationId xmlns:a16="http://schemas.microsoft.com/office/drawing/2014/main" id="{A13ED7C5-DEE6-2F86-51E6-37D81BF83D8B}"/>
                </a:ext>
              </a:extLst>
            </p:cNvPr>
            <p:cNvSpPr txBox="1"/>
            <p:nvPr/>
          </p:nvSpPr>
          <p:spPr>
            <a:xfrm>
              <a:off x="6879497" y="2343837"/>
              <a:ext cx="32170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系统处于开发阶段，系统更新功能尚未开发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2859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64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4.375E-6 2.96296E-6 L 4.375E-6 -0.18449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236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3" presetClass="path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4.375E-6 0 L 0.12565 0 " pathEditMode="relative" rAng="0" ptsTypes="AA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76" y="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accel="20000" decel="8000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800"/>
                            </p:stCondLst>
                            <p:childTnLst>
                              <p:par>
                                <p:cTn id="30" presetID="2" presetClass="exit" presetSubtype="1" accel="20000" decel="8000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3"/>
            </a:gs>
            <a:gs pos="55000">
              <a:schemeClr val="accent4"/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64D00-3D08-652D-3218-8D1B9D85D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圆形1">
            <a:extLst>
              <a:ext uri="{FF2B5EF4-FFF2-40B4-BE49-F238E27FC236}">
                <a16:creationId xmlns:a16="http://schemas.microsoft.com/office/drawing/2014/main" id="{8E9268F8-3AA1-E789-592F-C2B61282DB77}"/>
              </a:ext>
            </a:extLst>
          </p:cNvPr>
          <p:cNvSpPr/>
          <p:nvPr/>
        </p:nvSpPr>
        <p:spPr>
          <a:xfrm>
            <a:off x="-11367851" y="-182880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圆形2">
            <a:extLst>
              <a:ext uri="{FF2B5EF4-FFF2-40B4-BE49-F238E27FC236}">
                <a16:creationId xmlns:a16="http://schemas.microsoft.com/office/drawing/2014/main" id="{009A22E3-FD92-E3D3-683B-E4EAED1371E5}"/>
              </a:ext>
            </a:extLst>
          </p:cNvPr>
          <p:cNvSpPr/>
          <p:nvPr/>
        </p:nvSpPr>
        <p:spPr>
          <a:xfrm>
            <a:off x="12852398" y="-2725411"/>
            <a:ext cx="11785600" cy="1178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" name="!! 圆形3">
            <a:extLst>
              <a:ext uri="{FF2B5EF4-FFF2-40B4-BE49-F238E27FC236}">
                <a16:creationId xmlns:a16="http://schemas.microsoft.com/office/drawing/2014/main" id="{3F00CECC-92FC-A04E-FFDF-6156D7EB08CE}"/>
              </a:ext>
            </a:extLst>
          </p:cNvPr>
          <p:cNvSpPr/>
          <p:nvPr/>
        </p:nvSpPr>
        <p:spPr>
          <a:xfrm>
            <a:off x="14579597" y="-736602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0" name="!! 背景板">
            <a:extLst>
              <a:ext uri="{FF2B5EF4-FFF2-40B4-BE49-F238E27FC236}">
                <a16:creationId xmlns:a16="http://schemas.microsoft.com/office/drawing/2014/main" id="{531AD010-207A-C2A4-B152-A0BCC3DF12B4}"/>
              </a:ext>
            </a:extLst>
          </p:cNvPr>
          <p:cNvSpPr/>
          <p:nvPr/>
        </p:nvSpPr>
        <p:spPr>
          <a:xfrm>
            <a:off x="6096000" y="644069"/>
            <a:ext cx="5088468" cy="5569862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22" name="!! 头像">
            <a:extLst>
              <a:ext uri="{FF2B5EF4-FFF2-40B4-BE49-F238E27FC236}">
                <a16:creationId xmlns:a16="http://schemas.microsoft.com/office/drawing/2014/main" id="{9AC24CDA-0249-F866-FFD0-C9F2DFF77E24}"/>
              </a:ext>
            </a:extLst>
          </p:cNvPr>
          <p:cNvSpPr/>
          <p:nvPr/>
        </p:nvSpPr>
        <p:spPr>
          <a:xfrm>
            <a:off x="1860261" y="2208998"/>
            <a:ext cx="2440006" cy="2440006"/>
          </a:xfrm>
          <a:prstGeom prst="donut">
            <a:avLst>
              <a:gd name="adj" fmla="val 5222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" name="!! 大标题">
            <a:extLst>
              <a:ext uri="{FF2B5EF4-FFF2-40B4-BE49-F238E27FC236}">
                <a16:creationId xmlns:a16="http://schemas.microsoft.com/office/drawing/2014/main" id="{44D951B9-F45B-7D95-4D72-603DB7361627}"/>
              </a:ext>
            </a:extLst>
          </p:cNvPr>
          <p:cNvGrpSpPr/>
          <p:nvPr/>
        </p:nvGrpSpPr>
        <p:grpSpPr>
          <a:xfrm>
            <a:off x="6744290" y="1287035"/>
            <a:ext cx="2048344" cy="461665"/>
            <a:chOff x="3079753" y="1375827"/>
            <a:chExt cx="726902" cy="461665"/>
          </a:xfrm>
        </p:grpSpPr>
        <p:sp>
          <p:nvSpPr>
            <p:cNvPr id="8" name="!! 标题符">
              <a:extLst>
                <a:ext uri="{FF2B5EF4-FFF2-40B4-BE49-F238E27FC236}">
                  <a16:creationId xmlns:a16="http://schemas.microsoft.com/office/drawing/2014/main" id="{51E99D4E-C223-036F-AB0A-D03BED3E6558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8" name="!! 标题">
              <a:extLst>
                <a:ext uri="{FF2B5EF4-FFF2-40B4-BE49-F238E27FC236}">
                  <a16:creationId xmlns:a16="http://schemas.microsoft.com/office/drawing/2014/main" id="{EB9C4264-152C-0A72-864C-0DD1EAA6D64C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设置卫星通话</a:t>
              </a:r>
            </a:p>
          </p:txBody>
        </p:sp>
      </p:grpSp>
      <p:grpSp>
        <p:nvGrpSpPr>
          <p:cNvPr id="23" name="!! load">
            <a:extLst>
              <a:ext uri="{FF2B5EF4-FFF2-40B4-BE49-F238E27FC236}">
                <a16:creationId xmlns:a16="http://schemas.microsoft.com/office/drawing/2014/main" id="{266151B0-3CA4-C1A0-45D0-336415C340EE}"/>
              </a:ext>
            </a:extLst>
          </p:cNvPr>
          <p:cNvGrpSpPr/>
          <p:nvPr/>
        </p:nvGrpSpPr>
        <p:grpSpPr>
          <a:xfrm>
            <a:off x="8517468" y="3325384"/>
            <a:ext cx="245532" cy="245532"/>
            <a:chOff x="7349534" y="4722202"/>
            <a:chExt cx="279398" cy="279398"/>
          </a:xfrm>
        </p:grpSpPr>
        <p:sp>
          <p:nvSpPr>
            <p:cNvPr id="24" name="弧形 23">
              <a:extLst>
                <a:ext uri="{FF2B5EF4-FFF2-40B4-BE49-F238E27FC236}">
                  <a16:creationId xmlns:a16="http://schemas.microsoft.com/office/drawing/2014/main" id="{8825301D-E75F-AE71-2A27-A4E066774E92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00000"/>
                <a:gd name="adj2" fmla="val 16194911"/>
              </a:avLst>
            </a:prstGeom>
            <a:noFill/>
            <a:ln w="38100">
              <a:solidFill>
                <a:schemeClr val="accent1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弧形 25">
              <a:extLst>
                <a:ext uri="{FF2B5EF4-FFF2-40B4-BE49-F238E27FC236}">
                  <a16:creationId xmlns:a16="http://schemas.microsoft.com/office/drawing/2014/main" id="{DF1B10C5-1FF1-F59B-BC54-A5A39510BA0C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50568"/>
                <a:gd name="adj2" fmla="val 321908"/>
              </a:avLst>
            </a:prstGeom>
            <a:noFill/>
            <a:ln w="38100" cap="rnd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9" name="!! 继续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367BCF6-9DE0-227D-29AE-CD42173E43A5}"/>
              </a:ext>
            </a:extLst>
          </p:cNvPr>
          <p:cNvSpPr/>
          <p:nvPr/>
        </p:nvSpPr>
        <p:spPr>
          <a:xfrm>
            <a:off x="7447447" y="5441053"/>
            <a:ext cx="2453305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下一步</a:t>
            </a:r>
          </a:p>
        </p:txBody>
      </p:sp>
      <p:sp>
        <p:nvSpPr>
          <p:cNvPr id="34" name="!! 检测">
            <a:extLst>
              <a:ext uri="{FF2B5EF4-FFF2-40B4-BE49-F238E27FC236}">
                <a16:creationId xmlns:a16="http://schemas.microsoft.com/office/drawing/2014/main" id="{434F3887-B31F-BA1E-4209-1FF49E8ED61D}"/>
              </a:ext>
            </a:extLst>
          </p:cNvPr>
          <p:cNvSpPr txBox="1"/>
          <p:nvPr/>
        </p:nvSpPr>
        <p:spPr>
          <a:xfrm>
            <a:off x="7439666" y="3650073"/>
            <a:ext cx="2407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正在检测设备</a:t>
            </a:r>
          </a:p>
        </p:txBody>
      </p:sp>
    </p:spTree>
    <p:extLst>
      <p:ext uri="{BB962C8B-B14F-4D97-AF65-F5344CB8AC3E}">
        <p14:creationId xmlns:p14="http://schemas.microsoft.com/office/powerpoint/2010/main" val="3056215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3000">
        <p159:morph option="byObject"/>
      </p:transition>
    </mc:Choice>
    <mc:Fallback xmlns="">
      <p:transition spd="med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3"/>
            </a:gs>
            <a:gs pos="55000">
              <a:schemeClr val="accent4"/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201BAE-6BA7-EBE2-A5A2-AC11F0ED6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圆形1">
            <a:extLst>
              <a:ext uri="{FF2B5EF4-FFF2-40B4-BE49-F238E27FC236}">
                <a16:creationId xmlns:a16="http://schemas.microsoft.com/office/drawing/2014/main" id="{5D1E70AE-E094-25E5-CD62-6F3F3B44CEC9}"/>
              </a:ext>
            </a:extLst>
          </p:cNvPr>
          <p:cNvSpPr/>
          <p:nvPr/>
        </p:nvSpPr>
        <p:spPr>
          <a:xfrm>
            <a:off x="-11367851" y="-182880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圆形2">
            <a:extLst>
              <a:ext uri="{FF2B5EF4-FFF2-40B4-BE49-F238E27FC236}">
                <a16:creationId xmlns:a16="http://schemas.microsoft.com/office/drawing/2014/main" id="{D32C60D8-63B4-8842-647D-07DE47A3C555}"/>
              </a:ext>
            </a:extLst>
          </p:cNvPr>
          <p:cNvSpPr/>
          <p:nvPr/>
        </p:nvSpPr>
        <p:spPr>
          <a:xfrm>
            <a:off x="12852398" y="-2725411"/>
            <a:ext cx="11785600" cy="1178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" name="!! 圆形3">
            <a:extLst>
              <a:ext uri="{FF2B5EF4-FFF2-40B4-BE49-F238E27FC236}">
                <a16:creationId xmlns:a16="http://schemas.microsoft.com/office/drawing/2014/main" id="{906A7D8A-7EA3-DBD6-D5B3-FEAD8E79D7C9}"/>
              </a:ext>
            </a:extLst>
          </p:cNvPr>
          <p:cNvSpPr/>
          <p:nvPr/>
        </p:nvSpPr>
        <p:spPr>
          <a:xfrm>
            <a:off x="14579597" y="-736602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0" name="!! 背景板">
            <a:extLst>
              <a:ext uri="{FF2B5EF4-FFF2-40B4-BE49-F238E27FC236}">
                <a16:creationId xmlns:a16="http://schemas.microsoft.com/office/drawing/2014/main" id="{A40C3E3B-FFCE-40BC-53B8-B9E199DDF921}"/>
              </a:ext>
            </a:extLst>
          </p:cNvPr>
          <p:cNvSpPr/>
          <p:nvPr/>
        </p:nvSpPr>
        <p:spPr>
          <a:xfrm>
            <a:off x="6096000" y="644069"/>
            <a:ext cx="5088468" cy="5569862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11" name="!! 大标题">
            <a:extLst>
              <a:ext uri="{FF2B5EF4-FFF2-40B4-BE49-F238E27FC236}">
                <a16:creationId xmlns:a16="http://schemas.microsoft.com/office/drawing/2014/main" id="{BFECC3A6-43D0-99DC-0B44-4F1078078D25}"/>
              </a:ext>
            </a:extLst>
          </p:cNvPr>
          <p:cNvGrpSpPr/>
          <p:nvPr/>
        </p:nvGrpSpPr>
        <p:grpSpPr>
          <a:xfrm>
            <a:off x="6744290" y="1287035"/>
            <a:ext cx="2048344" cy="461665"/>
            <a:chOff x="3079753" y="1375827"/>
            <a:chExt cx="726902" cy="461665"/>
          </a:xfrm>
        </p:grpSpPr>
        <p:sp>
          <p:nvSpPr>
            <p:cNvPr id="12" name="!! 标题符">
              <a:extLst>
                <a:ext uri="{FF2B5EF4-FFF2-40B4-BE49-F238E27FC236}">
                  <a16:creationId xmlns:a16="http://schemas.microsoft.com/office/drawing/2014/main" id="{5B33739B-CAE5-88D8-F72A-43200C796123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3" name="!! 标题">
              <a:extLst>
                <a:ext uri="{FF2B5EF4-FFF2-40B4-BE49-F238E27FC236}">
                  <a16:creationId xmlns:a16="http://schemas.microsoft.com/office/drawing/2014/main" id="{785C3F6A-4247-8338-0E71-95D5363CB888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设置卫星通话</a:t>
              </a:r>
            </a:p>
          </p:txBody>
        </p:sp>
      </p:grpSp>
      <p:sp>
        <p:nvSpPr>
          <p:cNvPr id="16" name="!! 继续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478F592-F349-3C58-C99C-073EFC59D3BA}"/>
              </a:ext>
            </a:extLst>
          </p:cNvPr>
          <p:cNvSpPr/>
          <p:nvPr/>
        </p:nvSpPr>
        <p:spPr>
          <a:xfrm>
            <a:off x="7447447" y="5441053"/>
            <a:ext cx="2453305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下一步</a:t>
            </a:r>
          </a:p>
        </p:txBody>
      </p:sp>
      <p:grpSp>
        <p:nvGrpSpPr>
          <p:cNvPr id="37" name="!! 单选框1">
            <a:extLst>
              <a:ext uri="{FF2B5EF4-FFF2-40B4-BE49-F238E27FC236}">
                <a16:creationId xmlns:a16="http://schemas.microsoft.com/office/drawing/2014/main" id="{8C9C654B-606B-0789-E5B9-4A657DBACAA0}"/>
              </a:ext>
            </a:extLst>
          </p:cNvPr>
          <p:cNvGrpSpPr/>
          <p:nvPr/>
        </p:nvGrpSpPr>
        <p:grpSpPr>
          <a:xfrm>
            <a:off x="6879497" y="2388223"/>
            <a:ext cx="2610106" cy="307777"/>
            <a:chOff x="6879497" y="3107891"/>
            <a:chExt cx="2610106" cy="307777"/>
          </a:xfrm>
        </p:grpSpPr>
        <p:sp>
          <p:nvSpPr>
            <p:cNvPr id="25" name="!! 单选框1">
              <a:extLst>
                <a:ext uri="{FF2B5EF4-FFF2-40B4-BE49-F238E27FC236}">
                  <a16:creationId xmlns:a16="http://schemas.microsoft.com/office/drawing/2014/main" id="{A264E58A-C2A3-42F8-4EA5-8BF2D8A95130}"/>
                </a:ext>
              </a:extLst>
            </p:cNvPr>
            <p:cNvSpPr/>
            <p:nvPr/>
          </p:nvSpPr>
          <p:spPr>
            <a:xfrm>
              <a:off x="6879497" y="3167389"/>
              <a:ext cx="188782" cy="188782"/>
            </a:xfrm>
            <a:prstGeom prst="ellipse">
              <a:avLst/>
            </a:prstGeom>
            <a:solidFill>
              <a:schemeClr val="bg1">
                <a:lumMod val="9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30" name="!! 单选文本">
              <a:extLst>
                <a:ext uri="{FF2B5EF4-FFF2-40B4-BE49-F238E27FC236}">
                  <a16:creationId xmlns:a16="http://schemas.microsoft.com/office/drawing/2014/main" id="{07792955-A882-2DC2-18DE-3824488D2121}"/>
                </a:ext>
              </a:extLst>
            </p:cNvPr>
            <p:cNvSpPr txBox="1"/>
            <p:nvPr/>
          </p:nvSpPr>
          <p:spPr>
            <a:xfrm>
              <a:off x="7081696" y="3107891"/>
              <a:ext cx="24079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在信号不良时自动启用</a:t>
              </a:r>
            </a:p>
          </p:txBody>
        </p:sp>
      </p:grpSp>
      <p:grpSp>
        <p:nvGrpSpPr>
          <p:cNvPr id="47" name="!! 单选框 3">
            <a:extLst>
              <a:ext uri="{FF2B5EF4-FFF2-40B4-BE49-F238E27FC236}">
                <a16:creationId xmlns:a16="http://schemas.microsoft.com/office/drawing/2014/main" id="{A9677F22-D130-ED66-73BB-230D56162B9F}"/>
              </a:ext>
            </a:extLst>
          </p:cNvPr>
          <p:cNvGrpSpPr/>
          <p:nvPr/>
        </p:nvGrpSpPr>
        <p:grpSpPr>
          <a:xfrm>
            <a:off x="6879497" y="2763774"/>
            <a:ext cx="2610106" cy="307777"/>
            <a:chOff x="6879497" y="3889843"/>
            <a:chExt cx="2610106" cy="307777"/>
          </a:xfrm>
        </p:grpSpPr>
        <p:sp>
          <p:nvSpPr>
            <p:cNvPr id="42" name="!! 单选框1">
              <a:extLst>
                <a:ext uri="{FF2B5EF4-FFF2-40B4-BE49-F238E27FC236}">
                  <a16:creationId xmlns:a16="http://schemas.microsoft.com/office/drawing/2014/main" id="{5940083E-1ABB-BE43-98C6-8068BEBE2BD7}"/>
                </a:ext>
              </a:extLst>
            </p:cNvPr>
            <p:cNvSpPr/>
            <p:nvPr/>
          </p:nvSpPr>
          <p:spPr>
            <a:xfrm>
              <a:off x="6879497" y="3949341"/>
              <a:ext cx="188782" cy="188782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43" name="!! 单选文本">
              <a:extLst>
                <a:ext uri="{FF2B5EF4-FFF2-40B4-BE49-F238E27FC236}">
                  <a16:creationId xmlns:a16="http://schemas.microsoft.com/office/drawing/2014/main" id="{BF093C7A-43CF-F897-A244-574A25D8866C}"/>
                </a:ext>
              </a:extLst>
            </p:cNvPr>
            <p:cNvSpPr txBox="1"/>
            <p:nvPr/>
          </p:nvSpPr>
          <p:spPr>
            <a:xfrm>
              <a:off x="7081696" y="3889843"/>
              <a:ext cx="24079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在</a:t>
              </a:r>
              <a:r>
                <a:rPr lang="en-US" altLang="zh-CN" sz="1400" dirty="0">
                  <a:solidFill>
                    <a:srgbClr val="181818"/>
                  </a:solidFill>
                  <a:latin typeface="vivo Sans"/>
                  <a:ea typeface="vivo Sans"/>
                </a:rPr>
                <a:t>“</a:t>
              </a:r>
              <a:r>
                <a:rPr lang="zh-CN" altLang="en-US" sz="1400" dirty="0">
                  <a:solidFill>
                    <a:srgbClr val="181818"/>
                  </a:solidFill>
                  <a:latin typeface="vivo Sans"/>
                  <a:ea typeface="vivo Sans"/>
                </a:rPr>
                <a:t>设置</a:t>
              </a:r>
              <a:r>
                <a:rPr lang="en-US" altLang="zh-CN" sz="1400" dirty="0">
                  <a:solidFill>
                    <a:srgbClr val="181818"/>
                  </a:solidFill>
                  <a:latin typeface="vivo Sans"/>
                  <a:ea typeface="vivo Sans"/>
                </a:rPr>
                <a:t>”</a:t>
              </a:r>
              <a:r>
                <a:rPr lang="zh-CN" altLang="en-US" sz="1400" dirty="0">
                  <a:solidFill>
                    <a:srgbClr val="181818"/>
                  </a:solidFill>
                  <a:latin typeface="vivo Sans"/>
                  <a:ea typeface="vivo Sans"/>
                </a:rPr>
                <a:t>中手动启用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F6963B9D-2FE3-3B11-925B-BC36493E193E}"/>
                </a:ext>
              </a:extLst>
            </p:cNvPr>
            <p:cNvSpPr/>
            <p:nvPr/>
          </p:nvSpPr>
          <p:spPr>
            <a:xfrm>
              <a:off x="6918510" y="3985953"/>
              <a:ext cx="115555" cy="11555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  <p:sp>
        <p:nvSpPr>
          <p:cNvPr id="3" name="!! 头像">
            <a:extLst>
              <a:ext uri="{FF2B5EF4-FFF2-40B4-BE49-F238E27FC236}">
                <a16:creationId xmlns:a16="http://schemas.microsoft.com/office/drawing/2014/main" id="{8A2C24C0-87D6-5423-FEA2-D32485DC8FE2}"/>
              </a:ext>
            </a:extLst>
          </p:cNvPr>
          <p:cNvSpPr/>
          <p:nvPr/>
        </p:nvSpPr>
        <p:spPr>
          <a:xfrm>
            <a:off x="1860261" y="2208998"/>
            <a:ext cx="2440006" cy="2440006"/>
          </a:xfrm>
          <a:prstGeom prst="donut">
            <a:avLst>
              <a:gd name="adj" fmla="val 5222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5" name="!! 图标2-2">
            <a:extLst>
              <a:ext uri="{FF2B5EF4-FFF2-40B4-BE49-F238E27FC236}">
                <a16:creationId xmlns:a16="http://schemas.microsoft.com/office/drawing/2014/main" id="{2F94D1BD-4853-C4CE-3C21-DCCBBED800FE}"/>
              </a:ext>
            </a:extLst>
          </p:cNvPr>
          <p:cNvGrpSpPr/>
          <p:nvPr/>
        </p:nvGrpSpPr>
        <p:grpSpPr>
          <a:xfrm rot="10800000">
            <a:off x="1859376" y="2208998"/>
            <a:ext cx="2440891" cy="2440006"/>
            <a:chOff x="1859376" y="2208998"/>
            <a:chExt cx="2440891" cy="2440006"/>
          </a:xfrm>
        </p:grpSpPr>
        <p:sp>
          <p:nvSpPr>
            <p:cNvPr id="26" name="!! 方位">
              <a:extLst>
                <a:ext uri="{FF2B5EF4-FFF2-40B4-BE49-F238E27FC236}">
                  <a16:creationId xmlns:a16="http://schemas.microsoft.com/office/drawing/2014/main" id="{3B446211-32DD-D53E-6BD2-913A4F155BFC}"/>
                </a:ext>
              </a:extLst>
            </p:cNvPr>
            <p:cNvSpPr/>
            <p:nvPr/>
          </p:nvSpPr>
          <p:spPr>
            <a:xfrm>
              <a:off x="1860261" y="2208998"/>
              <a:ext cx="2440006" cy="2440006"/>
            </a:xfrm>
            <a:prstGeom prst="pie">
              <a:avLst>
                <a:gd name="adj1" fmla="val 13406464"/>
                <a:gd name="adj2" fmla="val 19108174"/>
              </a:avLst>
            </a:prstGeom>
            <a:solidFill>
              <a:schemeClr val="tx2">
                <a:lumMod val="50000"/>
                <a:lumOff val="5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!! 头像">
              <a:extLst>
                <a:ext uri="{FF2B5EF4-FFF2-40B4-BE49-F238E27FC236}">
                  <a16:creationId xmlns:a16="http://schemas.microsoft.com/office/drawing/2014/main" id="{1FD84719-8C0F-73A7-CD8F-215E53F904B6}"/>
                </a:ext>
              </a:extLst>
            </p:cNvPr>
            <p:cNvSpPr/>
            <p:nvPr/>
          </p:nvSpPr>
          <p:spPr>
            <a:xfrm>
              <a:off x="1859376" y="2208998"/>
              <a:ext cx="2440006" cy="2440006"/>
            </a:xfrm>
            <a:prstGeom prst="donut">
              <a:avLst>
                <a:gd name="adj" fmla="val 522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!! 图标2-1">
            <a:extLst>
              <a:ext uri="{FF2B5EF4-FFF2-40B4-BE49-F238E27FC236}">
                <a16:creationId xmlns:a16="http://schemas.microsoft.com/office/drawing/2014/main" id="{16AEFD88-6B35-DCB1-0C49-315E8205F29F}"/>
              </a:ext>
            </a:extLst>
          </p:cNvPr>
          <p:cNvSpPr/>
          <p:nvPr/>
        </p:nvSpPr>
        <p:spPr>
          <a:xfrm>
            <a:off x="2922027" y="3270762"/>
            <a:ext cx="316474" cy="316474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!! 副标题">
            <a:extLst>
              <a:ext uri="{FF2B5EF4-FFF2-40B4-BE49-F238E27FC236}">
                <a16:creationId xmlns:a16="http://schemas.microsoft.com/office/drawing/2014/main" id="{8C8DA68B-BD41-BC2B-D914-0D382E0F4962}"/>
              </a:ext>
            </a:extLst>
          </p:cNvPr>
          <p:cNvSpPr txBox="1"/>
          <p:nvPr/>
        </p:nvSpPr>
        <p:spPr>
          <a:xfrm>
            <a:off x="6749660" y="1863659"/>
            <a:ext cx="2407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设备支持卫星连接</a:t>
            </a:r>
          </a:p>
        </p:txBody>
      </p:sp>
      <p:pic>
        <p:nvPicPr>
          <p:cNvPr id="51" name="!! check">
            <a:extLst>
              <a:ext uri="{FF2B5EF4-FFF2-40B4-BE49-F238E27FC236}">
                <a16:creationId xmlns:a16="http://schemas.microsoft.com/office/drawing/2014/main" id="{02DBAD77-28CB-8321-D658-83829BA09B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17570" y="1938532"/>
            <a:ext cx="216514" cy="21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7775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mph" presetSubtype="0" decel="44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12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3"/>
            </a:gs>
            <a:gs pos="55000">
              <a:schemeClr val="accent4"/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AA30CB-3B36-3923-7556-8E4297225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圆形1">
            <a:extLst>
              <a:ext uri="{FF2B5EF4-FFF2-40B4-BE49-F238E27FC236}">
                <a16:creationId xmlns:a16="http://schemas.microsoft.com/office/drawing/2014/main" id="{7915F12A-A24E-C4F3-B91F-D04F41B97D7D}"/>
              </a:ext>
            </a:extLst>
          </p:cNvPr>
          <p:cNvSpPr/>
          <p:nvPr/>
        </p:nvSpPr>
        <p:spPr>
          <a:xfrm>
            <a:off x="-11367851" y="-182880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圆形2">
            <a:extLst>
              <a:ext uri="{FF2B5EF4-FFF2-40B4-BE49-F238E27FC236}">
                <a16:creationId xmlns:a16="http://schemas.microsoft.com/office/drawing/2014/main" id="{3F024B5A-E404-4115-0B45-0814D1A88D1B}"/>
              </a:ext>
            </a:extLst>
          </p:cNvPr>
          <p:cNvSpPr/>
          <p:nvPr/>
        </p:nvSpPr>
        <p:spPr>
          <a:xfrm>
            <a:off x="12852398" y="-2725411"/>
            <a:ext cx="11785600" cy="1178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" name="!! 圆形3">
            <a:extLst>
              <a:ext uri="{FF2B5EF4-FFF2-40B4-BE49-F238E27FC236}">
                <a16:creationId xmlns:a16="http://schemas.microsoft.com/office/drawing/2014/main" id="{C371C9C3-AA23-3794-EA15-00A2602519CA}"/>
              </a:ext>
            </a:extLst>
          </p:cNvPr>
          <p:cNvSpPr/>
          <p:nvPr/>
        </p:nvSpPr>
        <p:spPr>
          <a:xfrm>
            <a:off x="14579597" y="-736602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0" name="!! 背景板">
            <a:extLst>
              <a:ext uri="{FF2B5EF4-FFF2-40B4-BE49-F238E27FC236}">
                <a16:creationId xmlns:a16="http://schemas.microsoft.com/office/drawing/2014/main" id="{13077E81-A74A-026F-FADC-43845683CCBD}"/>
              </a:ext>
            </a:extLst>
          </p:cNvPr>
          <p:cNvSpPr/>
          <p:nvPr/>
        </p:nvSpPr>
        <p:spPr>
          <a:xfrm>
            <a:off x="6096000" y="644069"/>
            <a:ext cx="5088468" cy="5569862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11" name="!! 大标题">
            <a:extLst>
              <a:ext uri="{FF2B5EF4-FFF2-40B4-BE49-F238E27FC236}">
                <a16:creationId xmlns:a16="http://schemas.microsoft.com/office/drawing/2014/main" id="{0BEB6B35-8DF7-6D39-7DCD-CAFD14D91FCC}"/>
              </a:ext>
            </a:extLst>
          </p:cNvPr>
          <p:cNvGrpSpPr/>
          <p:nvPr/>
        </p:nvGrpSpPr>
        <p:grpSpPr>
          <a:xfrm>
            <a:off x="6744290" y="1287035"/>
            <a:ext cx="1442977" cy="461665"/>
            <a:chOff x="3079753" y="1375827"/>
            <a:chExt cx="726902" cy="461665"/>
          </a:xfrm>
        </p:grpSpPr>
        <p:sp>
          <p:nvSpPr>
            <p:cNvPr id="12" name="!! 标题符">
              <a:extLst>
                <a:ext uri="{FF2B5EF4-FFF2-40B4-BE49-F238E27FC236}">
                  <a16:creationId xmlns:a16="http://schemas.microsoft.com/office/drawing/2014/main" id="{0D5E6849-7D2A-0F1B-2554-3D473A31EE38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3" name="!! 标题">
              <a:extLst>
                <a:ext uri="{FF2B5EF4-FFF2-40B4-BE49-F238E27FC236}">
                  <a16:creationId xmlns:a16="http://schemas.microsoft.com/office/drawing/2014/main" id="{FDFFB3F4-1BA5-09E9-8FFB-2C42CAB3CA5D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准备就绪</a:t>
              </a:r>
            </a:p>
          </p:txBody>
        </p:sp>
      </p:grpSp>
      <p:sp>
        <p:nvSpPr>
          <p:cNvPr id="3" name="!! 头像">
            <a:extLst>
              <a:ext uri="{FF2B5EF4-FFF2-40B4-BE49-F238E27FC236}">
                <a16:creationId xmlns:a16="http://schemas.microsoft.com/office/drawing/2014/main" id="{48FF9F6D-8100-3C36-5263-9B0974ADB67D}"/>
              </a:ext>
            </a:extLst>
          </p:cNvPr>
          <p:cNvSpPr/>
          <p:nvPr/>
        </p:nvSpPr>
        <p:spPr>
          <a:xfrm>
            <a:off x="1860261" y="2208998"/>
            <a:ext cx="2440006" cy="2440006"/>
          </a:xfrm>
          <a:prstGeom prst="donut">
            <a:avLst>
              <a:gd name="adj" fmla="val 5222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5" name="!! 图标3">
            <a:extLst>
              <a:ext uri="{FF2B5EF4-FFF2-40B4-BE49-F238E27FC236}">
                <a16:creationId xmlns:a16="http://schemas.microsoft.com/office/drawing/2014/main" id="{41630C84-1EFE-E55F-166A-F78C5967901C}"/>
              </a:ext>
            </a:extLst>
          </p:cNvPr>
          <p:cNvSpPr/>
          <p:nvPr/>
        </p:nvSpPr>
        <p:spPr>
          <a:xfrm>
            <a:off x="2599181" y="3044349"/>
            <a:ext cx="962166" cy="769300"/>
          </a:xfrm>
          <a:custGeom>
            <a:avLst/>
            <a:gdLst>
              <a:gd name="connsiteX0" fmla="*/ 92658 w 109952"/>
              <a:gd name="connsiteY0" fmla="*/ 2941 h 87911"/>
              <a:gd name="connsiteX1" fmla="*/ 92388 w 109952"/>
              <a:gd name="connsiteY1" fmla="*/ 3239 h 87911"/>
              <a:gd name="connsiteX2" fmla="*/ 45391 w 109952"/>
              <a:gd name="connsiteY2" fmla="*/ 63119 h 87911"/>
              <a:gd name="connsiteX3" fmla="*/ 17068 w 109952"/>
              <a:gd name="connsiteY3" fmla="*/ 34782 h 87911"/>
              <a:gd name="connsiteX4" fmla="*/ 2724 w 109952"/>
              <a:gd name="connsiteY4" fmla="*/ 35289 h 87911"/>
              <a:gd name="connsiteX5" fmla="*/ 2724 w 109952"/>
              <a:gd name="connsiteY5" fmla="*/ 49126 h 87911"/>
              <a:gd name="connsiteX6" fmla="*/ 38530 w 109952"/>
              <a:gd name="connsiteY6" fmla="*/ 84946 h 87911"/>
              <a:gd name="connsiteX7" fmla="*/ 52883 w 109952"/>
              <a:gd name="connsiteY7" fmla="*/ 84932 h 87911"/>
              <a:gd name="connsiteX8" fmla="*/ 53131 w 109952"/>
              <a:gd name="connsiteY8" fmla="*/ 84675 h 87911"/>
              <a:gd name="connsiteX9" fmla="*/ 107151 w 109952"/>
              <a:gd name="connsiteY9" fmla="*/ 17150 h 87911"/>
              <a:gd name="connsiteX10" fmla="*/ 106805 w 109952"/>
              <a:gd name="connsiteY10" fmla="*/ 2801 h 87911"/>
              <a:gd name="connsiteX11" fmla="*/ 92658 w 109952"/>
              <a:gd name="connsiteY11" fmla="*/ 2941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9952" h="87911">
                <a:moveTo>
                  <a:pt x="92658" y="2941"/>
                </a:moveTo>
                <a:cubicBezTo>
                  <a:pt x="92562" y="3035"/>
                  <a:pt x="92472" y="3134"/>
                  <a:pt x="92388" y="3239"/>
                </a:cubicBezTo>
                <a:lnTo>
                  <a:pt x="45391" y="63119"/>
                </a:lnTo>
                <a:lnTo>
                  <a:pt x="17068" y="34782"/>
                </a:lnTo>
                <a:cubicBezTo>
                  <a:pt x="12967" y="30961"/>
                  <a:pt x="6545" y="31188"/>
                  <a:pt x="2724" y="35289"/>
                </a:cubicBezTo>
                <a:cubicBezTo>
                  <a:pt x="-908" y="39186"/>
                  <a:pt x="-908" y="45229"/>
                  <a:pt x="2724" y="49126"/>
                </a:cubicBezTo>
                <a:lnTo>
                  <a:pt x="38530" y="84946"/>
                </a:lnTo>
                <a:cubicBezTo>
                  <a:pt x="42497" y="88905"/>
                  <a:pt x="48923" y="88900"/>
                  <a:pt x="52883" y="84932"/>
                </a:cubicBezTo>
                <a:cubicBezTo>
                  <a:pt x="52967" y="84848"/>
                  <a:pt x="53050" y="84763"/>
                  <a:pt x="53131" y="84675"/>
                </a:cubicBezTo>
                <a:lnTo>
                  <a:pt x="107151" y="17150"/>
                </a:lnTo>
                <a:cubicBezTo>
                  <a:pt x="111017" y="13092"/>
                  <a:pt x="110862" y="6668"/>
                  <a:pt x="106805" y="2801"/>
                </a:cubicBezTo>
                <a:cubicBezTo>
                  <a:pt x="102828" y="-987"/>
                  <a:pt x="96560" y="-925"/>
                  <a:pt x="92658" y="2941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 w="1309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" name="!! 副标题">
            <a:extLst>
              <a:ext uri="{FF2B5EF4-FFF2-40B4-BE49-F238E27FC236}">
                <a16:creationId xmlns:a16="http://schemas.microsoft.com/office/drawing/2014/main" id="{EF95F44E-032F-4143-B087-3F151BAA05B9}"/>
              </a:ext>
            </a:extLst>
          </p:cNvPr>
          <p:cNvSpPr txBox="1"/>
          <p:nvPr/>
        </p:nvSpPr>
        <p:spPr>
          <a:xfrm>
            <a:off x="6749660" y="1863659"/>
            <a:ext cx="3664340" cy="1334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dirty="0"/>
              <a:t>Leaf OS 5 Preview </a:t>
            </a:r>
            <a:r>
              <a:rPr lang="zh-CN" altLang="en-US" dirty="0"/>
              <a:t>为预览版本，系统尚未完全开发，多数功能存在缺失，</a:t>
            </a:r>
            <a:r>
              <a:rPr lang="en-US" altLang="zh-CN" dirty="0"/>
              <a:t>UI</a:t>
            </a:r>
            <a:r>
              <a:rPr lang="zh-CN" altLang="en-US" dirty="0"/>
              <a:t>与动画可能存有瑕疵，请等待</a:t>
            </a:r>
            <a:r>
              <a:rPr lang="en-US" altLang="zh-CN" dirty="0"/>
              <a:t>Beta</a:t>
            </a:r>
            <a:r>
              <a:rPr lang="zh-CN" altLang="en-US" dirty="0"/>
              <a:t>版本。</a:t>
            </a:r>
          </a:p>
        </p:txBody>
      </p:sp>
      <p:sp>
        <p:nvSpPr>
          <p:cNvPr id="18" name="!! 继续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1DD711D-D1C8-A51A-D252-0DF3150E3E15}"/>
              </a:ext>
            </a:extLst>
          </p:cNvPr>
          <p:cNvSpPr/>
          <p:nvPr/>
        </p:nvSpPr>
        <p:spPr>
          <a:xfrm>
            <a:off x="7447447" y="5441053"/>
            <a:ext cx="2453305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进入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Leaf OS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0823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D973ED-4B7E-4406-2228-A1921FABF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圆形1">
            <a:extLst>
              <a:ext uri="{FF2B5EF4-FFF2-40B4-BE49-F238E27FC236}">
                <a16:creationId xmlns:a16="http://schemas.microsoft.com/office/drawing/2014/main" id="{A6D3EE9C-C18F-39BE-9F1B-71A0EE30B173}"/>
              </a:ext>
            </a:extLst>
          </p:cNvPr>
          <p:cNvSpPr/>
          <p:nvPr/>
        </p:nvSpPr>
        <p:spPr>
          <a:xfrm>
            <a:off x="-11367851" y="-182880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圆形2">
            <a:extLst>
              <a:ext uri="{FF2B5EF4-FFF2-40B4-BE49-F238E27FC236}">
                <a16:creationId xmlns:a16="http://schemas.microsoft.com/office/drawing/2014/main" id="{0265506D-53A4-CA9D-A242-D5E8278B1777}"/>
              </a:ext>
            </a:extLst>
          </p:cNvPr>
          <p:cNvSpPr/>
          <p:nvPr/>
        </p:nvSpPr>
        <p:spPr>
          <a:xfrm>
            <a:off x="12852398" y="-2725411"/>
            <a:ext cx="11785600" cy="1178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" name="!! 圆形3">
            <a:extLst>
              <a:ext uri="{FF2B5EF4-FFF2-40B4-BE49-F238E27FC236}">
                <a16:creationId xmlns:a16="http://schemas.microsoft.com/office/drawing/2014/main" id="{056E1A1F-B321-28B8-1A4E-93D44795F584}"/>
              </a:ext>
            </a:extLst>
          </p:cNvPr>
          <p:cNvSpPr/>
          <p:nvPr/>
        </p:nvSpPr>
        <p:spPr>
          <a:xfrm>
            <a:off x="14579597" y="-736602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0" name="!! 背景板">
            <a:extLst>
              <a:ext uri="{FF2B5EF4-FFF2-40B4-BE49-F238E27FC236}">
                <a16:creationId xmlns:a16="http://schemas.microsoft.com/office/drawing/2014/main" id="{B10FA67B-91B4-93C5-FEDC-912721CD216D}"/>
              </a:ext>
            </a:extLst>
          </p:cNvPr>
          <p:cNvSpPr/>
          <p:nvPr/>
        </p:nvSpPr>
        <p:spPr>
          <a:xfrm>
            <a:off x="12660450" y="644069"/>
            <a:ext cx="5088468" cy="5569862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11" name="!! 大标题">
            <a:extLst>
              <a:ext uri="{FF2B5EF4-FFF2-40B4-BE49-F238E27FC236}">
                <a16:creationId xmlns:a16="http://schemas.microsoft.com/office/drawing/2014/main" id="{2806E245-73E6-3AC6-1D93-17D9DCE2EC37}"/>
              </a:ext>
            </a:extLst>
          </p:cNvPr>
          <p:cNvGrpSpPr/>
          <p:nvPr/>
        </p:nvGrpSpPr>
        <p:grpSpPr>
          <a:xfrm>
            <a:off x="13308740" y="1287035"/>
            <a:ext cx="1442977" cy="461665"/>
            <a:chOff x="3079753" y="1375827"/>
            <a:chExt cx="726902" cy="461665"/>
          </a:xfrm>
        </p:grpSpPr>
        <p:sp>
          <p:nvSpPr>
            <p:cNvPr id="12" name="!! 标题符">
              <a:extLst>
                <a:ext uri="{FF2B5EF4-FFF2-40B4-BE49-F238E27FC236}">
                  <a16:creationId xmlns:a16="http://schemas.microsoft.com/office/drawing/2014/main" id="{1DCE463D-035E-D039-620A-3FCF0697EEA4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3" name="!! 标题">
              <a:extLst>
                <a:ext uri="{FF2B5EF4-FFF2-40B4-BE49-F238E27FC236}">
                  <a16:creationId xmlns:a16="http://schemas.microsoft.com/office/drawing/2014/main" id="{D0B26FA8-A701-AFA0-0478-9AE415D0F74D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准备就绪</a:t>
              </a:r>
            </a:p>
          </p:txBody>
        </p:sp>
      </p:grpSp>
      <p:sp>
        <p:nvSpPr>
          <p:cNvPr id="3" name="!! 头像">
            <a:extLst>
              <a:ext uri="{FF2B5EF4-FFF2-40B4-BE49-F238E27FC236}">
                <a16:creationId xmlns:a16="http://schemas.microsoft.com/office/drawing/2014/main" id="{242AC42F-47B3-F9D0-C1C4-3DB655614F04}"/>
              </a:ext>
            </a:extLst>
          </p:cNvPr>
          <p:cNvSpPr/>
          <p:nvPr/>
        </p:nvSpPr>
        <p:spPr>
          <a:xfrm>
            <a:off x="-2538496" y="2208998"/>
            <a:ext cx="2440006" cy="2440006"/>
          </a:xfrm>
          <a:prstGeom prst="donut">
            <a:avLst>
              <a:gd name="adj" fmla="val 5222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5" name="!! 图标3">
            <a:extLst>
              <a:ext uri="{FF2B5EF4-FFF2-40B4-BE49-F238E27FC236}">
                <a16:creationId xmlns:a16="http://schemas.microsoft.com/office/drawing/2014/main" id="{418C6097-7AD1-1F28-3EAA-B3E927916B10}"/>
              </a:ext>
            </a:extLst>
          </p:cNvPr>
          <p:cNvSpPr/>
          <p:nvPr/>
        </p:nvSpPr>
        <p:spPr>
          <a:xfrm>
            <a:off x="-1799576" y="3044349"/>
            <a:ext cx="962166" cy="769300"/>
          </a:xfrm>
          <a:custGeom>
            <a:avLst/>
            <a:gdLst>
              <a:gd name="connsiteX0" fmla="*/ 92658 w 109952"/>
              <a:gd name="connsiteY0" fmla="*/ 2941 h 87911"/>
              <a:gd name="connsiteX1" fmla="*/ 92388 w 109952"/>
              <a:gd name="connsiteY1" fmla="*/ 3239 h 87911"/>
              <a:gd name="connsiteX2" fmla="*/ 45391 w 109952"/>
              <a:gd name="connsiteY2" fmla="*/ 63119 h 87911"/>
              <a:gd name="connsiteX3" fmla="*/ 17068 w 109952"/>
              <a:gd name="connsiteY3" fmla="*/ 34782 h 87911"/>
              <a:gd name="connsiteX4" fmla="*/ 2724 w 109952"/>
              <a:gd name="connsiteY4" fmla="*/ 35289 h 87911"/>
              <a:gd name="connsiteX5" fmla="*/ 2724 w 109952"/>
              <a:gd name="connsiteY5" fmla="*/ 49126 h 87911"/>
              <a:gd name="connsiteX6" fmla="*/ 38530 w 109952"/>
              <a:gd name="connsiteY6" fmla="*/ 84946 h 87911"/>
              <a:gd name="connsiteX7" fmla="*/ 52883 w 109952"/>
              <a:gd name="connsiteY7" fmla="*/ 84932 h 87911"/>
              <a:gd name="connsiteX8" fmla="*/ 53131 w 109952"/>
              <a:gd name="connsiteY8" fmla="*/ 84675 h 87911"/>
              <a:gd name="connsiteX9" fmla="*/ 107151 w 109952"/>
              <a:gd name="connsiteY9" fmla="*/ 17150 h 87911"/>
              <a:gd name="connsiteX10" fmla="*/ 106805 w 109952"/>
              <a:gd name="connsiteY10" fmla="*/ 2801 h 87911"/>
              <a:gd name="connsiteX11" fmla="*/ 92658 w 109952"/>
              <a:gd name="connsiteY11" fmla="*/ 2941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9952" h="87911">
                <a:moveTo>
                  <a:pt x="92658" y="2941"/>
                </a:moveTo>
                <a:cubicBezTo>
                  <a:pt x="92562" y="3035"/>
                  <a:pt x="92472" y="3134"/>
                  <a:pt x="92388" y="3239"/>
                </a:cubicBezTo>
                <a:lnTo>
                  <a:pt x="45391" y="63119"/>
                </a:lnTo>
                <a:lnTo>
                  <a:pt x="17068" y="34782"/>
                </a:lnTo>
                <a:cubicBezTo>
                  <a:pt x="12967" y="30961"/>
                  <a:pt x="6545" y="31188"/>
                  <a:pt x="2724" y="35289"/>
                </a:cubicBezTo>
                <a:cubicBezTo>
                  <a:pt x="-908" y="39186"/>
                  <a:pt x="-908" y="45229"/>
                  <a:pt x="2724" y="49126"/>
                </a:cubicBezTo>
                <a:lnTo>
                  <a:pt x="38530" y="84946"/>
                </a:lnTo>
                <a:cubicBezTo>
                  <a:pt x="42497" y="88905"/>
                  <a:pt x="48923" y="88900"/>
                  <a:pt x="52883" y="84932"/>
                </a:cubicBezTo>
                <a:cubicBezTo>
                  <a:pt x="52967" y="84848"/>
                  <a:pt x="53050" y="84763"/>
                  <a:pt x="53131" y="84675"/>
                </a:cubicBezTo>
                <a:lnTo>
                  <a:pt x="107151" y="17150"/>
                </a:lnTo>
                <a:cubicBezTo>
                  <a:pt x="111017" y="13092"/>
                  <a:pt x="110862" y="6668"/>
                  <a:pt x="106805" y="2801"/>
                </a:cubicBezTo>
                <a:cubicBezTo>
                  <a:pt x="102828" y="-987"/>
                  <a:pt x="96560" y="-925"/>
                  <a:pt x="92658" y="2941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 w="1309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8" name="!! 继续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D02997F-305B-736A-5323-A2F9A6214A97}"/>
              </a:ext>
            </a:extLst>
          </p:cNvPr>
          <p:cNvSpPr/>
          <p:nvPr/>
        </p:nvSpPr>
        <p:spPr>
          <a:xfrm>
            <a:off x="14011897" y="5441053"/>
            <a:ext cx="2453305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进入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Leaf OS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4" name="!! 副标题">
            <a:extLst>
              <a:ext uri="{FF2B5EF4-FFF2-40B4-BE49-F238E27FC236}">
                <a16:creationId xmlns:a16="http://schemas.microsoft.com/office/drawing/2014/main" id="{D61A4475-B90A-B5EF-73F6-2EBBA451DCB1}"/>
              </a:ext>
            </a:extLst>
          </p:cNvPr>
          <p:cNvSpPr txBox="1"/>
          <p:nvPr/>
        </p:nvSpPr>
        <p:spPr>
          <a:xfrm>
            <a:off x="13258314" y="1863659"/>
            <a:ext cx="3664340" cy="1334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dirty="0"/>
              <a:t>Leaf OS 5 Preview </a:t>
            </a:r>
            <a:r>
              <a:rPr lang="zh-CN" altLang="en-US" dirty="0"/>
              <a:t>为预览版本，系统尚未完全开发，多数功能存在缺失，</a:t>
            </a:r>
            <a:r>
              <a:rPr lang="en-US" altLang="zh-CN" dirty="0"/>
              <a:t>UI</a:t>
            </a:r>
            <a:r>
              <a:rPr lang="zh-CN" altLang="en-US" dirty="0"/>
              <a:t>与动画可能存有瑕疵，请等待</a:t>
            </a:r>
            <a:r>
              <a:rPr lang="en-US" altLang="zh-CN" dirty="0"/>
              <a:t>Beta</a:t>
            </a:r>
            <a:r>
              <a:rPr lang="zh-CN" altLang="en-US" dirty="0"/>
              <a:t>版本。</a:t>
            </a:r>
          </a:p>
        </p:txBody>
      </p:sp>
    </p:spTree>
    <p:extLst>
      <p:ext uri="{BB962C8B-B14F-4D97-AF65-F5344CB8AC3E}">
        <p14:creationId xmlns:p14="http://schemas.microsoft.com/office/powerpoint/2010/main" val="86256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0">
        <p159:morph option="byObject"/>
      </p:transition>
    </mc:Choice>
    <mc:Fallback xmlns="">
      <p:transition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1EB037-8B12-575D-7C19-8F32A19E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!! 壁纸" descr="背景图案&#10;&#10;AI 生成的内容可能不正确。">
            <a:extLst>
              <a:ext uri="{FF2B5EF4-FFF2-40B4-BE49-F238E27FC236}">
                <a16:creationId xmlns:a16="http://schemas.microsoft.com/office/drawing/2014/main" id="{B1C65892-76F6-7B78-B91B-CAB03A788B9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" name="!! dock右">
            <a:extLst>
              <a:ext uri="{FF2B5EF4-FFF2-40B4-BE49-F238E27FC236}">
                <a16:creationId xmlns:a16="http://schemas.microsoft.com/office/drawing/2014/main" id="{247DB8B9-F028-2312-DEDB-244C568E572B}"/>
              </a:ext>
            </a:extLst>
          </p:cNvPr>
          <p:cNvGrpSpPr/>
          <p:nvPr/>
        </p:nvGrpSpPr>
        <p:grpSpPr>
          <a:xfrm>
            <a:off x="4869920" y="6953336"/>
            <a:ext cx="2452159" cy="704838"/>
            <a:chOff x="7408333" y="5780624"/>
            <a:chExt cx="2452159" cy="704838"/>
          </a:xfrm>
        </p:grpSpPr>
        <p:sp useBgFill="1">
          <p:nvSpPr>
            <p:cNvPr id="3" name="!! 模糊">
              <a:extLst>
                <a:ext uri="{FF2B5EF4-FFF2-40B4-BE49-F238E27FC236}">
                  <a16:creationId xmlns:a16="http://schemas.microsoft.com/office/drawing/2014/main" id="{9C8F80D2-D36E-859E-EFF7-C98FF714CCCE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4" name="!! 颜色遮罩">
              <a:extLst>
                <a:ext uri="{FF2B5EF4-FFF2-40B4-BE49-F238E27FC236}">
                  <a16:creationId xmlns:a16="http://schemas.microsoft.com/office/drawing/2014/main" id="{CA966D91-347A-2483-3C30-036E1DA55136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5" name="!! 信号">
              <a:extLst>
                <a:ext uri="{FF2B5EF4-FFF2-40B4-BE49-F238E27FC236}">
                  <a16:creationId xmlns:a16="http://schemas.microsoft.com/office/drawing/2014/main" id="{40554346-6F5F-65F7-BB15-1629D1793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6" name="!! 运营商">
              <a:extLst>
                <a:ext uri="{FF2B5EF4-FFF2-40B4-BE49-F238E27FC236}">
                  <a16:creationId xmlns:a16="http://schemas.microsoft.com/office/drawing/2014/main" id="{CB6F4015-03D8-A7FB-5ADD-860DEC8E7A42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7" name="!! 通知">
              <a:extLst>
                <a:ext uri="{FF2B5EF4-FFF2-40B4-BE49-F238E27FC236}">
                  <a16:creationId xmlns:a16="http://schemas.microsoft.com/office/drawing/2014/main" id="{FCBAA34B-23C9-39AD-1170-22E490A10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8" name="!! 电池">
              <a:extLst>
                <a:ext uri="{FF2B5EF4-FFF2-40B4-BE49-F238E27FC236}">
                  <a16:creationId xmlns:a16="http://schemas.microsoft.com/office/drawing/2014/main" id="{28477FF0-558B-F98B-1758-5FC72631B55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9" name="!! 时间">
              <a:extLst>
                <a:ext uri="{FF2B5EF4-FFF2-40B4-BE49-F238E27FC236}">
                  <a16:creationId xmlns:a16="http://schemas.microsoft.com/office/drawing/2014/main" id="{D12154AA-875E-083A-F155-3849B0EC1E72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</a:t>
              </a:r>
              <a:r>
                <a:rPr lang="en-US" altLang="zh-CN" sz="1050" dirty="0">
                  <a:solidFill>
                    <a:srgbClr val="FFFFFF"/>
                  </a:solidFill>
                  <a:latin typeface="OPPOSans R"/>
                  <a:ea typeface="OPPOSans R"/>
                </a:rPr>
                <a:t>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0" name="!! AC">
              <a:extLst>
                <a:ext uri="{FF2B5EF4-FFF2-40B4-BE49-F238E27FC236}">
                  <a16:creationId xmlns:a16="http://schemas.microsoft.com/office/drawing/2014/main" id="{4CE3E5E1-95E5-03C6-328C-97D38098CE22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900" dirty="0">
                  <a:solidFill>
                    <a:schemeClr val="bg2"/>
                  </a:solidFill>
                  <a:latin typeface="OPPOSans R"/>
                  <a:ea typeface="OPPOSans R"/>
                </a:rPr>
                <a:t>49</a:t>
              </a: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1" name="!! 声音">
              <a:extLst>
                <a:ext uri="{FF2B5EF4-FFF2-40B4-BE49-F238E27FC236}">
                  <a16:creationId xmlns:a16="http://schemas.microsoft.com/office/drawing/2014/main" id="{07F0DE55-AC95-3DA6-D24C-60EC75F3FA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12" name="!! 电源">
              <a:hlinkClick r:id="rId13" action="ppaction://hlinksldjump"/>
              <a:extLst>
                <a:ext uri="{FF2B5EF4-FFF2-40B4-BE49-F238E27FC236}">
                  <a16:creationId xmlns:a16="http://schemas.microsoft.com/office/drawing/2014/main" id="{1A49FC3F-F9B1-DEEC-A64A-7AA03CD1A0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7DFDB26-8391-E6F8-8682-D85B13D766F7}"/>
              </a:ext>
            </a:extLst>
          </p:cNvPr>
          <p:cNvGrpSpPr/>
          <p:nvPr/>
        </p:nvGrpSpPr>
        <p:grpSpPr>
          <a:xfrm>
            <a:off x="1659673" y="-1318572"/>
            <a:ext cx="658298" cy="967680"/>
            <a:chOff x="2726128" y="2691285"/>
            <a:chExt cx="527312" cy="775134"/>
          </a:xfrm>
          <a:effectLst/>
        </p:grpSpPr>
        <p:grpSp>
          <p:nvGrpSpPr>
            <p:cNvPr id="14" name="!! 设置">
              <a:extLst>
                <a:ext uri="{FF2B5EF4-FFF2-40B4-BE49-F238E27FC236}">
                  <a16:creationId xmlns:a16="http://schemas.microsoft.com/office/drawing/2014/main" id="{147043BE-71E5-C89D-017A-419957C0EDBE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16" name="背景">
                <a:hlinkClick r:id="rId16" action="ppaction://hlinksldjump"/>
                <a:extLst>
                  <a:ext uri="{FF2B5EF4-FFF2-40B4-BE49-F238E27FC236}">
                    <a16:creationId xmlns:a16="http://schemas.microsoft.com/office/drawing/2014/main" id="{62438DB8-23B3-44CE-0058-6BACA5F5C322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17" name="齿轮" descr="单级齿轮 轮廓">
                <a:extLst>
                  <a:ext uri="{FF2B5EF4-FFF2-40B4-BE49-F238E27FC236}">
                    <a16:creationId xmlns:a16="http://schemas.microsoft.com/office/drawing/2014/main" id="{C41B0CDB-CCC8-29F2-F3CF-67E6EDF2FC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4772763" y="3253153"/>
                <a:ext cx="351694" cy="351694"/>
              </a:xfrm>
              <a:prstGeom prst="rect">
                <a:avLst/>
              </a:prstGeom>
            </p:spPr>
          </p:pic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A02D950-4EB8-B4FA-719C-0555CB356C2D}"/>
                </a:ext>
              </a:extLst>
            </p:cNvPr>
            <p:cNvSpPr txBox="1"/>
            <p:nvPr/>
          </p:nvSpPr>
          <p:spPr>
            <a:xfrm>
              <a:off x="2726128" y="3244536"/>
              <a:ext cx="527312" cy="22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设置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9037D6F-61DF-E468-017B-008072FDF7F1}"/>
              </a:ext>
            </a:extLst>
          </p:cNvPr>
          <p:cNvGrpSpPr/>
          <p:nvPr/>
        </p:nvGrpSpPr>
        <p:grpSpPr>
          <a:xfrm>
            <a:off x="3189536" y="-1335069"/>
            <a:ext cx="658298" cy="967680"/>
            <a:chOff x="2726128" y="2691285"/>
            <a:chExt cx="527312" cy="775134"/>
          </a:xfrm>
          <a:effectLst/>
        </p:grpSpPr>
        <p:grpSp>
          <p:nvGrpSpPr>
            <p:cNvPr id="19" name="!! 设置">
              <a:extLst>
                <a:ext uri="{FF2B5EF4-FFF2-40B4-BE49-F238E27FC236}">
                  <a16:creationId xmlns:a16="http://schemas.microsoft.com/office/drawing/2014/main" id="{10799C1C-6B21-9EA2-59F2-4D39456466CB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21" name="背景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F35C2BCC-3BF6-3E60-D864-71A92445E105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547A9C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22" name="齿轮">
                <a:extLst>
                  <a:ext uri="{FF2B5EF4-FFF2-40B4-BE49-F238E27FC236}">
                    <a16:creationId xmlns:a16="http://schemas.microsoft.com/office/drawing/2014/main" id="{D0D46B2C-91DD-667F-121F-B02CF6398D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487CD6C-AB7D-D88A-5D44-FFB2EFFB3011}"/>
                </a:ext>
              </a:extLst>
            </p:cNvPr>
            <p:cNvSpPr txBox="1"/>
            <p:nvPr/>
          </p:nvSpPr>
          <p:spPr>
            <a:xfrm>
              <a:off x="2726128" y="3244536"/>
              <a:ext cx="527312" cy="22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相机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0467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1000">
        <p159:morph option="byObject"/>
      </p:transition>
    </mc:Choice>
    <mc:Fallback xmlns="">
      <p:transition advClick="0" advTm="100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3535FF-EE61-AFCC-01A8-3002632D6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!! 壁纸" descr="背景图案&#10;&#10;AI 生成的内容可能不正确。">
            <a:extLst>
              <a:ext uri="{FF2B5EF4-FFF2-40B4-BE49-F238E27FC236}">
                <a16:creationId xmlns:a16="http://schemas.microsoft.com/office/drawing/2014/main" id="{6D8F0AB5-E9DB-3D58-6B42-A2F3937DEB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5" name="!! 背景板">
            <a:extLst>
              <a:ext uri="{FF2B5EF4-FFF2-40B4-BE49-F238E27FC236}">
                <a16:creationId xmlns:a16="http://schemas.microsoft.com/office/drawing/2014/main" id="{D3377D3F-2EE3-E5B5-C41D-6E51D628CA97}"/>
              </a:ext>
            </a:extLst>
          </p:cNvPr>
          <p:cNvSpPr/>
          <p:nvPr/>
        </p:nvSpPr>
        <p:spPr>
          <a:xfrm>
            <a:off x="3573638" y="1621084"/>
            <a:ext cx="5044722" cy="28376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!! dock右">
            <a:extLst>
              <a:ext uri="{FF2B5EF4-FFF2-40B4-BE49-F238E27FC236}">
                <a16:creationId xmlns:a16="http://schemas.microsoft.com/office/drawing/2014/main" id="{4BEF55D3-424D-F112-CE2B-CB1DE4B45EB6}"/>
              </a:ext>
            </a:extLst>
          </p:cNvPr>
          <p:cNvGrpSpPr/>
          <p:nvPr/>
        </p:nvGrpSpPr>
        <p:grpSpPr>
          <a:xfrm>
            <a:off x="4869920" y="5917016"/>
            <a:ext cx="2452159" cy="704838"/>
            <a:chOff x="7408333" y="5780624"/>
            <a:chExt cx="2452159" cy="704838"/>
          </a:xfrm>
        </p:grpSpPr>
        <p:sp useBgFill="1">
          <p:nvSpPr>
            <p:cNvPr id="3" name="!! 模糊">
              <a:extLst>
                <a:ext uri="{FF2B5EF4-FFF2-40B4-BE49-F238E27FC236}">
                  <a16:creationId xmlns:a16="http://schemas.microsoft.com/office/drawing/2014/main" id="{18979DF8-56E2-92EC-FA20-B92E21A1C015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4" name="!! 颜色遮罩">
              <a:extLst>
                <a:ext uri="{FF2B5EF4-FFF2-40B4-BE49-F238E27FC236}">
                  <a16:creationId xmlns:a16="http://schemas.microsoft.com/office/drawing/2014/main" id="{C3838315-77B2-D5DC-F506-4E1981424212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5" name="!! 信号">
              <a:extLst>
                <a:ext uri="{FF2B5EF4-FFF2-40B4-BE49-F238E27FC236}">
                  <a16:creationId xmlns:a16="http://schemas.microsoft.com/office/drawing/2014/main" id="{4E74B1E4-961A-09EA-0D7F-9A3FD34960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6" name="!! 运营商">
              <a:extLst>
                <a:ext uri="{FF2B5EF4-FFF2-40B4-BE49-F238E27FC236}">
                  <a16:creationId xmlns:a16="http://schemas.microsoft.com/office/drawing/2014/main" id="{BEAA8B25-8709-F97A-DB0C-229EDA741BD5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7" name="!! 通知">
              <a:extLst>
                <a:ext uri="{FF2B5EF4-FFF2-40B4-BE49-F238E27FC236}">
                  <a16:creationId xmlns:a16="http://schemas.microsoft.com/office/drawing/2014/main" id="{D442F8E5-F258-7E41-A653-C00052AA08C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8" name="!! 电池">
              <a:extLst>
                <a:ext uri="{FF2B5EF4-FFF2-40B4-BE49-F238E27FC236}">
                  <a16:creationId xmlns:a16="http://schemas.microsoft.com/office/drawing/2014/main" id="{8B1C596D-4348-F0BD-14D4-878F3B676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9" name="!! 时间">
              <a:extLst>
                <a:ext uri="{FF2B5EF4-FFF2-40B4-BE49-F238E27FC236}">
                  <a16:creationId xmlns:a16="http://schemas.microsoft.com/office/drawing/2014/main" id="{459E901E-299D-6E04-71A2-2FFD799D53E6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</a:t>
              </a:r>
              <a:r>
                <a:rPr lang="en-US" altLang="zh-CN" sz="1050" dirty="0">
                  <a:solidFill>
                    <a:srgbClr val="FFFFFF"/>
                  </a:solidFill>
                  <a:latin typeface="OPPOSans R"/>
                  <a:ea typeface="OPPOSans R"/>
                </a:rPr>
                <a:t>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0" name="!! AC">
              <a:extLst>
                <a:ext uri="{FF2B5EF4-FFF2-40B4-BE49-F238E27FC236}">
                  <a16:creationId xmlns:a16="http://schemas.microsoft.com/office/drawing/2014/main" id="{79B1DB60-D2D8-E432-AA58-829C06BCCFB0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900" dirty="0">
                  <a:solidFill>
                    <a:schemeClr val="bg2"/>
                  </a:solidFill>
                  <a:latin typeface="OPPOSans R"/>
                  <a:ea typeface="OPPOSans R"/>
                </a:rPr>
                <a:t>49</a:t>
              </a: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1" name="!! 声音">
              <a:extLst>
                <a:ext uri="{FF2B5EF4-FFF2-40B4-BE49-F238E27FC236}">
                  <a16:creationId xmlns:a16="http://schemas.microsoft.com/office/drawing/2014/main" id="{F9AAAF65-A4AD-66A0-59BE-C8366C66D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12" name="!! 电源">
              <a:hlinkClick r:id="rId14" action="ppaction://hlinksldjump"/>
              <a:extLst>
                <a:ext uri="{FF2B5EF4-FFF2-40B4-BE49-F238E27FC236}">
                  <a16:creationId xmlns:a16="http://schemas.microsoft.com/office/drawing/2014/main" id="{3A2A9481-F5BE-5809-94F5-5E664E1A3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grpSp>
        <p:nvGrpSpPr>
          <p:cNvPr id="19" name="!! 通知框1">
            <a:extLst>
              <a:ext uri="{FF2B5EF4-FFF2-40B4-BE49-F238E27FC236}">
                <a16:creationId xmlns:a16="http://schemas.microsoft.com/office/drawing/2014/main" id="{7DD63492-95AE-C252-ED25-DEDBFE9CE293}"/>
              </a:ext>
            </a:extLst>
          </p:cNvPr>
          <p:cNvGrpSpPr/>
          <p:nvPr/>
        </p:nvGrpSpPr>
        <p:grpSpPr>
          <a:xfrm>
            <a:off x="7322079" y="236147"/>
            <a:ext cx="4564916" cy="944954"/>
            <a:chOff x="5801943" y="1589194"/>
            <a:chExt cx="4564916" cy="1120385"/>
          </a:xfrm>
        </p:grpSpPr>
        <p:sp>
          <p:nvSpPr>
            <p:cNvPr id="20" name="!! 弹窗">
              <a:extLst>
                <a:ext uri="{FF2B5EF4-FFF2-40B4-BE49-F238E27FC236}">
                  <a16:creationId xmlns:a16="http://schemas.microsoft.com/office/drawing/2014/main" id="{C186F4C1-C417-C536-CAB6-EA67147F9FEB}"/>
                </a:ext>
              </a:extLst>
            </p:cNvPr>
            <p:cNvSpPr/>
            <p:nvPr/>
          </p:nvSpPr>
          <p:spPr>
            <a:xfrm>
              <a:off x="5801943" y="1589194"/>
              <a:ext cx="4564916" cy="1120385"/>
            </a:xfrm>
            <a:prstGeom prst="roundRect">
              <a:avLst>
                <a:gd name="adj" fmla="val 7669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标题">
              <a:extLst>
                <a:ext uri="{FF2B5EF4-FFF2-40B4-BE49-F238E27FC236}">
                  <a16:creationId xmlns:a16="http://schemas.microsoft.com/office/drawing/2014/main" id="{B2BE79AF-2EB1-500F-4B38-B44F191609CF}"/>
                </a:ext>
              </a:extLst>
            </p:cNvPr>
            <p:cNvSpPr txBox="1"/>
            <p:nvPr/>
          </p:nvSpPr>
          <p:spPr>
            <a:xfrm>
              <a:off x="6086462" y="1794786"/>
              <a:ext cx="3229042" cy="4014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+mj-ea"/>
                  <a:ea typeface="+mj-ea"/>
                </a:rPr>
                <a:t>您正在使用预览版系统</a:t>
              </a:r>
            </a:p>
          </p:txBody>
        </p:sp>
        <p:sp>
          <p:nvSpPr>
            <p:cNvPr id="22" name="内容">
              <a:extLst>
                <a:ext uri="{FF2B5EF4-FFF2-40B4-BE49-F238E27FC236}">
                  <a16:creationId xmlns:a16="http://schemas.microsoft.com/office/drawing/2014/main" id="{F7B7B3DE-CCFA-A1F2-956C-4C97DB0B33F1}"/>
                </a:ext>
              </a:extLst>
            </p:cNvPr>
            <p:cNvSpPr txBox="1"/>
            <p:nvPr/>
          </p:nvSpPr>
          <p:spPr>
            <a:xfrm>
              <a:off x="6086462" y="2140290"/>
              <a:ext cx="2925729" cy="364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此版本的系统尚不完整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5C78CCD7-6DE4-668B-70DB-57DFE59EC651}"/>
                </a:ext>
              </a:extLst>
            </p:cNvPr>
            <p:cNvSpPr txBox="1"/>
            <p:nvPr/>
          </p:nvSpPr>
          <p:spPr>
            <a:xfrm>
              <a:off x="8408381" y="1736815"/>
              <a:ext cx="1701800" cy="3101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100" dirty="0">
                  <a:solidFill>
                    <a:schemeClr val="bg1">
                      <a:lumMod val="50000"/>
                    </a:schemeClr>
                  </a:solidFill>
                </a:rPr>
                <a:t>Leaf OS · </a:t>
              </a:r>
              <a:r>
                <a:rPr lang="zh-CN" altLang="en-US" sz="1100" dirty="0">
                  <a:solidFill>
                    <a:schemeClr val="bg1">
                      <a:lumMod val="50000"/>
                    </a:schemeClr>
                  </a:solidFill>
                </a:rPr>
                <a:t>现在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F45A25A-9822-2C26-ABD3-94900ECD9F93}"/>
              </a:ext>
            </a:extLst>
          </p:cNvPr>
          <p:cNvGrpSpPr/>
          <p:nvPr/>
        </p:nvGrpSpPr>
        <p:grpSpPr>
          <a:xfrm>
            <a:off x="1659673" y="933566"/>
            <a:ext cx="658298" cy="967680"/>
            <a:chOff x="2726128" y="2691285"/>
            <a:chExt cx="527312" cy="775134"/>
          </a:xfrm>
          <a:effectLst/>
        </p:grpSpPr>
        <p:grpSp>
          <p:nvGrpSpPr>
            <p:cNvPr id="15" name="!! 设置">
              <a:extLst>
                <a:ext uri="{FF2B5EF4-FFF2-40B4-BE49-F238E27FC236}">
                  <a16:creationId xmlns:a16="http://schemas.microsoft.com/office/drawing/2014/main" id="{58B692BB-C670-9BB5-7089-271C1E87A03A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17" name="背景">
                <a:hlinkClick r:id="rId17" action="ppaction://hlinksldjump"/>
                <a:extLst>
                  <a:ext uri="{FF2B5EF4-FFF2-40B4-BE49-F238E27FC236}">
                    <a16:creationId xmlns:a16="http://schemas.microsoft.com/office/drawing/2014/main" id="{A3512617-AD5F-AF58-4D9F-9C51DA739541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18" name="齿轮" descr="单级齿轮 轮廓">
                <a:extLst>
                  <a:ext uri="{FF2B5EF4-FFF2-40B4-BE49-F238E27FC236}">
                    <a16:creationId xmlns:a16="http://schemas.microsoft.com/office/drawing/2014/main" id="{2DC37B08-9C7B-5E4A-CC8A-CD26D9BCF2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4772763" y="3253153"/>
                <a:ext cx="351694" cy="351694"/>
              </a:xfrm>
              <a:prstGeom prst="rect">
                <a:avLst/>
              </a:prstGeom>
            </p:spPr>
          </p:pic>
        </p:grp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2FDE1D1-AEA0-D064-D646-05775DF6CF5A}"/>
                </a:ext>
              </a:extLst>
            </p:cNvPr>
            <p:cNvSpPr txBox="1"/>
            <p:nvPr/>
          </p:nvSpPr>
          <p:spPr>
            <a:xfrm>
              <a:off x="2726128" y="3244536"/>
              <a:ext cx="527312" cy="22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设置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9FEEA23-C652-9BBE-B67B-E746F27EC881}"/>
              </a:ext>
            </a:extLst>
          </p:cNvPr>
          <p:cNvGrpSpPr/>
          <p:nvPr/>
        </p:nvGrpSpPr>
        <p:grpSpPr>
          <a:xfrm>
            <a:off x="3189536" y="933566"/>
            <a:ext cx="658298" cy="967680"/>
            <a:chOff x="2726128" y="2691285"/>
            <a:chExt cx="527312" cy="775134"/>
          </a:xfrm>
          <a:effectLst/>
        </p:grpSpPr>
        <p:grpSp>
          <p:nvGrpSpPr>
            <p:cNvPr id="24" name="!! 设置">
              <a:extLst>
                <a:ext uri="{FF2B5EF4-FFF2-40B4-BE49-F238E27FC236}">
                  <a16:creationId xmlns:a16="http://schemas.microsoft.com/office/drawing/2014/main" id="{A3D8CC68-E76E-DD27-DA2B-CCEF97DAFD47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26" name="背景">
                <a:hlinkClick r:id="rId20" action="ppaction://hlinksldjump"/>
                <a:extLst>
                  <a:ext uri="{FF2B5EF4-FFF2-40B4-BE49-F238E27FC236}">
                    <a16:creationId xmlns:a16="http://schemas.microsoft.com/office/drawing/2014/main" id="{605D9100-7B73-F250-FDBA-A46BF87BE329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547A9C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27" name="齿轮">
                <a:extLst>
                  <a:ext uri="{FF2B5EF4-FFF2-40B4-BE49-F238E27FC236}">
                    <a16:creationId xmlns:a16="http://schemas.microsoft.com/office/drawing/2014/main" id="{6FB5606D-C74E-E2CE-CC44-3CEBFDBB81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B4B6873D-4EAA-8166-1D3E-0E1C86E8EAAD}"/>
                </a:ext>
              </a:extLst>
            </p:cNvPr>
            <p:cNvSpPr txBox="1"/>
            <p:nvPr/>
          </p:nvSpPr>
          <p:spPr>
            <a:xfrm>
              <a:off x="2726128" y="3244536"/>
              <a:ext cx="527312" cy="22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相机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560FB33-F9F8-8D4A-EA28-8F764A19DAB5}"/>
              </a:ext>
            </a:extLst>
          </p:cNvPr>
          <p:cNvGrpSpPr/>
          <p:nvPr/>
        </p:nvGrpSpPr>
        <p:grpSpPr>
          <a:xfrm>
            <a:off x="4719399" y="933566"/>
            <a:ext cx="658298" cy="967680"/>
            <a:chOff x="2726128" y="2691285"/>
            <a:chExt cx="527312" cy="775134"/>
          </a:xfrm>
          <a:effectLst/>
        </p:grpSpPr>
        <p:grpSp>
          <p:nvGrpSpPr>
            <p:cNvPr id="30" name="!! 设置">
              <a:extLst>
                <a:ext uri="{FF2B5EF4-FFF2-40B4-BE49-F238E27FC236}">
                  <a16:creationId xmlns:a16="http://schemas.microsoft.com/office/drawing/2014/main" id="{9DBB6799-05E7-DE0F-21A1-F63742F4EB4A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32" name="背景">
                <a:hlinkClick r:id="rId23" action="ppaction://hlinksldjump"/>
                <a:extLst>
                  <a:ext uri="{FF2B5EF4-FFF2-40B4-BE49-F238E27FC236}">
                    <a16:creationId xmlns:a16="http://schemas.microsoft.com/office/drawing/2014/main" id="{A30313F9-F731-282B-EA5B-BD2211E47F1F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00B05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33" name="齿轮">
                <a:extLst>
                  <a:ext uri="{FF2B5EF4-FFF2-40B4-BE49-F238E27FC236}">
                    <a16:creationId xmlns:a16="http://schemas.microsoft.com/office/drawing/2014/main" id="{97E3923D-58D7-5D2E-02D0-943FCFE113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4D4E7A83-1C54-328E-DD3E-E03B08BC295D}"/>
                </a:ext>
              </a:extLst>
            </p:cNvPr>
            <p:cNvSpPr txBox="1"/>
            <p:nvPr/>
          </p:nvSpPr>
          <p:spPr>
            <a:xfrm>
              <a:off x="2726128" y="3244536"/>
              <a:ext cx="527312" cy="22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相册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7612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3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3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xit" presetSubtype="2" accel="10000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33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33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CA9C2F-F7C3-8A2C-C12F-484A01537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!! dock右">
            <a:extLst>
              <a:ext uri="{FF2B5EF4-FFF2-40B4-BE49-F238E27FC236}">
                <a16:creationId xmlns:a16="http://schemas.microsoft.com/office/drawing/2014/main" id="{E8B65336-68DF-9B95-C292-FE71342E46A0}"/>
              </a:ext>
            </a:extLst>
          </p:cNvPr>
          <p:cNvGrpSpPr/>
          <p:nvPr/>
        </p:nvGrpSpPr>
        <p:grpSpPr>
          <a:xfrm>
            <a:off x="4869920" y="5917016"/>
            <a:ext cx="2452159" cy="704838"/>
            <a:chOff x="7408333" y="5780624"/>
            <a:chExt cx="2452159" cy="704838"/>
          </a:xfrm>
        </p:grpSpPr>
        <p:sp useBgFill="1">
          <p:nvSpPr>
            <p:cNvPr id="3" name="!! 模糊">
              <a:extLst>
                <a:ext uri="{FF2B5EF4-FFF2-40B4-BE49-F238E27FC236}">
                  <a16:creationId xmlns:a16="http://schemas.microsoft.com/office/drawing/2014/main" id="{97D60A5C-A268-771B-1DEB-340CB622A567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4" name="!! 颜色遮罩">
              <a:extLst>
                <a:ext uri="{FF2B5EF4-FFF2-40B4-BE49-F238E27FC236}">
                  <a16:creationId xmlns:a16="http://schemas.microsoft.com/office/drawing/2014/main" id="{5C8912B8-23C0-7803-5F8C-2F7662462FDA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5" name="!! 信号">
              <a:extLst>
                <a:ext uri="{FF2B5EF4-FFF2-40B4-BE49-F238E27FC236}">
                  <a16:creationId xmlns:a16="http://schemas.microsoft.com/office/drawing/2014/main" id="{E88BEF46-67B6-D7FD-257F-755AFB0561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6" name="!! 运营商">
              <a:extLst>
                <a:ext uri="{FF2B5EF4-FFF2-40B4-BE49-F238E27FC236}">
                  <a16:creationId xmlns:a16="http://schemas.microsoft.com/office/drawing/2014/main" id="{D9669B71-F6D8-BB4C-E690-B21B28B2DAD1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7" name="!! 通知">
              <a:extLst>
                <a:ext uri="{FF2B5EF4-FFF2-40B4-BE49-F238E27FC236}">
                  <a16:creationId xmlns:a16="http://schemas.microsoft.com/office/drawing/2014/main" id="{2B99C0B1-38AD-4D28-11ED-333E754BEE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8" name="!! 电池">
              <a:extLst>
                <a:ext uri="{FF2B5EF4-FFF2-40B4-BE49-F238E27FC236}">
                  <a16:creationId xmlns:a16="http://schemas.microsoft.com/office/drawing/2014/main" id="{C740A3F3-021F-A69B-C560-72309445F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9" name="!! 时间">
              <a:extLst>
                <a:ext uri="{FF2B5EF4-FFF2-40B4-BE49-F238E27FC236}">
                  <a16:creationId xmlns:a16="http://schemas.microsoft.com/office/drawing/2014/main" id="{D725935A-56D3-0297-BFB9-B243ACCE8045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0" name="!! AC">
              <a:extLst>
                <a:ext uri="{FF2B5EF4-FFF2-40B4-BE49-F238E27FC236}">
                  <a16:creationId xmlns:a16="http://schemas.microsoft.com/office/drawing/2014/main" id="{EA4A092A-D916-349E-D3CA-1FC63426B645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1" name="!! 声音">
              <a:extLst>
                <a:ext uri="{FF2B5EF4-FFF2-40B4-BE49-F238E27FC236}">
                  <a16:creationId xmlns:a16="http://schemas.microsoft.com/office/drawing/2014/main" id="{789A0F24-2D45-E8C2-22E8-9EC078901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12" name="!! 电源">
              <a:extLst>
                <a:ext uri="{FF2B5EF4-FFF2-40B4-BE49-F238E27FC236}">
                  <a16:creationId xmlns:a16="http://schemas.microsoft.com/office/drawing/2014/main" id="{C10A27B8-186A-0D23-C01B-FFD2E4472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sp>
        <p:nvSpPr>
          <p:cNvPr id="33" name="!! 背景">
            <a:hlinkClick r:id="rId14" action="ppaction://hlinksldjump"/>
            <a:extLst>
              <a:ext uri="{FF2B5EF4-FFF2-40B4-BE49-F238E27FC236}">
                <a16:creationId xmlns:a16="http://schemas.microsoft.com/office/drawing/2014/main" id="{A4A31AFB-61A7-BE6B-B2CD-C8EC0288CB0B}"/>
              </a:ext>
            </a:extLst>
          </p:cNvPr>
          <p:cNvSpPr/>
          <p:nvPr/>
        </p:nvSpPr>
        <p:spPr>
          <a:xfrm>
            <a:off x="1659673" y="933566"/>
            <a:ext cx="658298" cy="658298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pic>
        <p:nvPicPr>
          <p:cNvPr id="34" name="!! icon" descr="单级齿轮 轮廓">
            <a:extLst>
              <a:ext uri="{FF2B5EF4-FFF2-40B4-BE49-F238E27FC236}">
                <a16:creationId xmlns:a16="http://schemas.microsoft.com/office/drawing/2014/main" id="{AB268149-6039-3A57-13AB-685B225481D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29811" y="1003704"/>
            <a:ext cx="518022" cy="518022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871A27CD-33DF-59C2-B0E8-0289B6009C20}"/>
              </a:ext>
            </a:extLst>
          </p:cNvPr>
          <p:cNvSpPr txBox="1"/>
          <p:nvPr/>
        </p:nvSpPr>
        <p:spPr>
          <a:xfrm>
            <a:off x="1659673" y="1624246"/>
            <a:ext cx="658298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vivo Sans"/>
                <a:ea typeface="vivo Sans"/>
                <a:cs typeface="+mn-cs"/>
              </a:rPr>
              <a:t>设置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9B256F9-23E8-1457-925C-D58768BC0344}"/>
              </a:ext>
            </a:extLst>
          </p:cNvPr>
          <p:cNvGrpSpPr/>
          <p:nvPr/>
        </p:nvGrpSpPr>
        <p:grpSpPr>
          <a:xfrm>
            <a:off x="3189536" y="933566"/>
            <a:ext cx="658298" cy="967680"/>
            <a:chOff x="2726128" y="2691285"/>
            <a:chExt cx="527312" cy="775134"/>
          </a:xfrm>
          <a:effectLst/>
        </p:grpSpPr>
        <p:grpSp>
          <p:nvGrpSpPr>
            <p:cNvPr id="14" name="!! 设置">
              <a:extLst>
                <a:ext uri="{FF2B5EF4-FFF2-40B4-BE49-F238E27FC236}">
                  <a16:creationId xmlns:a16="http://schemas.microsoft.com/office/drawing/2014/main" id="{EF5DA963-ABED-58BC-FB36-B3E576F8D83D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16" name="背景">
                <a:hlinkClick r:id="rId17" action="ppaction://hlinksldjump"/>
                <a:extLst>
                  <a:ext uri="{FF2B5EF4-FFF2-40B4-BE49-F238E27FC236}">
                    <a16:creationId xmlns:a16="http://schemas.microsoft.com/office/drawing/2014/main" id="{AC129A0F-DAF6-5D8F-50E5-1B0731223C30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547A9C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17" name="齿轮">
                <a:extLst>
                  <a:ext uri="{FF2B5EF4-FFF2-40B4-BE49-F238E27FC236}">
                    <a16:creationId xmlns:a16="http://schemas.microsoft.com/office/drawing/2014/main" id="{F4B4905F-5F00-E689-9A96-4025E64A69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701F75C-72B8-BFE1-0CBD-141F1D2DCA3C}"/>
                </a:ext>
              </a:extLst>
            </p:cNvPr>
            <p:cNvSpPr txBox="1"/>
            <p:nvPr/>
          </p:nvSpPr>
          <p:spPr>
            <a:xfrm>
              <a:off x="2726128" y="3244536"/>
              <a:ext cx="527312" cy="22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相机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F0517D4-D4D1-B62B-6233-734F2EC4D638}"/>
              </a:ext>
            </a:extLst>
          </p:cNvPr>
          <p:cNvGrpSpPr/>
          <p:nvPr/>
        </p:nvGrpSpPr>
        <p:grpSpPr>
          <a:xfrm>
            <a:off x="4719399" y="933566"/>
            <a:ext cx="658298" cy="967680"/>
            <a:chOff x="2726128" y="2691285"/>
            <a:chExt cx="527312" cy="775134"/>
          </a:xfrm>
          <a:effectLst/>
        </p:grpSpPr>
        <p:grpSp>
          <p:nvGrpSpPr>
            <p:cNvPr id="19" name="!! 设置">
              <a:extLst>
                <a:ext uri="{FF2B5EF4-FFF2-40B4-BE49-F238E27FC236}">
                  <a16:creationId xmlns:a16="http://schemas.microsoft.com/office/drawing/2014/main" id="{8E4C1908-8F7F-0238-A3CC-F914A4C171EA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21" name="背景">
                <a:hlinkClick r:id="rId20" action="ppaction://hlinksldjump"/>
                <a:extLst>
                  <a:ext uri="{FF2B5EF4-FFF2-40B4-BE49-F238E27FC236}">
                    <a16:creationId xmlns:a16="http://schemas.microsoft.com/office/drawing/2014/main" id="{B958D1DA-C033-E1DD-F9A9-97BE68980D37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00B05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22" name="齿轮">
                <a:extLst>
                  <a:ext uri="{FF2B5EF4-FFF2-40B4-BE49-F238E27FC236}">
                    <a16:creationId xmlns:a16="http://schemas.microsoft.com/office/drawing/2014/main" id="{20F1FD00-8780-9399-F71D-28D4308D81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06B307B-A3EA-CCF3-8507-9C7AC73E2932}"/>
                </a:ext>
              </a:extLst>
            </p:cNvPr>
            <p:cNvSpPr txBox="1"/>
            <p:nvPr/>
          </p:nvSpPr>
          <p:spPr>
            <a:xfrm>
              <a:off x="2726128" y="3244536"/>
              <a:ext cx="527312" cy="22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相册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4516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C81440-B83F-11D8-DE5B-C96D7F9E6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背景">
            <a:extLst>
              <a:ext uri="{FF2B5EF4-FFF2-40B4-BE49-F238E27FC236}">
                <a16:creationId xmlns:a16="http://schemas.microsoft.com/office/drawing/2014/main" id="{06F115BC-AB04-04F7-0149-49B8CE815F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580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pic>
        <p:nvPicPr>
          <p:cNvPr id="26" name="!! 图标" descr="单级齿轮 轮廓">
            <a:extLst>
              <a:ext uri="{FF2B5EF4-FFF2-40B4-BE49-F238E27FC236}">
                <a16:creationId xmlns:a16="http://schemas.microsoft.com/office/drawing/2014/main" id="{AA0E716B-AB3B-8C5C-6A68-1ED6B22424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32383" y="2765384"/>
            <a:ext cx="1327232" cy="1327232"/>
          </a:xfrm>
          <a:prstGeom prst="rect">
            <a:avLst/>
          </a:prstGeom>
        </p:spPr>
      </p:pic>
      <p:sp>
        <p:nvSpPr>
          <p:cNvPr id="4" name="!! App名">
            <a:extLst>
              <a:ext uri="{FF2B5EF4-FFF2-40B4-BE49-F238E27FC236}">
                <a16:creationId xmlns:a16="http://schemas.microsoft.com/office/drawing/2014/main" id="{9CAFBB3B-62C4-E884-A4AF-7891817EE708}"/>
              </a:ext>
            </a:extLst>
          </p:cNvPr>
          <p:cNvSpPr txBox="1"/>
          <p:nvPr/>
        </p:nvSpPr>
        <p:spPr>
          <a:xfrm>
            <a:off x="5046561" y="4880565"/>
            <a:ext cx="2095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设置 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Preview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!! icon" descr="单级齿轮 轮廓">
            <a:extLst>
              <a:ext uri="{FF2B5EF4-FFF2-40B4-BE49-F238E27FC236}">
                <a16:creationId xmlns:a16="http://schemas.microsoft.com/office/drawing/2014/main" id="{2A9A0FA9-C9F0-27D2-95B5-99DC49BC17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48472" y="1583402"/>
            <a:ext cx="3691196" cy="369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480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60" advClick="0" advTm="1250">
        <p159:morph option="byObject"/>
      </p:transition>
    </mc:Choice>
    <mc:Fallback xmlns="">
      <p:transition spd="med" advClick="0" advTm="125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3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3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decel="10000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2.08333E-7 -7.40741E-7 L 0.02174 -7.40741E-7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4">
            <a:lum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EA2DD3-1947-B5F3-390C-297256A8D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45685F3F-2482-9607-986A-21EABC994A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6C2DF6D1-5AF3-64BD-A88F-C4DD62E93E94}"/>
              </a:ext>
            </a:extLst>
          </p:cNvPr>
          <p:cNvGrpSpPr/>
          <p:nvPr/>
        </p:nvGrpSpPr>
        <p:grpSpPr>
          <a:xfrm>
            <a:off x="5688576" y="931625"/>
            <a:ext cx="814848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E46FD4A6-5B35-B28E-9C12-231E10F3AC79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EE0C66E2-F672-68DB-3366-9BB32FF0A50C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设置</a:t>
              </a:r>
            </a:p>
          </p:txBody>
        </p:sp>
      </p:grpSp>
      <p:grpSp>
        <p:nvGrpSpPr>
          <p:cNvPr id="37" name="!! 关于设备按钮">
            <a:extLst>
              <a:ext uri="{FF2B5EF4-FFF2-40B4-BE49-F238E27FC236}">
                <a16:creationId xmlns:a16="http://schemas.microsoft.com/office/drawing/2014/main" id="{86C922AC-0027-670F-BAAB-D07DB84728B1}"/>
              </a:ext>
            </a:extLst>
          </p:cNvPr>
          <p:cNvGrpSpPr/>
          <p:nvPr/>
        </p:nvGrpSpPr>
        <p:grpSpPr>
          <a:xfrm>
            <a:off x="3640667" y="2582968"/>
            <a:ext cx="4910666" cy="545100"/>
            <a:chOff x="3640667" y="2052365"/>
            <a:chExt cx="4910666" cy="545100"/>
          </a:xfrm>
        </p:grpSpPr>
        <p:sp>
          <p:nvSpPr>
            <p:cNvPr id="29" name="按钮">
              <a:hlinkClick r:id="rId6" action="ppaction://hlinksldjump"/>
              <a:extLst>
                <a:ext uri="{FF2B5EF4-FFF2-40B4-BE49-F238E27FC236}">
                  <a16:creationId xmlns:a16="http://schemas.microsoft.com/office/drawing/2014/main" id="{19190D63-39D4-F8A2-1BFC-0F290ABC1298}"/>
                </a:ext>
              </a:extLst>
            </p:cNvPr>
            <p:cNvSpPr/>
            <p:nvPr/>
          </p:nvSpPr>
          <p:spPr>
            <a:xfrm>
              <a:off x="3640667" y="2052365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/>
              <a:r>
                <a:rPr lang="zh-CN" altLang="en-US" sz="1600" dirty="0">
                  <a:solidFill>
                    <a:schemeClr val="tx1"/>
                  </a:solidFill>
                </a:rPr>
                <a:t>       关于设备</a:t>
              </a:r>
            </a:p>
          </p:txBody>
        </p:sp>
        <p:pic>
          <p:nvPicPr>
            <p:cNvPr id="30" name="图标">
              <a:extLst>
                <a:ext uri="{FF2B5EF4-FFF2-40B4-BE49-F238E27FC236}">
                  <a16:creationId xmlns:a16="http://schemas.microsoft.com/office/drawing/2014/main" id="{77A49CB2-B67A-8042-B44E-13FC20804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3832404" y="2214411"/>
              <a:ext cx="221008" cy="221008"/>
            </a:xfrm>
            <a:prstGeom prst="rect">
              <a:avLst/>
            </a:prstGeom>
          </p:spPr>
        </p:pic>
      </p:grpSp>
      <p:grpSp>
        <p:nvGrpSpPr>
          <p:cNvPr id="38" name="!! 网络连接按钮">
            <a:extLst>
              <a:ext uri="{FF2B5EF4-FFF2-40B4-BE49-F238E27FC236}">
                <a16:creationId xmlns:a16="http://schemas.microsoft.com/office/drawing/2014/main" id="{330C2B22-1085-335C-B423-82CC07C5DDD8}"/>
              </a:ext>
            </a:extLst>
          </p:cNvPr>
          <p:cNvGrpSpPr/>
          <p:nvPr/>
        </p:nvGrpSpPr>
        <p:grpSpPr>
          <a:xfrm>
            <a:off x="3640667" y="1875822"/>
            <a:ext cx="4910666" cy="545100"/>
            <a:chOff x="3640667" y="2052365"/>
            <a:chExt cx="4910666" cy="545100"/>
          </a:xfrm>
        </p:grpSpPr>
        <p:sp>
          <p:nvSpPr>
            <p:cNvPr id="39" name="按钮">
              <a:hlinkClick r:id="rId9" action="ppaction://hlinksldjump"/>
              <a:extLst>
                <a:ext uri="{FF2B5EF4-FFF2-40B4-BE49-F238E27FC236}">
                  <a16:creationId xmlns:a16="http://schemas.microsoft.com/office/drawing/2014/main" id="{7235BE52-D1D4-8CAB-14A2-4A4BAC99C39A}"/>
                </a:ext>
              </a:extLst>
            </p:cNvPr>
            <p:cNvSpPr/>
            <p:nvPr/>
          </p:nvSpPr>
          <p:spPr>
            <a:xfrm>
              <a:off x="3640667" y="2052365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/>
              <a:r>
                <a:rPr lang="zh-CN" altLang="en-US" sz="1600" dirty="0">
                  <a:solidFill>
                    <a:schemeClr val="tx1"/>
                  </a:solidFill>
                </a:rPr>
                <a:t>       网络连接</a:t>
              </a:r>
            </a:p>
          </p:txBody>
        </p:sp>
        <p:pic>
          <p:nvPicPr>
            <p:cNvPr id="40" name="图标">
              <a:extLst>
                <a:ext uri="{FF2B5EF4-FFF2-40B4-BE49-F238E27FC236}">
                  <a16:creationId xmlns:a16="http://schemas.microsoft.com/office/drawing/2014/main" id="{B87D650B-3A16-3529-FE51-08A12D1956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3832404" y="2214411"/>
              <a:ext cx="221008" cy="221008"/>
            </a:xfrm>
            <a:prstGeom prst="rect">
              <a:avLst/>
            </a:prstGeom>
          </p:spPr>
        </p:pic>
      </p:grpSp>
      <p:grpSp>
        <p:nvGrpSpPr>
          <p:cNvPr id="36" name="!! 返回按钮">
            <a:extLst>
              <a:ext uri="{FF2B5EF4-FFF2-40B4-BE49-F238E27FC236}">
                <a16:creationId xmlns:a16="http://schemas.microsoft.com/office/drawing/2014/main" id="{A7E4FB0F-AD44-6B2D-2F2D-54ED9386A97B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9A7A6F91-A013-83E1-66B4-581669822FD5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2" name="图形 41">
              <a:extLst>
                <a:ext uri="{FF2B5EF4-FFF2-40B4-BE49-F238E27FC236}">
                  <a16:creationId xmlns:a16="http://schemas.microsoft.com/office/drawing/2014/main" id="{3E30B1D0-B5CC-2270-326A-84693E3293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grpSp>
        <p:nvGrpSpPr>
          <p:cNvPr id="43" name="!! 关闭按钮">
            <a:extLst>
              <a:ext uri="{FF2B5EF4-FFF2-40B4-BE49-F238E27FC236}">
                <a16:creationId xmlns:a16="http://schemas.microsoft.com/office/drawing/2014/main" id="{007E0AB1-5410-CB1E-DEEF-06617EC9B1B9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44" name="矩形: 圆角 43">
              <a:hlinkClick r:id="rId14" action="ppaction://hlinksldjump"/>
              <a:extLst>
                <a:ext uri="{FF2B5EF4-FFF2-40B4-BE49-F238E27FC236}">
                  <a16:creationId xmlns:a16="http://schemas.microsoft.com/office/drawing/2014/main" id="{77D5CA3F-D89E-687A-E176-D46E710DDD5C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5" name="图形 44">
              <a:extLst>
                <a:ext uri="{FF2B5EF4-FFF2-40B4-BE49-F238E27FC236}">
                  <a16:creationId xmlns:a16="http://schemas.microsoft.com/office/drawing/2014/main" id="{10330918-6550-C87C-1D4A-E02E66776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0139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>
        <p14:pan dir="r"/>
      </p:transition>
    </mc:Choice>
    <mc:Fallback xmlns="">
      <p:transition advClick="0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2796E2-2F44-C3C1-B83E-6BB781B95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82C2223D-680C-B1D0-E558-36EEB2EF63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CD5456A8-5612-90A2-3412-7B193914FC32}"/>
              </a:ext>
            </a:extLst>
          </p:cNvPr>
          <p:cNvGrpSpPr/>
          <p:nvPr/>
        </p:nvGrpSpPr>
        <p:grpSpPr>
          <a:xfrm>
            <a:off x="5688576" y="931625"/>
            <a:ext cx="814848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9F200FF8-C690-CBA5-2B5E-B34CB7312A66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938ACFD5-A73D-3A3C-CD11-BE78A229A379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设置</a:t>
              </a:r>
            </a:p>
          </p:txBody>
        </p:sp>
      </p:grpSp>
      <p:grpSp>
        <p:nvGrpSpPr>
          <p:cNvPr id="37" name="!! 关于设备按钮">
            <a:extLst>
              <a:ext uri="{FF2B5EF4-FFF2-40B4-BE49-F238E27FC236}">
                <a16:creationId xmlns:a16="http://schemas.microsoft.com/office/drawing/2014/main" id="{B0A8DF43-4CB8-CAD8-EAB5-6D10E34CEB36}"/>
              </a:ext>
            </a:extLst>
          </p:cNvPr>
          <p:cNvGrpSpPr/>
          <p:nvPr/>
        </p:nvGrpSpPr>
        <p:grpSpPr>
          <a:xfrm>
            <a:off x="3640667" y="2582968"/>
            <a:ext cx="4910666" cy="545100"/>
            <a:chOff x="3640667" y="2052365"/>
            <a:chExt cx="4910666" cy="545100"/>
          </a:xfrm>
        </p:grpSpPr>
        <p:sp>
          <p:nvSpPr>
            <p:cNvPr id="29" name="按钮">
              <a:hlinkClick r:id="rId5" action="ppaction://hlinksldjump"/>
              <a:extLst>
                <a:ext uri="{FF2B5EF4-FFF2-40B4-BE49-F238E27FC236}">
                  <a16:creationId xmlns:a16="http://schemas.microsoft.com/office/drawing/2014/main" id="{E7B3DE59-DA81-DC76-4970-E1A67E38999D}"/>
                </a:ext>
              </a:extLst>
            </p:cNvPr>
            <p:cNvSpPr/>
            <p:nvPr/>
          </p:nvSpPr>
          <p:spPr>
            <a:xfrm>
              <a:off x="3640667" y="2052365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       关于设备</a:t>
              </a:r>
            </a:p>
          </p:txBody>
        </p:sp>
        <p:pic>
          <p:nvPicPr>
            <p:cNvPr id="30" name="图标">
              <a:extLst>
                <a:ext uri="{FF2B5EF4-FFF2-40B4-BE49-F238E27FC236}">
                  <a16:creationId xmlns:a16="http://schemas.microsoft.com/office/drawing/2014/main" id="{9911E651-0E4F-B7C2-3E8D-EC7E1068E1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3832404" y="2214411"/>
              <a:ext cx="221008" cy="221008"/>
            </a:xfrm>
            <a:prstGeom prst="rect">
              <a:avLst/>
            </a:prstGeom>
          </p:spPr>
        </p:pic>
      </p:grpSp>
      <p:grpSp>
        <p:nvGrpSpPr>
          <p:cNvPr id="38" name="!! 网络连接按钮">
            <a:extLst>
              <a:ext uri="{FF2B5EF4-FFF2-40B4-BE49-F238E27FC236}">
                <a16:creationId xmlns:a16="http://schemas.microsoft.com/office/drawing/2014/main" id="{E32E194D-0B9F-6466-6B65-F824EAA5BBC0}"/>
              </a:ext>
            </a:extLst>
          </p:cNvPr>
          <p:cNvGrpSpPr/>
          <p:nvPr/>
        </p:nvGrpSpPr>
        <p:grpSpPr>
          <a:xfrm>
            <a:off x="3640667" y="1875822"/>
            <a:ext cx="4910666" cy="545100"/>
            <a:chOff x="3640667" y="2052365"/>
            <a:chExt cx="4910666" cy="545100"/>
          </a:xfrm>
        </p:grpSpPr>
        <p:sp>
          <p:nvSpPr>
            <p:cNvPr id="39" name="按钮">
              <a:hlinkClick r:id="rId8" action="ppaction://hlinksldjump"/>
              <a:extLst>
                <a:ext uri="{FF2B5EF4-FFF2-40B4-BE49-F238E27FC236}">
                  <a16:creationId xmlns:a16="http://schemas.microsoft.com/office/drawing/2014/main" id="{D312E5DC-72E5-D194-7B84-139BD8525827}"/>
                </a:ext>
              </a:extLst>
            </p:cNvPr>
            <p:cNvSpPr/>
            <p:nvPr/>
          </p:nvSpPr>
          <p:spPr>
            <a:xfrm>
              <a:off x="3640667" y="2052365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       网络连接</a:t>
              </a:r>
            </a:p>
          </p:txBody>
        </p:sp>
        <p:pic>
          <p:nvPicPr>
            <p:cNvPr id="40" name="图标">
              <a:extLst>
                <a:ext uri="{FF2B5EF4-FFF2-40B4-BE49-F238E27FC236}">
                  <a16:creationId xmlns:a16="http://schemas.microsoft.com/office/drawing/2014/main" id="{90820352-B022-F65E-5AFB-85840C5B1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3832404" y="2214411"/>
              <a:ext cx="221008" cy="221008"/>
            </a:xfrm>
            <a:prstGeom prst="rect">
              <a:avLst/>
            </a:prstGeom>
          </p:spPr>
        </p:pic>
      </p:grpSp>
      <p:grpSp>
        <p:nvGrpSpPr>
          <p:cNvPr id="36" name="!! 返回按钮">
            <a:extLst>
              <a:ext uri="{FF2B5EF4-FFF2-40B4-BE49-F238E27FC236}">
                <a16:creationId xmlns:a16="http://schemas.microsoft.com/office/drawing/2014/main" id="{582533F9-7F6B-B0C8-FA4F-B5D352CA0E1F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07F74006-074D-A7D1-2C86-E2B7F7CEADC3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42" name="图形 41">
              <a:extLst>
                <a:ext uri="{FF2B5EF4-FFF2-40B4-BE49-F238E27FC236}">
                  <a16:creationId xmlns:a16="http://schemas.microsoft.com/office/drawing/2014/main" id="{CB851A43-A1E2-5FA6-2546-D5532075B2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grpSp>
        <p:nvGrpSpPr>
          <p:cNvPr id="43" name="!! 关闭按钮">
            <a:extLst>
              <a:ext uri="{FF2B5EF4-FFF2-40B4-BE49-F238E27FC236}">
                <a16:creationId xmlns:a16="http://schemas.microsoft.com/office/drawing/2014/main" id="{9B05D3C0-9325-32B8-7DDE-3E53D0E5D417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44" name="矩形: 圆角 43">
              <a:hlinkClick r:id="rId13" action="ppaction://hlinksldjump"/>
              <a:extLst>
                <a:ext uri="{FF2B5EF4-FFF2-40B4-BE49-F238E27FC236}">
                  <a16:creationId xmlns:a16="http://schemas.microsoft.com/office/drawing/2014/main" id="{5BA7D758-999C-B1D4-66A5-A2FE166326C0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45" name="图形 44">
              <a:extLst>
                <a:ext uri="{FF2B5EF4-FFF2-40B4-BE49-F238E27FC236}">
                  <a16:creationId xmlns:a16="http://schemas.microsoft.com/office/drawing/2014/main" id="{4C6F809A-E1A8-FC0B-2596-378AE57EF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91240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3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3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decel="10000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07127E-BDD6-9EB0-9F07-663E217DF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F94FA9F2-9278-6F24-D76A-134BD312E3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3">
            <a:extLst>
              <a:ext uri="{FF2B5EF4-FFF2-40B4-BE49-F238E27FC236}">
                <a16:creationId xmlns:a16="http://schemas.microsoft.com/office/drawing/2014/main" id="{F76B4C8C-0CEA-5FAA-BC20-961E77E29CA6}"/>
              </a:ext>
            </a:extLst>
          </p:cNvPr>
          <p:cNvGrpSpPr/>
          <p:nvPr/>
        </p:nvGrpSpPr>
        <p:grpSpPr>
          <a:xfrm>
            <a:off x="5364480" y="931625"/>
            <a:ext cx="1463040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82EAB2EF-201A-7177-C487-DABCE29B43D5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3D673313-70D2-F1CB-4CE8-2244CF438CCC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网络连接</a:t>
              </a:r>
            </a:p>
          </p:txBody>
        </p:sp>
      </p:grpSp>
      <p:grpSp>
        <p:nvGrpSpPr>
          <p:cNvPr id="36" name="!! 关闭按钮">
            <a:extLst>
              <a:ext uri="{FF2B5EF4-FFF2-40B4-BE49-F238E27FC236}">
                <a16:creationId xmlns:a16="http://schemas.microsoft.com/office/drawing/2014/main" id="{F2A691A0-7245-8ED2-56E0-3077C6E85395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37" name="矩形: 圆角 36">
              <a:hlinkClick r:id="rId5" action="ppaction://hlinksldjump"/>
              <a:extLst>
                <a:ext uri="{FF2B5EF4-FFF2-40B4-BE49-F238E27FC236}">
                  <a16:creationId xmlns:a16="http://schemas.microsoft.com/office/drawing/2014/main" id="{8D7116A7-8A25-288B-0F9A-462F68E3FF99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6C8BEF80-76C9-7A83-C05D-32AB5FED7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51" name="!! WLAN按钮">
            <a:extLst>
              <a:ext uri="{FF2B5EF4-FFF2-40B4-BE49-F238E27FC236}">
                <a16:creationId xmlns:a16="http://schemas.microsoft.com/office/drawing/2014/main" id="{F1A58660-D320-2FCB-799E-99AFFD9B4A8A}"/>
              </a:ext>
            </a:extLst>
          </p:cNvPr>
          <p:cNvGrpSpPr/>
          <p:nvPr/>
        </p:nvGrpSpPr>
        <p:grpSpPr>
          <a:xfrm>
            <a:off x="3640667" y="1875822"/>
            <a:ext cx="4910666" cy="545100"/>
            <a:chOff x="3640667" y="1875822"/>
            <a:chExt cx="4910666" cy="545100"/>
          </a:xfrm>
        </p:grpSpPr>
        <p:sp>
          <p:nvSpPr>
            <p:cNvPr id="46" name="按钮">
              <a:hlinkClick r:id="rId8" action="ppaction://hlinksldjump"/>
              <a:extLst>
                <a:ext uri="{FF2B5EF4-FFF2-40B4-BE49-F238E27FC236}">
                  <a16:creationId xmlns:a16="http://schemas.microsoft.com/office/drawing/2014/main" id="{36B30E9D-8067-BDC0-8007-7C0C9DB9DAC9}"/>
                </a:ext>
              </a:extLst>
            </p:cNvPr>
            <p:cNvSpPr/>
            <p:nvPr/>
          </p:nvSpPr>
          <p:spPr>
            <a:xfrm>
              <a:off x="3640667" y="1875822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WLAN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49" name="图形 48">
              <a:extLst>
                <a:ext uri="{FF2B5EF4-FFF2-40B4-BE49-F238E27FC236}">
                  <a16:creationId xmlns:a16="http://schemas.microsoft.com/office/drawing/2014/main" id="{1E864633-1BF7-0C31-3363-9301F055332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223650" y="2072172"/>
              <a:ext cx="152400" cy="152400"/>
            </a:xfrm>
            <a:prstGeom prst="rect">
              <a:avLst/>
            </a:prstGeom>
          </p:spPr>
        </p:pic>
      </p:grpSp>
      <p:grpSp>
        <p:nvGrpSpPr>
          <p:cNvPr id="52" name="!! 有线连接按钮">
            <a:extLst>
              <a:ext uri="{FF2B5EF4-FFF2-40B4-BE49-F238E27FC236}">
                <a16:creationId xmlns:a16="http://schemas.microsoft.com/office/drawing/2014/main" id="{09F895A6-EA3C-951A-CA4E-B08E1ADF6C9B}"/>
              </a:ext>
            </a:extLst>
          </p:cNvPr>
          <p:cNvGrpSpPr/>
          <p:nvPr/>
        </p:nvGrpSpPr>
        <p:grpSpPr>
          <a:xfrm>
            <a:off x="3640667" y="2582968"/>
            <a:ext cx="4910666" cy="545100"/>
            <a:chOff x="3640667" y="2582968"/>
            <a:chExt cx="4910666" cy="545100"/>
          </a:xfrm>
        </p:grpSpPr>
        <p:sp>
          <p:nvSpPr>
            <p:cNvPr id="43" name="按钮">
              <a:hlinkClick r:id="rId11" action="ppaction://hlinksldjump"/>
              <a:extLst>
                <a:ext uri="{FF2B5EF4-FFF2-40B4-BE49-F238E27FC236}">
                  <a16:creationId xmlns:a16="http://schemas.microsoft.com/office/drawing/2014/main" id="{2BA8AC99-64EB-C643-08A4-81FEED2A08DA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有线连接</a:t>
              </a:r>
            </a:p>
          </p:txBody>
        </p:sp>
        <p:pic>
          <p:nvPicPr>
            <p:cNvPr id="50" name="图形 49">
              <a:extLst>
                <a:ext uri="{FF2B5EF4-FFF2-40B4-BE49-F238E27FC236}">
                  <a16:creationId xmlns:a16="http://schemas.microsoft.com/office/drawing/2014/main" id="{EB976B59-721E-22FB-6BD4-F7864482F00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223650" y="2779318"/>
              <a:ext cx="152400" cy="152400"/>
            </a:xfrm>
            <a:prstGeom prst="rect">
              <a:avLst/>
            </a:prstGeom>
          </p:spPr>
        </p:pic>
      </p:grpSp>
      <p:grpSp>
        <p:nvGrpSpPr>
          <p:cNvPr id="56" name="!! 返回按钮">
            <a:extLst>
              <a:ext uri="{FF2B5EF4-FFF2-40B4-BE49-F238E27FC236}">
                <a16:creationId xmlns:a16="http://schemas.microsoft.com/office/drawing/2014/main" id="{789EE27D-71E0-FF14-4342-43616BA4E7A2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57" name="矩形: 圆角 56">
              <a:hlinkClick r:id="rId12" action="ppaction://hlinksldjump"/>
              <a:extLst>
                <a:ext uri="{FF2B5EF4-FFF2-40B4-BE49-F238E27FC236}">
                  <a16:creationId xmlns:a16="http://schemas.microsoft.com/office/drawing/2014/main" id="{7B8B82EF-42C9-7FE3-39D3-354257AF9F05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8" name="图形 57">
              <a:extLst>
                <a:ext uri="{FF2B5EF4-FFF2-40B4-BE49-F238E27FC236}">
                  <a16:creationId xmlns:a16="http://schemas.microsoft.com/office/drawing/2014/main" id="{78E4BD75-CA73-2F6A-5BD1-1995A1640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grpSp>
        <p:nvGrpSpPr>
          <p:cNvPr id="2" name="!! 有线连接按钮">
            <a:extLst>
              <a:ext uri="{FF2B5EF4-FFF2-40B4-BE49-F238E27FC236}">
                <a16:creationId xmlns:a16="http://schemas.microsoft.com/office/drawing/2014/main" id="{D1E38AC5-17F6-F88F-327E-D5BDF8798367}"/>
              </a:ext>
            </a:extLst>
          </p:cNvPr>
          <p:cNvGrpSpPr/>
          <p:nvPr/>
        </p:nvGrpSpPr>
        <p:grpSpPr>
          <a:xfrm>
            <a:off x="3640667" y="3290114"/>
            <a:ext cx="4910666" cy="545100"/>
            <a:chOff x="3640667" y="2582968"/>
            <a:chExt cx="4910666" cy="545100"/>
          </a:xfrm>
        </p:grpSpPr>
        <p:sp>
          <p:nvSpPr>
            <p:cNvPr id="3" name="按钮">
              <a:hlinkClick r:id="rId15" action="ppaction://hlinksldjump"/>
              <a:extLst>
                <a:ext uri="{FF2B5EF4-FFF2-40B4-BE49-F238E27FC236}">
                  <a16:creationId xmlns:a16="http://schemas.microsoft.com/office/drawing/2014/main" id="{6AD6457F-875E-51C8-94A1-9B4311FA109A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卫星连接</a:t>
              </a:r>
            </a:p>
          </p:txBody>
        </p:sp>
        <p:pic>
          <p:nvPicPr>
            <p:cNvPr id="4" name="图形 3">
              <a:extLst>
                <a:ext uri="{FF2B5EF4-FFF2-40B4-BE49-F238E27FC236}">
                  <a16:creationId xmlns:a16="http://schemas.microsoft.com/office/drawing/2014/main" id="{45752836-DF3E-EFD4-C34E-8E40F5C35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223650" y="2779318"/>
              <a:ext cx="152400" cy="152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88871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>
        <p14:pan dir="r"/>
      </p:transition>
    </mc:Choice>
    <mc:Fallback xmlns="">
      <p:transition advClick="0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37267A-EEEA-3190-96E2-64AD26F98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52943435-8657-D1A7-3CE6-892DB976E3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3">
            <a:extLst>
              <a:ext uri="{FF2B5EF4-FFF2-40B4-BE49-F238E27FC236}">
                <a16:creationId xmlns:a16="http://schemas.microsoft.com/office/drawing/2014/main" id="{C3DA862A-C6AF-9A4F-B3CD-19636564A8AD}"/>
              </a:ext>
            </a:extLst>
          </p:cNvPr>
          <p:cNvGrpSpPr/>
          <p:nvPr/>
        </p:nvGrpSpPr>
        <p:grpSpPr>
          <a:xfrm>
            <a:off x="5364480" y="931625"/>
            <a:ext cx="1463040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156C9CF3-BE10-E08C-21F5-A0D713D3C398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D68A9DA2-917F-5842-43D5-81845D1A29BC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j-ea"/>
                  <a:ea typeface="+mj-ea"/>
                </a:rPr>
                <a:t>网络连接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grpSp>
        <p:nvGrpSpPr>
          <p:cNvPr id="36" name="!! 关闭按钮">
            <a:extLst>
              <a:ext uri="{FF2B5EF4-FFF2-40B4-BE49-F238E27FC236}">
                <a16:creationId xmlns:a16="http://schemas.microsoft.com/office/drawing/2014/main" id="{9191E232-EBC5-A3CB-FD45-18FE67A319CB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37" name="矩形: 圆角 36">
              <a:hlinkClick r:id="rId5" action="ppaction://hlinksldjump"/>
              <a:extLst>
                <a:ext uri="{FF2B5EF4-FFF2-40B4-BE49-F238E27FC236}">
                  <a16:creationId xmlns:a16="http://schemas.microsoft.com/office/drawing/2014/main" id="{80B03517-3C6A-5A19-53C2-1588C5E93FA1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BB5BE038-5BBE-532C-688A-DF30D55A4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51" name="!! WLAN按钮">
            <a:extLst>
              <a:ext uri="{FF2B5EF4-FFF2-40B4-BE49-F238E27FC236}">
                <a16:creationId xmlns:a16="http://schemas.microsoft.com/office/drawing/2014/main" id="{7657958F-F012-F45A-C363-81EA12A82C24}"/>
              </a:ext>
            </a:extLst>
          </p:cNvPr>
          <p:cNvGrpSpPr/>
          <p:nvPr/>
        </p:nvGrpSpPr>
        <p:grpSpPr>
          <a:xfrm>
            <a:off x="3640667" y="1875822"/>
            <a:ext cx="4910666" cy="545100"/>
            <a:chOff x="3640667" y="1875822"/>
            <a:chExt cx="4910666" cy="545100"/>
          </a:xfrm>
        </p:grpSpPr>
        <p:sp>
          <p:nvSpPr>
            <p:cNvPr id="46" name="按钮">
              <a:hlinkClick r:id="rId8" action="ppaction://hlinksldjump"/>
              <a:extLst>
                <a:ext uri="{FF2B5EF4-FFF2-40B4-BE49-F238E27FC236}">
                  <a16:creationId xmlns:a16="http://schemas.microsoft.com/office/drawing/2014/main" id="{CA6DE132-099F-536A-8D99-BF2D45880DE4}"/>
                </a:ext>
              </a:extLst>
            </p:cNvPr>
            <p:cNvSpPr/>
            <p:nvPr/>
          </p:nvSpPr>
          <p:spPr>
            <a:xfrm>
              <a:off x="3640667" y="1875822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/>
              <a:r>
                <a:rPr lang="en-US" altLang="zh-CN" sz="1600" dirty="0">
                  <a:solidFill>
                    <a:schemeClr val="tx1"/>
                  </a:solidFill>
                </a:rPr>
                <a:t>WLAN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pic>
          <p:nvPicPr>
            <p:cNvPr id="49" name="图形 48">
              <a:extLst>
                <a:ext uri="{FF2B5EF4-FFF2-40B4-BE49-F238E27FC236}">
                  <a16:creationId xmlns:a16="http://schemas.microsoft.com/office/drawing/2014/main" id="{3DADEFB0-28B1-A897-595B-DC887A20537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223650" y="2072172"/>
              <a:ext cx="152400" cy="152400"/>
            </a:xfrm>
            <a:prstGeom prst="rect">
              <a:avLst/>
            </a:prstGeom>
          </p:spPr>
        </p:pic>
      </p:grpSp>
      <p:grpSp>
        <p:nvGrpSpPr>
          <p:cNvPr id="52" name="!! 有线连接按钮">
            <a:extLst>
              <a:ext uri="{FF2B5EF4-FFF2-40B4-BE49-F238E27FC236}">
                <a16:creationId xmlns:a16="http://schemas.microsoft.com/office/drawing/2014/main" id="{39821A30-C613-8E85-F0C6-C3C2B25E18DE}"/>
              </a:ext>
            </a:extLst>
          </p:cNvPr>
          <p:cNvGrpSpPr/>
          <p:nvPr/>
        </p:nvGrpSpPr>
        <p:grpSpPr>
          <a:xfrm>
            <a:off x="3640667" y="2582968"/>
            <a:ext cx="4910666" cy="545100"/>
            <a:chOff x="3640667" y="2582968"/>
            <a:chExt cx="4910666" cy="545100"/>
          </a:xfrm>
        </p:grpSpPr>
        <p:sp>
          <p:nvSpPr>
            <p:cNvPr id="43" name="按钮">
              <a:hlinkClick r:id="rId11" action="ppaction://hlinksldjump"/>
              <a:extLst>
                <a:ext uri="{FF2B5EF4-FFF2-40B4-BE49-F238E27FC236}">
                  <a16:creationId xmlns:a16="http://schemas.microsoft.com/office/drawing/2014/main" id="{B44C8DA0-1BAC-8181-E143-FAAF7671DAF0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/>
              <a:r>
                <a:rPr lang="zh-CN" altLang="en-US" sz="1600" dirty="0">
                  <a:solidFill>
                    <a:schemeClr val="tx1"/>
                  </a:solidFill>
                </a:rPr>
                <a:t>有线连接</a:t>
              </a:r>
            </a:p>
          </p:txBody>
        </p:sp>
        <p:pic>
          <p:nvPicPr>
            <p:cNvPr id="50" name="图形 49">
              <a:extLst>
                <a:ext uri="{FF2B5EF4-FFF2-40B4-BE49-F238E27FC236}">
                  <a16:creationId xmlns:a16="http://schemas.microsoft.com/office/drawing/2014/main" id="{4D181B0E-1CDC-AD04-986E-EF2D55B82F0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223650" y="2779318"/>
              <a:ext cx="152400" cy="152400"/>
            </a:xfrm>
            <a:prstGeom prst="rect">
              <a:avLst/>
            </a:prstGeom>
          </p:spPr>
        </p:pic>
      </p:grpSp>
      <p:grpSp>
        <p:nvGrpSpPr>
          <p:cNvPr id="56" name="!! 返回按钮">
            <a:extLst>
              <a:ext uri="{FF2B5EF4-FFF2-40B4-BE49-F238E27FC236}">
                <a16:creationId xmlns:a16="http://schemas.microsoft.com/office/drawing/2014/main" id="{61F25307-6A06-438F-B199-B86DE206C5ED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57" name="矩形: 圆角 56">
              <a:hlinkClick r:id="rId12" action="ppaction://hlinksldjump"/>
              <a:extLst>
                <a:ext uri="{FF2B5EF4-FFF2-40B4-BE49-F238E27FC236}">
                  <a16:creationId xmlns:a16="http://schemas.microsoft.com/office/drawing/2014/main" id="{D57D6902-2CEE-1F63-4232-6E6D5C8E89F7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8" name="图形 57">
              <a:extLst>
                <a:ext uri="{FF2B5EF4-FFF2-40B4-BE49-F238E27FC236}">
                  <a16:creationId xmlns:a16="http://schemas.microsoft.com/office/drawing/2014/main" id="{A2697F46-3522-4D8E-38EE-CD3EF9F8B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grpSp>
        <p:nvGrpSpPr>
          <p:cNvPr id="2" name="!! 有线连接按钮">
            <a:extLst>
              <a:ext uri="{FF2B5EF4-FFF2-40B4-BE49-F238E27FC236}">
                <a16:creationId xmlns:a16="http://schemas.microsoft.com/office/drawing/2014/main" id="{2A692656-5938-2B7C-7E9F-7F545FDFFB22}"/>
              </a:ext>
            </a:extLst>
          </p:cNvPr>
          <p:cNvGrpSpPr/>
          <p:nvPr/>
        </p:nvGrpSpPr>
        <p:grpSpPr>
          <a:xfrm>
            <a:off x="3640667" y="3290114"/>
            <a:ext cx="4910666" cy="545100"/>
            <a:chOff x="3640667" y="2582968"/>
            <a:chExt cx="4910666" cy="545100"/>
          </a:xfrm>
        </p:grpSpPr>
        <p:sp>
          <p:nvSpPr>
            <p:cNvPr id="3" name="按钮">
              <a:hlinkClick r:id="rId15" action="ppaction://hlinksldjump"/>
              <a:extLst>
                <a:ext uri="{FF2B5EF4-FFF2-40B4-BE49-F238E27FC236}">
                  <a16:creationId xmlns:a16="http://schemas.microsoft.com/office/drawing/2014/main" id="{348740EB-3CD0-8FBC-6816-5069188F3D9E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/>
              <a:r>
                <a:rPr lang="zh-CN" altLang="en-US" sz="1600" dirty="0">
                  <a:solidFill>
                    <a:schemeClr val="tx1"/>
                  </a:solidFill>
                </a:rPr>
                <a:t>卫星连接</a:t>
              </a:r>
            </a:p>
          </p:txBody>
        </p:sp>
        <p:pic>
          <p:nvPicPr>
            <p:cNvPr id="4" name="图形 3">
              <a:extLst>
                <a:ext uri="{FF2B5EF4-FFF2-40B4-BE49-F238E27FC236}">
                  <a16:creationId xmlns:a16="http://schemas.microsoft.com/office/drawing/2014/main" id="{DCCE696F-C49D-78A4-B5D0-0BE5EEF7141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223650" y="2779318"/>
              <a:ext cx="152400" cy="152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78003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>
        <p14:pan/>
      </p:transition>
    </mc:Choice>
    <mc:Fallback xmlns="">
      <p:transition advClick="0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57C5B6-509D-CEA0-51B7-578E89495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58E2B04B-B0B3-51E0-CC5F-1808BA8B43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4">
            <a:extLst>
              <a:ext uri="{FF2B5EF4-FFF2-40B4-BE49-F238E27FC236}">
                <a16:creationId xmlns:a16="http://schemas.microsoft.com/office/drawing/2014/main" id="{8EB22FE7-E2D0-AE46-1D01-75123E2A6D0D}"/>
              </a:ext>
            </a:extLst>
          </p:cNvPr>
          <p:cNvGrpSpPr/>
          <p:nvPr/>
        </p:nvGrpSpPr>
        <p:grpSpPr>
          <a:xfrm>
            <a:off x="5486400" y="931625"/>
            <a:ext cx="1219200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26D8A451-D6CA-4917-BFF5-0B403D1DCE07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614325BE-FBF7-44E8-5A3D-F20E2554528B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WLAN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grpSp>
        <p:nvGrpSpPr>
          <p:cNvPr id="36" name="!! 关闭按钮">
            <a:extLst>
              <a:ext uri="{FF2B5EF4-FFF2-40B4-BE49-F238E27FC236}">
                <a16:creationId xmlns:a16="http://schemas.microsoft.com/office/drawing/2014/main" id="{C9AFDC3E-F705-9290-3E7A-E3636C1F4D99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37" name="矩形: 圆角 36">
              <a:hlinkClick r:id="rId5" action="ppaction://hlinksldjump"/>
              <a:extLst>
                <a:ext uri="{FF2B5EF4-FFF2-40B4-BE49-F238E27FC236}">
                  <a16:creationId xmlns:a16="http://schemas.microsoft.com/office/drawing/2014/main" id="{E0659B5B-2D96-95E9-5C6A-254793F6FEFC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3F9AD5D5-F6AF-FBF6-8D9A-6C73310AD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sp>
        <p:nvSpPr>
          <p:cNvPr id="46" name="按钮">
            <a:extLst>
              <a:ext uri="{FF2B5EF4-FFF2-40B4-BE49-F238E27FC236}">
                <a16:creationId xmlns:a16="http://schemas.microsoft.com/office/drawing/2014/main" id="{52042BCE-B9C5-E5F2-AD36-240AE7EC6548}"/>
              </a:ext>
            </a:extLst>
          </p:cNvPr>
          <p:cNvSpPr/>
          <p:nvPr/>
        </p:nvSpPr>
        <p:spPr>
          <a:xfrm>
            <a:off x="3640667" y="2706402"/>
            <a:ext cx="4910666" cy="545100"/>
          </a:xfrm>
          <a:prstGeom prst="roundRect">
            <a:avLst>
              <a:gd name="adj" fmla="val 14376"/>
            </a:avLst>
          </a:prstGeom>
          <a:solidFill>
            <a:schemeClr val="bg1">
              <a:lumMod val="90000"/>
            </a:schemeClr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WLAN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开关</a:t>
            </a:r>
          </a:p>
        </p:txBody>
      </p:sp>
      <p:grpSp>
        <p:nvGrpSpPr>
          <p:cNvPr id="56" name="!! 返回按钮">
            <a:extLst>
              <a:ext uri="{FF2B5EF4-FFF2-40B4-BE49-F238E27FC236}">
                <a16:creationId xmlns:a16="http://schemas.microsoft.com/office/drawing/2014/main" id="{9FC3EBBF-48DB-AA80-E8BE-6920E9390C4F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57" name="矩形: 圆角 56">
              <a:hlinkClick r:id="rId8" action="ppaction://hlinksldjump"/>
              <a:extLst>
                <a:ext uri="{FF2B5EF4-FFF2-40B4-BE49-F238E27FC236}">
                  <a16:creationId xmlns:a16="http://schemas.microsoft.com/office/drawing/2014/main" id="{9B0DB1DF-0AED-52F0-1F03-C9BE271E4CB3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8" name="图形 57">
              <a:extLst>
                <a:ext uri="{FF2B5EF4-FFF2-40B4-BE49-F238E27FC236}">
                  <a16:creationId xmlns:a16="http://schemas.microsoft.com/office/drawing/2014/main" id="{86128D1C-D0D2-233A-B944-D4FF00BA8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sp>
        <p:nvSpPr>
          <p:cNvPr id="7" name="!! 开关1背景">
            <a:extLst>
              <a:ext uri="{FF2B5EF4-FFF2-40B4-BE49-F238E27FC236}">
                <a16:creationId xmlns:a16="http://schemas.microsoft.com/office/drawing/2014/main" id="{49678BC8-AF87-28FA-C590-3A651B87DACE}"/>
              </a:ext>
            </a:extLst>
          </p:cNvPr>
          <p:cNvSpPr/>
          <p:nvPr/>
        </p:nvSpPr>
        <p:spPr>
          <a:xfrm>
            <a:off x="7966380" y="2888165"/>
            <a:ext cx="376430" cy="171028"/>
          </a:xfrm>
          <a:prstGeom prst="roundRect">
            <a:avLst>
              <a:gd name="adj" fmla="val 50000"/>
            </a:avLst>
          </a:prstGeom>
          <a:solidFill>
            <a:schemeClr val="bg1">
              <a:lumMod val="90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8" name="!! 开关1">
            <a:extLst>
              <a:ext uri="{FF2B5EF4-FFF2-40B4-BE49-F238E27FC236}">
                <a16:creationId xmlns:a16="http://schemas.microsoft.com/office/drawing/2014/main" id="{70FBE2F5-73D4-43BF-64E9-BBC19B660A07}"/>
              </a:ext>
            </a:extLst>
          </p:cNvPr>
          <p:cNvSpPr/>
          <p:nvPr/>
        </p:nvSpPr>
        <p:spPr>
          <a:xfrm>
            <a:off x="8000062" y="2911809"/>
            <a:ext cx="119862" cy="12374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grpSp>
        <p:nvGrpSpPr>
          <p:cNvPr id="9" name="!! 无线模块警告">
            <a:extLst>
              <a:ext uri="{FF2B5EF4-FFF2-40B4-BE49-F238E27FC236}">
                <a16:creationId xmlns:a16="http://schemas.microsoft.com/office/drawing/2014/main" id="{84744AC7-0298-BD53-D21D-C778A97082D9}"/>
              </a:ext>
            </a:extLst>
          </p:cNvPr>
          <p:cNvGrpSpPr/>
          <p:nvPr/>
        </p:nvGrpSpPr>
        <p:grpSpPr>
          <a:xfrm>
            <a:off x="3663253" y="1801856"/>
            <a:ext cx="4888080" cy="781669"/>
            <a:chOff x="6744289" y="1953066"/>
            <a:chExt cx="3541817" cy="781669"/>
          </a:xfrm>
        </p:grpSpPr>
        <p:sp>
          <p:nvSpPr>
            <p:cNvPr id="10" name="!! 背景">
              <a:extLst>
                <a:ext uri="{FF2B5EF4-FFF2-40B4-BE49-F238E27FC236}">
                  <a16:creationId xmlns:a16="http://schemas.microsoft.com/office/drawing/2014/main" id="{F553A8CA-CBAE-66A8-9315-6934AB5FFD3C}"/>
                </a:ext>
              </a:extLst>
            </p:cNvPr>
            <p:cNvSpPr/>
            <p:nvPr/>
          </p:nvSpPr>
          <p:spPr>
            <a:xfrm>
              <a:off x="6744289" y="1953066"/>
              <a:ext cx="3541817" cy="781669"/>
            </a:xfrm>
            <a:prstGeom prst="roundRect">
              <a:avLst>
                <a:gd name="adj" fmla="val 88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accent6"/>
              </a:solidFill>
            </a:ln>
            <a:effectLst>
              <a:outerShdw blurRad="127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5252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sp>
          <p:nvSpPr>
            <p:cNvPr id="11" name="!! 标题">
              <a:extLst>
                <a:ext uri="{FF2B5EF4-FFF2-40B4-BE49-F238E27FC236}">
                  <a16:creationId xmlns:a16="http://schemas.microsoft.com/office/drawing/2014/main" id="{3F4E174B-D70E-9BD7-63E5-77CBEC4A69E6}"/>
                </a:ext>
              </a:extLst>
            </p:cNvPr>
            <p:cNvSpPr txBox="1"/>
            <p:nvPr/>
          </p:nvSpPr>
          <p:spPr>
            <a:xfrm>
              <a:off x="6879497" y="2081312"/>
              <a:ext cx="24265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无线模块无法使用</a:t>
              </a:r>
            </a:p>
          </p:txBody>
        </p:sp>
        <p:sp>
          <p:nvSpPr>
            <p:cNvPr id="12" name="!! 副标题">
              <a:extLst>
                <a:ext uri="{FF2B5EF4-FFF2-40B4-BE49-F238E27FC236}">
                  <a16:creationId xmlns:a16="http://schemas.microsoft.com/office/drawing/2014/main" id="{BE126504-0644-6CC6-B193-24BB601F17C7}"/>
                </a:ext>
              </a:extLst>
            </p:cNvPr>
            <p:cNvSpPr txBox="1"/>
            <p:nvPr/>
          </p:nvSpPr>
          <p:spPr>
            <a:xfrm>
              <a:off x="6879497" y="2343837"/>
              <a:ext cx="32170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由于系统的特殊性质，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WLAN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无法使用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16501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>
        <p14:pan dir="r"/>
      </p:transition>
    </mc:Choice>
    <mc:Fallback xmlns="">
      <p:transition advClick="0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F395C7-3E2C-131C-111B-0C6B0CC16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089546E2-FBC3-9773-C3D2-89214E34B3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4">
            <a:extLst>
              <a:ext uri="{FF2B5EF4-FFF2-40B4-BE49-F238E27FC236}">
                <a16:creationId xmlns:a16="http://schemas.microsoft.com/office/drawing/2014/main" id="{0B932712-C5A0-FCDF-2B67-125BEBD027DD}"/>
              </a:ext>
            </a:extLst>
          </p:cNvPr>
          <p:cNvGrpSpPr/>
          <p:nvPr/>
        </p:nvGrpSpPr>
        <p:grpSpPr>
          <a:xfrm>
            <a:off x="5486400" y="931625"/>
            <a:ext cx="1219200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1C0493B4-99D0-E1E0-9093-F61787D0FDEE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9505F2C2-01E8-8BD2-FE15-37E88C074261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WLAN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grpSp>
        <p:nvGrpSpPr>
          <p:cNvPr id="36" name="!! 关闭按钮">
            <a:extLst>
              <a:ext uri="{FF2B5EF4-FFF2-40B4-BE49-F238E27FC236}">
                <a16:creationId xmlns:a16="http://schemas.microsoft.com/office/drawing/2014/main" id="{A35CFDFD-5A07-4DFD-5957-8A938003532C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37" name="矩形: 圆角 36">
              <a:hlinkClick r:id="rId5" action="ppaction://hlinksldjump"/>
              <a:extLst>
                <a:ext uri="{FF2B5EF4-FFF2-40B4-BE49-F238E27FC236}">
                  <a16:creationId xmlns:a16="http://schemas.microsoft.com/office/drawing/2014/main" id="{F53A435D-6035-9A1F-2589-C8148A3B9EB2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E91654CB-AEC7-4CFE-2696-9DB8367402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sp>
        <p:nvSpPr>
          <p:cNvPr id="46" name="按钮">
            <a:extLst>
              <a:ext uri="{FF2B5EF4-FFF2-40B4-BE49-F238E27FC236}">
                <a16:creationId xmlns:a16="http://schemas.microsoft.com/office/drawing/2014/main" id="{B904145B-4DCE-FE11-2093-3F2DDDC3D2BB}"/>
              </a:ext>
            </a:extLst>
          </p:cNvPr>
          <p:cNvSpPr/>
          <p:nvPr/>
        </p:nvSpPr>
        <p:spPr>
          <a:xfrm>
            <a:off x="3640667" y="2706402"/>
            <a:ext cx="4910666" cy="545100"/>
          </a:xfrm>
          <a:prstGeom prst="roundRect">
            <a:avLst>
              <a:gd name="adj" fmla="val 14376"/>
            </a:avLst>
          </a:prstGeom>
          <a:solidFill>
            <a:schemeClr val="tx1">
              <a:lumMod val="10000"/>
              <a:lumOff val="90000"/>
            </a:schemeClr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WLAN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开关</a:t>
            </a:r>
          </a:p>
        </p:txBody>
      </p:sp>
      <p:grpSp>
        <p:nvGrpSpPr>
          <p:cNvPr id="56" name="!! 返回按钮">
            <a:extLst>
              <a:ext uri="{FF2B5EF4-FFF2-40B4-BE49-F238E27FC236}">
                <a16:creationId xmlns:a16="http://schemas.microsoft.com/office/drawing/2014/main" id="{1AE53535-9E5D-90A0-62CC-AB067C240918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57" name="矩形: 圆角 56">
              <a:hlinkClick r:id="rId8" action="ppaction://hlinksldjump"/>
              <a:extLst>
                <a:ext uri="{FF2B5EF4-FFF2-40B4-BE49-F238E27FC236}">
                  <a16:creationId xmlns:a16="http://schemas.microsoft.com/office/drawing/2014/main" id="{116FFCCF-49BA-6007-B0F2-9FED01937FB5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8" name="图形 57">
              <a:extLst>
                <a:ext uri="{FF2B5EF4-FFF2-40B4-BE49-F238E27FC236}">
                  <a16:creationId xmlns:a16="http://schemas.microsoft.com/office/drawing/2014/main" id="{CBBC3722-A3BF-0938-D6B8-52D61D5402E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sp>
        <p:nvSpPr>
          <p:cNvPr id="7" name="!! 开关1背景">
            <a:extLst>
              <a:ext uri="{FF2B5EF4-FFF2-40B4-BE49-F238E27FC236}">
                <a16:creationId xmlns:a16="http://schemas.microsoft.com/office/drawing/2014/main" id="{67BB929E-2F27-D396-4ED7-8713D66FACFD}"/>
              </a:ext>
            </a:extLst>
          </p:cNvPr>
          <p:cNvSpPr/>
          <p:nvPr/>
        </p:nvSpPr>
        <p:spPr>
          <a:xfrm>
            <a:off x="7966380" y="2888165"/>
            <a:ext cx="376430" cy="171028"/>
          </a:xfrm>
          <a:prstGeom prst="roundRect">
            <a:avLst>
              <a:gd name="adj" fmla="val 50000"/>
            </a:avLst>
          </a:prstGeom>
          <a:solidFill>
            <a:schemeClr val="bg1">
              <a:lumMod val="90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8" name="!! 开关1">
            <a:extLst>
              <a:ext uri="{FF2B5EF4-FFF2-40B4-BE49-F238E27FC236}">
                <a16:creationId xmlns:a16="http://schemas.microsoft.com/office/drawing/2014/main" id="{F892FB16-AE09-F301-97A3-6D9BC034696B}"/>
              </a:ext>
            </a:extLst>
          </p:cNvPr>
          <p:cNvSpPr/>
          <p:nvPr/>
        </p:nvSpPr>
        <p:spPr>
          <a:xfrm>
            <a:off x="8000062" y="2911809"/>
            <a:ext cx="119862" cy="12374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grpSp>
        <p:nvGrpSpPr>
          <p:cNvPr id="9" name="!! 无线模块警告">
            <a:extLst>
              <a:ext uri="{FF2B5EF4-FFF2-40B4-BE49-F238E27FC236}">
                <a16:creationId xmlns:a16="http://schemas.microsoft.com/office/drawing/2014/main" id="{CB8B5EE2-C09C-DD99-BD03-60C2A6469B5F}"/>
              </a:ext>
            </a:extLst>
          </p:cNvPr>
          <p:cNvGrpSpPr/>
          <p:nvPr/>
        </p:nvGrpSpPr>
        <p:grpSpPr>
          <a:xfrm>
            <a:off x="3663253" y="1801856"/>
            <a:ext cx="4888080" cy="781669"/>
            <a:chOff x="6744289" y="1953066"/>
            <a:chExt cx="3541817" cy="781669"/>
          </a:xfrm>
        </p:grpSpPr>
        <p:sp>
          <p:nvSpPr>
            <p:cNvPr id="10" name="!! 背景">
              <a:extLst>
                <a:ext uri="{FF2B5EF4-FFF2-40B4-BE49-F238E27FC236}">
                  <a16:creationId xmlns:a16="http://schemas.microsoft.com/office/drawing/2014/main" id="{ADF60D89-49C7-13CB-31B7-AC74059D5143}"/>
                </a:ext>
              </a:extLst>
            </p:cNvPr>
            <p:cNvSpPr/>
            <p:nvPr/>
          </p:nvSpPr>
          <p:spPr>
            <a:xfrm>
              <a:off x="6744289" y="1953066"/>
              <a:ext cx="3541817" cy="781669"/>
            </a:xfrm>
            <a:prstGeom prst="roundRect">
              <a:avLst>
                <a:gd name="adj" fmla="val 88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accent6"/>
              </a:solidFill>
            </a:ln>
            <a:effectLst>
              <a:outerShdw blurRad="127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5252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sp>
          <p:nvSpPr>
            <p:cNvPr id="11" name="!! 标题">
              <a:extLst>
                <a:ext uri="{FF2B5EF4-FFF2-40B4-BE49-F238E27FC236}">
                  <a16:creationId xmlns:a16="http://schemas.microsoft.com/office/drawing/2014/main" id="{31E3642B-04C7-2503-54E6-5FD6FB079ED5}"/>
                </a:ext>
              </a:extLst>
            </p:cNvPr>
            <p:cNvSpPr txBox="1"/>
            <p:nvPr/>
          </p:nvSpPr>
          <p:spPr>
            <a:xfrm>
              <a:off x="6879497" y="2081312"/>
              <a:ext cx="24265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无线模块无法使用</a:t>
              </a:r>
            </a:p>
          </p:txBody>
        </p:sp>
        <p:sp>
          <p:nvSpPr>
            <p:cNvPr id="12" name="!! 副标题">
              <a:extLst>
                <a:ext uri="{FF2B5EF4-FFF2-40B4-BE49-F238E27FC236}">
                  <a16:creationId xmlns:a16="http://schemas.microsoft.com/office/drawing/2014/main" id="{F2ACBD2C-B9EC-5CE0-23BD-417CA809CF0C}"/>
                </a:ext>
              </a:extLst>
            </p:cNvPr>
            <p:cNvSpPr txBox="1"/>
            <p:nvPr/>
          </p:nvSpPr>
          <p:spPr>
            <a:xfrm>
              <a:off x="6879497" y="2343837"/>
              <a:ext cx="32170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由于系统的特殊性质，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WLAN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无法使用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1595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>
        <p14:pan/>
      </p:transition>
    </mc:Choice>
    <mc:Fallback xmlns="">
      <p:transition advClick="0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DAA630-9D94-8F5D-835C-2AEE7D420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E4C9EEF5-C922-BA60-B3D1-0B8A735BDB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5">
            <a:extLst>
              <a:ext uri="{FF2B5EF4-FFF2-40B4-BE49-F238E27FC236}">
                <a16:creationId xmlns:a16="http://schemas.microsoft.com/office/drawing/2014/main" id="{B59132B3-F33D-AD75-939D-639452AFBE16}"/>
              </a:ext>
            </a:extLst>
          </p:cNvPr>
          <p:cNvGrpSpPr/>
          <p:nvPr/>
        </p:nvGrpSpPr>
        <p:grpSpPr>
          <a:xfrm>
            <a:off x="5364480" y="931625"/>
            <a:ext cx="1463040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F634BE54-935C-4EF1-F7EF-074655B9B0FF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FC2A278C-5BC1-1814-C38B-609BAD716726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有线连接</a:t>
              </a:r>
            </a:p>
          </p:txBody>
        </p:sp>
      </p:grpSp>
      <p:grpSp>
        <p:nvGrpSpPr>
          <p:cNvPr id="36" name="!! 关闭按钮">
            <a:extLst>
              <a:ext uri="{FF2B5EF4-FFF2-40B4-BE49-F238E27FC236}">
                <a16:creationId xmlns:a16="http://schemas.microsoft.com/office/drawing/2014/main" id="{98A41CAC-2455-CE28-B674-27FEF6661765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37" name="矩形: 圆角 36">
              <a:hlinkClick r:id="rId5" action="ppaction://hlinksldjump"/>
              <a:extLst>
                <a:ext uri="{FF2B5EF4-FFF2-40B4-BE49-F238E27FC236}">
                  <a16:creationId xmlns:a16="http://schemas.microsoft.com/office/drawing/2014/main" id="{216BF40F-F91B-5F48-F578-2880B79E349D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96AF6CF1-B7B4-7648-16EC-1B236E12DCE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56" name="!! 返回按钮">
            <a:extLst>
              <a:ext uri="{FF2B5EF4-FFF2-40B4-BE49-F238E27FC236}">
                <a16:creationId xmlns:a16="http://schemas.microsoft.com/office/drawing/2014/main" id="{BA4685BB-4687-F4AA-98A2-A5CD9C3C89D0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57" name="矩形: 圆角 56">
              <a:hlinkClick r:id="rId8" action="ppaction://hlinksldjump"/>
              <a:extLst>
                <a:ext uri="{FF2B5EF4-FFF2-40B4-BE49-F238E27FC236}">
                  <a16:creationId xmlns:a16="http://schemas.microsoft.com/office/drawing/2014/main" id="{067DDF6C-9DC2-3772-6A3C-40CB31FB27D2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8" name="图形 57">
              <a:extLst>
                <a:ext uri="{FF2B5EF4-FFF2-40B4-BE49-F238E27FC236}">
                  <a16:creationId xmlns:a16="http://schemas.microsoft.com/office/drawing/2014/main" id="{F385CF70-E40A-3564-8B49-9B98D2036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sp>
        <p:nvSpPr>
          <p:cNvPr id="4" name="!! 以太网1按钮">
            <a:extLst>
              <a:ext uri="{FF2B5EF4-FFF2-40B4-BE49-F238E27FC236}">
                <a16:creationId xmlns:a16="http://schemas.microsoft.com/office/drawing/2014/main" id="{404E9255-B3C0-7013-72DA-436B477B6489}"/>
              </a:ext>
            </a:extLst>
          </p:cNvPr>
          <p:cNvSpPr/>
          <p:nvPr/>
        </p:nvSpPr>
        <p:spPr>
          <a:xfrm>
            <a:off x="3640667" y="1875822"/>
            <a:ext cx="4910666" cy="545100"/>
          </a:xfrm>
          <a:prstGeom prst="roundRect">
            <a:avLst>
              <a:gd name="adj" fmla="val 1437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以太网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 1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5275E8A-230F-1356-1A38-3E3356A202BE}"/>
              </a:ext>
            </a:extLst>
          </p:cNvPr>
          <p:cNvSpPr txBox="1"/>
          <p:nvPr/>
        </p:nvSpPr>
        <p:spPr>
          <a:xfrm>
            <a:off x="7654379" y="2017567"/>
            <a:ext cx="7467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已连接</a:t>
            </a:r>
          </a:p>
        </p:txBody>
      </p:sp>
      <p:grpSp>
        <p:nvGrpSpPr>
          <p:cNvPr id="7" name="!! 网1按钮属性">
            <a:extLst>
              <a:ext uri="{FF2B5EF4-FFF2-40B4-BE49-F238E27FC236}">
                <a16:creationId xmlns:a16="http://schemas.microsoft.com/office/drawing/2014/main" id="{C896EDDE-D7B0-3BF6-5B0B-D886EDAF266D}"/>
              </a:ext>
            </a:extLst>
          </p:cNvPr>
          <p:cNvGrpSpPr/>
          <p:nvPr/>
        </p:nvGrpSpPr>
        <p:grpSpPr>
          <a:xfrm>
            <a:off x="3640667" y="2582968"/>
            <a:ext cx="4910666" cy="545100"/>
            <a:chOff x="3640667" y="2582968"/>
            <a:chExt cx="4910666" cy="545100"/>
          </a:xfrm>
        </p:grpSpPr>
        <p:sp>
          <p:nvSpPr>
            <p:cNvPr id="8" name="按钮">
              <a:hlinkClick r:id="rId11" action="ppaction://hlinksldjump"/>
              <a:extLst>
                <a:ext uri="{FF2B5EF4-FFF2-40B4-BE49-F238E27FC236}">
                  <a16:creationId xmlns:a16="http://schemas.microsoft.com/office/drawing/2014/main" id="{89C9DB0D-98F7-EB73-68D5-2380D00C3F17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以太网 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1 - 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属性</a:t>
              </a:r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4FEC0347-48FA-A13C-6245-DCE22DA1B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223650" y="2779318"/>
              <a:ext cx="152400" cy="152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78453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>
        <p14:pan dir="r"/>
      </p:transition>
    </mc:Choice>
    <mc:Fallback xmlns="">
      <p:transition advClick="0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FBF4B5-7272-9CEE-4221-7D5DA378E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0AD8309D-9DE5-D22B-FB89-777F0E26D0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5">
            <a:extLst>
              <a:ext uri="{FF2B5EF4-FFF2-40B4-BE49-F238E27FC236}">
                <a16:creationId xmlns:a16="http://schemas.microsoft.com/office/drawing/2014/main" id="{E2A012BF-BF79-7466-110B-4327FF11C3C0}"/>
              </a:ext>
            </a:extLst>
          </p:cNvPr>
          <p:cNvGrpSpPr/>
          <p:nvPr/>
        </p:nvGrpSpPr>
        <p:grpSpPr>
          <a:xfrm>
            <a:off x="5364480" y="931625"/>
            <a:ext cx="1463040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DD43B7D1-2827-9B2E-17BB-C648BFF2D562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799EB261-87A5-17E4-F592-2A0F45F5B220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有线连接</a:t>
              </a:r>
            </a:p>
          </p:txBody>
        </p:sp>
      </p:grpSp>
      <p:grpSp>
        <p:nvGrpSpPr>
          <p:cNvPr id="36" name="!! 关闭按钮">
            <a:extLst>
              <a:ext uri="{FF2B5EF4-FFF2-40B4-BE49-F238E27FC236}">
                <a16:creationId xmlns:a16="http://schemas.microsoft.com/office/drawing/2014/main" id="{0B3B29DA-CA24-B855-4D7A-47F7D698279C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37" name="矩形: 圆角 36">
              <a:hlinkClick r:id="rId5" action="ppaction://hlinksldjump"/>
              <a:extLst>
                <a:ext uri="{FF2B5EF4-FFF2-40B4-BE49-F238E27FC236}">
                  <a16:creationId xmlns:a16="http://schemas.microsoft.com/office/drawing/2014/main" id="{6F2284A1-6001-5F81-AF45-FE72CB3C7045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6B4A288F-7FE8-A4AB-221A-875D2AACB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56" name="!! 返回按钮">
            <a:extLst>
              <a:ext uri="{FF2B5EF4-FFF2-40B4-BE49-F238E27FC236}">
                <a16:creationId xmlns:a16="http://schemas.microsoft.com/office/drawing/2014/main" id="{A1598BEE-6EDF-3076-B919-824B94857E89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57" name="矩形: 圆角 56">
              <a:hlinkClick r:id="rId8" action="ppaction://hlinksldjump"/>
              <a:extLst>
                <a:ext uri="{FF2B5EF4-FFF2-40B4-BE49-F238E27FC236}">
                  <a16:creationId xmlns:a16="http://schemas.microsoft.com/office/drawing/2014/main" id="{75AF1346-0BF2-491B-F4DC-B74C4FA5E498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8" name="图形 57">
              <a:extLst>
                <a:ext uri="{FF2B5EF4-FFF2-40B4-BE49-F238E27FC236}">
                  <a16:creationId xmlns:a16="http://schemas.microsoft.com/office/drawing/2014/main" id="{823321A5-EB55-A37A-835B-3FDA8204F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sp>
        <p:nvSpPr>
          <p:cNvPr id="4" name="!! 以太网1按钮">
            <a:extLst>
              <a:ext uri="{FF2B5EF4-FFF2-40B4-BE49-F238E27FC236}">
                <a16:creationId xmlns:a16="http://schemas.microsoft.com/office/drawing/2014/main" id="{A3403D75-DDB8-292E-0DF3-038AF907250C}"/>
              </a:ext>
            </a:extLst>
          </p:cNvPr>
          <p:cNvSpPr/>
          <p:nvPr/>
        </p:nvSpPr>
        <p:spPr>
          <a:xfrm>
            <a:off x="3640667" y="1875822"/>
            <a:ext cx="4910666" cy="545100"/>
          </a:xfrm>
          <a:prstGeom prst="roundRect">
            <a:avLst>
              <a:gd name="adj" fmla="val 1437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/>
            <a:r>
              <a:rPr lang="zh-CN" altLang="en-US" sz="1600" dirty="0">
                <a:solidFill>
                  <a:schemeClr val="tx1"/>
                </a:solidFill>
              </a:rPr>
              <a:t>以太网</a:t>
            </a:r>
            <a:r>
              <a:rPr lang="en-US" altLang="zh-CN" sz="1600" dirty="0">
                <a:solidFill>
                  <a:schemeClr val="tx1"/>
                </a:solidFill>
              </a:rPr>
              <a:t> 1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E496E9-84A3-E881-D537-57691219BE23}"/>
              </a:ext>
            </a:extLst>
          </p:cNvPr>
          <p:cNvSpPr txBox="1"/>
          <p:nvPr/>
        </p:nvSpPr>
        <p:spPr>
          <a:xfrm>
            <a:off x="7654379" y="2017567"/>
            <a:ext cx="7467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100" dirty="0">
                <a:solidFill>
                  <a:schemeClr val="accent1"/>
                </a:solidFill>
              </a:rPr>
              <a:t>已连接</a:t>
            </a:r>
          </a:p>
        </p:txBody>
      </p:sp>
      <p:grpSp>
        <p:nvGrpSpPr>
          <p:cNvPr id="7" name="!! 网1按钮属性">
            <a:extLst>
              <a:ext uri="{FF2B5EF4-FFF2-40B4-BE49-F238E27FC236}">
                <a16:creationId xmlns:a16="http://schemas.microsoft.com/office/drawing/2014/main" id="{7CF972EA-AFD0-1B6F-AE6B-7967D2BF16DF}"/>
              </a:ext>
            </a:extLst>
          </p:cNvPr>
          <p:cNvGrpSpPr/>
          <p:nvPr/>
        </p:nvGrpSpPr>
        <p:grpSpPr>
          <a:xfrm>
            <a:off x="3640667" y="2582968"/>
            <a:ext cx="4910666" cy="545100"/>
            <a:chOff x="3640667" y="2582968"/>
            <a:chExt cx="4910666" cy="545100"/>
          </a:xfrm>
        </p:grpSpPr>
        <p:sp>
          <p:nvSpPr>
            <p:cNvPr id="8" name="按钮">
              <a:hlinkClick r:id="rId11" action="ppaction://hlinksldjump"/>
              <a:extLst>
                <a:ext uri="{FF2B5EF4-FFF2-40B4-BE49-F238E27FC236}">
                  <a16:creationId xmlns:a16="http://schemas.microsoft.com/office/drawing/2014/main" id="{D5BB5540-4289-BE1C-07B0-A4C87269FADA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/>
              <a:r>
                <a:rPr lang="zh-CN" altLang="en-US" sz="1600" dirty="0">
                  <a:solidFill>
                    <a:schemeClr val="tx1"/>
                  </a:solidFill>
                </a:rPr>
                <a:t>以太网 </a:t>
              </a:r>
              <a:r>
                <a:rPr lang="en-US" altLang="zh-CN" sz="1600" dirty="0">
                  <a:solidFill>
                    <a:schemeClr val="tx1"/>
                  </a:solidFill>
                </a:rPr>
                <a:t>1 - </a:t>
              </a:r>
              <a:r>
                <a:rPr lang="zh-CN" altLang="en-US" sz="1600" dirty="0">
                  <a:solidFill>
                    <a:schemeClr val="tx1"/>
                  </a:solidFill>
                </a:rPr>
                <a:t>属性</a:t>
              </a:r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1BE46EE9-4CC2-1533-6132-D0F9F071F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223650" y="2779318"/>
              <a:ext cx="152400" cy="152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59573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>
        <p14:pan/>
      </p:transition>
    </mc:Choice>
    <mc:Fallback xmlns="">
      <p:transition advClick="0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48FFC5-1E34-05A2-FAF0-FC5D3FB78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694C9A0B-1F8C-2953-13C0-DF7807BC2E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7">
            <a:extLst>
              <a:ext uri="{FF2B5EF4-FFF2-40B4-BE49-F238E27FC236}">
                <a16:creationId xmlns:a16="http://schemas.microsoft.com/office/drawing/2014/main" id="{820E01D9-8EDB-F156-33B6-023623AD20C1}"/>
              </a:ext>
            </a:extLst>
          </p:cNvPr>
          <p:cNvGrpSpPr/>
          <p:nvPr/>
        </p:nvGrpSpPr>
        <p:grpSpPr>
          <a:xfrm>
            <a:off x="5364480" y="931625"/>
            <a:ext cx="1463040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73F97D99-1D1F-63EF-D73E-3BE7D96650C9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93A30434-29CE-5C35-2D0D-468B96D08C17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以太网 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1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grpSp>
        <p:nvGrpSpPr>
          <p:cNvPr id="36" name="!! 关闭按钮">
            <a:extLst>
              <a:ext uri="{FF2B5EF4-FFF2-40B4-BE49-F238E27FC236}">
                <a16:creationId xmlns:a16="http://schemas.microsoft.com/office/drawing/2014/main" id="{5A23AF13-2BEF-3A9F-F9E6-FD485CAB25B2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37" name="矩形: 圆角 36">
              <a:hlinkClick r:id="rId5" action="ppaction://hlinksldjump"/>
              <a:extLst>
                <a:ext uri="{FF2B5EF4-FFF2-40B4-BE49-F238E27FC236}">
                  <a16:creationId xmlns:a16="http://schemas.microsoft.com/office/drawing/2014/main" id="{E9AE45FC-F847-B629-44EF-B9F033906AB7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02B5E849-92ED-5831-F069-CEC98AEFD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56" name="!! 返回按钮">
            <a:extLst>
              <a:ext uri="{FF2B5EF4-FFF2-40B4-BE49-F238E27FC236}">
                <a16:creationId xmlns:a16="http://schemas.microsoft.com/office/drawing/2014/main" id="{A88EC22D-7FE7-169D-8978-BB053228C66D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57" name="矩形: 圆角 56">
              <a:hlinkClick r:id="rId8" action="ppaction://hlinksldjump"/>
              <a:extLst>
                <a:ext uri="{FF2B5EF4-FFF2-40B4-BE49-F238E27FC236}">
                  <a16:creationId xmlns:a16="http://schemas.microsoft.com/office/drawing/2014/main" id="{0FC4059F-45CA-1E10-F375-0F914C4778C4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8" name="图形 57">
              <a:extLst>
                <a:ext uri="{FF2B5EF4-FFF2-40B4-BE49-F238E27FC236}">
                  <a16:creationId xmlns:a16="http://schemas.microsoft.com/office/drawing/2014/main" id="{09DA6A7B-3B8D-8E4E-2082-29121E54D9C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B1622D8C-B479-948E-2596-ACD57CDC19E4}"/>
              </a:ext>
            </a:extLst>
          </p:cNvPr>
          <p:cNvSpPr txBox="1"/>
          <p:nvPr/>
        </p:nvSpPr>
        <p:spPr>
          <a:xfrm>
            <a:off x="3691928" y="1772974"/>
            <a:ext cx="1375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以太网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1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属性</a:t>
            </a:r>
          </a:p>
        </p:txBody>
      </p:sp>
      <p:sp>
        <p:nvSpPr>
          <p:cNvPr id="2" name="!! 内容2">
            <a:extLst>
              <a:ext uri="{FF2B5EF4-FFF2-40B4-BE49-F238E27FC236}">
                <a16:creationId xmlns:a16="http://schemas.microsoft.com/office/drawing/2014/main" id="{78BC9AF9-5AE5-FE3E-D4DF-5288852C3D32}"/>
              </a:ext>
            </a:extLst>
          </p:cNvPr>
          <p:cNvSpPr txBox="1"/>
          <p:nvPr/>
        </p:nvSpPr>
        <p:spPr>
          <a:xfrm>
            <a:off x="3691928" y="2079653"/>
            <a:ext cx="1824951" cy="337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网络名称：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状态：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传输速度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(D/U)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IP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分配：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DNS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分配：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IPv4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地址：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子网掩码：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MAC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地址：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连接端口：</a:t>
            </a:r>
          </a:p>
        </p:txBody>
      </p:sp>
      <p:sp>
        <p:nvSpPr>
          <p:cNvPr id="3" name="!! 内容1">
            <a:extLst>
              <a:ext uri="{FF2B5EF4-FFF2-40B4-BE49-F238E27FC236}">
                <a16:creationId xmlns:a16="http://schemas.microsoft.com/office/drawing/2014/main" id="{AAA3D1A0-8FA4-B152-D50F-C0554F574F3B}"/>
              </a:ext>
            </a:extLst>
          </p:cNvPr>
          <p:cNvSpPr txBox="1"/>
          <p:nvPr/>
        </p:nvSpPr>
        <p:spPr>
          <a:xfrm>
            <a:off x="5606128" y="2079652"/>
            <a:ext cx="2731822" cy="337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Virtual Net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可能无互联网访问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1000/1000 Mbps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DHCP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DHCP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192.168.1.2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255.255.255.0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C6:01:FE:AC:00:91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Inside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A4B79C7-7323-03BB-2DE6-4A1765DF3A39}"/>
              </a:ext>
            </a:extLst>
          </p:cNvPr>
          <p:cNvCxnSpPr/>
          <p:nvPr/>
        </p:nvCxnSpPr>
        <p:spPr>
          <a:xfrm>
            <a:off x="3691928" y="2057400"/>
            <a:ext cx="472976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9222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>
        <p14:pan/>
      </p:transition>
    </mc:Choice>
    <mc:Fallback xmlns="">
      <p:transition advClick="0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4B8D99-4E1B-C1FA-A292-712E1FE51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2E357242-E5F6-A5AD-2D5E-5E7ECF675A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2">
            <a:extLst>
              <a:ext uri="{FF2B5EF4-FFF2-40B4-BE49-F238E27FC236}">
                <a16:creationId xmlns:a16="http://schemas.microsoft.com/office/drawing/2014/main" id="{A6A46FB1-827A-91BD-30B0-3AE916D4FC5B}"/>
              </a:ext>
            </a:extLst>
          </p:cNvPr>
          <p:cNvGrpSpPr/>
          <p:nvPr/>
        </p:nvGrpSpPr>
        <p:grpSpPr>
          <a:xfrm>
            <a:off x="5364480" y="931625"/>
            <a:ext cx="1463040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358E4CB2-F9AC-3AA9-9AB4-AA35B013A84A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74619860-E826-A922-9790-6FCFC0FFC177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关于设备</a:t>
              </a:r>
            </a:p>
          </p:txBody>
        </p:sp>
      </p:grpSp>
      <p:sp>
        <p:nvSpPr>
          <p:cNvPr id="2" name="!! 背景">
            <a:hlinkClick r:id="rId5" action="ppaction://hlinksldjump"/>
            <a:extLst>
              <a:ext uri="{FF2B5EF4-FFF2-40B4-BE49-F238E27FC236}">
                <a16:creationId xmlns:a16="http://schemas.microsoft.com/office/drawing/2014/main" id="{C808C58D-D217-70E7-B423-F817B281C3BB}"/>
              </a:ext>
            </a:extLst>
          </p:cNvPr>
          <p:cNvSpPr/>
          <p:nvPr/>
        </p:nvSpPr>
        <p:spPr>
          <a:xfrm>
            <a:off x="3718560" y="1763390"/>
            <a:ext cx="4754880" cy="1075267"/>
          </a:xfrm>
          <a:prstGeom prst="roundRect">
            <a:avLst>
              <a:gd name="adj" fmla="val 8482"/>
            </a:avLst>
          </a:prstGeom>
          <a:gradFill flip="none" rotWithShape="1">
            <a:gsLst>
              <a:gs pos="28000">
                <a:schemeClr val="accent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grpSp>
        <p:nvGrpSpPr>
          <p:cNvPr id="3" name="!! 处理器">
            <a:extLst>
              <a:ext uri="{FF2B5EF4-FFF2-40B4-BE49-F238E27FC236}">
                <a16:creationId xmlns:a16="http://schemas.microsoft.com/office/drawing/2014/main" id="{534DE579-421D-0333-4261-64DEC3D65E49}"/>
              </a:ext>
            </a:extLst>
          </p:cNvPr>
          <p:cNvGrpSpPr/>
          <p:nvPr/>
        </p:nvGrpSpPr>
        <p:grpSpPr>
          <a:xfrm>
            <a:off x="3809840" y="3554188"/>
            <a:ext cx="3009516" cy="480844"/>
            <a:chOff x="2646190" y="4215492"/>
            <a:chExt cx="3009516" cy="480844"/>
          </a:xfrm>
        </p:grpSpPr>
        <p:pic>
          <p:nvPicPr>
            <p:cNvPr id="4" name="图形 3">
              <a:extLst>
                <a:ext uri="{FF2B5EF4-FFF2-40B4-BE49-F238E27FC236}">
                  <a16:creationId xmlns:a16="http://schemas.microsoft.com/office/drawing/2014/main" id="{16F4CB4A-A9DF-DF3F-111F-F927104134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646190" y="4254755"/>
              <a:ext cx="373814" cy="373814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088A46E-BA10-D330-D87A-A73E9B57BC61}"/>
                </a:ext>
              </a:extLst>
            </p:cNvPr>
            <p:cNvSpPr txBox="1"/>
            <p:nvPr/>
          </p:nvSpPr>
          <p:spPr>
            <a:xfrm>
              <a:off x="3061859" y="4215492"/>
              <a:ext cx="143185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处理器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82F7AC1-5498-53D3-6C5A-3628F3671244}"/>
                </a:ext>
              </a:extLst>
            </p:cNvPr>
            <p:cNvSpPr txBox="1"/>
            <p:nvPr/>
          </p:nvSpPr>
          <p:spPr>
            <a:xfrm>
              <a:off x="3061857" y="4388559"/>
              <a:ext cx="25938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Trdom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 4+ 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sp>
        <p:nvSpPr>
          <p:cNvPr id="7" name="!! 设备">
            <a:extLst>
              <a:ext uri="{FF2B5EF4-FFF2-40B4-BE49-F238E27FC236}">
                <a16:creationId xmlns:a16="http://schemas.microsoft.com/office/drawing/2014/main" id="{A2C32E11-FEA4-0B71-BDC5-6471E5A4E449}"/>
              </a:ext>
            </a:extLst>
          </p:cNvPr>
          <p:cNvSpPr txBox="1"/>
          <p:nvPr/>
        </p:nvSpPr>
        <p:spPr>
          <a:xfrm>
            <a:off x="3737431" y="3104074"/>
            <a:ext cx="3002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rPr>
              <a:t>Tree Pad 3</a:t>
            </a:r>
          </a:p>
        </p:txBody>
      </p:sp>
      <p:grpSp>
        <p:nvGrpSpPr>
          <p:cNvPr id="8" name="!! 运行内存">
            <a:extLst>
              <a:ext uri="{FF2B5EF4-FFF2-40B4-BE49-F238E27FC236}">
                <a16:creationId xmlns:a16="http://schemas.microsoft.com/office/drawing/2014/main" id="{59F3224B-EB1A-4253-726C-E7A668EB68AD}"/>
              </a:ext>
            </a:extLst>
          </p:cNvPr>
          <p:cNvGrpSpPr/>
          <p:nvPr/>
        </p:nvGrpSpPr>
        <p:grpSpPr>
          <a:xfrm>
            <a:off x="3819498" y="4102127"/>
            <a:ext cx="1769374" cy="480844"/>
            <a:chOff x="2635313" y="4215492"/>
            <a:chExt cx="1769374" cy="480844"/>
          </a:xfrm>
        </p:grpSpPr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B00122C9-F1E1-D25A-BF5D-194823019EA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2635313" y="4270019"/>
              <a:ext cx="343286" cy="343286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0452B79-78C6-3B43-F1E4-696AF3ACE019}"/>
                </a:ext>
              </a:extLst>
            </p:cNvPr>
            <p:cNvSpPr txBox="1"/>
            <p:nvPr/>
          </p:nvSpPr>
          <p:spPr>
            <a:xfrm>
              <a:off x="3037742" y="4215492"/>
              <a:ext cx="8378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运行内存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C316AFE-58E8-9F85-10D2-E0210D0C2955}"/>
                </a:ext>
              </a:extLst>
            </p:cNvPr>
            <p:cNvSpPr txBox="1"/>
            <p:nvPr/>
          </p:nvSpPr>
          <p:spPr>
            <a:xfrm>
              <a:off x="3033506" y="4388559"/>
              <a:ext cx="13711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16 GB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grpSp>
        <p:nvGrpSpPr>
          <p:cNvPr id="12" name="!! 存储">
            <a:extLst>
              <a:ext uri="{FF2B5EF4-FFF2-40B4-BE49-F238E27FC236}">
                <a16:creationId xmlns:a16="http://schemas.microsoft.com/office/drawing/2014/main" id="{D63412D3-A461-BF1C-0E13-0430FD783BB2}"/>
              </a:ext>
            </a:extLst>
          </p:cNvPr>
          <p:cNvGrpSpPr/>
          <p:nvPr/>
        </p:nvGrpSpPr>
        <p:grpSpPr>
          <a:xfrm>
            <a:off x="3828396" y="4644655"/>
            <a:ext cx="1483257" cy="487932"/>
            <a:chOff x="2660366" y="4215492"/>
            <a:chExt cx="1483257" cy="487932"/>
          </a:xfrm>
        </p:grpSpPr>
        <p:pic>
          <p:nvPicPr>
            <p:cNvPr id="14" name="图形 13">
              <a:extLst>
                <a:ext uri="{FF2B5EF4-FFF2-40B4-BE49-F238E27FC236}">
                  <a16:creationId xmlns:a16="http://schemas.microsoft.com/office/drawing/2014/main" id="{F567DE68-8D55-CDE3-E8B1-AC9687CF7E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2660366" y="4276019"/>
              <a:ext cx="373814" cy="373814"/>
            </a:xfrm>
            <a:prstGeom prst="rect">
              <a:avLst/>
            </a:prstGeom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4EB8D92-8E82-02D2-CF21-DEC51112E784}"/>
                </a:ext>
              </a:extLst>
            </p:cNvPr>
            <p:cNvSpPr txBox="1"/>
            <p:nvPr/>
          </p:nvSpPr>
          <p:spPr>
            <a:xfrm>
              <a:off x="3061859" y="4215492"/>
              <a:ext cx="66097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存储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09529880-1469-D553-CA6C-34B6E7B8FD04}"/>
                </a:ext>
              </a:extLst>
            </p:cNvPr>
            <p:cNvSpPr txBox="1"/>
            <p:nvPr/>
          </p:nvSpPr>
          <p:spPr>
            <a:xfrm>
              <a:off x="3061858" y="4395647"/>
              <a:ext cx="10817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2 TB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grpSp>
        <p:nvGrpSpPr>
          <p:cNvPr id="17" name="!! 系统">
            <a:extLst>
              <a:ext uri="{FF2B5EF4-FFF2-40B4-BE49-F238E27FC236}">
                <a16:creationId xmlns:a16="http://schemas.microsoft.com/office/drawing/2014/main" id="{04867A70-DA21-132E-750B-D69F8A0078A6}"/>
              </a:ext>
            </a:extLst>
          </p:cNvPr>
          <p:cNvGrpSpPr/>
          <p:nvPr/>
        </p:nvGrpSpPr>
        <p:grpSpPr>
          <a:xfrm>
            <a:off x="6193171" y="3564014"/>
            <a:ext cx="2356469" cy="480844"/>
            <a:chOff x="2673094" y="4215492"/>
            <a:chExt cx="2356469" cy="480844"/>
          </a:xfrm>
        </p:grpSpPr>
        <p:sp>
          <p:nvSpPr>
            <p:cNvPr id="18" name="图形 18">
              <a:extLst>
                <a:ext uri="{FF2B5EF4-FFF2-40B4-BE49-F238E27FC236}">
                  <a16:creationId xmlns:a16="http://schemas.microsoft.com/office/drawing/2014/main" id="{4B6D94BE-BD82-03FE-EA48-93A44D608571}"/>
                </a:ext>
              </a:extLst>
            </p:cNvPr>
            <p:cNvSpPr/>
            <p:nvPr/>
          </p:nvSpPr>
          <p:spPr>
            <a:xfrm>
              <a:off x="2673094" y="4288389"/>
              <a:ext cx="320004" cy="306934"/>
            </a:xfrm>
            <a:custGeom>
              <a:avLst/>
              <a:gdLst>
                <a:gd name="connsiteX0" fmla="*/ 128499 w 276466"/>
                <a:gd name="connsiteY0" fmla="*/ 23363 h 265174"/>
                <a:gd name="connsiteX1" fmla="*/ 19469 w 276466"/>
                <a:gd name="connsiteY1" fmla="*/ 132392 h 265174"/>
                <a:gd name="connsiteX2" fmla="*/ 33098 w 276466"/>
                <a:gd name="connsiteY2" fmla="*/ 184960 h 265174"/>
                <a:gd name="connsiteX3" fmla="*/ 59966 w 276466"/>
                <a:gd name="connsiteY3" fmla="*/ 158482 h 265174"/>
                <a:gd name="connsiteX4" fmla="*/ 137455 w 276466"/>
                <a:gd name="connsiteY4" fmla="*/ 95011 h 265174"/>
                <a:gd name="connsiteX5" fmla="*/ 142517 w 276466"/>
                <a:gd name="connsiteY5" fmla="*/ 93064 h 265174"/>
                <a:gd name="connsiteX6" fmla="*/ 150304 w 276466"/>
                <a:gd name="connsiteY6" fmla="*/ 100852 h 265174"/>
                <a:gd name="connsiteX7" fmla="*/ 147189 w 276466"/>
                <a:gd name="connsiteY7" fmla="*/ 107082 h 265174"/>
                <a:gd name="connsiteX8" fmla="*/ 147189 w 276466"/>
                <a:gd name="connsiteY8" fmla="*/ 107082 h 265174"/>
                <a:gd name="connsiteX9" fmla="*/ 35434 w 276466"/>
                <a:gd name="connsiteY9" fmla="*/ 205598 h 265174"/>
                <a:gd name="connsiteX10" fmla="*/ 29204 w 276466"/>
                <a:gd name="connsiteY10" fmla="*/ 212607 h 265174"/>
                <a:gd name="connsiteX11" fmla="*/ 29204 w 276466"/>
                <a:gd name="connsiteY11" fmla="*/ 212607 h 265174"/>
                <a:gd name="connsiteX12" fmla="*/ 0 w 276466"/>
                <a:gd name="connsiteY12" fmla="*/ 265174 h 265174"/>
                <a:gd name="connsiteX13" fmla="*/ 23363 w 276466"/>
                <a:gd name="connsiteY13" fmla="*/ 265174 h 265174"/>
                <a:gd name="connsiteX14" fmla="*/ 57630 w 276466"/>
                <a:gd name="connsiteY14" fmla="*/ 215722 h 265174"/>
                <a:gd name="connsiteX15" fmla="*/ 128499 w 276466"/>
                <a:gd name="connsiteY15" fmla="*/ 241811 h 265174"/>
                <a:gd name="connsiteX16" fmla="*/ 182624 w 276466"/>
                <a:gd name="connsiteY16" fmla="*/ 227404 h 265174"/>
                <a:gd name="connsiteX17" fmla="*/ 182624 w 276466"/>
                <a:gd name="connsiteY17" fmla="*/ 227404 h 265174"/>
                <a:gd name="connsiteX18" fmla="*/ 276467 w 276466"/>
                <a:gd name="connsiteY18" fmla="*/ 0 h 265174"/>
                <a:gd name="connsiteX19" fmla="*/ 128499 w 276466"/>
                <a:gd name="connsiteY19" fmla="*/ 23363 h 265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76466" h="265174">
                  <a:moveTo>
                    <a:pt x="128499" y="23363"/>
                  </a:moveTo>
                  <a:cubicBezTo>
                    <a:pt x="68143" y="23363"/>
                    <a:pt x="19469" y="72037"/>
                    <a:pt x="19469" y="132392"/>
                  </a:cubicBezTo>
                  <a:cubicBezTo>
                    <a:pt x="19469" y="151473"/>
                    <a:pt x="24532" y="169384"/>
                    <a:pt x="33098" y="184960"/>
                  </a:cubicBezTo>
                  <a:cubicBezTo>
                    <a:pt x="41275" y="176393"/>
                    <a:pt x="50231" y="167827"/>
                    <a:pt x="59966" y="158482"/>
                  </a:cubicBezTo>
                  <a:cubicBezTo>
                    <a:pt x="84498" y="135508"/>
                    <a:pt x="113312" y="112144"/>
                    <a:pt x="137455" y="95011"/>
                  </a:cubicBezTo>
                  <a:cubicBezTo>
                    <a:pt x="139012" y="93843"/>
                    <a:pt x="140570" y="93064"/>
                    <a:pt x="142517" y="93064"/>
                  </a:cubicBezTo>
                  <a:cubicBezTo>
                    <a:pt x="146800" y="93064"/>
                    <a:pt x="150304" y="96569"/>
                    <a:pt x="150304" y="100852"/>
                  </a:cubicBezTo>
                  <a:cubicBezTo>
                    <a:pt x="150304" y="103578"/>
                    <a:pt x="149136" y="105525"/>
                    <a:pt x="147189" y="107082"/>
                  </a:cubicBezTo>
                  <a:lnTo>
                    <a:pt x="147189" y="107082"/>
                  </a:lnTo>
                  <a:cubicBezTo>
                    <a:pt x="112534" y="132003"/>
                    <a:pt x="66586" y="170553"/>
                    <a:pt x="35434" y="205598"/>
                  </a:cubicBezTo>
                  <a:cubicBezTo>
                    <a:pt x="35434" y="205598"/>
                    <a:pt x="31151" y="210270"/>
                    <a:pt x="29204" y="212607"/>
                  </a:cubicBezTo>
                  <a:lnTo>
                    <a:pt x="29204" y="212607"/>
                  </a:lnTo>
                  <a:cubicBezTo>
                    <a:pt x="11682" y="233244"/>
                    <a:pt x="0" y="251935"/>
                    <a:pt x="0" y="265174"/>
                  </a:cubicBezTo>
                  <a:lnTo>
                    <a:pt x="23363" y="265174"/>
                  </a:lnTo>
                  <a:cubicBezTo>
                    <a:pt x="23363" y="256608"/>
                    <a:pt x="36992" y="237917"/>
                    <a:pt x="57630" y="215722"/>
                  </a:cubicBezTo>
                  <a:cubicBezTo>
                    <a:pt x="76710" y="232076"/>
                    <a:pt x="101241" y="241811"/>
                    <a:pt x="128499" y="241811"/>
                  </a:cubicBezTo>
                  <a:cubicBezTo>
                    <a:pt x="147968" y="241811"/>
                    <a:pt x="166659" y="236749"/>
                    <a:pt x="182624" y="227404"/>
                  </a:cubicBezTo>
                  <a:lnTo>
                    <a:pt x="182624" y="227404"/>
                  </a:lnTo>
                  <a:cubicBezTo>
                    <a:pt x="265953" y="181066"/>
                    <a:pt x="276467" y="95790"/>
                    <a:pt x="276467" y="0"/>
                  </a:cubicBezTo>
                  <a:cubicBezTo>
                    <a:pt x="276467" y="0"/>
                    <a:pt x="185739" y="24921"/>
                    <a:pt x="128499" y="23363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387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A0E317E9-D10D-A9FD-F46F-EE466764B9B8}"/>
                </a:ext>
              </a:extLst>
            </p:cNvPr>
            <p:cNvSpPr txBox="1"/>
            <p:nvPr/>
          </p:nvSpPr>
          <p:spPr>
            <a:xfrm>
              <a:off x="3061859" y="4215492"/>
              <a:ext cx="80250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系统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F86F7715-977F-0B25-A845-F090B41DB323}"/>
                </a:ext>
              </a:extLst>
            </p:cNvPr>
            <p:cNvSpPr txBox="1"/>
            <p:nvPr/>
          </p:nvSpPr>
          <p:spPr>
            <a:xfrm>
              <a:off x="3061858" y="4388559"/>
              <a:ext cx="19677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Leaf OS 5 Preview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grpSp>
        <p:nvGrpSpPr>
          <p:cNvPr id="21" name="!! 电池">
            <a:extLst>
              <a:ext uri="{FF2B5EF4-FFF2-40B4-BE49-F238E27FC236}">
                <a16:creationId xmlns:a16="http://schemas.microsoft.com/office/drawing/2014/main" id="{7EE02968-18D0-AAA5-80F6-1F0A96566ECE}"/>
              </a:ext>
            </a:extLst>
          </p:cNvPr>
          <p:cNvGrpSpPr/>
          <p:nvPr/>
        </p:nvGrpSpPr>
        <p:grpSpPr>
          <a:xfrm>
            <a:off x="6201786" y="4082931"/>
            <a:ext cx="1607577" cy="480844"/>
            <a:chOff x="2661454" y="4215492"/>
            <a:chExt cx="1607577" cy="480844"/>
          </a:xfrm>
        </p:grpSpPr>
        <p:pic>
          <p:nvPicPr>
            <p:cNvPr id="22" name="图形 21">
              <a:extLst>
                <a:ext uri="{FF2B5EF4-FFF2-40B4-BE49-F238E27FC236}">
                  <a16:creationId xmlns:a16="http://schemas.microsoft.com/office/drawing/2014/main" id="{FC446135-5297-16FF-DD05-A931D89957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2661454" y="4278328"/>
              <a:ext cx="343286" cy="343286"/>
            </a:xfrm>
            <a:prstGeom prst="rect">
              <a:avLst/>
            </a:prstGeom>
          </p:spPr>
        </p:pic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17F5C80F-86BE-6DBB-D75F-8739B1531FB9}"/>
                </a:ext>
              </a:extLst>
            </p:cNvPr>
            <p:cNvSpPr txBox="1"/>
            <p:nvPr/>
          </p:nvSpPr>
          <p:spPr>
            <a:xfrm>
              <a:off x="3033507" y="4215492"/>
              <a:ext cx="8210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电池容量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23797417-2549-3D15-26DF-39261F07B5BD}"/>
                </a:ext>
              </a:extLst>
            </p:cNvPr>
            <p:cNvSpPr txBox="1"/>
            <p:nvPr/>
          </p:nvSpPr>
          <p:spPr>
            <a:xfrm>
              <a:off x="3033506" y="4388559"/>
              <a:ext cx="12355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12880 mAh 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sp>
        <p:nvSpPr>
          <p:cNvPr id="31" name="Leaf">
            <a:extLst>
              <a:ext uri="{FF2B5EF4-FFF2-40B4-BE49-F238E27FC236}">
                <a16:creationId xmlns:a16="http://schemas.microsoft.com/office/drawing/2014/main" id="{241712C8-FB34-FB49-3B07-8A03E85ED402}"/>
              </a:ext>
            </a:extLst>
          </p:cNvPr>
          <p:cNvSpPr/>
          <p:nvPr/>
        </p:nvSpPr>
        <p:spPr>
          <a:xfrm>
            <a:off x="5935998" y="2147556"/>
            <a:ext cx="320004" cy="306934"/>
          </a:xfrm>
          <a:custGeom>
            <a:avLst/>
            <a:gdLst>
              <a:gd name="connsiteX0" fmla="*/ 128499 w 276466"/>
              <a:gd name="connsiteY0" fmla="*/ 23363 h 265174"/>
              <a:gd name="connsiteX1" fmla="*/ 19469 w 276466"/>
              <a:gd name="connsiteY1" fmla="*/ 132392 h 265174"/>
              <a:gd name="connsiteX2" fmla="*/ 33098 w 276466"/>
              <a:gd name="connsiteY2" fmla="*/ 184960 h 265174"/>
              <a:gd name="connsiteX3" fmla="*/ 59966 w 276466"/>
              <a:gd name="connsiteY3" fmla="*/ 158482 h 265174"/>
              <a:gd name="connsiteX4" fmla="*/ 137455 w 276466"/>
              <a:gd name="connsiteY4" fmla="*/ 95011 h 265174"/>
              <a:gd name="connsiteX5" fmla="*/ 142517 w 276466"/>
              <a:gd name="connsiteY5" fmla="*/ 93064 h 265174"/>
              <a:gd name="connsiteX6" fmla="*/ 150304 w 276466"/>
              <a:gd name="connsiteY6" fmla="*/ 100852 h 265174"/>
              <a:gd name="connsiteX7" fmla="*/ 147189 w 276466"/>
              <a:gd name="connsiteY7" fmla="*/ 107082 h 265174"/>
              <a:gd name="connsiteX8" fmla="*/ 147189 w 276466"/>
              <a:gd name="connsiteY8" fmla="*/ 107082 h 265174"/>
              <a:gd name="connsiteX9" fmla="*/ 35434 w 276466"/>
              <a:gd name="connsiteY9" fmla="*/ 205598 h 265174"/>
              <a:gd name="connsiteX10" fmla="*/ 29204 w 276466"/>
              <a:gd name="connsiteY10" fmla="*/ 212607 h 265174"/>
              <a:gd name="connsiteX11" fmla="*/ 29204 w 276466"/>
              <a:gd name="connsiteY11" fmla="*/ 212607 h 265174"/>
              <a:gd name="connsiteX12" fmla="*/ 0 w 276466"/>
              <a:gd name="connsiteY12" fmla="*/ 265174 h 265174"/>
              <a:gd name="connsiteX13" fmla="*/ 23363 w 276466"/>
              <a:gd name="connsiteY13" fmla="*/ 265174 h 265174"/>
              <a:gd name="connsiteX14" fmla="*/ 57630 w 276466"/>
              <a:gd name="connsiteY14" fmla="*/ 215722 h 265174"/>
              <a:gd name="connsiteX15" fmla="*/ 128499 w 276466"/>
              <a:gd name="connsiteY15" fmla="*/ 241811 h 265174"/>
              <a:gd name="connsiteX16" fmla="*/ 182624 w 276466"/>
              <a:gd name="connsiteY16" fmla="*/ 227404 h 265174"/>
              <a:gd name="connsiteX17" fmla="*/ 182624 w 276466"/>
              <a:gd name="connsiteY17" fmla="*/ 227404 h 265174"/>
              <a:gd name="connsiteX18" fmla="*/ 276467 w 276466"/>
              <a:gd name="connsiteY18" fmla="*/ 0 h 265174"/>
              <a:gd name="connsiteX19" fmla="*/ 128499 w 276466"/>
              <a:gd name="connsiteY19" fmla="*/ 23363 h 265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76466" h="265174">
                <a:moveTo>
                  <a:pt x="128499" y="23363"/>
                </a:moveTo>
                <a:cubicBezTo>
                  <a:pt x="68143" y="23363"/>
                  <a:pt x="19469" y="72037"/>
                  <a:pt x="19469" y="132392"/>
                </a:cubicBezTo>
                <a:cubicBezTo>
                  <a:pt x="19469" y="151473"/>
                  <a:pt x="24532" y="169384"/>
                  <a:pt x="33098" y="184960"/>
                </a:cubicBezTo>
                <a:cubicBezTo>
                  <a:pt x="41275" y="176393"/>
                  <a:pt x="50231" y="167827"/>
                  <a:pt x="59966" y="158482"/>
                </a:cubicBezTo>
                <a:cubicBezTo>
                  <a:pt x="84498" y="135508"/>
                  <a:pt x="113312" y="112144"/>
                  <a:pt x="137455" y="95011"/>
                </a:cubicBezTo>
                <a:cubicBezTo>
                  <a:pt x="139012" y="93843"/>
                  <a:pt x="140570" y="93064"/>
                  <a:pt x="142517" y="93064"/>
                </a:cubicBezTo>
                <a:cubicBezTo>
                  <a:pt x="146800" y="93064"/>
                  <a:pt x="150304" y="96569"/>
                  <a:pt x="150304" y="100852"/>
                </a:cubicBezTo>
                <a:cubicBezTo>
                  <a:pt x="150304" y="103578"/>
                  <a:pt x="149136" y="105525"/>
                  <a:pt x="147189" y="107082"/>
                </a:cubicBezTo>
                <a:lnTo>
                  <a:pt x="147189" y="107082"/>
                </a:lnTo>
                <a:cubicBezTo>
                  <a:pt x="112534" y="132003"/>
                  <a:pt x="66586" y="170553"/>
                  <a:pt x="35434" y="205598"/>
                </a:cubicBezTo>
                <a:cubicBezTo>
                  <a:pt x="35434" y="205598"/>
                  <a:pt x="31151" y="210270"/>
                  <a:pt x="29204" y="212607"/>
                </a:cubicBezTo>
                <a:lnTo>
                  <a:pt x="29204" y="212607"/>
                </a:lnTo>
                <a:cubicBezTo>
                  <a:pt x="11682" y="233244"/>
                  <a:pt x="0" y="251935"/>
                  <a:pt x="0" y="265174"/>
                </a:cubicBezTo>
                <a:lnTo>
                  <a:pt x="23363" y="265174"/>
                </a:lnTo>
                <a:cubicBezTo>
                  <a:pt x="23363" y="256608"/>
                  <a:pt x="36992" y="237917"/>
                  <a:pt x="57630" y="215722"/>
                </a:cubicBezTo>
                <a:cubicBezTo>
                  <a:pt x="76710" y="232076"/>
                  <a:pt x="101241" y="241811"/>
                  <a:pt x="128499" y="241811"/>
                </a:cubicBezTo>
                <a:cubicBezTo>
                  <a:pt x="147968" y="241811"/>
                  <a:pt x="166659" y="236749"/>
                  <a:pt x="182624" y="227404"/>
                </a:cubicBezTo>
                <a:lnTo>
                  <a:pt x="182624" y="227404"/>
                </a:lnTo>
                <a:cubicBezTo>
                  <a:pt x="265953" y="181066"/>
                  <a:pt x="276467" y="95790"/>
                  <a:pt x="276467" y="0"/>
                </a:cubicBezTo>
                <a:cubicBezTo>
                  <a:pt x="276467" y="0"/>
                  <a:pt x="185739" y="24921"/>
                  <a:pt x="128499" y="23363"/>
                </a:cubicBezTo>
                <a:close/>
              </a:path>
            </a:pathLst>
          </a:custGeom>
          <a:solidFill>
            <a:schemeClr val="bg1"/>
          </a:solidFill>
          <a:ln w="387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6" name="!! 设备标识">
            <a:extLst>
              <a:ext uri="{FF2B5EF4-FFF2-40B4-BE49-F238E27FC236}">
                <a16:creationId xmlns:a16="http://schemas.microsoft.com/office/drawing/2014/main" id="{ED065FDA-5E59-C0EA-20DA-5CD523DD28C0}"/>
              </a:ext>
            </a:extLst>
          </p:cNvPr>
          <p:cNvSpPr/>
          <p:nvPr/>
        </p:nvSpPr>
        <p:spPr>
          <a:xfrm>
            <a:off x="5142085" y="3156680"/>
            <a:ext cx="446787" cy="242790"/>
          </a:xfrm>
          <a:prstGeom prst="roundRect">
            <a:avLst>
              <a:gd name="adj" fmla="val 15801"/>
            </a:avLst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2A8D3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Pro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62A8D3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5" name="!! 返回按钮">
            <a:extLst>
              <a:ext uri="{FF2B5EF4-FFF2-40B4-BE49-F238E27FC236}">
                <a16:creationId xmlns:a16="http://schemas.microsoft.com/office/drawing/2014/main" id="{3BDEEB01-FEAC-2AE7-1E35-6705B50F753A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32" name="矩形: 圆角 31">
              <a:hlinkClick r:id="rId14" action="ppaction://hlinksldjump"/>
              <a:extLst>
                <a:ext uri="{FF2B5EF4-FFF2-40B4-BE49-F238E27FC236}">
                  <a16:creationId xmlns:a16="http://schemas.microsoft.com/office/drawing/2014/main" id="{59181631-8932-270F-9FA3-687E41BAC090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4" name="图形 33">
              <a:extLst>
                <a:ext uri="{FF2B5EF4-FFF2-40B4-BE49-F238E27FC236}">
                  <a16:creationId xmlns:a16="http://schemas.microsoft.com/office/drawing/2014/main" id="{46BE08F7-AFE1-9CDB-97DA-717090B78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grpSp>
        <p:nvGrpSpPr>
          <p:cNvPr id="36" name="!! 关闭按钮">
            <a:extLst>
              <a:ext uri="{FF2B5EF4-FFF2-40B4-BE49-F238E27FC236}">
                <a16:creationId xmlns:a16="http://schemas.microsoft.com/office/drawing/2014/main" id="{ACA7B7EF-BD16-D052-451D-825225511AC2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37" name="矩形: 圆角 36">
              <a:hlinkClick r:id="rId5" action="ppaction://hlinksldjump"/>
              <a:extLst>
                <a:ext uri="{FF2B5EF4-FFF2-40B4-BE49-F238E27FC236}">
                  <a16:creationId xmlns:a16="http://schemas.microsoft.com/office/drawing/2014/main" id="{008DAAE7-1F1F-1223-F9CB-9ED8E5A440EE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A32C989B-FE49-B2DB-7EEA-1C80A41145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39" name="!! 网1按钮属性">
            <a:extLst>
              <a:ext uri="{FF2B5EF4-FFF2-40B4-BE49-F238E27FC236}">
                <a16:creationId xmlns:a16="http://schemas.microsoft.com/office/drawing/2014/main" id="{05CE3C35-A169-6498-7E9C-C0A0636A49A1}"/>
              </a:ext>
            </a:extLst>
          </p:cNvPr>
          <p:cNvGrpSpPr/>
          <p:nvPr/>
        </p:nvGrpSpPr>
        <p:grpSpPr>
          <a:xfrm>
            <a:off x="3640667" y="5341408"/>
            <a:ext cx="4910666" cy="545100"/>
            <a:chOff x="3640667" y="2582968"/>
            <a:chExt cx="4910666" cy="545100"/>
          </a:xfrm>
        </p:grpSpPr>
        <p:sp>
          <p:nvSpPr>
            <p:cNvPr id="40" name="按钮">
              <a:hlinkClick r:id="rId19" action="ppaction://hlinksldjump"/>
              <a:extLst>
                <a:ext uri="{FF2B5EF4-FFF2-40B4-BE49-F238E27FC236}">
                  <a16:creationId xmlns:a16="http://schemas.microsoft.com/office/drawing/2014/main" id="{8A5293D5-7753-D01A-B266-2DDBCAF0F1F9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更多信息</a:t>
              </a:r>
            </a:p>
          </p:txBody>
        </p:sp>
        <p:pic>
          <p:nvPicPr>
            <p:cNvPr id="41" name="图形 40">
              <a:extLst>
                <a:ext uri="{FF2B5EF4-FFF2-40B4-BE49-F238E27FC236}">
                  <a16:creationId xmlns:a16="http://schemas.microsoft.com/office/drawing/2014/main" id="{E2F722B6-CD7B-D7C1-F014-4EFFC03E7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8223650" y="2779318"/>
              <a:ext cx="152400" cy="152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29963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>
        <p14:pan dir="r"/>
      </p:transition>
    </mc:Choice>
    <mc:Fallback xmlns="">
      <p:transition advClick="0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420D4B-C6AE-1FF5-3AC4-359D5F291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9130FECA-9BF6-8893-2492-3F26CF88E18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2">
            <a:extLst>
              <a:ext uri="{FF2B5EF4-FFF2-40B4-BE49-F238E27FC236}">
                <a16:creationId xmlns:a16="http://schemas.microsoft.com/office/drawing/2014/main" id="{2B49B87A-776E-4930-FFCE-AC140C7B8322}"/>
              </a:ext>
            </a:extLst>
          </p:cNvPr>
          <p:cNvGrpSpPr/>
          <p:nvPr/>
        </p:nvGrpSpPr>
        <p:grpSpPr>
          <a:xfrm>
            <a:off x="5364480" y="931625"/>
            <a:ext cx="1463040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550189C0-3D71-FD06-4D34-6B6798A7D3BE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A7C1A1BB-F3C8-F6A1-10B4-FCBF98547C97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关于设备</a:t>
              </a:r>
            </a:p>
          </p:txBody>
        </p:sp>
      </p:grpSp>
      <p:sp>
        <p:nvSpPr>
          <p:cNvPr id="2" name="!! 背景">
            <a:hlinkClick r:id="rId6" action="ppaction://hlinksldjump"/>
            <a:extLst>
              <a:ext uri="{FF2B5EF4-FFF2-40B4-BE49-F238E27FC236}">
                <a16:creationId xmlns:a16="http://schemas.microsoft.com/office/drawing/2014/main" id="{AD9F5C51-569B-F253-CE59-40003EAB05AF}"/>
              </a:ext>
            </a:extLst>
          </p:cNvPr>
          <p:cNvSpPr/>
          <p:nvPr/>
        </p:nvSpPr>
        <p:spPr>
          <a:xfrm>
            <a:off x="3718560" y="1763390"/>
            <a:ext cx="4754880" cy="1075267"/>
          </a:xfrm>
          <a:prstGeom prst="roundRect">
            <a:avLst>
              <a:gd name="adj" fmla="val 8482"/>
            </a:avLst>
          </a:prstGeom>
          <a:gradFill flip="none" rotWithShape="1">
            <a:gsLst>
              <a:gs pos="28000">
                <a:schemeClr val="accent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grpSp>
        <p:nvGrpSpPr>
          <p:cNvPr id="3" name="!! 处理器">
            <a:extLst>
              <a:ext uri="{FF2B5EF4-FFF2-40B4-BE49-F238E27FC236}">
                <a16:creationId xmlns:a16="http://schemas.microsoft.com/office/drawing/2014/main" id="{E0C6644E-2E80-B121-B872-43779964BC5B}"/>
              </a:ext>
            </a:extLst>
          </p:cNvPr>
          <p:cNvGrpSpPr/>
          <p:nvPr/>
        </p:nvGrpSpPr>
        <p:grpSpPr>
          <a:xfrm>
            <a:off x="3809840" y="3554188"/>
            <a:ext cx="3009516" cy="480844"/>
            <a:chOff x="2646190" y="4215492"/>
            <a:chExt cx="3009516" cy="480844"/>
          </a:xfrm>
        </p:grpSpPr>
        <p:pic>
          <p:nvPicPr>
            <p:cNvPr id="4" name="图形 3">
              <a:extLst>
                <a:ext uri="{FF2B5EF4-FFF2-40B4-BE49-F238E27FC236}">
                  <a16:creationId xmlns:a16="http://schemas.microsoft.com/office/drawing/2014/main" id="{E36A9323-D7C3-9B61-4C5F-1D12D4CF8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646190" y="4254755"/>
              <a:ext cx="373814" cy="373814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01CABE3-70EE-D59D-67BC-5C735F9D229F}"/>
                </a:ext>
              </a:extLst>
            </p:cNvPr>
            <p:cNvSpPr txBox="1"/>
            <p:nvPr/>
          </p:nvSpPr>
          <p:spPr>
            <a:xfrm>
              <a:off x="3061859" y="4215492"/>
              <a:ext cx="143185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处理器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ACE8971-5124-04EE-9553-212CC99ACB7B}"/>
                </a:ext>
              </a:extLst>
            </p:cNvPr>
            <p:cNvSpPr txBox="1"/>
            <p:nvPr/>
          </p:nvSpPr>
          <p:spPr>
            <a:xfrm>
              <a:off x="3061857" y="4388559"/>
              <a:ext cx="25938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dirty="0" err="1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Trdom</a:t>
              </a:r>
              <a:r>
                <a:rPr lang="en-US" altLang="zh-CN" sz="14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 4+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 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sp>
        <p:nvSpPr>
          <p:cNvPr id="7" name="!! 设备">
            <a:extLst>
              <a:ext uri="{FF2B5EF4-FFF2-40B4-BE49-F238E27FC236}">
                <a16:creationId xmlns:a16="http://schemas.microsoft.com/office/drawing/2014/main" id="{EA3D4EB2-185F-1D21-48BF-A1CE3EDF5A9A}"/>
              </a:ext>
            </a:extLst>
          </p:cNvPr>
          <p:cNvSpPr txBox="1"/>
          <p:nvPr/>
        </p:nvSpPr>
        <p:spPr>
          <a:xfrm>
            <a:off x="3737431" y="3104074"/>
            <a:ext cx="3002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rPr>
              <a:t>Tree Pad 3</a:t>
            </a:r>
          </a:p>
        </p:txBody>
      </p:sp>
      <p:grpSp>
        <p:nvGrpSpPr>
          <p:cNvPr id="8" name="!! 运行内存">
            <a:extLst>
              <a:ext uri="{FF2B5EF4-FFF2-40B4-BE49-F238E27FC236}">
                <a16:creationId xmlns:a16="http://schemas.microsoft.com/office/drawing/2014/main" id="{F644331F-B862-6FD3-247A-0D2AD89F10AA}"/>
              </a:ext>
            </a:extLst>
          </p:cNvPr>
          <p:cNvGrpSpPr/>
          <p:nvPr/>
        </p:nvGrpSpPr>
        <p:grpSpPr>
          <a:xfrm>
            <a:off x="3819498" y="4102127"/>
            <a:ext cx="1769374" cy="480844"/>
            <a:chOff x="2635313" y="4215492"/>
            <a:chExt cx="1769374" cy="480844"/>
          </a:xfrm>
        </p:grpSpPr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0131C2C-AAE8-8715-DEE6-F777B40A5D4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2635313" y="4270019"/>
              <a:ext cx="343286" cy="343286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7C6A4BD-430A-3BB4-BDC6-3E6E9E322FF0}"/>
                </a:ext>
              </a:extLst>
            </p:cNvPr>
            <p:cNvSpPr txBox="1"/>
            <p:nvPr/>
          </p:nvSpPr>
          <p:spPr>
            <a:xfrm>
              <a:off x="3037742" y="4215492"/>
              <a:ext cx="8378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运行内存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2565F705-E664-F06C-37F5-490FB29FA405}"/>
                </a:ext>
              </a:extLst>
            </p:cNvPr>
            <p:cNvSpPr txBox="1"/>
            <p:nvPr/>
          </p:nvSpPr>
          <p:spPr>
            <a:xfrm>
              <a:off x="3033506" y="4388559"/>
              <a:ext cx="13711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16 GB</a:t>
              </a:r>
              <a:endParaRPr lang="zh-CN" altLang="en-US" sz="1400" dirty="0"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grpSp>
        <p:nvGrpSpPr>
          <p:cNvPr id="12" name="!! 存储">
            <a:extLst>
              <a:ext uri="{FF2B5EF4-FFF2-40B4-BE49-F238E27FC236}">
                <a16:creationId xmlns:a16="http://schemas.microsoft.com/office/drawing/2014/main" id="{49A62D6B-7398-3BA0-A372-AAEE3967433F}"/>
              </a:ext>
            </a:extLst>
          </p:cNvPr>
          <p:cNvGrpSpPr/>
          <p:nvPr/>
        </p:nvGrpSpPr>
        <p:grpSpPr>
          <a:xfrm>
            <a:off x="3828396" y="4644655"/>
            <a:ext cx="1483257" cy="487932"/>
            <a:chOff x="2660366" y="4215492"/>
            <a:chExt cx="1483257" cy="487932"/>
          </a:xfrm>
        </p:grpSpPr>
        <p:pic>
          <p:nvPicPr>
            <p:cNvPr id="14" name="图形 13">
              <a:extLst>
                <a:ext uri="{FF2B5EF4-FFF2-40B4-BE49-F238E27FC236}">
                  <a16:creationId xmlns:a16="http://schemas.microsoft.com/office/drawing/2014/main" id="{E3662B9C-6956-87FD-2EB9-494F3AF2F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2660366" y="4276019"/>
              <a:ext cx="373814" cy="373814"/>
            </a:xfrm>
            <a:prstGeom prst="rect">
              <a:avLst/>
            </a:prstGeom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537E9A4-5AFC-9821-800C-E8FF26C4EB68}"/>
                </a:ext>
              </a:extLst>
            </p:cNvPr>
            <p:cNvSpPr txBox="1"/>
            <p:nvPr/>
          </p:nvSpPr>
          <p:spPr>
            <a:xfrm>
              <a:off x="3061859" y="4215492"/>
              <a:ext cx="66097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存储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E6B727FA-7CFF-50EE-AA65-3C567CF1C702}"/>
                </a:ext>
              </a:extLst>
            </p:cNvPr>
            <p:cNvSpPr txBox="1"/>
            <p:nvPr/>
          </p:nvSpPr>
          <p:spPr>
            <a:xfrm>
              <a:off x="3061858" y="4395647"/>
              <a:ext cx="10817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2 TB</a:t>
              </a:r>
              <a:endParaRPr lang="zh-CN" altLang="en-US" sz="1400" dirty="0"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grpSp>
        <p:nvGrpSpPr>
          <p:cNvPr id="17" name="!! 系统">
            <a:extLst>
              <a:ext uri="{FF2B5EF4-FFF2-40B4-BE49-F238E27FC236}">
                <a16:creationId xmlns:a16="http://schemas.microsoft.com/office/drawing/2014/main" id="{A74E91EC-BF56-04D6-1EDB-627013F029FE}"/>
              </a:ext>
            </a:extLst>
          </p:cNvPr>
          <p:cNvGrpSpPr/>
          <p:nvPr/>
        </p:nvGrpSpPr>
        <p:grpSpPr>
          <a:xfrm>
            <a:off x="6193171" y="3564014"/>
            <a:ext cx="2356469" cy="480844"/>
            <a:chOff x="2673094" y="4215492"/>
            <a:chExt cx="2356469" cy="480844"/>
          </a:xfrm>
        </p:grpSpPr>
        <p:sp>
          <p:nvSpPr>
            <p:cNvPr id="18" name="图形 18">
              <a:extLst>
                <a:ext uri="{FF2B5EF4-FFF2-40B4-BE49-F238E27FC236}">
                  <a16:creationId xmlns:a16="http://schemas.microsoft.com/office/drawing/2014/main" id="{9B1D7D0F-2F87-1107-85B7-B73A04BD8BBE}"/>
                </a:ext>
              </a:extLst>
            </p:cNvPr>
            <p:cNvSpPr/>
            <p:nvPr/>
          </p:nvSpPr>
          <p:spPr>
            <a:xfrm>
              <a:off x="2673094" y="4288389"/>
              <a:ext cx="320004" cy="306934"/>
            </a:xfrm>
            <a:custGeom>
              <a:avLst/>
              <a:gdLst>
                <a:gd name="connsiteX0" fmla="*/ 128499 w 276466"/>
                <a:gd name="connsiteY0" fmla="*/ 23363 h 265174"/>
                <a:gd name="connsiteX1" fmla="*/ 19469 w 276466"/>
                <a:gd name="connsiteY1" fmla="*/ 132392 h 265174"/>
                <a:gd name="connsiteX2" fmla="*/ 33098 w 276466"/>
                <a:gd name="connsiteY2" fmla="*/ 184960 h 265174"/>
                <a:gd name="connsiteX3" fmla="*/ 59966 w 276466"/>
                <a:gd name="connsiteY3" fmla="*/ 158482 h 265174"/>
                <a:gd name="connsiteX4" fmla="*/ 137455 w 276466"/>
                <a:gd name="connsiteY4" fmla="*/ 95011 h 265174"/>
                <a:gd name="connsiteX5" fmla="*/ 142517 w 276466"/>
                <a:gd name="connsiteY5" fmla="*/ 93064 h 265174"/>
                <a:gd name="connsiteX6" fmla="*/ 150304 w 276466"/>
                <a:gd name="connsiteY6" fmla="*/ 100852 h 265174"/>
                <a:gd name="connsiteX7" fmla="*/ 147189 w 276466"/>
                <a:gd name="connsiteY7" fmla="*/ 107082 h 265174"/>
                <a:gd name="connsiteX8" fmla="*/ 147189 w 276466"/>
                <a:gd name="connsiteY8" fmla="*/ 107082 h 265174"/>
                <a:gd name="connsiteX9" fmla="*/ 35434 w 276466"/>
                <a:gd name="connsiteY9" fmla="*/ 205598 h 265174"/>
                <a:gd name="connsiteX10" fmla="*/ 29204 w 276466"/>
                <a:gd name="connsiteY10" fmla="*/ 212607 h 265174"/>
                <a:gd name="connsiteX11" fmla="*/ 29204 w 276466"/>
                <a:gd name="connsiteY11" fmla="*/ 212607 h 265174"/>
                <a:gd name="connsiteX12" fmla="*/ 0 w 276466"/>
                <a:gd name="connsiteY12" fmla="*/ 265174 h 265174"/>
                <a:gd name="connsiteX13" fmla="*/ 23363 w 276466"/>
                <a:gd name="connsiteY13" fmla="*/ 265174 h 265174"/>
                <a:gd name="connsiteX14" fmla="*/ 57630 w 276466"/>
                <a:gd name="connsiteY14" fmla="*/ 215722 h 265174"/>
                <a:gd name="connsiteX15" fmla="*/ 128499 w 276466"/>
                <a:gd name="connsiteY15" fmla="*/ 241811 h 265174"/>
                <a:gd name="connsiteX16" fmla="*/ 182624 w 276466"/>
                <a:gd name="connsiteY16" fmla="*/ 227404 h 265174"/>
                <a:gd name="connsiteX17" fmla="*/ 182624 w 276466"/>
                <a:gd name="connsiteY17" fmla="*/ 227404 h 265174"/>
                <a:gd name="connsiteX18" fmla="*/ 276467 w 276466"/>
                <a:gd name="connsiteY18" fmla="*/ 0 h 265174"/>
                <a:gd name="connsiteX19" fmla="*/ 128499 w 276466"/>
                <a:gd name="connsiteY19" fmla="*/ 23363 h 265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76466" h="265174">
                  <a:moveTo>
                    <a:pt x="128499" y="23363"/>
                  </a:moveTo>
                  <a:cubicBezTo>
                    <a:pt x="68143" y="23363"/>
                    <a:pt x="19469" y="72037"/>
                    <a:pt x="19469" y="132392"/>
                  </a:cubicBezTo>
                  <a:cubicBezTo>
                    <a:pt x="19469" y="151473"/>
                    <a:pt x="24532" y="169384"/>
                    <a:pt x="33098" y="184960"/>
                  </a:cubicBezTo>
                  <a:cubicBezTo>
                    <a:pt x="41275" y="176393"/>
                    <a:pt x="50231" y="167827"/>
                    <a:pt x="59966" y="158482"/>
                  </a:cubicBezTo>
                  <a:cubicBezTo>
                    <a:pt x="84498" y="135508"/>
                    <a:pt x="113312" y="112144"/>
                    <a:pt x="137455" y="95011"/>
                  </a:cubicBezTo>
                  <a:cubicBezTo>
                    <a:pt x="139012" y="93843"/>
                    <a:pt x="140570" y="93064"/>
                    <a:pt x="142517" y="93064"/>
                  </a:cubicBezTo>
                  <a:cubicBezTo>
                    <a:pt x="146800" y="93064"/>
                    <a:pt x="150304" y="96569"/>
                    <a:pt x="150304" y="100852"/>
                  </a:cubicBezTo>
                  <a:cubicBezTo>
                    <a:pt x="150304" y="103578"/>
                    <a:pt x="149136" y="105525"/>
                    <a:pt x="147189" y="107082"/>
                  </a:cubicBezTo>
                  <a:lnTo>
                    <a:pt x="147189" y="107082"/>
                  </a:lnTo>
                  <a:cubicBezTo>
                    <a:pt x="112534" y="132003"/>
                    <a:pt x="66586" y="170553"/>
                    <a:pt x="35434" y="205598"/>
                  </a:cubicBezTo>
                  <a:cubicBezTo>
                    <a:pt x="35434" y="205598"/>
                    <a:pt x="31151" y="210270"/>
                    <a:pt x="29204" y="212607"/>
                  </a:cubicBezTo>
                  <a:lnTo>
                    <a:pt x="29204" y="212607"/>
                  </a:lnTo>
                  <a:cubicBezTo>
                    <a:pt x="11682" y="233244"/>
                    <a:pt x="0" y="251935"/>
                    <a:pt x="0" y="265174"/>
                  </a:cubicBezTo>
                  <a:lnTo>
                    <a:pt x="23363" y="265174"/>
                  </a:lnTo>
                  <a:cubicBezTo>
                    <a:pt x="23363" y="256608"/>
                    <a:pt x="36992" y="237917"/>
                    <a:pt x="57630" y="215722"/>
                  </a:cubicBezTo>
                  <a:cubicBezTo>
                    <a:pt x="76710" y="232076"/>
                    <a:pt x="101241" y="241811"/>
                    <a:pt x="128499" y="241811"/>
                  </a:cubicBezTo>
                  <a:cubicBezTo>
                    <a:pt x="147968" y="241811"/>
                    <a:pt x="166659" y="236749"/>
                    <a:pt x="182624" y="227404"/>
                  </a:cubicBezTo>
                  <a:lnTo>
                    <a:pt x="182624" y="227404"/>
                  </a:lnTo>
                  <a:cubicBezTo>
                    <a:pt x="265953" y="181066"/>
                    <a:pt x="276467" y="95790"/>
                    <a:pt x="276467" y="0"/>
                  </a:cubicBezTo>
                  <a:cubicBezTo>
                    <a:pt x="276467" y="0"/>
                    <a:pt x="185739" y="24921"/>
                    <a:pt x="128499" y="23363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387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614952A9-8CC2-E9A6-F5E5-7319CAB258A3}"/>
                </a:ext>
              </a:extLst>
            </p:cNvPr>
            <p:cNvSpPr txBox="1"/>
            <p:nvPr/>
          </p:nvSpPr>
          <p:spPr>
            <a:xfrm>
              <a:off x="3061859" y="4215492"/>
              <a:ext cx="80250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系统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9C90897-20CF-B172-BB06-0D8786E28FA0}"/>
                </a:ext>
              </a:extLst>
            </p:cNvPr>
            <p:cNvSpPr txBox="1"/>
            <p:nvPr/>
          </p:nvSpPr>
          <p:spPr>
            <a:xfrm>
              <a:off x="3061858" y="4388559"/>
              <a:ext cx="19677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Leaf OS 5 Preview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grpSp>
        <p:nvGrpSpPr>
          <p:cNvPr id="21" name="!! 电池">
            <a:extLst>
              <a:ext uri="{FF2B5EF4-FFF2-40B4-BE49-F238E27FC236}">
                <a16:creationId xmlns:a16="http://schemas.microsoft.com/office/drawing/2014/main" id="{3B8E6184-EC63-3F85-4BE1-8D262543BB10}"/>
              </a:ext>
            </a:extLst>
          </p:cNvPr>
          <p:cNvGrpSpPr/>
          <p:nvPr/>
        </p:nvGrpSpPr>
        <p:grpSpPr>
          <a:xfrm>
            <a:off x="6201786" y="4082931"/>
            <a:ext cx="1607577" cy="480844"/>
            <a:chOff x="2661454" y="4215492"/>
            <a:chExt cx="1607577" cy="480844"/>
          </a:xfrm>
        </p:grpSpPr>
        <p:pic>
          <p:nvPicPr>
            <p:cNvPr id="22" name="图形 21">
              <a:extLst>
                <a:ext uri="{FF2B5EF4-FFF2-40B4-BE49-F238E27FC236}">
                  <a16:creationId xmlns:a16="http://schemas.microsoft.com/office/drawing/2014/main" id="{E0D2781C-7731-4507-FC8D-3F90CF84C2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2661454" y="4278328"/>
              <a:ext cx="343286" cy="343286"/>
            </a:xfrm>
            <a:prstGeom prst="rect">
              <a:avLst/>
            </a:prstGeom>
          </p:spPr>
        </p:pic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4E8A7233-C97E-B957-2767-B85D8C13D96F}"/>
                </a:ext>
              </a:extLst>
            </p:cNvPr>
            <p:cNvSpPr txBox="1"/>
            <p:nvPr/>
          </p:nvSpPr>
          <p:spPr>
            <a:xfrm>
              <a:off x="3033507" y="4215492"/>
              <a:ext cx="8210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电池容量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191D2C92-F5D8-287B-4254-E13D3551CCC0}"/>
                </a:ext>
              </a:extLst>
            </p:cNvPr>
            <p:cNvSpPr txBox="1"/>
            <p:nvPr/>
          </p:nvSpPr>
          <p:spPr>
            <a:xfrm>
              <a:off x="3033506" y="4388559"/>
              <a:ext cx="12355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12880 mAh </a:t>
              </a:r>
              <a:endParaRPr lang="zh-CN" altLang="en-US" sz="1400" dirty="0"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sp>
        <p:nvSpPr>
          <p:cNvPr id="26" name="!! 设备标识">
            <a:extLst>
              <a:ext uri="{FF2B5EF4-FFF2-40B4-BE49-F238E27FC236}">
                <a16:creationId xmlns:a16="http://schemas.microsoft.com/office/drawing/2014/main" id="{7C248AA9-32EC-30BD-D472-8D80098DB597}"/>
              </a:ext>
            </a:extLst>
          </p:cNvPr>
          <p:cNvSpPr/>
          <p:nvPr/>
        </p:nvSpPr>
        <p:spPr>
          <a:xfrm>
            <a:off x="5142085" y="3156680"/>
            <a:ext cx="446787" cy="242790"/>
          </a:xfrm>
          <a:prstGeom prst="roundRect">
            <a:avLst>
              <a:gd name="adj" fmla="val 15801"/>
            </a:avLst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accent1"/>
                </a:solidFill>
              </a:rPr>
              <a:t>Pro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grpSp>
        <p:nvGrpSpPr>
          <p:cNvPr id="35" name="!! 返回按钮">
            <a:extLst>
              <a:ext uri="{FF2B5EF4-FFF2-40B4-BE49-F238E27FC236}">
                <a16:creationId xmlns:a16="http://schemas.microsoft.com/office/drawing/2014/main" id="{59028B19-FBE9-50DE-9CA4-9F4A4745264D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32" name="矩形: 圆角 31">
              <a:hlinkClick r:id="rId15" action="ppaction://hlinksldjump"/>
              <a:extLst>
                <a:ext uri="{FF2B5EF4-FFF2-40B4-BE49-F238E27FC236}">
                  <a16:creationId xmlns:a16="http://schemas.microsoft.com/office/drawing/2014/main" id="{68130217-42CA-7E7B-3103-82674270D8D7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4" name="图形 33">
              <a:extLst>
                <a:ext uri="{FF2B5EF4-FFF2-40B4-BE49-F238E27FC236}">
                  <a16:creationId xmlns:a16="http://schemas.microsoft.com/office/drawing/2014/main" id="{F02626FE-7BE7-D842-B19B-DC15A3C5D6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grpSp>
        <p:nvGrpSpPr>
          <p:cNvPr id="36" name="!! 关闭按钮">
            <a:extLst>
              <a:ext uri="{FF2B5EF4-FFF2-40B4-BE49-F238E27FC236}">
                <a16:creationId xmlns:a16="http://schemas.microsoft.com/office/drawing/2014/main" id="{32A16D3F-A227-C71D-5B62-F0D150351AB8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37" name="矩形: 圆角 36">
              <a:hlinkClick r:id="rId6" action="ppaction://hlinksldjump"/>
              <a:extLst>
                <a:ext uri="{FF2B5EF4-FFF2-40B4-BE49-F238E27FC236}">
                  <a16:creationId xmlns:a16="http://schemas.microsoft.com/office/drawing/2014/main" id="{D834DB61-FF10-6B5D-2753-46AFDA3828D0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984D8A8A-0225-7910-374B-D09A9B161F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39" name="!! 网1按钮属性">
            <a:extLst>
              <a:ext uri="{FF2B5EF4-FFF2-40B4-BE49-F238E27FC236}">
                <a16:creationId xmlns:a16="http://schemas.microsoft.com/office/drawing/2014/main" id="{39602498-A076-302C-B484-B34E55404318}"/>
              </a:ext>
            </a:extLst>
          </p:cNvPr>
          <p:cNvGrpSpPr/>
          <p:nvPr/>
        </p:nvGrpSpPr>
        <p:grpSpPr>
          <a:xfrm>
            <a:off x="3640667" y="5341408"/>
            <a:ext cx="4910666" cy="545100"/>
            <a:chOff x="3640667" y="2582968"/>
            <a:chExt cx="4910666" cy="545100"/>
          </a:xfrm>
        </p:grpSpPr>
        <p:sp>
          <p:nvSpPr>
            <p:cNvPr id="40" name="按钮">
              <a:hlinkClick r:id="rId20" action="ppaction://hlinksldjump"/>
              <a:extLst>
                <a:ext uri="{FF2B5EF4-FFF2-40B4-BE49-F238E27FC236}">
                  <a16:creationId xmlns:a16="http://schemas.microsoft.com/office/drawing/2014/main" id="{8AE8D51B-994D-B9BE-DC57-54FC0BA25706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/>
              <a:r>
                <a:rPr lang="zh-CN" altLang="en-US" sz="1600" dirty="0">
                  <a:solidFill>
                    <a:schemeClr val="tx1"/>
                  </a:solidFill>
                </a:rPr>
                <a:t>更多信息</a:t>
              </a:r>
            </a:p>
          </p:txBody>
        </p:sp>
        <p:pic>
          <p:nvPicPr>
            <p:cNvPr id="41" name="图形 40">
              <a:extLst>
                <a:ext uri="{FF2B5EF4-FFF2-40B4-BE49-F238E27FC236}">
                  <a16:creationId xmlns:a16="http://schemas.microsoft.com/office/drawing/2014/main" id="{D83DEA7B-81A1-0E50-D796-3ABA4CEEDF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8223650" y="2779318"/>
              <a:ext cx="152400" cy="152400"/>
            </a:xfrm>
            <a:prstGeom prst="rect">
              <a:avLst/>
            </a:prstGeom>
          </p:spPr>
        </p:pic>
      </p:grpSp>
      <p:grpSp>
        <p:nvGrpSpPr>
          <p:cNvPr id="29" name="!! 网1按钮属性">
            <a:extLst>
              <a:ext uri="{FF2B5EF4-FFF2-40B4-BE49-F238E27FC236}">
                <a16:creationId xmlns:a16="http://schemas.microsoft.com/office/drawing/2014/main" id="{84525FBA-B5E7-32A8-BA7C-8B6503BF7138}"/>
              </a:ext>
            </a:extLst>
          </p:cNvPr>
          <p:cNvGrpSpPr/>
          <p:nvPr/>
        </p:nvGrpSpPr>
        <p:grpSpPr>
          <a:xfrm>
            <a:off x="3640667" y="6025550"/>
            <a:ext cx="4910666" cy="545100"/>
            <a:chOff x="3640667" y="2582968"/>
            <a:chExt cx="4910666" cy="545100"/>
          </a:xfrm>
        </p:grpSpPr>
        <p:sp>
          <p:nvSpPr>
            <p:cNvPr id="30" name="按钮">
              <a:hlinkClick r:id="rId23" action="ppaction://hlinksldjump"/>
              <a:extLst>
                <a:ext uri="{FF2B5EF4-FFF2-40B4-BE49-F238E27FC236}">
                  <a16:creationId xmlns:a16="http://schemas.microsoft.com/office/drawing/2014/main" id="{86F9B62E-DA7B-C15D-AFF3-33D85488DFC8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/>
              <a:r>
                <a:rPr lang="zh-CN" altLang="en-US" sz="1600" dirty="0">
                  <a:solidFill>
                    <a:schemeClr val="tx1"/>
                  </a:solidFill>
                </a:rPr>
                <a:t>开源软件声明</a:t>
              </a:r>
            </a:p>
          </p:txBody>
        </p:sp>
        <p:pic>
          <p:nvPicPr>
            <p:cNvPr id="33" name="图形 32">
              <a:extLst>
                <a:ext uri="{FF2B5EF4-FFF2-40B4-BE49-F238E27FC236}">
                  <a16:creationId xmlns:a16="http://schemas.microsoft.com/office/drawing/2014/main" id="{9DE436E1-B2B0-38A9-356A-32F156719B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8223650" y="2779318"/>
              <a:ext cx="152400" cy="152400"/>
            </a:xfrm>
            <a:prstGeom prst="rect">
              <a:avLst/>
            </a:prstGeom>
          </p:spPr>
        </p:pic>
      </p:grpSp>
      <p:sp>
        <p:nvSpPr>
          <p:cNvPr id="42" name="!! Leaf">
            <a:extLst>
              <a:ext uri="{FF2B5EF4-FFF2-40B4-BE49-F238E27FC236}">
                <a16:creationId xmlns:a16="http://schemas.microsoft.com/office/drawing/2014/main" id="{4ECE82E4-00B7-DA22-1102-0F3EFF9D02A4}"/>
              </a:ext>
            </a:extLst>
          </p:cNvPr>
          <p:cNvSpPr/>
          <p:nvPr/>
        </p:nvSpPr>
        <p:spPr>
          <a:xfrm>
            <a:off x="5949313" y="2109170"/>
            <a:ext cx="316232" cy="380430"/>
          </a:xfrm>
          <a:custGeom>
            <a:avLst/>
            <a:gdLst>
              <a:gd name="connsiteX0" fmla="*/ 1005449 w 1266824"/>
              <a:gd name="connsiteY0" fmla="*/ 1142267 h 1524000"/>
              <a:gd name="connsiteX1" fmla="*/ 1266825 w 1266824"/>
              <a:gd name="connsiteY1" fmla="*/ 0 h 1524000"/>
              <a:gd name="connsiteX2" fmla="*/ 172089 w 1266824"/>
              <a:gd name="connsiteY2" fmla="*/ 310440 h 1524000"/>
              <a:gd name="connsiteX3" fmla="*/ 743 w 1266824"/>
              <a:gd name="connsiteY3" fmla="*/ 696717 h 1524000"/>
              <a:gd name="connsiteX4" fmla="*/ 118704 w 1266824"/>
              <a:gd name="connsiteY4" fmla="*/ 1080649 h 1524000"/>
              <a:gd name="connsiteX5" fmla="*/ 140278 w 1266824"/>
              <a:gd name="connsiteY5" fmla="*/ 1077306 h 1524000"/>
              <a:gd name="connsiteX6" fmla="*/ 679770 w 1266824"/>
              <a:gd name="connsiteY6" fmla="*/ 487492 h 1524000"/>
              <a:gd name="connsiteX7" fmla="*/ 873512 w 1266824"/>
              <a:gd name="connsiteY7" fmla="*/ 526049 h 1524000"/>
              <a:gd name="connsiteX8" fmla="*/ 225315 w 1266824"/>
              <a:gd name="connsiteY8" fmla="*/ 1156335 h 1524000"/>
              <a:gd name="connsiteX9" fmla="*/ 140278 w 1266824"/>
              <a:gd name="connsiteY9" fmla="*/ 1524000 h 1524000"/>
              <a:gd name="connsiteX10" fmla="*/ 199596 w 1266824"/>
              <a:gd name="connsiteY10" fmla="*/ 1524000 h 1524000"/>
              <a:gd name="connsiteX11" fmla="*/ 249625 w 1266824"/>
              <a:gd name="connsiteY11" fmla="*/ 1476451 h 1524000"/>
              <a:gd name="connsiteX12" fmla="*/ 312675 w 1266824"/>
              <a:gd name="connsiteY12" fmla="*/ 1245003 h 1524000"/>
              <a:gd name="connsiteX13" fmla="*/ 618641 w 1266824"/>
              <a:gd name="connsiteY13" fmla="*/ 1313517 h 1524000"/>
              <a:gd name="connsiteX14" fmla="*/ 1005449 w 1266824"/>
              <a:gd name="connsiteY14" fmla="*/ 1142267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66824" h="1524000">
                <a:moveTo>
                  <a:pt x="1005449" y="1142267"/>
                </a:moveTo>
                <a:cubicBezTo>
                  <a:pt x="1272045" y="876058"/>
                  <a:pt x="1265577" y="32682"/>
                  <a:pt x="1266825" y="0"/>
                </a:cubicBezTo>
                <a:cubicBezTo>
                  <a:pt x="1233859" y="1542"/>
                  <a:pt x="433460" y="49457"/>
                  <a:pt x="172089" y="310440"/>
                </a:cubicBezTo>
                <a:cubicBezTo>
                  <a:pt x="69106" y="413615"/>
                  <a:pt x="8061" y="551232"/>
                  <a:pt x="743" y="696717"/>
                </a:cubicBezTo>
                <a:cubicBezTo>
                  <a:pt x="-6200" y="834768"/>
                  <a:pt x="35702" y="970607"/>
                  <a:pt x="118704" y="1080649"/>
                </a:cubicBezTo>
                <a:cubicBezTo>
                  <a:pt x="124655" y="1088536"/>
                  <a:pt x="136818" y="1086564"/>
                  <a:pt x="140278" y="1077306"/>
                </a:cubicBezTo>
                <a:cubicBezTo>
                  <a:pt x="237560" y="817096"/>
                  <a:pt x="431763" y="606430"/>
                  <a:pt x="679770" y="487492"/>
                </a:cubicBezTo>
                <a:cubicBezTo>
                  <a:pt x="745235" y="456097"/>
                  <a:pt x="822118" y="474764"/>
                  <a:pt x="873512" y="526049"/>
                </a:cubicBezTo>
                <a:cubicBezTo>
                  <a:pt x="570576" y="623785"/>
                  <a:pt x="331009" y="857061"/>
                  <a:pt x="225315" y="1156335"/>
                </a:cubicBezTo>
                <a:cubicBezTo>
                  <a:pt x="184694" y="1259205"/>
                  <a:pt x="146737" y="1416063"/>
                  <a:pt x="140278" y="1524000"/>
                </a:cubicBezTo>
                <a:lnTo>
                  <a:pt x="199596" y="1524000"/>
                </a:lnTo>
                <a:cubicBezTo>
                  <a:pt x="225899" y="1524000"/>
                  <a:pt x="247057" y="1502636"/>
                  <a:pt x="249625" y="1476451"/>
                </a:cubicBezTo>
                <a:cubicBezTo>
                  <a:pt x="257588" y="1395279"/>
                  <a:pt x="284227" y="1313536"/>
                  <a:pt x="312675" y="1245003"/>
                </a:cubicBezTo>
                <a:cubicBezTo>
                  <a:pt x="406183" y="1294438"/>
                  <a:pt x="512174" y="1318889"/>
                  <a:pt x="618641" y="1313517"/>
                </a:cubicBezTo>
                <a:cubicBezTo>
                  <a:pt x="764351" y="1306163"/>
                  <a:pt x="902163" y="1245146"/>
                  <a:pt x="1005449" y="1142267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626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>
        <p14:pan/>
      </p:transition>
    </mc:Choice>
    <mc:Fallback xmlns="">
      <p:transition advClick="0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AFFBEB-E9BF-69E6-803C-B2510C4C1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AAA3ED7B-1BF0-B3D1-7FEB-5DBB18C520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2">
            <a:extLst>
              <a:ext uri="{FF2B5EF4-FFF2-40B4-BE49-F238E27FC236}">
                <a16:creationId xmlns:a16="http://schemas.microsoft.com/office/drawing/2014/main" id="{35E17FBE-B35A-7B3F-46D5-FB04644DAF28}"/>
              </a:ext>
            </a:extLst>
          </p:cNvPr>
          <p:cNvGrpSpPr/>
          <p:nvPr/>
        </p:nvGrpSpPr>
        <p:grpSpPr>
          <a:xfrm>
            <a:off x="5364480" y="931625"/>
            <a:ext cx="1463040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C16D31DF-4854-1DD1-4981-90EC40998C20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414C9040-3999-FA64-EAB5-3E326965DF72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关于设备</a:t>
              </a:r>
            </a:p>
          </p:txBody>
        </p:sp>
      </p:grpSp>
      <p:sp>
        <p:nvSpPr>
          <p:cNvPr id="2" name="!! 背景">
            <a:hlinkClick r:id="rId5" action="ppaction://hlinksldjump"/>
            <a:extLst>
              <a:ext uri="{FF2B5EF4-FFF2-40B4-BE49-F238E27FC236}">
                <a16:creationId xmlns:a16="http://schemas.microsoft.com/office/drawing/2014/main" id="{31C95339-69F6-D74F-A75B-82034B8E93D3}"/>
              </a:ext>
            </a:extLst>
          </p:cNvPr>
          <p:cNvSpPr/>
          <p:nvPr/>
        </p:nvSpPr>
        <p:spPr>
          <a:xfrm>
            <a:off x="3718560" y="1763390"/>
            <a:ext cx="4754880" cy="1075267"/>
          </a:xfrm>
          <a:prstGeom prst="roundRect">
            <a:avLst>
              <a:gd name="adj" fmla="val 8482"/>
            </a:avLst>
          </a:prstGeom>
          <a:gradFill flip="none" rotWithShape="1">
            <a:gsLst>
              <a:gs pos="28000">
                <a:schemeClr val="accent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grpSp>
        <p:nvGrpSpPr>
          <p:cNvPr id="3" name="!! 处理器">
            <a:extLst>
              <a:ext uri="{FF2B5EF4-FFF2-40B4-BE49-F238E27FC236}">
                <a16:creationId xmlns:a16="http://schemas.microsoft.com/office/drawing/2014/main" id="{E8C14D79-925E-04AE-E115-0556F5219B7F}"/>
              </a:ext>
            </a:extLst>
          </p:cNvPr>
          <p:cNvGrpSpPr/>
          <p:nvPr/>
        </p:nvGrpSpPr>
        <p:grpSpPr>
          <a:xfrm>
            <a:off x="3809840" y="3554188"/>
            <a:ext cx="3009516" cy="480844"/>
            <a:chOff x="2646190" y="4215492"/>
            <a:chExt cx="3009516" cy="480844"/>
          </a:xfrm>
        </p:grpSpPr>
        <p:pic>
          <p:nvPicPr>
            <p:cNvPr id="4" name="图形 3">
              <a:extLst>
                <a:ext uri="{FF2B5EF4-FFF2-40B4-BE49-F238E27FC236}">
                  <a16:creationId xmlns:a16="http://schemas.microsoft.com/office/drawing/2014/main" id="{69A5389C-46FB-2237-C98B-21DAD92DF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646190" y="4254755"/>
              <a:ext cx="373814" cy="373814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31C412B-4C6E-C37A-C0CB-DEF749A8F5E9}"/>
                </a:ext>
              </a:extLst>
            </p:cNvPr>
            <p:cNvSpPr txBox="1"/>
            <p:nvPr/>
          </p:nvSpPr>
          <p:spPr>
            <a:xfrm>
              <a:off x="3061859" y="4215492"/>
              <a:ext cx="143185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处理器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CD62BB2-83F4-2388-6ED1-48340E8E6D32}"/>
                </a:ext>
              </a:extLst>
            </p:cNvPr>
            <p:cNvSpPr txBox="1"/>
            <p:nvPr/>
          </p:nvSpPr>
          <p:spPr>
            <a:xfrm>
              <a:off x="3061857" y="4388559"/>
              <a:ext cx="25938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Trdom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 4+ 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sp>
        <p:nvSpPr>
          <p:cNvPr id="7" name="!! 设备">
            <a:extLst>
              <a:ext uri="{FF2B5EF4-FFF2-40B4-BE49-F238E27FC236}">
                <a16:creationId xmlns:a16="http://schemas.microsoft.com/office/drawing/2014/main" id="{CCF0AA94-8DBF-BE75-800D-FDDA29DA8B7B}"/>
              </a:ext>
            </a:extLst>
          </p:cNvPr>
          <p:cNvSpPr txBox="1"/>
          <p:nvPr/>
        </p:nvSpPr>
        <p:spPr>
          <a:xfrm>
            <a:off x="3737431" y="3104074"/>
            <a:ext cx="3002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rPr>
              <a:t>Tree Pad 3</a:t>
            </a:r>
          </a:p>
        </p:txBody>
      </p:sp>
      <p:grpSp>
        <p:nvGrpSpPr>
          <p:cNvPr id="8" name="!! 运行内存">
            <a:extLst>
              <a:ext uri="{FF2B5EF4-FFF2-40B4-BE49-F238E27FC236}">
                <a16:creationId xmlns:a16="http://schemas.microsoft.com/office/drawing/2014/main" id="{1691DDC5-27C7-7375-DF13-D83201956219}"/>
              </a:ext>
            </a:extLst>
          </p:cNvPr>
          <p:cNvGrpSpPr/>
          <p:nvPr/>
        </p:nvGrpSpPr>
        <p:grpSpPr>
          <a:xfrm>
            <a:off x="3819498" y="4102127"/>
            <a:ext cx="1769374" cy="480844"/>
            <a:chOff x="2635313" y="4215492"/>
            <a:chExt cx="1769374" cy="480844"/>
          </a:xfrm>
        </p:grpSpPr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9AEC3A4B-95CC-E59C-8B1C-5BAFCF2E4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2635313" y="4270019"/>
              <a:ext cx="343286" cy="343286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038FB02-4207-9A0F-00F1-2F08E4221D41}"/>
                </a:ext>
              </a:extLst>
            </p:cNvPr>
            <p:cNvSpPr txBox="1"/>
            <p:nvPr/>
          </p:nvSpPr>
          <p:spPr>
            <a:xfrm>
              <a:off x="3037742" y="4215492"/>
              <a:ext cx="8378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运行内存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FB7F8666-0435-BD11-81DF-2407B05FBC6C}"/>
                </a:ext>
              </a:extLst>
            </p:cNvPr>
            <p:cNvSpPr txBox="1"/>
            <p:nvPr/>
          </p:nvSpPr>
          <p:spPr>
            <a:xfrm>
              <a:off x="3033506" y="4388559"/>
              <a:ext cx="13711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16 GB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grpSp>
        <p:nvGrpSpPr>
          <p:cNvPr id="12" name="!! 存储">
            <a:extLst>
              <a:ext uri="{FF2B5EF4-FFF2-40B4-BE49-F238E27FC236}">
                <a16:creationId xmlns:a16="http://schemas.microsoft.com/office/drawing/2014/main" id="{468B98E2-793C-84AB-21AC-D5BB3CED9F0E}"/>
              </a:ext>
            </a:extLst>
          </p:cNvPr>
          <p:cNvGrpSpPr/>
          <p:nvPr/>
        </p:nvGrpSpPr>
        <p:grpSpPr>
          <a:xfrm>
            <a:off x="3828396" y="4644655"/>
            <a:ext cx="1483257" cy="487932"/>
            <a:chOff x="2660366" y="4215492"/>
            <a:chExt cx="1483257" cy="487932"/>
          </a:xfrm>
        </p:grpSpPr>
        <p:pic>
          <p:nvPicPr>
            <p:cNvPr id="14" name="图形 13">
              <a:extLst>
                <a:ext uri="{FF2B5EF4-FFF2-40B4-BE49-F238E27FC236}">
                  <a16:creationId xmlns:a16="http://schemas.microsoft.com/office/drawing/2014/main" id="{2FC66E21-4F6B-A75B-0E96-D2BA29E96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2660366" y="4276019"/>
              <a:ext cx="373814" cy="373814"/>
            </a:xfrm>
            <a:prstGeom prst="rect">
              <a:avLst/>
            </a:prstGeom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B7C6F049-AF7D-7461-25CB-28765E811CBF}"/>
                </a:ext>
              </a:extLst>
            </p:cNvPr>
            <p:cNvSpPr txBox="1"/>
            <p:nvPr/>
          </p:nvSpPr>
          <p:spPr>
            <a:xfrm>
              <a:off x="3061859" y="4215492"/>
              <a:ext cx="66097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存储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6B5053-73C2-0C3B-99F9-17879C10A84D}"/>
                </a:ext>
              </a:extLst>
            </p:cNvPr>
            <p:cNvSpPr txBox="1"/>
            <p:nvPr/>
          </p:nvSpPr>
          <p:spPr>
            <a:xfrm>
              <a:off x="3061858" y="4395647"/>
              <a:ext cx="10817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2 TB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grpSp>
        <p:nvGrpSpPr>
          <p:cNvPr id="17" name="!! 系统">
            <a:extLst>
              <a:ext uri="{FF2B5EF4-FFF2-40B4-BE49-F238E27FC236}">
                <a16:creationId xmlns:a16="http://schemas.microsoft.com/office/drawing/2014/main" id="{A6ABC80F-EB9B-4E3F-B175-46321EC2A381}"/>
              </a:ext>
            </a:extLst>
          </p:cNvPr>
          <p:cNvGrpSpPr/>
          <p:nvPr/>
        </p:nvGrpSpPr>
        <p:grpSpPr>
          <a:xfrm>
            <a:off x="6193171" y="3564014"/>
            <a:ext cx="2356469" cy="480844"/>
            <a:chOff x="2673094" y="4215492"/>
            <a:chExt cx="2356469" cy="480844"/>
          </a:xfrm>
        </p:grpSpPr>
        <p:sp>
          <p:nvSpPr>
            <p:cNvPr id="18" name="图形 18">
              <a:extLst>
                <a:ext uri="{FF2B5EF4-FFF2-40B4-BE49-F238E27FC236}">
                  <a16:creationId xmlns:a16="http://schemas.microsoft.com/office/drawing/2014/main" id="{5B50C4F4-35B2-7CE0-A79E-13AFD6007239}"/>
                </a:ext>
              </a:extLst>
            </p:cNvPr>
            <p:cNvSpPr/>
            <p:nvPr/>
          </p:nvSpPr>
          <p:spPr>
            <a:xfrm>
              <a:off x="2673094" y="4288389"/>
              <a:ext cx="320004" cy="306934"/>
            </a:xfrm>
            <a:custGeom>
              <a:avLst/>
              <a:gdLst>
                <a:gd name="connsiteX0" fmla="*/ 128499 w 276466"/>
                <a:gd name="connsiteY0" fmla="*/ 23363 h 265174"/>
                <a:gd name="connsiteX1" fmla="*/ 19469 w 276466"/>
                <a:gd name="connsiteY1" fmla="*/ 132392 h 265174"/>
                <a:gd name="connsiteX2" fmla="*/ 33098 w 276466"/>
                <a:gd name="connsiteY2" fmla="*/ 184960 h 265174"/>
                <a:gd name="connsiteX3" fmla="*/ 59966 w 276466"/>
                <a:gd name="connsiteY3" fmla="*/ 158482 h 265174"/>
                <a:gd name="connsiteX4" fmla="*/ 137455 w 276466"/>
                <a:gd name="connsiteY4" fmla="*/ 95011 h 265174"/>
                <a:gd name="connsiteX5" fmla="*/ 142517 w 276466"/>
                <a:gd name="connsiteY5" fmla="*/ 93064 h 265174"/>
                <a:gd name="connsiteX6" fmla="*/ 150304 w 276466"/>
                <a:gd name="connsiteY6" fmla="*/ 100852 h 265174"/>
                <a:gd name="connsiteX7" fmla="*/ 147189 w 276466"/>
                <a:gd name="connsiteY7" fmla="*/ 107082 h 265174"/>
                <a:gd name="connsiteX8" fmla="*/ 147189 w 276466"/>
                <a:gd name="connsiteY8" fmla="*/ 107082 h 265174"/>
                <a:gd name="connsiteX9" fmla="*/ 35434 w 276466"/>
                <a:gd name="connsiteY9" fmla="*/ 205598 h 265174"/>
                <a:gd name="connsiteX10" fmla="*/ 29204 w 276466"/>
                <a:gd name="connsiteY10" fmla="*/ 212607 h 265174"/>
                <a:gd name="connsiteX11" fmla="*/ 29204 w 276466"/>
                <a:gd name="connsiteY11" fmla="*/ 212607 h 265174"/>
                <a:gd name="connsiteX12" fmla="*/ 0 w 276466"/>
                <a:gd name="connsiteY12" fmla="*/ 265174 h 265174"/>
                <a:gd name="connsiteX13" fmla="*/ 23363 w 276466"/>
                <a:gd name="connsiteY13" fmla="*/ 265174 h 265174"/>
                <a:gd name="connsiteX14" fmla="*/ 57630 w 276466"/>
                <a:gd name="connsiteY14" fmla="*/ 215722 h 265174"/>
                <a:gd name="connsiteX15" fmla="*/ 128499 w 276466"/>
                <a:gd name="connsiteY15" fmla="*/ 241811 h 265174"/>
                <a:gd name="connsiteX16" fmla="*/ 182624 w 276466"/>
                <a:gd name="connsiteY16" fmla="*/ 227404 h 265174"/>
                <a:gd name="connsiteX17" fmla="*/ 182624 w 276466"/>
                <a:gd name="connsiteY17" fmla="*/ 227404 h 265174"/>
                <a:gd name="connsiteX18" fmla="*/ 276467 w 276466"/>
                <a:gd name="connsiteY18" fmla="*/ 0 h 265174"/>
                <a:gd name="connsiteX19" fmla="*/ 128499 w 276466"/>
                <a:gd name="connsiteY19" fmla="*/ 23363 h 265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76466" h="265174">
                  <a:moveTo>
                    <a:pt x="128499" y="23363"/>
                  </a:moveTo>
                  <a:cubicBezTo>
                    <a:pt x="68143" y="23363"/>
                    <a:pt x="19469" y="72037"/>
                    <a:pt x="19469" y="132392"/>
                  </a:cubicBezTo>
                  <a:cubicBezTo>
                    <a:pt x="19469" y="151473"/>
                    <a:pt x="24532" y="169384"/>
                    <a:pt x="33098" y="184960"/>
                  </a:cubicBezTo>
                  <a:cubicBezTo>
                    <a:pt x="41275" y="176393"/>
                    <a:pt x="50231" y="167827"/>
                    <a:pt x="59966" y="158482"/>
                  </a:cubicBezTo>
                  <a:cubicBezTo>
                    <a:pt x="84498" y="135508"/>
                    <a:pt x="113312" y="112144"/>
                    <a:pt x="137455" y="95011"/>
                  </a:cubicBezTo>
                  <a:cubicBezTo>
                    <a:pt x="139012" y="93843"/>
                    <a:pt x="140570" y="93064"/>
                    <a:pt x="142517" y="93064"/>
                  </a:cubicBezTo>
                  <a:cubicBezTo>
                    <a:pt x="146800" y="93064"/>
                    <a:pt x="150304" y="96569"/>
                    <a:pt x="150304" y="100852"/>
                  </a:cubicBezTo>
                  <a:cubicBezTo>
                    <a:pt x="150304" y="103578"/>
                    <a:pt x="149136" y="105525"/>
                    <a:pt x="147189" y="107082"/>
                  </a:cubicBezTo>
                  <a:lnTo>
                    <a:pt x="147189" y="107082"/>
                  </a:lnTo>
                  <a:cubicBezTo>
                    <a:pt x="112534" y="132003"/>
                    <a:pt x="66586" y="170553"/>
                    <a:pt x="35434" y="205598"/>
                  </a:cubicBezTo>
                  <a:cubicBezTo>
                    <a:pt x="35434" y="205598"/>
                    <a:pt x="31151" y="210270"/>
                    <a:pt x="29204" y="212607"/>
                  </a:cubicBezTo>
                  <a:lnTo>
                    <a:pt x="29204" y="212607"/>
                  </a:lnTo>
                  <a:cubicBezTo>
                    <a:pt x="11682" y="233244"/>
                    <a:pt x="0" y="251935"/>
                    <a:pt x="0" y="265174"/>
                  </a:cubicBezTo>
                  <a:lnTo>
                    <a:pt x="23363" y="265174"/>
                  </a:lnTo>
                  <a:cubicBezTo>
                    <a:pt x="23363" y="256608"/>
                    <a:pt x="36992" y="237917"/>
                    <a:pt x="57630" y="215722"/>
                  </a:cubicBezTo>
                  <a:cubicBezTo>
                    <a:pt x="76710" y="232076"/>
                    <a:pt x="101241" y="241811"/>
                    <a:pt x="128499" y="241811"/>
                  </a:cubicBezTo>
                  <a:cubicBezTo>
                    <a:pt x="147968" y="241811"/>
                    <a:pt x="166659" y="236749"/>
                    <a:pt x="182624" y="227404"/>
                  </a:cubicBezTo>
                  <a:lnTo>
                    <a:pt x="182624" y="227404"/>
                  </a:lnTo>
                  <a:cubicBezTo>
                    <a:pt x="265953" y="181066"/>
                    <a:pt x="276467" y="95790"/>
                    <a:pt x="276467" y="0"/>
                  </a:cubicBezTo>
                  <a:cubicBezTo>
                    <a:pt x="276467" y="0"/>
                    <a:pt x="185739" y="24921"/>
                    <a:pt x="128499" y="23363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387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397BAB7B-E95A-7805-CC80-1F5052E0E84C}"/>
                </a:ext>
              </a:extLst>
            </p:cNvPr>
            <p:cNvSpPr txBox="1"/>
            <p:nvPr/>
          </p:nvSpPr>
          <p:spPr>
            <a:xfrm>
              <a:off x="3061859" y="4215492"/>
              <a:ext cx="80250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系统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ACF5CDB9-5BFB-3326-632A-C1AB255DCA8C}"/>
                </a:ext>
              </a:extLst>
            </p:cNvPr>
            <p:cNvSpPr txBox="1"/>
            <p:nvPr/>
          </p:nvSpPr>
          <p:spPr>
            <a:xfrm>
              <a:off x="3061858" y="4388559"/>
              <a:ext cx="19677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Leaf OS 5 Preview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grpSp>
        <p:nvGrpSpPr>
          <p:cNvPr id="21" name="!! 电池">
            <a:extLst>
              <a:ext uri="{FF2B5EF4-FFF2-40B4-BE49-F238E27FC236}">
                <a16:creationId xmlns:a16="http://schemas.microsoft.com/office/drawing/2014/main" id="{ABB82B91-D443-EE9D-659F-C02CE218EBAB}"/>
              </a:ext>
            </a:extLst>
          </p:cNvPr>
          <p:cNvGrpSpPr/>
          <p:nvPr/>
        </p:nvGrpSpPr>
        <p:grpSpPr>
          <a:xfrm>
            <a:off x="6201786" y="4082931"/>
            <a:ext cx="1607577" cy="480844"/>
            <a:chOff x="2661454" y="4215492"/>
            <a:chExt cx="1607577" cy="480844"/>
          </a:xfrm>
        </p:grpSpPr>
        <p:pic>
          <p:nvPicPr>
            <p:cNvPr id="22" name="图形 21">
              <a:extLst>
                <a:ext uri="{FF2B5EF4-FFF2-40B4-BE49-F238E27FC236}">
                  <a16:creationId xmlns:a16="http://schemas.microsoft.com/office/drawing/2014/main" id="{578527BB-7230-9B78-B31F-1C2D560EB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2661454" y="4278328"/>
              <a:ext cx="343286" cy="343286"/>
            </a:xfrm>
            <a:prstGeom prst="rect">
              <a:avLst/>
            </a:prstGeom>
          </p:spPr>
        </p:pic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694A55F3-33BE-F891-39A2-1AB2513FCBBE}"/>
                </a:ext>
              </a:extLst>
            </p:cNvPr>
            <p:cNvSpPr txBox="1"/>
            <p:nvPr/>
          </p:nvSpPr>
          <p:spPr>
            <a:xfrm>
              <a:off x="3033507" y="4215492"/>
              <a:ext cx="8210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电池容量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F939F4A6-D516-F531-D45A-9918A83D7C1E}"/>
                </a:ext>
              </a:extLst>
            </p:cNvPr>
            <p:cNvSpPr txBox="1"/>
            <p:nvPr/>
          </p:nvSpPr>
          <p:spPr>
            <a:xfrm>
              <a:off x="3033506" y="4388559"/>
              <a:ext cx="12355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12880 mAh 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sp>
        <p:nvSpPr>
          <p:cNvPr id="26" name="!! 设备标识">
            <a:extLst>
              <a:ext uri="{FF2B5EF4-FFF2-40B4-BE49-F238E27FC236}">
                <a16:creationId xmlns:a16="http://schemas.microsoft.com/office/drawing/2014/main" id="{67103043-CDA0-37A0-2058-0F206B737C61}"/>
              </a:ext>
            </a:extLst>
          </p:cNvPr>
          <p:cNvSpPr/>
          <p:nvPr/>
        </p:nvSpPr>
        <p:spPr>
          <a:xfrm>
            <a:off x="5142085" y="3156680"/>
            <a:ext cx="446787" cy="242790"/>
          </a:xfrm>
          <a:prstGeom prst="roundRect">
            <a:avLst>
              <a:gd name="adj" fmla="val 15801"/>
            </a:avLst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2A8D3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Pro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62A8D3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5" name="!! 返回按钮">
            <a:extLst>
              <a:ext uri="{FF2B5EF4-FFF2-40B4-BE49-F238E27FC236}">
                <a16:creationId xmlns:a16="http://schemas.microsoft.com/office/drawing/2014/main" id="{F50D2B33-F32C-4058-BAEF-DC78F28366B2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32" name="矩形: 圆角 31">
              <a:hlinkClick r:id="rId14" action="ppaction://hlinksldjump"/>
              <a:extLst>
                <a:ext uri="{FF2B5EF4-FFF2-40B4-BE49-F238E27FC236}">
                  <a16:creationId xmlns:a16="http://schemas.microsoft.com/office/drawing/2014/main" id="{92BF98D3-5660-C723-E0B1-64B8AFA882D8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4" name="图形 33">
              <a:extLst>
                <a:ext uri="{FF2B5EF4-FFF2-40B4-BE49-F238E27FC236}">
                  <a16:creationId xmlns:a16="http://schemas.microsoft.com/office/drawing/2014/main" id="{6320FAB3-8D2C-C13C-1271-48326D1ED2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grpSp>
        <p:nvGrpSpPr>
          <p:cNvPr id="36" name="!! 关闭按钮">
            <a:extLst>
              <a:ext uri="{FF2B5EF4-FFF2-40B4-BE49-F238E27FC236}">
                <a16:creationId xmlns:a16="http://schemas.microsoft.com/office/drawing/2014/main" id="{E931804F-C929-4C22-8DF6-B4C004F856CD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37" name="矩形: 圆角 36">
              <a:hlinkClick r:id="rId5" action="ppaction://hlinksldjump"/>
              <a:extLst>
                <a:ext uri="{FF2B5EF4-FFF2-40B4-BE49-F238E27FC236}">
                  <a16:creationId xmlns:a16="http://schemas.microsoft.com/office/drawing/2014/main" id="{89258CE8-FA9D-FE2D-D390-7A67C60E2B27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C3141514-3DA9-ADCF-2924-CE0A9EBDFF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39" name="!! 网1按钮属性">
            <a:extLst>
              <a:ext uri="{FF2B5EF4-FFF2-40B4-BE49-F238E27FC236}">
                <a16:creationId xmlns:a16="http://schemas.microsoft.com/office/drawing/2014/main" id="{8D8FE40C-3343-8F21-0442-0144ADB8834C}"/>
              </a:ext>
            </a:extLst>
          </p:cNvPr>
          <p:cNvGrpSpPr/>
          <p:nvPr/>
        </p:nvGrpSpPr>
        <p:grpSpPr>
          <a:xfrm>
            <a:off x="3640667" y="5341408"/>
            <a:ext cx="4910666" cy="545100"/>
            <a:chOff x="3640667" y="2582968"/>
            <a:chExt cx="4910666" cy="545100"/>
          </a:xfrm>
        </p:grpSpPr>
        <p:sp>
          <p:nvSpPr>
            <p:cNvPr id="40" name="按钮">
              <a:hlinkClick r:id="rId19" action="ppaction://hlinksldjump"/>
              <a:extLst>
                <a:ext uri="{FF2B5EF4-FFF2-40B4-BE49-F238E27FC236}">
                  <a16:creationId xmlns:a16="http://schemas.microsoft.com/office/drawing/2014/main" id="{631E74D2-67A8-5713-99ED-BF7485E112D6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更多信息</a:t>
              </a:r>
            </a:p>
          </p:txBody>
        </p:sp>
        <p:pic>
          <p:nvPicPr>
            <p:cNvPr id="41" name="图形 40">
              <a:extLst>
                <a:ext uri="{FF2B5EF4-FFF2-40B4-BE49-F238E27FC236}">
                  <a16:creationId xmlns:a16="http://schemas.microsoft.com/office/drawing/2014/main" id="{E7362702-9A88-5CF0-E9A5-D48BC42FE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8223650" y="2779318"/>
              <a:ext cx="152400" cy="152400"/>
            </a:xfrm>
            <a:prstGeom prst="rect">
              <a:avLst/>
            </a:prstGeom>
          </p:spPr>
        </p:pic>
      </p:grpSp>
      <p:grpSp>
        <p:nvGrpSpPr>
          <p:cNvPr id="29" name="!! 网1按钮属性">
            <a:extLst>
              <a:ext uri="{FF2B5EF4-FFF2-40B4-BE49-F238E27FC236}">
                <a16:creationId xmlns:a16="http://schemas.microsoft.com/office/drawing/2014/main" id="{06A7A52A-8FC5-3B94-B602-6D1783803190}"/>
              </a:ext>
            </a:extLst>
          </p:cNvPr>
          <p:cNvGrpSpPr/>
          <p:nvPr/>
        </p:nvGrpSpPr>
        <p:grpSpPr>
          <a:xfrm>
            <a:off x="3640667" y="6025550"/>
            <a:ext cx="4910666" cy="545100"/>
            <a:chOff x="3640667" y="2582968"/>
            <a:chExt cx="4910666" cy="545100"/>
          </a:xfrm>
        </p:grpSpPr>
        <p:sp>
          <p:nvSpPr>
            <p:cNvPr id="30" name="按钮">
              <a:hlinkClick r:id="rId22"/>
              <a:extLst>
                <a:ext uri="{FF2B5EF4-FFF2-40B4-BE49-F238E27FC236}">
                  <a16:creationId xmlns:a16="http://schemas.microsoft.com/office/drawing/2014/main" id="{ADCBF5E1-FDD8-67C1-D1FC-91329222AF12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开源软件声明</a:t>
              </a:r>
            </a:p>
          </p:txBody>
        </p:sp>
        <p:pic>
          <p:nvPicPr>
            <p:cNvPr id="33" name="图形 32">
              <a:extLst>
                <a:ext uri="{FF2B5EF4-FFF2-40B4-BE49-F238E27FC236}">
                  <a16:creationId xmlns:a16="http://schemas.microsoft.com/office/drawing/2014/main" id="{964EDE87-A2B8-2973-EDFA-5C46C85705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8223650" y="2779318"/>
              <a:ext cx="152400" cy="152400"/>
            </a:xfrm>
            <a:prstGeom prst="rect">
              <a:avLst/>
            </a:prstGeom>
          </p:spPr>
        </p:pic>
      </p:grpSp>
      <p:sp>
        <p:nvSpPr>
          <p:cNvPr id="42" name="!! Leaf">
            <a:extLst>
              <a:ext uri="{FF2B5EF4-FFF2-40B4-BE49-F238E27FC236}">
                <a16:creationId xmlns:a16="http://schemas.microsoft.com/office/drawing/2014/main" id="{D0F9975A-6BCB-2043-6A75-D67C8E847D52}"/>
              </a:ext>
            </a:extLst>
          </p:cNvPr>
          <p:cNvSpPr/>
          <p:nvPr/>
        </p:nvSpPr>
        <p:spPr>
          <a:xfrm>
            <a:off x="5949313" y="2109170"/>
            <a:ext cx="316232" cy="380430"/>
          </a:xfrm>
          <a:custGeom>
            <a:avLst/>
            <a:gdLst>
              <a:gd name="connsiteX0" fmla="*/ 1005449 w 1266824"/>
              <a:gd name="connsiteY0" fmla="*/ 1142267 h 1524000"/>
              <a:gd name="connsiteX1" fmla="*/ 1266825 w 1266824"/>
              <a:gd name="connsiteY1" fmla="*/ 0 h 1524000"/>
              <a:gd name="connsiteX2" fmla="*/ 172089 w 1266824"/>
              <a:gd name="connsiteY2" fmla="*/ 310440 h 1524000"/>
              <a:gd name="connsiteX3" fmla="*/ 743 w 1266824"/>
              <a:gd name="connsiteY3" fmla="*/ 696717 h 1524000"/>
              <a:gd name="connsiteX4" fmla="*/ 118704 w 1266824"/>
              <a:gd name="connsiteY4" fmla="*/ 1080649 h 1524000"/>
              <a:gd name="connsiteX5" fmla="*/ 140278 w 1266824"/>
              <a:gd name="connsiteY5" fmla="*/ 1077306 h 1524000"/>
              <a:gd name="connsiteX6" fmla="*/ 679770 w 1266824"/>
              <a:gd name="connsiteY6" fmla="*/ 487492 h 1524000"/>
              <a:gd name="connsiteX7" fmla="*/ 873512 w 1266824"/>
              <a:gd name="connsiteY7" fmla="*/ 526049 h 1524000"/>
              <a:gd name="connsiteX8" fmla="*/ 225315 w 1266824"/>
              <a:gd name="connsiteY8" fmla="*/ 1156335 h 1524000"/>
              <a:gd name="connsiteX9" fmla="*/ 140278 w 1266824"/>
              <a:gd name="connsiteY9" fmla="*/ 1524000 h 1524000"/>
              <a:gd name="connsiteX10" fmla="*/ 199596 w 1266824"/>
              <a:gd name="connsiteY10" fmla="*/ 1524000 h 1524000"/>
              <a:gd name="connsiteX11" fmla="*/ 249625 w 1266824"/>
              <a:gd name="connsiteY11" fmla="*/ 1476451 h 1524000"/>
              <a:gd name="connsiteX12" fmla="*/ 312675 w 1266824"/>
              <a:gd name="connsiteY12" fmla="*/ 1245003 h 1524000"/>
              <a:gd name="connsiteX13" fmla="*/ 618641 w 1266824"/>
              <a:gd name="connsiteY13" fmla="*/ 1313517 h 1524000"/>
              <a:gd name="connsiteX14" fmla="*/ 1005449 w 1266824"/>
              <a:gd name="connsiteY14" fmla="*/ 1142267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66824" h="1524000">
                <a:moveTo>
                  <a:pt x="1005449" y="1142267"/>
                </a:moveTo>
                <a:cubicBezTo>
                  <a:pt x="1272045" y="876058"/>
                  <a:pt x="1265577" y="32682"/>
                  <a:pt x="1266825" y="0"/>
                </a:cubicBezTo>
                <a:cubicBezTo>
                  <a:pt x="1233859" y="1542"/>
                  <a:pt x="433460" y="49457"/>
                  <a:pt x="172089" y="310440"/>
                </a:cubicBezTo>
                <a:cubicBezTo>
                  <a:pt x="69106" y="413615"/>
                  <a:pt x="8061" y="551232"/>
                  <a:pt x="743" y="696717"/>
                </a:cubicBezTo>
                <a:cubicBezTo>
                  <a:pt x="-6200" y="834768"/>
                  <a:pt x="35702" y="970607"/>
                  <a:pt x="118704" y="1080649"/>
                </a:cubicBezTo>
                <a:cubicBezTo>
                  <a:pt x="124655" y="1088536"/>
                  <a:pt x="136818" y="1086564"/>
                  <a:pt x="140278" y="1077306"/>
                </a:cubicBezTo>
                <a:cubicBezTo>
                  <a:pt x="237560" y="817096"/>
                  <a:pt x="431763" y="606430"/>
                  <a:pt x="679770" y="487492"/>
                </a:cubicBezTo>
                <a:cubicBezTo>
                  <a:pt x="745235" y="456097"/>
                  <a:pt x="822118" y="474764"/>
                  <a:pt x="873512" y="526049"/>
                </a:cubicBezTo>
                <a:cubicBezTo>
                  <a:pt x="570576" y="623785"/>
                  <a:pt x="331009" y="857061"/>
                  <a:pt x="225315" y="1156335"/>
                </a:cubicBezTo>
                <a:cubicBezTo>
                  <a:pt x="184694" y="1259205"/>
                  <a:pt x="146737" y="1416063"/>
                  <a:pt x="140278" y="1524000"/>
                </a:cubicBezTo>
                <a:lnTo>
                  <a:pt x="199596" y="1524000"/>
                </a:lnTo>
                <a:cubicBezTo>
                  <a:pt x="225899" y="1524000"/>
                  <a:pt x="247057" y="1502636"/>
                  <a:pt x="249625" y="1476451"/>
                </a:cubicBezTo>
                <a:cubicBezTo>
                  <a:pt x="257588" y="1395279"/>
                  <a:pt x="284227" y="1313536"/>
                  <a:pt x="312675" y="1245003"/>
                </a:cubicBezTo>
                <a:cubicBezTo>
                  <a:pt x="406183" y="1294438"/>
                  <a:pt x="512174" y="1318889"/>
                  <a:pt x="618641" y="1313517"/>
                </a:cubicBezTo>
                <a:cubicBezTo>
                  <a:pt x="764351" y="1306163"/>
                  <a:pt x="902163" y="1245146"/>
                  <a:pt x="1005449" y="1142267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31" name="!! 遮罩">
            <a:extLst>
              <a:ext uri="{FF2B5EF4-FFF2-40B4-BE49-F238E27FC236}">
                <a16:creationId xmlns:a16="http://schemas.microsoft.com/office/drawing/2014/main" id="{46902CC2-C71D-C318-4149-F094488ED5B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43" name="带按钮的无图标提示框">
            <a:extLst>
              <a:ext uri="{FF2B5EF4-FFF2-40B4-BE49-F238E27FC236}">
                <a16:creationId xmlns:a16="http://schemas.microsoft.com/office/drawing/2014/main" id="{C07BF466-B695-D86F-1E24-A0BB9D9488CA}"/>
              </a:ext>
            </a:extLst>
          </p:cNvPr>
          <p:cNvGrpSpPr/>
          <p:nvPr/>
        </p:nvGrpSpPr>
        <p:grpSpPr>
          <a:xfrm>
            <a:off x="3813542" y="2595765"/>
            <a:ext cx="4564916" cy="1679429"/>
            <a:chOff x="2912999" y="3341280"/>
            <a:chExt cx="4564916" cy="1679429"/>
          </a:xfrm>
        </p:grpSpPr>
        <p:sp>
          <p:nvSpPr>
            <p:cNvPr id="44" name="!! 弹窗">
              <a:extLst>
                <a:ext uri="{FF2B5EF4-FFF2-40B4-BE49-F238E27FC236}">
                  <a16:creationId xmlns:a16="http://schemas.microsoft.com/office/drawing/2014/main" id="{1294772E-E198-5832-E131-CB5772696282}"/>
                </a:ext>
              </a:extLst>
            </p:cNvPr>
            <p:cNvSpPr/>
            <p:nvPr/>
          </p:nvSpPr>
          <p:spPr>
            <a:xfrm>
              <a:off x="2912999" y="3341280"/>
              <a:ext cx="4564916" cy="1679429"/>
            </a:xfrm>
            <a:prstGeom prst="roundRect">
              <a:avLst>
                <a:gd name="adj" fmla="val 4327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标题">
              <a:extLst>
                <a:ext uri="{FF2B5EF4-FFF2-40B4-BE49-F238E27FC236}">
                  <a16:creationId xmlns:a16="http://schemas.microsoft.com/office/drawing/2014/main" id="{B282F241-4522-2C68-BE8B-A90E2032BB16}"/>
                </a:ext>
              </a:extLst>
            </p:cNvPr>
            <p:cNvSpPr txBox="1"/>
            <p:nvPr/>
          </p:nvSpPr>
          <p:spPr>
            <a:xfrm>
              <a:off x="3311314" y="3596868"/>
              <a:ext cx="23310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即将跳转应用</a:t>
              </a:r>
            </a:p>
          </p:txBody>
        </p:sp>
        <p:sp>
          <p:nvSpPr>
            <p:cNvPr id="46" name="副标题">
              <a:extLst>
                <a:ext uri="{FF2B5EF4-FFF2-40B4-BE49-F238E27FC236}">
                  <a16:creationId xmlns:a16="http://schemas.microsoft.com/office/drawing/2014/main" id="{EAF14858-F87E-DC0F-643B-08ADD74F28E5}"/>
                </a:ext>
              </a:extLst>
            </p:cNvPr>
            <p:cNvSpPr txBox="1"/>
            <p:nvPr/>
          </p:nvSpPr>
          <p:spPr>
            <a:xfrm>
              <a:off x="3314796" y="3915526"/>
              <a:ext cx="37788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设置将要跳转至浏览器以访问：</a:t>
              </a:r>
              <a:r>
                <a:rPr lang="en-US" altLang="zh-CN" sz="1400" u="sng" dirty="0">
                  <a:solidFill>
                    <a:schemeClr val="accent1"/>
                  </a:solidFill>
                </a:rPr>
                <a:t>Leaf OS - </a:t>
              </a:r>
              <a:r>
                <a:rPr lang="zh-CN" altLang="en-US" sz="1400" u="sng" dirty="0">
                  <a:solidFill>
                    <a:schemeClr val="accent1"/>
                  </a:solidFill>
                </a:rPr>
                <a:t>开源声明</a:t>
              </a:r>
              <a:r>
                <a:rPr lang="zh-CN" altLang="en-US" sz="1400" u="sng" dirty="0">
                  <a:solidFill>
                    <a:schemeClr val="accent1"/>
                  </a:solidFill>
                  <a:latin typeface="+mn-ea"/>
                </a:rPr>
                <a:t>）</a:t>
              </a:r>
            </a:p>
          </p:txBody>
        </p:sp>
        <p:sp>
          <p:nvSpPr>
            <p:cNvPr id="47" name="矩形: 圆角 46">
              <a:hlinkClick r:id="rId22"/>
              <a:extLst>
                <a:ext uri="{FF2B5EF4-FFF2-40B4-BE49-F238E27FC236}">
                  <a16:creationId xmlns:a16="http://schemas.microsoft.com/office/drawing/2014/main" id="{D19EF605-C8F5-05D8-46FD-4E0E03588BE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105759" y="4518835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100" dirty="0">
                  <a:solidFill>
                    <a:prstClr val="white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确定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48" name="矩形: 圆角 47">
              <a:hlinkClick r:id="rId23" action="ppaction://hlinksldjump"/>
              <a:extLst>
                <a:ext uri="{FF2B5EF4-FFF2-40B4-BE49-F238E27FC236}">
                  <a16:creationId xmlns:a16="http://schemas.microsoft.com/office/drawing/2014/main" id="{C6E59024-B235-50B3-166B-F6224106FF78}"/>
                </a:ext>
              </a:extLst>
            </p:cNvPr>
            <p:cNvSpPr/>
            <p:nvPr/>
          </p:nvSpPr>
          <p:spPr>
            <a:xfrm>
              <a:off x="4843301" y="4515609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取消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07096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0.03218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EEC140-3468-93A8-7F7E-76EFF18B4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16FA9233-0E18-BF84-DA00-BDA3ABDA92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2">
            <a:extLst>
              <a:ext uri="{FF2B5EF4-FFF2-40B4-BE49-F238E27FC236}">
                <a16:creationId xmlns:a16="http://schemas.microsoft.com/office/drawing/2014/main" id="{BEFEB77B-91AD-19BE-A78E-EEED6B76484F}"/>
              </a:ext>
            </a:extLst>
          </p:cNvPr>
          <p:cNvGrpSpPr/>
          <p:nvPr/>
        </p:nvGrpSpPr>
        <p:grpSpPr>
          <a:xfrm>
            <a:off x="5364480" y="931625"/>
            <a:ext cx="1463040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3584700B-8130-440A-5654-A75B2AFB7002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63D2601B-4BAA-221B-3FEB-8056DCE80F9E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关于设备</a:t>
              </a:r>
            </a:p>
          </p:txBody>
        </p:sp>
      </p:grpSp>
      <p:sp>
        <p:nvSpPr>
          <p:cNvPr id="2" name="!! 背景">
            <a:hlinkClick r:id="rId6" action="ppaction://hlinksldjump"/>
            <a:extLst>
              <a:ext uri="{FF2B5EF4-FFF2-40B4-BE49-F238E27FC236}">
                <a16:creationId xmlns:a16="http://schemas.microsoft.com/office/drawing/2014/main" id="{D3BDF484-491C-FF8F-E241-FDC1BC83C9DF}"/>
              </a:ext>
            </a:extLst>
          </p:cNvPr>
          <p:cNvSpPr/>
          <p:nvPr/>
        </p:nvSpPr>
        <p:spPr>
          <a:xfrm>
            <a:off x="3718560" y="1763390"/>
            <a:ext cx="4754880" cy="1075267"/>
          </a:xfrm>
          <a:prstGeom prst="roundRect">
            <a:avLst>
              <a:gd name="adj" fmla="val 8482"/>
            </a:avLst>
          </a:prstGeom>
          <a:gradFill flip="none" rotWithShape="1">
            <a:gsLst>
              <a:gs pos="28000">
                <a:schemeClr val="accent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Sarasa Mono Slab CL" panose="02000509000000000000" pitchFamily="49" charset="-120"/>
              </a:rPr>
              <a:t>Leaf OS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vivo Sans" panose="02000500000000000000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5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Preview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grpSp>
        <p:nvGrpSpPr>
          <p:cNvPr id="35" name="!! 返回按钮">
            <a:extLst>
              <a:ext uri="{FF2B5EF4-FFF2-40B4-BE49-F238E27FC236}">
                <a16:creationId xmlns:a16="http://schemas.microsoft.com/office/drawing/2014/main" id="{6DB7900F-1583-9CAF-B8BD-5B07FA96C7C3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32" name="矩形: 圆角 31">
              <a:hlinkClick r:id="rId7" action="ppaction://hlinksldjump"/>
              <a:extLst>
                <a:ext uri="{FF2B5EF4-FFF2-40B4-BE49-F238E27FC236}">
                  <a16:creationId xmlns:a16="http://schemas.microsoft.com/office/drawing/2014/main" id="{C209C157-FC26-E8CA-AE83-A5916DEFC815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4" name="图形 33">
              <a:extLst>
                <a:ext uri="{FF2B5EF4-FFF2-40B4-BE49-F238E27FC236}">
                  <a16:creationId xmlns:a16="http://schemas.microsoft.com/office/drawing/2014/main" id="{48D00AEC-2FE4-F387-0ACA-7328167D50A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grpSp>
        <p:nvGrpSpPr>
          <p:cNvPr id="36" name="!! 关闭按钮">
            <a:extLst>
              <a:ext uri="{FF2B5EF4-FFF2-40B4-BE49-F238E27FC236}">
                <a16:creationId xmlns:a16="http://schemas.microsoft.com/office/drawing/2014/main" id="{D5B4F192-9F3C-371D-6863-AD529F489360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37" name="矩形: 圆角 36">
              <a:hlinkClick r:id="rId6" action="ppaction://hlinksldjump"/>
              <a:extLst>
                <a:ext uri="{FF2B5EF4-FFF2-40B4-BE49-F238E27FC236}">
                  <a16:creationId xmlns:a16="http://schemas.microsoft.com/office/drawing/2014/main" id="{10E1E98D-9EC1-C839-8D8B-77ACAB72D58A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93F41CBA-9A1B-B31D-3909-B7F318AF8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4AA85DE6-FD1D-3775-DDC2-3BAA21BC6EBC}"/>
              </a:ext>
            </a:extLst>
          </p:cNvPr>
          <p:cNvSpPr txBox="1"/>
          <p:nvPr/>
        </p:nvSpPr>
        <p:spPr>
          <a:xfrm>
            <a:off x="3691928" y="3050594"/>
            <a:ext cx="1375321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型号代码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ivo Sans"/>
                <a:ea typeface="vivo Sans"/>
                <a:cs typeface="+mn-cs"/>
              </a:rPr>
              <a:t>L310PA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FD465BE-423B-9E5B-AEF7-7E9766FFB127}"/>
              </a:ext>
            </a:extLst>
          </p:cNvPr>
          <p:cNvSpPr txBox="1"/>
          <p:nvPr/>
        </p:nvSpPr>
        <p:spPr>
          <a:xfrm>
            <a:off x="6096000" y="3050594"/>
            <a:ext cx="2325688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机型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ivo Sans"/>
                <a:ea typeface="vivo Sans"/>
                <a:cs typeface="+mn-cs"/>
              </a:rPr>
              <a:t>Pad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0F0AEC8-2784-AF87-E37F-CCDCE002C2D9}"/>
              </a:ext>
            </a:extLst>
          </p:cNvPr>
          <p:cNvSpPr txBox="1"/>
          <p:nvPr/>
        </p:nvSpPr>
        <p:spPr>
          <a:xfrm>
            <a:off x="3691928" y="3595399"/>
            <a:ext cx="2404072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系统版本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ivo Sans"/>
                <a:ea typeface="vivo Sans"/>
                <a:cs typeface="+mn-cs"/>
              </a:rPr>
              <a:t>5.0.0.preview.2507a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8301708-E882-76BC-FFA2-4026612C8B99}"/>
              </a:ext>
            </a:extLst>
          </p:cNvPr>
          <p:cNvSpPr txBox="1"/>
          <p:nvPr/>
        </p:nvSpPr>
        <p:spPr>
          <a:xfrm>
            <a:off x="6096000" y="4267203"/>
            <a:ext cx="2325688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项目成立日期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latin typeface="vivo Sans"/>
                <a:ea typeface="vivo Sans"/>
              </a:rPr>
              <a:t>2025-06-29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A30E31C-3906-BB1B-C7F0-48F94D7F3B82}"/>
              </a:ext>
            </a:extLst>
          </p:cNvPr>
          <p:cNvSpPr txBox="1"/>
          <p:nvPr/>
        </p:nvSpPr>
        <p:spPr>
          <a:xfrm>
            <a:off x="3691928" y="4267203"/>
            <a:ext cx="2404072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编译时间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ivo Sans"/>
                <a:ea typeface="vivo Sans"/>
                <a:cs typeface="+mn-cs"/>
              </a:rPr>
              <a:t>2025</a:t>
            </a:r>
            <a:r>
              <a:rPr lang="en-US" altLang="zh-CN" sz="1600" dirty="0">
                <a:latin typeface="vivo Sans"/>
                <a:ea typeface="vivo Sans"/>
              </a:rPr>
              <a:t>-07-14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99368AC-EE5C-BFF6-1C59-90DA67CA9244}"/>
              </a:ext>
            </a:extLst>
          </p:cNvPr>
          <p:cNvSpPr txBox="1"/>
          <p:nvPr/>
        </p:nvSpPr>
        <p:spPr>
          <a:xfrm>
            <a:off x="6096000" y="4817097"/>
            <a:ext cx="2404072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内核版本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ivo Sans"/>
                <a:ea typeface="vivo Sans"/>
                <a:cs typeface="+mn-cs"/>
              </a:rPr>
              <a:t>2502 (18526.20086)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9FD1256-CE96-5233-A0E5-C4C1FBB8B50C}"/>
              </a:ext>
            </a:extLst>
          </p:cNvPr>
          <p:cNvSpPr txBox="1"/>
          <p:nvPr/>
        </p:nvSpPr>
        <p:spPr>
          <a:xfrm>
            <a:off x="3691928" y="4817097"/>
            <a:ext cx="2325688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内核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latin typeface="vivo Sans"/>
                <a:ea typeface="vivo Sans"/>
              </a:rPr>
              <a:t>Microsoft PowerPoint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4504B7F-79C9-9366-334F-940A8FB35171}"/>
              </a:ext>
            </a:extLst>
          </p:cNvPr>
          <p:cNvCxnSpPr/>
          <p:nvPr/>
        </p:nvCxnSpPr>
        <p:spPr>
          <a:xfrm>
            <a:off x="3652736" y="4198954"/>
            <a:ext cx="472976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6A0E674-EAE9-2071-5EBB-01DDAF2214C7}"/>
              </a:ext>
            </a:extLst>
          </p:cNvPr>
          <p:cNvSpPr txBox="1"/>
          <p:nvPr/>
        </p:nvSpPr>
        <p:spPr>
          <a:xfrm>
            <a:off x="6096000" y="3597019"/>
            <a:ext cx="2404072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限制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ivo Sans"/>
                <a:ea typeface="vivo Sans"/>
                <a:cs typeface="+mn-cs"/>
              </a:rPr>
              <a:t>演示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808B96A-824A-8D51-FF4C-903333013A19}"/>
              </a:ext>
            </a:extLst>
          </p:cNvPr>
          <p:cNvCxnSpPr/>
          <p:nvPr/>
        </p:nvCxnSpPr>
        <p:spPr>
          <a:xfrm>
            <a:off x="3652736" y="5452790"/>
            <a:ext cx="472976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5525C194-5959-DF8F-C977-4C08BA20F7A7}"/>
              </a:ext>
            </a:extLst>
          </p:cNvPr>
          <p:cNvSpPr txBox="1"/>
          <p:nvPr/>
        </p:nvSpPr>
        <p:spPr>
          <a:xfrm>
            <a:off x="6096000" y="5500976"/>
            <a:ext cx="2404072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特别鸣谢</a:t>
            </a:r>
            <a:endParaRPr kumimoji="0" lang="en-US" altLang="zh-CN" sz="120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i="0" dirty="0">
                <a:solidFill>
                  <a:srgbClr val="13181D"/>
                </a:solidFill>
                <a:effectLst/>
                <a:latin typeface="-apple-system"/>
              </a:rPr>
              <a:t>亥鸥</a:t>
            </a:r>
            <a:r>
              <a:rPr lang="en-US" altLang="zh-CN" sz="1600" i="0" dirty="0">
                <a:solidFill>
                  <a:srgbClr val="13181D"/>
                </a:solidFill>
                <a:effectLst/>
                <a:latin typeface="+mn-ea"/>
              </a:rPr>
              <a:t>_HYO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B2BB4DF-F081-DBCC-FC69-0DD510775016}"/>
              </a:ext>
            </a:extLst>
          </p:cNvPr>
          <p:cNvSpPr txBox="1"/>
          <p:nvPr/>
        </p:nvSpPr>
        <p:spPr>
          <a:xfrm>
            <a:off x="3691928" y="5500976"/>
            <a:ext cx="2325688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作者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latin typeface="vivo Sans"/>
                <a:ea typeface="vivo Sans"/>
              </a:rPr>
              <a:t>雨夌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6686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>
        <p14:pan/>
      </p:transition>
    </mc:Choice>
    <mc:Fallback xmlns="">
      <p:transition advClick="0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B01F97-F3D6-A6D6-A368-4ABF27522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!! 壁纸" descr="背景图案&#10;&#10;AI 生成的内容可能不正确。">
            <a:extLst>
              <a:ext uri="{FF2B5EF4-FFF2-40B4-BE49-F238E27FC236}">
                <a16:creationId xmlns:a16="http://schemas.microsoft.com/office/drawing/2014/main" id="{2BD93356-1D78-2491-4A99-0323DBBD9ED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!! 遮罩">
            <a:extLst>
              <a:ext uri="{FF2B5EF4-FFF2-40B4-BE49-F238E27FC236}">
                <a16:creationId xmlns:a16="http://schemas.microsoft.com/office/drawing/2014/main" id="{1E359924-63E1-D2F0-4C79-EF931E1518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67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7" name="!! 关机">
            <a:extLst>
              <a:ext uri="{FF2B5EF4-FFF2-40B4-BE49-F238E27FC236}">
                <a16:creationId xmlns:a16="http://schemas.microsoft.com/office/drawing/2014/main" id="{05C51728-FF5E-0BB6-39EF-18E7FB2D0333}"/>
              </a:ext>
            </a:extLst>
          </p:cNvPr>
          <p:cNvGrpSpPr/>
          <p:nvPr/>
        </p:nvGrpSpPr>
        <p:grpSpPr>
          <a:xfrm>
            <a:off x="4317365" y="3044825"/>
            <a:ext cx="768350" cy="768350"/>
            <a:chOff x="3873499" y="4722659"/>
            <a:chExt cx="768350" cy="768350"/>
          </a:xfrm>
        </p:grpSpPr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C9AF216B-61E9-0DC7-64B2-23B027A72991}"/>
                </a:ext>
              </a:extLst>
            </p:cNvPr>
            <p:cNvSpPr/>
            <p:nvPr/>
          </p:nvSpPr>
          <p:spPr>
            <a:xfrm>
              <a:off x="3873499" y="4722659"/>
              <a:ext cx="768350" cy="7683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25" name="!! 按钮-关机">
              <a:extLst>
                <a:ext uri="{FF2B5EF4-FFF2-40B4-BE49-F238E27FC236}">
                  <a16:creationId xmlns:a16="http://schemas.microsoft.com/office/drawing/2014/main" id="{5F68CE7C-4785-C159-2766-F37D46B227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964736" y="4815296"/>
              <a:ext cx="585876" cy="585872"/>
            </a:xfrm>
            <a:prstGeom prst="rect">
              <a:avLst/>
            </a:prstGeom>
          </p:spPr>
        </p:pic>
      </p:grpSp>
      <p:grpSp>
        <p:nvGrpSpPr>
          <p:cNvPr id="38" name="!! 重启">
            <a:extLst>
              <a:ext uri="{FF2B5EF4-FFF2-40B4-BE49-F238E27FC236}">
                <a16:creationId xmlns:a16="http://schemas.microsoft.com/office/drawing/2014/main" id="{E8298683-55AE-05CC-D989-DE172365A95B}"/>
              </a:ext>
            </a:extLst>
          </p:cNvPr>
          <p:cNvGrpSpPr/>
          <p:nvPr/>
        </p:nvGrpSpPr>
        <p:grpSpPr>
          <a:xfrm>
            <a:off x="5711825" y="3044825"/>
            <a:ext cx="768350" cy="768350"/>
            <a:chOff x="5078522" y="4722659"/>
            <a:chExt cx="768350" cy="768350"/>
          </a:xfrm>
        </p:grpSpPr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DED29F4E-8E37-E935-9F2C-D04D785748B3}"/>
                </a:ext>
              </a:extLst>
            </p:cNvPr>
            <p:cNvSpPr/>
            <p:nvPr/>
          </p:nvSpPr>
          <p:spPr>
            <a:xfrm>
              <a:off x="5078522" y="4722659"/>
              <a:ext cx="768350" cy="768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26" name="!! 按钮-重启">
              <a:hlinkClick r:id="rId8" action="ppaction://hlinksldjump"/>
              <a:extLst>
                <a:ext uri="{FF2B5EF4-FFF2-40B4-BE49-F238E27FC236}">
                  <a16:creationId xmlns:a16="http://schemas.microsoft.com/office/drawing/2014/main" id="{7D8A3CB9-F69E-4D27-3C43-150BBF30231F}"/>
                </a:ext>
              </a:extLst>
            </p:cNvPr>
            <p:cNvSpPr/>
            <p:nvPr/>
          </p:nvSpPr>
          <p:spPr>
            <a:xfrm>
              <a:off x="5241383" y="4885463"/>
              <a:ext cx="442628" cy="442742"/>
            </a:xfrm>
            <a:custGeom>
              <a:avLst/>
              <a:gdLst>
                <a:gd name="T0" fmla="*/ 4417 w 8147"/>
                <a:gd name="T1" fmla="*/ 1971 h 8148"/>
                <a:gd name="T2" fmla="*/ 4122 w 8147"/>
                <a:gd name="T3" fmla="*/ 0 h 8148"/>
                <a:gd name="T4" fmla="*/ 3622 w 8147"/>
                <a:gd name="T5" fmla="*/ 228 h 8148"/>
                <a:gd name="T6" fmla="*/ 3917 w 8147"/>
                <a:gd name="T7" fmla="*/ 2197 h 8148"/>
                <a:gd name="T8" fmla="*/ 4122 w 8147"/>
                <a:gd name="T9" fmla="*/ 2198 h 8148"/>
                <a:gd name="T10" fmla="*/ 2410 w 8147"/>
                <a:gd name="T11" fmla="*/ 2962 h 8148"/>
                <a:gd name="T12" fmla="*/ 2781 w 8147"/>
                <a:gd name="T13" fmla="*/ 2713 h 8148"/>
                <a:gd name="T14" fmla="*/ 1596 w 8147"/>
                <a:gd name="T15" fmla="*/ 1112 h 8148"/>
                <a:gd name="T16" fmla="*/ 1081 w 8147"/>
                <a:gd name="T17" fmla="*/ 1305 h 8148"/>
                <a:gd name="T18" fmla="*/ 2266 w 8147"/>
                <a:gd name="T19" fmla="*/ 2905 h 8148"/>
                <a:gd name="T20" fmla="*/ 2197 w 8147"/>
                <a:gd name="T21" fmla="*/ 4026 h 8148"/>
                <a:gd name="T22" fmla="*/ 227 w 8147"/>
                <a:gd name="T23" fmla="*/ 3731 h 8148"/>
                <a:gd name="T24" fmla="*/ 0 w 8147"/>
                <a:gd name="T25" fmla="*/ 4231 h 8148"/>
                <a:gd name="T26" fmla="*/ 1969 w 8147"/>
                <a:gd name="T27" fmla="*/ 4526 h 8148"/>
                <a:gd name="T28" fmla="*/ 2711 w 8147"/>
                <a:gd name="T29" fmla="*/ 5366 h 8148"/>
                <a:gd name="T30" fmla="*/ 1109 w 8147"/>
                <a:gd name="T31" fmla="*/ 6550 h 8148"/>
                <a:gd name="T32" fmla="*/ 1301 w 8147"/>
                <a:gd name="T33" fmla="*/ 7065 h 8148"/>
                <a:gd name="T34" fmla="*/ 1527 w 8147"/>
                <a:gd name="T35" fmla="*/ 7168 h 8148"/>
                <a:gd name="T36" fmla="*/ 2902 w 8147"/>
                <a:gd name="T37" fmla="*/ 5881 h 8148"/>
                <a:gd name="T38" fmla="*/ 2856 w 8147"/>
                <a:gd name="T39" fmla="*/ 5512 h 8148"/>
                <a:gd name="T40" fmla="*/ 4230 w 8147"/>
                <a:gd name="T41" fmla="*/ 5951 h 8148"/>
                <a:gd name="T42" fmla="*/ 3730 w 8147"/>
                <a:gd name="T43" fmla="*/ 6178 h 8148"/>
                <a:gd name="T44" fmla="*/ 4025 w 8147"/>
                <a:gd name="T45" fmla="*/ 8148 h 8148"/>
                <a:gd name="T46" fmla="*/ 4525 w 8147"/>
                <a:gd name="T47" fmla="*/ 7920 h 8148"/>
                <a:gd name="T48" fmla="*/ 4230 w 8147"/>
                <a:gd name="T49" fmla="*/ 5951 h 8148"/>
                <a:gd name="T50" fmla="*/ 5736 w 8147"/>
                <a:gd name="T51" fmla="*/ 5187 h 8148"/>
                <a:gd name="T52" fmla="*/ 5365 w 8147"/>
                <a:gd name="T53" fmla="*/ 5436 h 8148"/>
                <a:gd name="T54" fmla="*/ 6550 w 8147"/>
                <a:gd name="T55" fmla="*/ 7037 h 8148"/>
                <a:gd name="T56" fmla="*/ 6918 w 8147"/>
                <a:gd name="T57" fmla="*/ 6991 h 8148"/>
                <a:gd name="T58" fmla="*/ 7111 w 8147"/>
                <a:gd name="T59" fmla="*/ 6476 h 8148"/>
                <a:gd name="T60" fmla="*/ 7920 w 8147"/>
                <a:gd name="T61" fmla="*/ 3623 h 8148"/>
                <a:gd name="T62" fmla="*/ 5949 w 8147"/>
                <a:gd name="T63" fmla="*/ 3918 h 8148"/>
                <a:gd name="T64" fmla="*/ 6177 w 8147"/>
                <a:gd name="T65" fmla="*/ 4418 h 8148"/>
                <a:gd name="T66" fmla="*/ 8147 w 8147"/>
                <a:gd name="T67" fmla="*/ 4123 h 8148"/>
                <a:gd name="T68" fmla="*/ 7920 w 8147"/>
                <a:gd name="T69" fmla="*/ 3623 h 8148"/>
                <a:gd name="T70" fmla="*/ 5661 w 8147"/>
                <a:gd name="T71" fmla="*/ 2885 h 8148"/>
                <a:gd name="T72" fmla="*/ 7036 w 8147"/>
                <a:gd name="T73" fmla="*/ 1597 h 8148"/>
                <a:gd name="T74" fmla="*/ 6844 w 8147"/>
                <a:gd name="T75" fmla="*/ 1082 h 8148"/>
                <a:gd name="T76" fmla="*/ 5242 w 8147"/>
                <a:gd name="T77" fmla="*/ 2266 h 8148"/>
                <a:gd name="T78" fmla="*/ 5435 w 8147"/>
                <a:gd name="T79" fmla="*/ 2782 h 8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147" h="8148">
                  <a:moveTo>
                    <a:pt x="4122" y="2198"/>
                  </a:moveTo>
                  <a:cubicBezTo>
                    <a:pt x="4287" y="2198"/>
                    <a:pt x="4417" y="2098"/>
                    <a:pt x="4417" y="1971"/>
                  </a:cubicBezTo>
                  <a:lnTo>
                    <a:pt x="4417" y="228"/>
                  </a:lnTo>
                  <a:cubicBezTo>
                    <a:pt x="4417" y="101"/>
                    <a:pt x="4289" y="0"/>
                    <a:pt x="4122" y="0"/>
                  </a:cubicBezTo>
                  <a:lnTo>
                    <a:pt x="3917" y="0"/>
                  </a:lnTo>
                  <a:cubicBezTo>
                    <a:pt x="3752" y="0"/>
                    <a:pt x="3622" y="100"/>
                    <a:pt x="3622" y="228"/>
                  </a:cubicBezTo>
                  <a:lnTo>
                    <a:pt x="3622" y="1970"/>
                  </a:lnTo>
                  <a:cubicBezTo>
                    <a:pt x="3622" y="2097"/>
                    <a:pt x="3751" y="2197"/>
                    <a:pt x="3917" y="2197"/>
                  </a:cubicBezTo>
                  <a:lnTo>
                    <a:pt x="4122" y="2197"/>
                  </a:lnTo>
                  <a:lnTo>
                    <a:pt x="4122" y="2198"/>
                  </a:lnTo>
                  <a:close/>
                  <a:moveTo>
                    <a:pt x="2266" y="2905"/>
                  </a:moveTo>
                  <a:cubicBezTo>
                    <a:pt x="2302" y="2941"/>
                    <a:pt x="2349" y="2960"/>
                    <a:pt x="2410" y="2962"/>
                  </a:cubicBezTo>
                  <a:cubicBezTo>
                    <a:pt x="2487" y="2962"/>
                    <a:pt x="2570" y="2925"/>
                    <a:pt x="2636" y="2858"/>
                  </a:cubicBezTo>
                  <a:lnTo>
                    <a:pt x="2781" y="2713"/>
                  </a:lnTo>
                  <a:cubicBezTo>
                    <a:pt x="2897" y="2597"/>
                    <a:pt x="2919" y="2435"/>
                    <a:pt x="2827" y="2343"/>
                  </a:cubicBezTo>
                  <a:lnTo>
                    <a:pt x="1596" y="1112"/>
                  </a:lnTo>
                  <a:cubicBezTo>
                    <a:pt x="1506" y="1022"/>
                    <a:pt x="1344" y="1042"/>
                    <a:pt x="1226" y="1159"/>
                  </a:cubicBezTo>
                  <a:lnTo>
                    <a:pt x="1081" y="1305"/>
                  </a:lnTo>
                  <a:cubicBezTo>
                    <a:pt x="965" y="1421"/>
                    <a:pt x="943" y="1583"/>
                    <a:pt x="1035" y="1675"/>
                  </a:cubicBezTo>
                  <a:lnTo>
                    <a:pt x="2266" y="2905"/>
                  </a:lnTo>
                  <a:close/>
                  <a:moveTo>
                    <a:pt x="2197" y="4231"/>
                  </a:moveTo>
                  <a:lnTo>
                    <a:pt x="2197" y="4026"/>
                  </a:lnTo>
                  <a:cubicBezTo>
                    <a:pt x="2197" y="3861"/>
                    <a:pt x="2097" y="3731"/>
                    <a:pt x="1969" y="3731"/>
                  </a:cubicBezTo>
                  <a:lnTo>
                    <a:pt x="227" y="3731"/>
                  </a:lnTo>
                  <a:cubicBezTo>
                    <a:pt x="100" y="3731"/>
                    <a:pt x="0" y="3861"/>
                    <a:pt x="0" y="4026"/>
                  </a:cubicBezTo>
                  <a:lnTo>
                    <a:pt x="0" y="4231"/>
                  </a:lnTo>
                  <a:cubicBezTo>
                    <a:pt x="0" y="4396"/>
                    <a:pt x="100" y="4526"/>
                    <a:pt x="227" y="4526"/>
                  </a:cubicBezTo>
                  <a:lnTo>
                    <a:pt x="1969" y="4526"/>
                  </a:lnTo>
                  <a:cubicBezTo>
                    <a:pt x="2096" y="4524"/>
                    <a:pt x="2197" y="4396"/>
                    <a:pt x="2197" y="4231"/>
                  </a:cubicBezTo>
                  <a:close/>
                  <a:moveTo>
                    <a:pt x="2711" y="5366"/>
                  </a:moveTo>
                  <a:cubicBezTo>
                    <a:pt x="2595" y="5250"/>
                    <a:pt x="2432" y="5230"/>
                    <a:pt x="2341" y="5318"/>
                  </a:cubicBezTo>
                  <a:lnTo>
                    <a:pt x="1109" y="6550"/>
                  </a:lnTo>
                  <a:cubicBezTo>
                    <a:pt x="1019" y="6640"/>
                    <a:pt x="1040" y="6802"/>
                    <a:pt x="1156" y="6920"/>
                  </a:cubicBezTo>
                  <a:lnTo>
                    <a:pt x="1301" y="7065"/>
                  </a:lnTo>
                  <a:cubicBezTo>
                    <a:pt x="1351" y="7115"/>
                    <a:pt x="1411" y="7148"/>
                    <a:pt x="1472" y="7162"/>
                  </a:cubicBezTo>
                  <a:cubicBezTo>
                    <a:pt x="1491" y="7166"/>
                    <a:pt x="1510" y="7168"/>
                    <a:pt x="1527" y="7168"/>
                  </a:cubicBezTo>
                  <a:cubicBezTo>
                    <a:pt x="1583" y="7168"/>
                    <a:pt x="1634" y="7148"/>
                    <a:pt x="1671" y="7112"/>
                  </a:cubicBezTo>
                  <a:lnTo>
                    <a:pt x="2902" y="5881"/>
                  </a:lnTo>
                  <a:cubicBezTo>
                    <a:pt x="2938" y="5845"/>
                    <a:pt x="2960" y="5793"/>
                    <a:pt x="2960" y="5738"/>
                  </a:cubicBezTo>
                  <a:cubicBezTo>
                    <a:pt x="2960" y="5661"/>
                    <a:pt x="2922" y="5578"/>
                    <a:pt x="2856" y="5512"/>
                  </a:cubicBezTo>
                  <a:lnTo>
                    <a:pt x="2711" y="5366"/>
                  </a:lnTo>
                  <a:close/>
                  <a:moveTo>
                    <a:pt x="4230" y="5951"/>
                  </a:moveTo>
                  <a:lnTo>
                    <a:pt x="4025" y="5951"/>
                  </a:lnTo>
                  <a:cubicBezTo>
                    <a:pt x="3860" y="5951"/>
                    <a:pt x="3730" y="6051"/>
                    <a:pt x="3730" y="6178"/>
                  </a:cubicBezTo>
                  <a:lnTo>
                    <a:pt x="3730" y="7920"/>
                  </a:lnTo>
                  <a:cubicBezTo>
                    <a:pt x="3730" y="8047"/>
                    <a:pt x="3859" y="8148"/>
                    <a:pt x="4025" y="8148"/>
                  </a:cubicBezTo>
                  <a:lnTo>
                    <a:pt x="4230" y="8148"/>
                  </a:lnTo>
                  <a:cubicBezTo>
                    <a:pt x="4395" y="8148"/>
                    <a:pt x="4525" y="8048"/>
                    <a:pt x="4525" y="7920"/>
                  </a:cubicBezTo>
                  <a:lnTo>
                    <a:pt x="4525" y="6178"/>
                  </a:lnTo>
                  <a:cubicBezTo>
                    <a:pt x="4523" y="6051"/>
                    <a:pt x="4395" y="5951"/>
                    <a:pt x="4230" y="5951"/>
                  </a:cubicBezTo>
                  <a:close/>
                  <a:moveTo>
                    <a:pt x="5880" y="5243"/>
                  </a:moveTo>
                  <a:cubicBezTo>
                    <a:pt x="5844" y="5207"/>
                    <a:pt x="5792" y="5187"/>
                    <a:pt x="5736" y="5187"/>
                  </a:cubicBezTo>
                  <a:cubicBezTo>
                    <a:pt x="5658" y="5187"/>
                    <a:pt x="5576" y="5224"/>
                    <a:pt x="5510" y="5291"/>
                  </a:cubicBezTo>
                  <a:lnTo>
                    <a:pt x="5365" y="5436"/>
                  </a:lnTo>
                  <a:cubicBezTo>
                    <a:pt x="5248" y="5552"/>
                    <a:pt x="5227" y="5714"/>
                    <a:pt x="5318" y="5806"/>
                  </a:cubicBezTo>
                  <a:lnTo>
                    <a:pt x="6550" y="7037"/>
                  </a:lnTo>
                  <a:cubicBezTo>
                    <a:pt x="6587" y="7075"/>
                    <a:pt x="6638" y="7093"/>
                    <a:pt x="6692" y="7093"/>
                  </a:cubicBezTo>
                  <a:cubicBezTo>
                    <a:pt x="6767" y="7093"/>
                    <a:pt x="6851" y="7058"/>
                    <a:pt x="6918" y="6991"/>
                  </a:cubicBezTo>
                  <a:lnTo>
                    <a:pt x="7063" y="6846"/>
                  </a:lnTo>
                  <a:cubicBezTo>
                    <a:pt x="7180" y="6730"/>
                    <a:pt x="7201" y="6567"/>
                    <a:pt x="7111" y="6476"/>
                  </a:cubicBezTo>
                  <a:lnTo>
                    <a:pt x="5880" y="5243"/>
                  </a:lnTo>
                  <a:close/>
                  <a:moveTo>
                    <a:pt x="7920" y="3623"/>
                  </a:moveTo>
                  <a:lnTo>
                    <a:pt x="6177" y="3623"/>
                  </a:lnTo>
                  <a:cubicBezTo>
                    <a:pt x="6050" y="3623"/>
                    <a:pt x="5949" y="3753"/>
                    <a:pt x="5949" y="3918"/>
                  </a:cubicBezTo>
                  <a:lnTo>
                    <a:pt x="5949" y="4123"/>
                  </a:lnTo>
                  <a:cubicBezTo>
                    <a:pt x="5949" y="4288"/>
                    <a:pt x="6049" y="4418"/>
                    <a:pt x="6177" y="4418"/>
                  </a:cubicBezTo>
                  <a:lnTo>
                    <a:pt x="7919" y="4418"/>
                  </a:lnTo>
                  <a:cubicBezTo>
                    <a:pt x="8046" y="4418"/>
                    <a:pt x="8147" y="4288"/>
                    <a:pt x="8147" y="4123"/>
                  </a:cubicBezTo>
                  <a:lnTo>
                    <a:pt x="8147" y="3918"/>
                  </a:lnTo>
                  <a:cubicBezTo>
                    <a:pt x="8147" y="3753"/>
                    <a:pt x="8047" y="3623"/>
                    <a:pt x="7920" y="3623"/>
                  </a:cubicBezTo>
                  <a:close/>
                  <a:moveTo>
                    <a:pt x="5435" y="2782"/>
                  </a:moveTo>
                  <a:cubicBezTo>
                    <a:pt x="5502" y="2849"/>
                    <a:pt x="5586" y="2885"/>
                    <a:pt x="5661" y="2885"/>
                  </a:cubicBezTo>
                  <a:cubicBezTo>
                    <a:pt x="5716" y="2885"/>
                    <a:pt x="5766" y="2866"/>
                    <a:pt x="5804" y="2828"/>
                  </a:cubicBezTo>
                  <a:lnTo>
                    <a:pt x="7036" y="1597"/>
                  </a:lnTo>
                  <a:cubicBezTo>
                    <a:pt x="7126" y="1507"/>
                    <a:pt x="7105" y="1344"/>
                    <a:pt x="6989" y="1227"/>
                  </a:cubicBezTo>
                  <a:lnTo>
                    <a:pt x="6844" y="1082"/>
                  </a:lnTo>
                  <a:cubicBezTo>
                    <a:pt x="6727" y="966"/>
                    <a:pt x="6565" y="944"/>
                    <a:pt x="6474" y="1034"/>
                  </a:cubicBezTo>
                  <a:lnTo>
                    <a:pt x="5242" y="2266"/>
                  </a:lnTo>
                  <a:cubicBezTo>
                    <a:pt x="5152" y="2356"/>
                    <a:pt x="5172" y="2518"/>
                    <a:pt x="5290" y="2636"/>
                  </a:cubicBezTo>
                  <a:lnTo>
                    <a:pt x="5435" y="2782"/>
                  </a:ln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  <p:grpSp>
        <p:nvGrpSpPr>
          <p:cNvPr id="43" name="!! 取消">
            <a:extLst>
              <a:ext uri="{FF2B5EF4-FFF2-40B4-BE49-F238E27FC236}">
                <a16:creationId xmlns:a16="http://schemas.microsoft.com/office/drawing/2014/main" id="{E1754506-F77E-81D4-1399-E6C7CB97E370}"/>
              </a:ext>
            </a:extLst>
          </p:cNvPr>
          <p:cNvGrpSpPr/>
          <p:nvPr/>
        </p:nvGrpSpPr>
        <p:grpSpPr>
          <a:xfrm>
            <a:off x="7106285" y="3044825"/>
            <a:ext cx="768350" cy="768350"/>
            <a:chOff x="7589108" y="3216636"/>
            <a:chExt cx="768350" cy="768350"/>
          </a:xfrm>
        </p:grpSpPr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9624BB16-1373-055E-7E96-96DCAF589C37}"/>
                </a:ext>
              </a:extLst>
            </p:cNvPr>
            <p:cNvSpPr/>
            <p:nvPr/>
          </p:nvSpPr>
          <p:spPr>
            <a:xfrm>
              <a:off x="7589108" y="3216636"/>
              <a:ext cx="768350" cy="768350"/>
            </a:xfrm>
            <a:prstGeom prst="ellipse">
              <a:avLst/>
            </a:prstGeom>
            <a:solidFill>
              <a:schemeClr val="bg1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42" name="图形 41">
              <a:extLst>
                <a:ext uri="{FF2B5EF4-FFF2-40B4-BE49-F238E27FC236}">
                  <a16:creationId xmlns:a16="http://schemas.microsoft.com/office/drawing/2014/main" id="{83E26B1C-0921-05C7-4683-92237FC1A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7638000" y="3265528"/>
              <a:ext cx="670566" cy="6705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3816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0">
        <p159:morph option="byObject"/>
      </p:transition>
    </mc:Choice>
    <mc:Fallback xmlns="">
      <p:transition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0 L 0.11432 0.2044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16" y="10208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044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208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0 L -0.11432 0.20463 " pathEditMode="relative" rAng="0" ptsTypes="AA">
                                      <p:cBhvr>
                                        <p:cTn id="19" dur="5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16" y="10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BACB24-CAF3-1904-3D66-086D0DE89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!! 壁纸" descr="背景图案&#10;&#10;AI 生成的内容可能不正确。">
            <a:extLst>
              <a:ext uri="{FF2B5EF4-FFF2-40B4-BE49-F238E27FC236}">
                <a16:creationId xmlns:a16="http://schemas.microsoft.com/office/drawing/2014/main" id="{42F1B054-B2B7-76CB-ACF6-29AB817BAB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!! 遮罩">
            <a:extLst>
              <a:ext uri="{FF2B5EF4-FFF2-40B4-BE49-F238E27FC236}">
                <a16:creationId xmlns:a16="http://schemas.microsoft.com/office/drawing/2014/main" id="{DB40A390-F9FC-ACA3-C3C3-78EA690F1D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67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7" name="!! 关机">
            <a:extLst>
              <a:ext uri="{FF2B5EF4-FFF2-40B4-BE49-F238E27FC236}">
                <a16:creationId xmlns:a16="http://schemas.microsoft.com/office/drawing/2014/main" id="{BD1B4B71-F73B-D2BB-DD52-BC0DB23B989D}"/>
              </a:ext>
            </a:extLst>
          </p:cNvPr>
          <p:cNvGrpSpPr/>
          <p:nvPr/>
        </p:nvGrpSpPr>
        <p:grpSpPr>
          <a:xfrm>
            <a:off x="4317365" y="3044825"/>
            <a:ext cx="768350" cy="768350"/>
            <a:chOff x="3873499" y="4722659"/>
            <a:chExt cx="768350" cy="768350"/>
          </a:xfrm>
        </p:grpSpPr>
        <p:sp>
          <p:nvSpPr>
            <p:cNvPr id="35" name="椭圆 34">
              <a:hlinkClick r:id="rId6" action="ppaction://hlinksldjump"/>
              <a:extLst>
                <a:ext uri="{FF2B5EF4-FFF2-40B4-BE49-F238E27FC236}">
                  <a16:creationId xmlns:a16="http://schemas.microsoft.com/office/drawing/2014/main" id="{E211F856-33C4-A948-5778-59EE9FE92CB8}"/>
                </a:ext>
              </a:extLst>
            </p:cNvPr>
            <p:cNvSpPr/>
            <p:nvPr/>
          </p:nvSpPr>
          <p:spPr>
            <a:xfrm>
              <a:off x="3873499" y="4722659"/>
              <a:ext cx="768350" cy="7683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25" name="!! 按钮-关机">
              <a:extLst>
                <a:ext uri="{FF2B5EF4-FFF2-40B4-BE49-F238E27FC236}">
                  <a16:creationId xmlns:a16="http://schemas.microsoft.com/office/drawing/2014/main" id="{33E38AA5-4944-B9E2-8590-3F068E6B8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964736" y="4815296"/>
              <a:ext cx="585876" cy="585872"/>
            </a:xfrm>
            <a:prstGeom prst="rect">
              <a:avLst/>
            </a:prstGeom>
          </p:spPr>
        </p:pic>
      </p:grpSp>
      <p:grpSp>
        <p:nvGrpSpPr>
          <p:cNvPr id="38" name="!! 重启">
            <a:extLst>
              <a:ext uri="{FF2B5EF4-FFF2-40B4-BE49-F238E27FC236}">
                <a16:creationId xmlns:a16="http://schemas.microsoft.com/office/drawing/2014/main" id="{0617B9EC-2566-472C-2BA3-956AC31AD1AF}"/>
              </a:ext>
            </a:extLst>
          </p:cNvPr>
          <p:cNvGrpSpPr/>
          <p:nvPr/>
        </p:nvGrpSpPr>
        <p:grpSpPr>
          <a:xfrm>
            <a:off x="5711825" y="3044825"/>
            <a:ext cx="768350" cy="768350"/>
            <a:chOff x="5078522" y="4722659"/>
            <a:chExt cx="768350" cy="768350"/>
          </a:xfrm>
        </p:grpSpPr>
        <p:sp>
          <p:nvSpPr>
            <p:cNvPr id="36" name="椭圆 35">
              <a:hlinkClick r:id="rId9" action="ppaction://hlinksldjump"/>
              <a:extLst>
                <a:ext uri="{FF2B5EF4-FFF2-40B4-BE49-F238E27FC236}">
                  <a16:creationId xmlns:a16="http://schemas.microsoft.com/office/drawing/2014/main" id="{BE6F16C8-903D-6275-6F04-89C855D48D54}"/>
                </a:ext>
              </a:extLst>
            </p:cNvPr>
            <p:cNvSpPr/>
            <p:nvPr/>
          </p:nvSpPr>
          <p:spPr>
            <a:xfrm>
              <a:off x="5078522" y="4722659"/>
              <a:ext cx="768350" cy="768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26" name="!! 按钮-重启">
              <a:hlinkClick r:id="rId10" action="ppaction://hlinksldjump"/>
              <a:extLst>
                <a:ext uri="{FF2B5EF4-FFF2-40B4-BE49-F238E27FC236}">
                  <a16:creationId xmlns:a16="http://schemas.microsoft.com/office/drawing/2014/main" id="{B5CA1FB4-D44E-5B97-3397-3B9FEAB08FF1}"/>
                </a:ext>
              </a:extLst>
            </p:cNvPr>
            <p:cNvSpPr/>
            <p:nvPr/>
          </p:nvSpPr>
          <p:spPr>
            <a:xfrm>
              <a:off x="5241383" y="4885463"/>
              <a:ext cx="442628" cy="442742"/>
            </a:xfrm>
            <a:custGeom>
              <a:avLst/>
              <a:gdLst>
                <a:gd name="T0" fmla="*/ 4417 w 8147"/>
                <a:gd name="T1" fmla="*/ 1971 h 8148"/>
                <a:gd name="T2" fmla="*/ 4122 w 8147"/>
                <a:gd name="T3" fmla="*/ 0 h 8148"/>
                <a:gd name="T4" fmla="*/ 3622 w 8147"/>
                <a:gd name="T5" fmla="*/ 228 h 8148"/>
                <a:gd name="T6" fmla="*/ 3917 w 8147"/>
                <a:gd name="T7" fmla="*/ 2197 h 8148"/>
                <a:gd name="T8" fmla="*/ 4122 w 8147"/>
                <a:gd name="T9" fmla="*/ 2198 h 8148"/>
                <a:gd name="T10" fmla="*/ 2410 w 8147"/>
                <a:gd name="T11" fmla="*/ 2962 h 8148"/>
                <a:gd name="T12" fmla="*/ 2781 w 8147"/>
                <a:gd name="T13" fmla="*/ 2713 h 8148"/>
                <a:gd name="T14" fmla="*/ 1596 w 8147"/>
                <a:gd name="T15" fmla="*/ 1112 h 8148"/>
                <a:gd name="T16" fmla="*/ 1081 w 8147"/>
                <a:gd name="T17" fmla="*/ 1305 h 8148"/>
                <a:gd name="T18" fmla="*/ 2266 w 8147"/>
                <a:gd name="T19" fmla="*/ 2905 h 8148"/>
                <a:gd name="T20" fmla="*/ 2197 w 8147"/>
                <a:gd name="T21" fmla="*/ 4026 h 8148"/>
                <a:gd name="T22" fmla="*/ 227 w 8147"/>
                <a:gd name="T23" fmla="*/ 3731 h 8148"/>
                <a:gd name="T24" fmla="*/ 0 w 8147"/>
                <a:gd name="T25" fmla="*/ 4231 h 8148"/>
                <a:gd name="T26" fmla="*/ 1969 w 8147"/>
                <a:gd name="T27" fmla="*/ 4526 h 8148"/>
                <a:gd name="T28" fmla="*/ 2711 w 8147"/>
                <a:gd name="T29" fmla="*/ 5366 h 8148"/>
                <a:gd name="T30" fmla="*/ 1109 w 8147"/>
                <a:gd name="T31" fmla="*/ 6550 h 8148"/>
                <a:gd name="T32" fmla="*/ 1301 w 8147"/>
                <a:gd name="T33" fmla="*/ 7065 h 8148"/>
                <a:gd name="T34" fmla="*/ 1527 w 8147"/>
                <a:gd name="T35" fmla="*/ 7168 h 8148"/>
                <a:gd name="T36" fmla="*/ 2902 w 8147"/>
                <a:gd name="T37" fmla="*/ 5881 h 8148"/>
                <a:gd name="T38" fmla="*/ 2856 w 8147"/>
                <a:gd name="T39" fmla="*/ 5512 h 8148"/>
                <a:gd name="T40" fmla="*/ 4230 w 8147"/>
                <a:gd name="T41" fmla="*/ 5951 h 8148"/>
                <a:gd name="T42" fmla="*/ 3730 w 8147"/>
                <a:gd name="T43" fmla="*/ 6178 h 8148"/>
                <a:gd name="T44" fmla="*/ 4025 w 8147"/>
                <a:gd name="T45" fmla="*/ 8148 h 8148"/>
                <a:gd name="T46" fmla="*/ 4525 w 8147"/>
                <a:gd name="T47" fmla="*/ 7920 h 8148"/>
                <a:gd name="T48" fmla="*/ 4230 w 8147"/>
                <a:gd name="T49" fmla="*/ 5951 h 8148"/>
                <a:gd name="T50" fmla="*/ 5736 w 8147"/>
                <a:gd name="T51" fmla="*/ 5187 h 8148"/>
                <a:gd name="T52" fmla="*/ 5365 w 8147"/>
                <a:gd name="T53" fmla="*/ 5436 h 8148"/>
                <a:gd name="T54" fmla="*/ 6550 w 8147"/>
                <a:gd name="T55" fmla="*/ 7037 h 8148"/>
                <a:gd name="T56" fmla="*/ 6918 w 8147"/>
                <a:gd name="T57" fmla="*/ 6991 h 8148"/>
                <a:gd name="T58" fmla="*/ 7111 w 8147"/>
                <a:gd name="T59" fmla="*/ 6476 h 8148"/>
                <a:gd name="T60" fmla="*/ 7920 w 8147"/>
                <a:gd name="T61" fmla="*/ 3623 h 8148"/>
                <a:gd name="T62" fmla="*/ 5949 w 8147"/>
                <a:gd name="T63" fmla="*/ 3918 h 8148"/>
                <a:gd name="T64" fmla="*/ 6177 w 8147"/>
                <a:gd name="T65" fmla="*/ 4418 h 8148"/>
                <a:gd name="T66" fmla="*/ 8147 w 8147"/>
                <a:gd name="T67" fmla="*/ 4123 h 8148"/>
                <a:gd name="T68" fmla="*/ 7920 w 8147"/>
                <a:gd name="T69" fmla="*/ 3623 h 8148"/>
                <a:gd name="T70" fmla="*/ 5661 w 8147"/>
                <a:gd name="T71" fmla="*/ 2885 h 8148"/>
                <a:gd name="T72" fmla="*/ 7036 w 8147"/>
                <a:gd name="T73" fmla="*/ 1597 h 8148"/>
                <a:gd name="T74" fmla="*/ 6844 w 8147"/>
                <a:gd name="T75" fmla="*/ 1082 h 8148"/>
                <a:gd name="T76" fmla="*/ 5242 w 8147"/>
                <a:gd name="T77" fmla="*/ 2266 h 8148"/>
                <a:gd name="T78" fmla="*/ 5435 w 8147"/>
                <a:gd name="T79" fmla="*/ 2782 h 8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147" h="8148">
                  <a:moveTo>
                    <a:pt x="4122" y="2198"/>
                  </a:moveTo>
                  <a:cubicBezTo>
                    <a:pt x="4287" y="2198"/>
                    <a:pt x="4417" y="2098"/>
                    <a:pt x="4417" y="1971"/>
                  </a:cubicBezTo>
                  <a:lnTo>
                    <a:pt x="4417" y="228"/>
                  </a:lnTo>
                  <a:cubicBezTo>
                    <a:pt x="4417" y="101"/>
                    <a:pt x="4289" y="0"/>
                    <a:pt x="4122" y="0"/>
                  </a:cubicBezTo>
                  <a:lnTo>
                    <a:pt x="3917" y="0"/>
                  </a:lnTo>
                  <a:cubicBezTo>
                    <a:pt x="3752" y="0"/>
                    <a:pt x="3622" y="100"/>
                    <a:pt x="3622" y="228"/>
                  </a:cubicBezTo>
                  <a:lnTo>
                    <a:pt x="3622" y="1970"/>
                  </a:lnTo>
                  <a:cubicBezTo>
                    <a:pt x="3622" y="2097"/>
                    <a:pt x="3751" y="2197"/>
                    <a:pt x="3917" y="2197"/>
                  </a:cubicBezTo>
                  <a:lnTo>
                    <a:pt x="4122" y="2197"/>
                  </a:lnTo>
                  <a:lnTo>
                    <a:pt x="4122" y="2198"/>
                  </a:lnTo>
                  <a:close/>
                  <a:moveTo>
                    <a:pt x="2266" y="2905"/>
                  </a:moveTo>
                  <a:cubicBezTo>
                    <a:pt x="2302" y="2941"/>
                    <a:pt x="2349" y="2960"/>
                    <a:pt x="2410" y="2962"/>
                  </a:cubicBezTo>
                  <a:cubicBezTo>
                    <a:pt x="2487" y="2962"/>
                    <a:pt x="2570" y="2925"/>
                    <a:pt x="2636" y="2858"/>
                  </a:cubicBezTo>
                  <a:lnTo>
                    <a:pt x="2781" y="2713"/>
                  </a:lnTo>
                  <a:cubicBezTo>
                    <a:pt x="2897" y="2597"/>
                    <a:pt x="2919" y="2435"/>
                    <a:pt x="2827" y="2343"/>
                  </a:cubicBezTo>
                  <a:lnTo>
                    <a:pt x="1596" y="1112"/>
                  </a:lnTo>
                  <a:cubicBezTo>
                    <a:pt x="1506" y="1022"/>
                    <a:pt x="1344" y="1042"/>
                    <a:pt x="1226" y="1159"/>
                  </a:cubicBezTo>
                  <a:lnTo>
                    <a:pt x="1081" y="1305"/>
                  </a:lnTo>
                  <a:cubicBezTo>
                    <a:pt x="965" y="1421"/>
                    <a:pt x="943" y="1583"/>
                    <a:pt x="1035" y="1675"/>
                  </a:cubicBezTo>
                  <a:lnTo>
                    <a:pt x="2266" y="2905"/>
                  </a:lnTo>
                  <a:close/>
                  <a:moveTo>
                    <a:pt x="2197" y="4231"/>
                  </a:moveTo>
                  <a:lnTo>
                    <a:pt x="2197" y="4026"/>
                  </a:lnTo>
                  <a:cubicBezTo>
                    <a:pt x="2197" y="3861"/>
                    <a:pt x="2097" y="3731"/>
                    <a:pt x="1969" y="3731"/>
                  </a:cubicBezTo>
                  <a:lnTo>
                    <a:pt x="227" y="3731"/>
                  </a:lnTo>
                  <a:cubicBezTo>
                    <a:pt x="100" y="3731"/>
                    <a:pt x="0" y="3861"/>
                    <a:pt x="0" y="4026"/>
                  </a:cubicBezTo>
                  <a:lnTo>
                    <a:pt x="0" y="4231"/>
                  </a:lnTo>
                  <a:cubicBezTo>
                    <a:pt x="0" y="4396"/>
                    <a:pt x="100" y="4526"/>
                    <a:pt x="227" y="4526"/>
                  </a:cubicBezTo>
                  <a:lnTo>
                    <a:pt x="1969" y="4526"/>
                  </a:lnTo>
                  <a:cubicBezTo>
                    <a:pt x="2096" y="4524"/>
                    <a:pt x="2197" y="4396"/>
                    <a:pt x="2197" y="4231"/>
                  </a:cubicBezTo>
                  <a:close/>
                  <a:moveTo>
                    <a:pt x="2711" y="5366"/>
                  </a:moveTo>
                  <a:cubicBezTo>
                    <a:pt x="2595" y="5250"/>
                    <a:pt x="2432" y="5230"/>
                    <a:pt x="2341" y="5318"/>
                  </a:cubicBezTo>
                  <a:lnTo>
                    <a:pt x="1109" y="6550"/>
                  </a:lnTo>
                  <a:cubicBezTo>
                    <a:pt x="1019" y="6640"/>
                    <a:pt x="1040" y="6802"/>
                    <a:pt x="1156" y="6920"/>
                  </a:cubicBezTo>
                  <a:lnTo>
                    <a:pt x="1301" y="7065"/>
                  </a:lnTo>
                  <a:cubicBezTo>
                    <a:pt x="1351" y="7115"/>
                    <a:pt x="1411" y="7148"/>
                    <a:pt x="1472" y="7162"/>
                  </a:cubicBezTo>
                  <a:cubicBezTo>
                    <a:pt x="1491" y="7166"/>
                    <a:pt x="1510" y="7168"/>
                    <a:pt x="1527" y="7168"/>
                  </a:cubicBezTo>
                  <a:cubicBezTo>
                    <a:pt x="1583" y="7168"/>
                    <a:pt x="1634" y="7148"/>
                    <a:pt x="1671" y="7112"/>
                  </a:cubicBezTo>
                  <a:lnTo>
                    <a:pt x="2902" y="5881"/>
                  </a:lnTo>
                  <a:cubicBezTo>
                    <a:pt x="2938" y="5845"/>
                    <a:pt x="2960" y="5793"/>
                    <a:pt x="2960" y="5738"/>
                  </a:cubicBezTo>
                  <a:cubicBezTo>
                    <a:pt x="2960" y="5661"/>
                    <a:pt x="2922" y="5578"/>
                    <a:pt x="2856" y="5512"/>
                  </a:cubicBezTo>
                  <a:lnTo>
                    <a:pt x="2711" y="5366"/>
                  </a:lnTo>
                  <a:close/>
                  <a:moveTo>
                    <a:pt x="4230" y="5951"/>
                  </a:moveTo>
                  <a:lnTo>
                    <a:pt x="4025" y="5951"/>
                  </a:lnTo>
                  <a:cubicBezTo>
                    <a:pt x="3860" y="5951"/>
                    <a:pt x="3730" y="6051"/>
                    <a:pt x="3730" y="6178"/>
                  </a:cubicBezTo>
                  <a:lnTo>
                    <a:pt x="3730" y="7920"/>
                  </a:lnTo>
                  <a:cubicBezTo>
                    <a:pt x="3730" y="8047"/>
                    <a:pt x="3859" y="8148"/>
                    <a:pt x="4025" y="8148"/>
                  </a:cubicBezTo>
                  <a:lnTo>
                    <a:pt x="4230" y="8148"/>
                  </a:lnTo>
                  <a:cubicBezTo>
                    <a:pt x="4395" y="8148"/>
                    <a:pt x="4525" y="8048"/>
                    <a:pt x="4525" y="7920"/>
                  </a:cubicBezTo>
                  <a:lnTo>
                    <a:pt x="4525" y="6178"/>
                  </a:lnTo>
                  <a:cubicBezTo>
                    <a:pt x="4523" y="6051"/>
                    <a:pt x="4395" y="5951"/>
                    <a:pt x="4230" y="5951"/>
                  </a:cubicBezTo>
                  <a:close/>
                  <a:moveTo>
                    <a:pt x="5880" y="5243"/>
                  </a:moveTo>
                  <a:cubicBezTo>
                    <a:pt x="5844" y="5207"/>
                    <a:pt x="5792" y="5187"/>
                    <a:pt x="5736" y="5187"/>
                  </a:cubicBezTo>
                  <a:cubicBezTo>
                    <a:pt x="5658" y="5187"/>
                    <a:pt x="5576" y="5224"/>
                    <a:pt x="5510" y="5291"/>
                  </a:cubicBezTo>
                  <a:lnTo>
                    <a:pt x="5365" y="5436"/>
                  </a:lnTo>
                  <a:cubicBezTo>
                    <a:pt x="5248" y="5552"/>
                    <a:pt x="5227" y="5714"/>
                    <a:pt x="5318" y="5806"/>
                  </a:cubicBezTo>
                  <a:lnTo>
                    <a:pt x="6550" y="7037"/>
                  </a:lnTo>
                  <a:cubicBezTo>
                    <a:pt x="6587" y="7075"/>
                    <a:pt x="6638" y="7093"/>
                    <a:pt x="6692" y="7093"/>
                  </a:cubicBezTo>
                  <a:cubicBezTo>
                    <a:pt x="6767" y="7093"/>
                    <a:pt x="6851" y="7058"/>
                    <a:pt x="6918" y="6991"/>
                  </a:cubicBezTo>
                  <a:lnTo>
                    <a:pt x="7063" y="6846"/>
                  </a:lnTo>
                  <a:cubicBezTo>
                    <a:pt x="7180" y="6730"/>
                    <a:pt x="7201" y="6567"/>
                    <a:pt x="7111" y="6476"/>
                  </a:cubicBezTo>
                  <a:lnTo>
                    <a:pt x="5880" y="5243"/>
                  </a:lnTo>
                  <a:close/>
                  <a:moveTo>
                    <a:pt x="7920" y="3623"/>
                  </a:moveTo>
                  <a:lnTo>
                    <a:pt x="6177" y="3623"/>
                  </a:lnTo>
                  <a:cubicBezTo>
                    <a:pt x="6050" y="3623"/>
                    <a:pt x="5949" y="3753"/>
                    <a:pt x="5949" y="3918"/>
                  </a:cubicBezTo>
                  <a:lnTo>
                    <a:pt x="5949" y="4123"/>
                  </a:lnTo>
                  <a:cubicBezTo>
                    <a:pt x="5949" y="4288"/>
                    <a:pt x="6049" y="4418"/>
                    <a:pt x="6177" y="4418"/>
                  </a:cubicBezTo>
                  <a:lnTo>
                    <a:pt x="7919" y="4418"/>
                  </a:lnTo>
                  <a:cubicBezTo>
                    <a:pt x="8046" y="4418"/>
                    <a:pt x="8147" y="4288"/>
                    <a:pt x="8147" y="4123"/>
                  </a:cubicBezTo>
                  <a:lnTo>
                    <a:pt x="8147" y="3918"/>
                  </a:lnTo>
                  <a:cubicBezTo>
                    <a:pt x="8147" y="3753"/>
                    <a:pt x="8047" y="3623"/>
                    <a:pt x="7920" y="3623"/>
                  </a:cubicBezTo>
                  <a:close/>
                  <a:moveTo>
                    <a:pt x="5435" y="2782"/>
                  </a:moveTo>
                  <a:cubicBezTo>
                    <a:pt x="5502" y="2849"/>
                    <a:pt x="5586" y="2885"/>
                    <a:pt x="5661" y="2885"/>
                  </a:cubicBezTo>
                  <a:cubicBezTo>
                    <a:pt x="5716" y="2885"/>
                    <a:pt x="5766" y="2866"/>
                    <a:pt x="5804" y="2828"/>
                  </a:cubicBezTo>
                  <a:lnTo>
                    <a:pt x="7036" y="1597"/>
                  </a:lnTo>
                  <a:cubicBezTo>
                    <a:pt x="7126" y="1507"/>
                    <a:pt x="7105" y="1344"/>
                    <a:pt x="6989" y="1227"/>
                  </a:cubicBezTo>
                  <a:lnTo>
                    <a:pt x="6844" y="1082"/>
                  </a:lnTo>
                  <a:cubicBezTo>
                    <a:pt x="6727" y="966"/>
                    <a:pt x="6565" y="944"/>
                    <a:pt x="6474" y="1034"/>
                  </a:cubicBezTo>
                  <a:lnTo>
                    <a:pt x="5242" y="2266"/>
                  </a:lnTo>
                  <a:cubicBezTo>
                    <a:pt x="5152" y="2356"/>
                    <a:pt x="5172" y="2518"/>
                    <a:pt x="5290" y="2636"/>
                  </a:cubicBezTo>
                  <a:lnTo>
                    <a:pt x="5435" y="2782"/>
                  </a:ln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  <p:grpSp>
        <p:nvGrpSpPr>
          <p:cNvPr id="43" name="!! 取消">
            <a:extLst>
              <a:ext uri="{FF2B5EF4-FFF2-40B4-BE49-F238E27FC236}">
                <a16:creationId xmlns:a16="http://schemas.microsoft.com/office/drawing/2014/main" id="{E6323E56-9AC1-6F16-D596-E26B4729DA13}"/>
              </a:ext>
            </a:extLst>
          </p:cNvPr>
          <p:cNvGrpSpPr/>
          <p:nvPr/>
        </p:nvGrpSpPr>
        <p:grpSpPr>
          <a:xfrm>
            <a:off x="7106285" y="3044825"/>
            <a:ext cx="768350" cy="768350"/>
            <a:chOff x="7589108" y="3216636"/>
            <a:chExt cx="768350" cy="768350"/>
          </a:xfrm>
        </p:grpSpPr>
        <p:sp>
          <p:nvSpPr>
            <p:cNvPr id="40" name="椭圆 39">
              <a:hlinkClick r:id="rId11" action="ppaction://hlinksldjump"/>
              <a:extLst>
                <a:ext uri="{FF2B5EF4-FFF2-40B4-BE49-F238E27FC236}">
                  <a16:creationId xmlns:a16="http://schemas.microsoft.com/office/drawing/2014/main" id="{7CCAE3D4-056D-284F-6D05-696E9D74BE31}"/>
                </a:ext>
              </a:extLst>
            </p:cNvPr>
            <p:cNvSpPr/>
            <p:nvPr/>
          </p:nvSpPr>
          <p:spPr>
            <a:xfrm>
              <a:off x="7589108" y="3216636"/>
              <a:ext cx="768350" cy="768350"/>
            </a:xfrm>
            <a:prstGeom prst="ellipse">
              <a:avLst/>
            </a:prstGeom>
            <a:solidFill>
              <a:schemeClr val="bg1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42" name="图形 41">
              <a:extLst>
                <a:ext uri="{FF2B5EF4-FFF2-40B4-BE49-F238E27FC236}">
                  <a16:creationId xmlns:a16="http://schemas.microsoft.com/office/drawing/2014/main" id="{23CF4FAA-61B1-434B-7BA4-0F50FDB48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7638000" y="3265528"/>
              <a:ext cx="670566" cy="670566"/>
            </a:xfrm>
            <a:prstGeom prst="rect">
              <a:avLst/>
            </a:prstGeom>
          </p:spPr>
        </p:pic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6803833D-D6B5-5D5F-3531-8971F500D1F6}"/>
              </a:ext>
            </a:extLst>
          </p:cNvPr>
          <p:cNvSpPr txBox="1"/>
          <p:nvPr/>
        </p:nvSpPr>
        <p:spPr>
          <a:xfrm>
            <a:off x="4254972" y="3834439"/>
            <a:ext cx="893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关机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B8335B9-D33A-B658-26D9-EF7185FBCA0B}"/>
              </a:ext>
            </a:extLst>
          </p:cNvPr>
          <p:cNvSpPr txBox="1"/>
          <p:nvPr/>
        </p:nvSpPr>
        <p:spPr>
          <a:xfrm>
            <a:off x="5649432" y="3834439"/>
            <a:ext cx="893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重启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3E09535-8C19-56A5-40D5-8305547170F4}"/>
              </a:ext>
            </a:extLst>
          </p:cNvPr>
          <p:cNvSpPr txBox="1"/>
          <p:nvPr/>
        </p:nvSpPr>
        <p:spPr>
          <a:xfrm>
            <a:off x="7043892" y="3834439"/>
            <a:ext cx="893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取消</a:t>
            </a:r>
          </a:p>
        </p:txBody>
      </p:sp>
    </p:spTree>
    <p:extLst>
      <p:ext uri="{BB962C8B-B14F-4D97-AF65-F5344CB8AC3E}">
        <p14:creationId xmlns:p14="http://schemas.microsoft.com/office/powerpoint/2010/main" val="1472379349"/>
      </p:ext>
    </p:extLst>
  </p:cSld>
  <p:clrMapOvr>
    <a:masterClrMapping/>
  </p:clrMapOvr>
  <p:transition advClick="0">
    <p:split orient="vert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72B1FF-45C6-682F-1833-24E77BED3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!! 壁纸" descr="背景图案&#10;&#10;AI 生成的内容可能不正确。">
            <a:extLst>
              <a:ext uri="{FF2B5EF4-FFF2-40B4-BE49-F238E27FC236}">
                <a16:creationId xmlns:a16="http://schemas.microsoft.com/office/drawing/2014/main" id="{C7FE0F3A-BC23-D3D6-E0C8-2B609537745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!! 遮罩">
            <a:extLst>
              <a:ext uri="{FF2B5EF4-FFF2-40B4-BE49-F238E27FC236}">
                <a16:creationId xmlns:a16="http://schemas.microsoft.com/office/drawing/2014/main" id="{AF94F267-B3E6-0F6B-3CE2-76B3D2173D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67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17" name="!! 关机">
            <a:extLst>
              <a:ext uri="{FF2B5EF4-FFF2-40B4-BE49-F238E27FC236}">
                <a16:creationId xmlns:a16="http://schemas.microsoft.com/office/drawing/2014/main" id="{4760683A-B0E2-61DD-AFCE-BD5573511223}"/>
              </a:ext>
            </a:extLst>
          </p:cNvPr>
          <p:cNvGrpSpPr/>
          <p:nvPr/>
        </p:nvGrpSpPr>
        <p:grpSpPr>
          <a:xfrm>
            <a:off x="4236720" y="2964180"/>
            <a:ext cx="929640" cy="929640"/>
            <a:chOff x="3873499" y="4722659"/>
            <a:chExt cx="768350" cy="768350"/>
          </a:xfrm>
        </p:grpSpPr>
        <p:sp>
          <p:nvSpPr>
            <p:cNvPr id="18" name="椭圆 17">
              <a:hlinkClick r:id="rId7" action="ppaction://hlinksldjump"/>
              <a:extLst>
                <a:ext uri="{FF2B5EF4-FFF2-40B4-BE49-F238E27FC236}">
                  <a16:creationId xmlns:a16="http://schemas.microsoft.com/office/drawing/2014/main" id="{C6117451-D640-4CE3-7255-5CA00E87885F}"/>
                </a:ext>
              </a:extLst>
            </p:cNvPr>
            <p:cNvSpPr/>
            <p:nvPr/>
          </p:nvSpPr>
          <p:spPr>
            <a:xfrm>
              <a:off x="3873499" y="4722659"/>
              <a:ext cx="768350" cy="768350"/>
            </a:xfrm>
            <a:prstGeom prst="ellipse">
              <a:avLst/>
            </a:prstGeom>
            <a:solidFill>
              <a:schemeClr val="accent5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19" name="!! 按钮-关机">
              <a:extLst>
                <a:ext uri="{FF2B5EF4-FFF2-40B4-BE49-F238E27FC236}">
                  <a16:creationId xmlns:a16="http://schemas.microsoft.com/office/drawing/2014/main" id="{3749A472-4E2B-8947-CC77-F92225340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964736" y="4815296"/>
              <a:ext cx="585876" cy="585872"/>
            </a:xfrm>
            <a:prstGeom prst="rect">
              <a:avLst/>
            </a:prstGeom>
          </p:spPr>
        </p:pic>
      </p:grpSp>
      <p:grpSp>
        <p:nvGrpSpPr>
          <p:cNvPr id="6" name="!! 提示框">
            <a:extLst>
              <a:ext uri="{FF2B5EF4-FFF2-40B4-BE49-F238E27FC236}">
                <a16:creationId xmlns:a16="http://schemas.microsoft.com/office/drawing/2014/main" id="{86B5C16F-02CE-6640-F170-365BCB3D5A25}"/>
              </a:ext>
            </a:extLst>
          </p:cNvPr>
          <p:cNvGrpSpPr/>
          <p:nvPr/>
        </p:nvGrpSpPr>
        <p:grpSpPr>
          <a:xfrm>
            <a:off x="3813542" y="2810933"/>
            <a:ext cx="4564916" cy="1236134"/>
            <a:chOff x="3813540" y="2810933"/>
            <a:chExt cx="4564916" cy="1236134"/>
          </a:xfrm>
          <a:solidFill>
            <a:schemeClr val="bg1">
              <a:lumMod val="25000"/>
            </a:schemeClr>
          </a:solidFill>
        </p:grpSpPr>
        <p:sp>
          <p:nvSpPr>
            <p:cNvPr id="10" name="!! 弹窗">
              <a:extLst>
                <a:ext uri="{FF2B5EF4-FFF2-40B4-BE49-F238E27FC236}">
                  <a16:creationId xmlns:a16="http://schemas.microsoft.com/office/drawing/2014/main" id="{7B867DDA-F312-EADB-8887-88DF68E06957}"/>
                </a:ext>
              </a:extLst>
            </p:cNvPr>
            <p:cNvSpPr/>
            <p:nvPr/>
          </p:nvSpPr>
          <p:spPr>
            <a:xfrm>
              <a:off x="3813540" y="2810933"/>
              <a:ext cx="4564916" cy="1236134"/>
            </a:xfrm>
            <a:prstGeom prst="roundRect">
              <a:avLst>
                <a:gd name="adj" fmla="val 7669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标题">
              <a:extLst>
                <a:ext uri="{FF2B5EF4-FFF2-40B4-BE49-F238E27FC236}">
                  <a16:creationId xmlns:a16="http://schemas.microsoft.com/office/drawing/2014/main" id="{40C7A5F2-557B-40DB-C9A6-5BACB822032E}"/>
                </a:ext>
              </a:extLst>
            </p:cNvPr>
            <p:cNvSpPr txBox="1"/>
            <p:nvPr/>
          </p:nvSpPr>
          <p:spPr>
            <a:xfrm>
              <a:off x="5012459" y="3110342"/>
              <a:ext cx="1205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+mj-ea"/>
                  <a:ea typeface="+mj-ea"/>
                </a:rPr>
                <a:t>Leaf OS</a:t>
              </a:r>
              <a:endParaRPr lang="zh-CN" altLang="en-US" dirty="0">
                <a:latin typeface="+mj-ea"/>
                <a:ea typeface="+mj-ea"/>
              </a:endParaRPr>
            </a:p>
          </p:txBody>
        </p:sp>
        <p:sp>
          <p:nvSpPr>
            <p:cNvPr id="12" name="副标题">
              <a:extLst>
                <a:ext uri="{FF2B5EF4-FFF2-40B4-BE49-F238E27FC236}">
                  <a16:creationId xmlns:a16="http://schemas.microsoft.com/office/drawing/2014/main" id="{2B7B04EE-76A1-BEBB-2FEF-3BCE542A276A}"/>
                </a:ext>
              </a:extLst>
            </p:cNvPr>
            <p:cNvSpPr txBox="1"/>
            <p:nvPr/>
          </p:nvSpPr>
          <p:spPr>
            <a:xfrm>
              <a:off x="5012459" y="3429000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正在关机</a:t>
              </a:r>
            </a:p>
          </p:txBody>
        </p:sp>
      </p:grpSp>
      <p:grpSp>
        <p:nvGrpSpPr>
          <p:cNvPr id="14" name="!! load">
            <a:extLst>
              <a:ext uri="{FF2B5EF4-FFF2-40B4-BE49-F238E27FC236}">
                <a16:creationId xmlns:a16="http://schemas.microsoft.com/office/drawing/2014/main" id="{493792FD-8C57-8354-3E0F-E17534D466E7}"/>
              </a:ext>
            </a:extLst>
          </p:cNvPr>
          <p:cNvGrpSpPr/>
          <p:nvPr/>
        </p:nvGrpSpPr>
        <p:grpSpPr>
          <a:xfrm>
            <a:off x="4306609" y="3176448"/>
            <a:ext cx="505104" cy="505104"/>
            <a:chOff x="7349534" y="4722202"/>
            <a:chExt cx="279398" cy="279398"/>
          </a:xfrm>
          <a:solidFill>
            <a:schemeClr val="bg1">
              <a:lumMod val="25000"/>
            </a:schemeClr>
          </a:solidFill>
        </p:grpSpPr>
        <p:sp>
          <p:nvSpPr>
            <p:cNvPr id="15" name="弧形 14">
              <a:extLst>
                <a:ext uri="{FF2B5EF4-FFF2-40B4-BE49-F238E27FC236}">
                  <a16:creationId xmlns:a16="http://schemas.microsoft.com/office/drawing/2014/main" id="{BB534408-396D-79D2-528C-18E831FD061F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00000"/>
                <a:gd name="adj2" fmla="val 16194911"/>
              </a:avLst>
            </a:prstGeom>
            <a:noFill/>
            <a:ln w="76200">
              <a:solidFill>
                <a:schemeClr val="accent1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弧形 15">
              <a:extLst>
                <a:ext uri="{FF2B5EF4-FFF2-40B4-BE49-F238E27FC236}">
                  <a16:creationId xmlns:a16="http://schemas.microsoft.com/office/drawing/2014/main" id="{021FDD1E-112C-5728-3CEE-DCAF770846A0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50568"/>
                <a:gd name="adj2" fmla="val 321908"/>
              </a:avLst>
            </a:prstGeom>
            <a:noFill/>
            <a:ln w="76200" cap="rnd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95606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 advTm="5000">
        <p159:morph option="byObject"/>
      </p:transition>
    </mc:Choice>
    <mc:Fallback xmlns="">
      <p:transition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 0.09005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42" presetClass="path" presetSubtype="0" decel="9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66667E-6 0 L 1.66667E-6 0.08912 " pathEditMode="relative" rAng="0" ptsTypes="AA">
                                      <p:cBhvr>
                                        <p:cTn id="16" dur="5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C772E7-AFBB-3CF7-98CB-AF911174A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0251E49-A966-9FEB-F298-66E41864CDBA}"/>
              </a:ext>
            </a:extLst>
          </p:cNvPr>
          <p:cNvSpPr txBox="1"/>
          <p:nvPr/>
        </p:nvSpPr>
        <p:spPr>
          <a:xfrm>
            <a:off x="3985256" y="4774353"/>
            <a:ext cx="4221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Leaf OS </a:t>
            </a:r>
            <a:r>
              <a:rPr lang="zh-CN" altLang="en-US" dirty="0">
                <a:solidFill>
                  <a:schemeClr val="bg1"/>
                </a:solidFill>
              </a:rPr>
              <a:t>已安全关闭，可手动退出</a:t>
            </a:r>
          </a:p>
        </p:txBody>
      </p:sp>
      <p:sp>
        <p:nvSpPr>
          <p:cNvPr id="3" name="!! 按钮">
            <a:hlinkClick r:id="rId4" action="ppaction://hlinksldjump"/>
            <a:extLst>
              <a:ext uri="{FF2B5EF4-FFF2-40B4-BE49-F238E27FC236}">
                <a16:creationId xmlns:a16="http://schemas.microsoft.com/office/drawing/2014/main" id="{AEC01939-F2CA-72AC-CD32-15292FDBAF8E}"/>
              </a:ext>
            </a:extLst>
          </p:cNvPr>
          <p:cNvSpPr/>
          <p:nvPr/>
        </p:nvSpPr>
        <p:spPr>
          <a:xfrm>
            <a:off x="4939089" y="5406054"/>
            <a:ext cx="2313818" cy="408215"/>
          </a:xfrm>
          <a:prstGeom prst="roundRect">
            <a:avLst>
              <a:gd name="adj" fmla="val 50000"/>
            </a:avLst>
          </a:prstGeom>
          <a:solidFill>
            <a:schemeClr val="bg1">
              <a:lumMod val="25000"/>
            </a:schemeClr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2"/>
                </a:solidFill>
              </a:rPr>
              <a:t>再次开机</a:t>
            </a:r>
          </a:p>
        </p:txBody>
      </p:sp>
    </p:spTree>
    <p:extLst>
      <p:ext uri="{BB962C8B-B14F-4D97-AF65-F5344CB8AC3E}">
        <p14:creationId xmlns:p14="http://schemas.microsoft.com/office/powerpoint/2010/main" val="504987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>
        <p:fade/>
      </p:transition>
    </mc:Choice>
    <mc:Fallback xmlns="">
      <p:transition advClick="0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401949-E21F-2C54-8293-3A8D89C3A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3320B2DD-4AC0-3A0A-A6A4-0A4F5C7E3A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7">
            <a:extLst>
              <a:ext uri="{FF2B5EF4-FFF2-40B4-BE49-F238E27FC236}">
                <a16:creationId xmlns:a16="http://schemas.microsoft.com/office/drawing/2014/main" id="{D0268FED-FF1F-371B-E0F4-A3D5E26C818F}"/>
              </a:ext>
            </a:extLst>
          </p:cNvPr>
          <p:cNvGrpSpPr/>
          <p:nvPr/>
        </p:nvGrpSpPr>
        <p:grpSpPr>
          <a:xfrm>
            <a:off x="5364480" y="931625"/>
            <a:ext cx="1463040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39171F23-5A1A-F042-31DC-B78C92F39839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4D828D62-5240-38AC-C46B-5CF39A48D68D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卫星连接</a:t>
              </a:r>
            </a:p>
          </p:txBody>
        </p:sp>
      </p:grpSp>
      <p:grpSp>
        <p:nvGrpSpPr>
          <p:cNvPr id="36" name="!! 关闭按钮">
            <a:extLst>
              <a:ext uri="{FF2B5EF4-FFF2-40B4-BE49-F238E27FC236}">
                <a16:creationId xmlns:a16="http://schemas.microsoft.com/office/drawing/2014/main" id="{72315D07-FBC7-0293-5289-A35AA6D557A6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37" name="矩形: 圆角 36">
              <a:hlinkClick r:id="rId6" action="ppaction://hlinksldjump"/>
              <a:extLst>
                <a:ext uri="{FF2B5EF4-FFF2-40B4-BE49-F238E27FC236}">
                  <a16:creationId xmlns:a16="http://schemas.microsoft.com/office/drawing/2014/main" id="{49D063D7-5073-C72D-7CE0-A1C2FBE629F8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18820907-A3A7-0244-6C31-837B790F7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56" name="!! 返回按钮">
            <a:extLst>
              <a:ext uri="{FF2B5EF4-FFF2-40B4-BE49-F238E27FC236}">
                <a16:creationId xmlns:a16="http://schemas.microsoft.com/office/drawing/2014/main" id="{39D3F62B-E866-47A4-6DBD-2E92CAEC54B9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57" name="矩形: 圆角 56">
              <a:hlinkClick r:id="rId9" action="ppaction://hlinksldjump"/>
              <a:extLst>
                <a:ext uri="{FF2B5EF4-FFF2-40B4-BE49-F238E27FC236}">
                  <a16:creationId xmlns:a16="http://schemas.microsoft.com/office/drawing/2014/main" id="{0E731369-4212-6319-4338-DE8F45926331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8" name="图形 57">
              <a:extLst>
                <a:ext uri="{FF2B5EF4-FFF2-40B4-BE49-F238E27FC236}">
                  <a16:creationId xmlns:a16="http://schemas.microsoft.com/office/drawing/2014/main" id="{24A72EC9-030B-58C2-6168-437E8B41B5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sp>
        <p:nvSpPr>
          <p:cNvPr id="5" name="!! 以太网1按钮">
            <a:extLst>
              <a:ext uri="{FF2B5EF4-FFF2-40B4-BE49-F238E27FC236}">
                <a16:creationId xmlns:a16="http://schemas.microsoft.com/office/drawing/2014/main" id="{85EAD040-0609-3B23-B21D-31AF97A27333}"/>
              </a:ext>
            </a:extLst>
          </p:cNvPr>
          <p:cNvSpPr/>
          <p:nvPr/>
        </p:nvSpPr>
        <p:spPr>
          <a:xfrm>
            <a:off x="3640667" y="1875822"/>
            <a:ext cx="4910666" cy="545100"/>
          </a:xfrm>
          <a:prstGeom prst="roundRect">
            <a:avLst>
              <a:gd name="adj" fmla="val 1437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/>
            <a:r>
              <a:rPr lang="zh-CN" altLang="en-US" sz="1600" dirty="0">
                <a:solidFill>
                  <a:schemeClr val="tx1"/>
                </a:solidFill>
              </a:rPr>
              <a:t>启用卫星连接</a:t>
            </a:r>
          </a:p>
        </p:txBody>
      </p:sp>
      <p:sp>
        <p:nvSpPr>
          <p:cNvPr id="7" name="!! 开关1">
            <a:extLst>
              <a:ext uri="{FF2B5EF4-FFF2-40B4-BE49-F238E27FC236}">
                <a16:creationId xmlns:a16="http://schemas.microsoft.com/office/drawing/2014/main" id="{9B4037F9-DCC3-5816-8C34-5A1870901E6E}"/>
              </a:ext>
            </a:extLst>
          </p:cNvPr>
          <p:cNvSpPr/>
          <p:nvPr/>
        </p:nvSpPr>
        <p:spPr>
          <a:xfrm>
            <a:off x="7991826" y="2099308"/>
            <a:ext cx="119862" cy="1237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2" name="!! 触发开关背景">
            <a:hlinkClick r:id="rId12" action="ppaction://hlinksldjump"/>
            <a:extLst>
              <a:ext uri="{FF2B5EF4-FFF2-40B4-BE49-F238E27FC236}">
                <a16:creationId xmlns:a16="http://schemas.microsoft.com/office/drawing/2014/main" id="{8BF2987C-ABFA-1F2F-4A00-E0F7CCF26573}"/>
              </a:ext>
            </a:extLst>
          </p:cNvPr>
          <p:cNvSpPr/>
          <p:nvPr/>
        </p:nvSpPr>
        <p:spPr>
          <a:xfrm>
            <a:off x="7898213" y="2060424"/>
            <a:ext cx="376430" cy="171028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3" name="!! 触发开关">
            <a:hlinkClick r:id="rId12" action="ppaction://hlinksldjump"/>
            <a:extLst>
              <a:ext uri="{FF2B5EF4-FFF2-40B4-BE49-F238E27FC236}">
                <a16:creationId xmlns:a16="http://schemas.microsoft.com/office/drawing/2014/main" id="{2BB488C4-9189-1485-DCA6-0D5E2F49D9E7}"/>
              </a:ext>
            </a:extLst>
          </p:cNvPr>
          <p:cNvSpPr/>
          <p:nvPr/>
        </p:nvSpPr>
        <p:spPr>
          <a:xfrm>
            <a:off x="7931895" y="2084068"/>
            <a:ext cx="119862" cy="1237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4436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>
        <p14:pan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2.96296E-6 L 0.01549 -2.96296E-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8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path" presetSubtype="0" de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49 -2.96296E-6 L 1.25E-6 -2.96296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1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8B8B8"/>
                                      </p:to>
                                    </p:animClr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AAB3B4-609D-26FC-30F0-13BA7904B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34235C1F-E41F-62FA-8F60-6FF3207062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7">
            <a:extLst>
              <a:ext uri="{FF2B5EF4-FFF2-40B4-BE49-F238E27FC236}">
                <a16:creationId xmlns:a16="http://schemas.microsoft.com/office/drawing/2014/main" id="{94175A81-14EB-3CA2-527F-188A88FD2900}"/>
              </a:ext>
            </a:extLst>
          </p:cNvPr>
          <p:cNvGrpSpPr/>
          <p:nvPr/>
        </p:nvGrpSpPr>
        <p:grpSpPr>
          <a:xfrm>
            <a:off x="5364480" y="931625"/>
            <a:ext cx="1463040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80F5B40A-7685-79D7-4A3B-771F2919612A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240232BC-E124-C218-DF9D-32555AE25D04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卫星连接</a:t>
              </a:r>
            </a:p>
          </p:txBody>
        </p:sp>
      </p:grpSp>
      <p:grpSp>
        <p:nvGrpSpPr>
          <p:cNvPr id="36" name="!! 关闭按钮">
            <a:extLst>
              <a:ext uri="{FF2B5EF4-FFF2-40B4-BE49-F238E27FC236}">
                <a16:creationId xmlns:a16="http://schemas.microsoft.com/office/drawing/2014/main" id="{8183A604-8271-193E-4D21-F2B909729649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37" name="矩形: 圆角 36">
              <a:hlinkClick r:id="rId5" action="ppaction://hlinksldjump"/>
              <a:extLst>
                <a:ext uri="{FF2B5EF4-FFF2-40B4-BE49-F238E27FC236}">
                  <a16:creationId xmlns:a16="http://schemas.microsoft.com/office/drawing/2014/main" id="{2F806266-C3DB-E817-1E2D-473C42C0A2B6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B8FDBEF5-33D9-41EB-38A6-A56426C63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56" name="!! 返回按钮">
            <a:extLst>
              <a:ext uri="{FF2B5EF4-FFF2-40B4-BE49-F238E27FC236}">
                <a16:creationId xmlns:a16="http://schemas.microsoft.com/office/drawing/2014/main" id="{5381E921-D1F6-BBD1-05B1-28A914361FE6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57" name="矩形: 圆角 56">
              <a:hlinkClick r:id="" action="ppaction://hlinkshowjump?jump=lastslideviewed"/>
              <a:extLst>
                <a:ext uri="{FF2B5EF4-FFF2-40B4-BE49-F238E27FC236}">
                  <a16:creationId xmlns:a16="http://schemas.microsoft.com/office/drawing/2014/main" id="{C1D53108-4013-5699-22D2-0A872DB600DD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8" name="图形 57">
              <a:extLst>
                <a:ext uri="{FF2B5EF4-FFF2-40B4-BE49-F238E27FC236}">
                  <a16:creationId xmlns:a16="http://schemas.microsoft.com/office/drawing/2014/main" id="{9963116A-4B66-2441-8F05-C7A5AB948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sp>
        <p:nvSpPr>
          <p:cNvPr id="5" name="!! 以太网1按钮">
            <a:extLst>
              <a:ext uri="{FF2B5EF4-FFF2-40B4-BE49-F238E27FC236}">
                <a16:creationId xmlns:a16="http://schemas.microsoft.com/office/drawing/2014/main" id="{61AB6445-DD5C-0306-8B9D-31159E034440}"/>
              </a:ext>
            </a:extLst>
          </p:cNvPr>
          <p:cNvSpPr/>
          <p:nvPr/>
        </p:nvSpPr>
        <p:spPr>
          <a:xfrm>
            <a:off x="3640667" y="1875822"/>
            <a:ext cx="4910666" cy="545100"/>
          </a:xfrm>
          <a:prstGeom prst="roundRect">
            <a:avLst>
              <a:gd name="adj" fmla="val 1437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启用卫星连接</a:t>
            </a:r>
          </a:p>
        </p:txBody>
      </p:sp>
      <p:sp>
        <p:nvSpPr>
          <p:cNvPr id="2" name="!! 触发开关背景">
            <a:extLst>
              <a:ext uri="{FF2B5EF4-FFF2-40B4-BE49-F238E27FC236}">
                <a16:creationId xmlns:a16="http://schemas.microsoft.com/office/drawing/2014/main" id="{40EB5EC4-626B-C115-5392-E36377F05AE5}"/>
              </a:ext>
            </a:extLst>
          </p:cNvPr>
          <p:cNvSpPr/>
          <p:nvPr/>
        </p:nvSpPr>
        <p:spPr>
          <a:xfrm>
            <a:off x="7898213" y="2060424"/>
            <a:ext cx="376430" cy="1710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3" name="!! 触发开关">
            <a:extLst>
              <a:ext uri="{FF2B5EF4-FFF2-40B4-BE49-F238E27FC236}">
                <a16:creationId xmlns:a16="http://schemas.microsoft.com/office/drawing/2014/main" id="{F32DA4F1-B44C-C6B3-76C3-BD60190B9309}"/>
              </a:ext>
            </a:extLst>
          </p:cNvPr>
          <p:cNvSpPr/>
          <p:nvPr/>
        </p:nvSpPr>
        <p:spPr>
          <a:xfrm>
            <a:off x="8118083" y="2084068"/>
            <a:ext cx="119862" cy="1237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4748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A637B-8847-9AAF-92ED-A98A3DFBF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98399F2D-B03E-A5F5-0FF3-5E6F98D2AEB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7">
            <a:extLst>
              <a:ext uri="{FF2B5EF4-FFF2-40B4-BE49-F238E27FC236}">
                <a16:creationId xmlns:a16="http://schemas.microsoft.com/office/drawing/2014/main" id="{C6581B58-AC4D-C73C-EE0E-BC30FCB6E793}"/>
              </a:ext>
            </a:extLst>
          </p:cNvPr>
          <p:cNvGrpSpPr/>
          <p:nvPr/>
        </p:nvGrpSpPr>
        <p:grpSpPr>
          <a:xfrm>
            <a:off x="5364480" y="931625"/>
            <a:ext cx="1463040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1D923B14-735C-DE39-23C6-C944DE20B2C5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7462FECA-3A06-828E-4788-B20E25B2E512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卫星连接</a:t>
              </a:r>
            </a:p>
          </p:txBody>
        </p:sp>
      </p:grpSp>
      <p:grpSp>
        <p:nvGrpSpPr>
          <p:cNvPr id="36" name="!! 关闭按钮">
            <a:extLst>
              <a:ext uri="{FF2B5EF4-FFF2-40B4-BE49-F238E27FC236}">
                <a16:creationId xmlns:a16="http://schemas.microsoft.com/office/drawing/2014/main" id="{C592A4A8-8DA4-D5C4-3D89-874EA6DD4CAF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37" name="矩形: 圆角 36">
              <a:hlinkClick r:id="rId5" action="ppaction://hlinksldjump"/>
              <a:extLst>
                <a:ext uri="{FF2B5EF4-FFF2-40B4-BE49-F238E27FC236}">
                  <a16:creationId xmlns:a16="http://schemas.microsoft.com/office/drawing/2014/main" id="{E2B4024E-8D37-B8D5-153B-31ED4E96CA45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555370FB-3F98-22E0-453E-E4FD1F3B5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56" name="!! 返回按钮">
            <a:extLst>
              <a:ext uri="{FF2B5EF4-FFF2-40B4-BE49-F238E27FC236}">
                <a16:creationId xmlns:a16="http://schemas.microsoft.com/office/drawing/2014/main" id="{8C93C719-EA81-2868-DCFF-0E2694C06159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57" name="矩形: 圆角 56">
              <a:hlinkClick r:id="" action="ppaction://hlinkshowjump?jump=lastslideviewed"/>
              <a:extLst>
                <a:ext uri="{FF2B5EF4-FFF2-40B4-BE49-F238E27FC236}">
                  <a16:creationId xmlns:a16="http://schemas.microsoft.com/office/drawing/2014/main" id="{61F9A2DA-683A-1C39-A091-614E82ECD7DB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8" name="图形 57">
              <a:extLst>
                <a:ext uri="{FF2B5EF4-FFF2-40B4-BE49-F238E27FC236}">
                  <a16:creationId xmlns:a16="http://schemas.microsoft.com/office/drawing/2014/main" id="{69D24432-403A-F987-ADBD-DAF7D23C1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sp>
        <p:nvSpPr>
          <p:cNvPr id="5" name="!! 以太网1按钮">
            <a:extLst>
              <a:ext uri="{FF2B5EF4-FFF2-40B4-BE49-F238E27FC236}">
                <a16:creationId xmlns:a16="http://schemas.microsoft.com/office/drawing/2014/main" id="{DDC6E52F-8E2D-F36F-BFB6-FED4986B53FC}"/>
              </a:ext>
            </a:extLst>
          </p:cNvPr>
          <p:cNvSpPr/>
          <p:nvPr/>
        </p:nvSpPr>
        <p:spPr>
          <a:xfrm>
            <a:off x="3640667" y="1875822"/>
            <a:ext cx="4910666" cy="545100"/>
          </a:xfrm>
          <a:prstGeom prst="roundRect">
            <a:avLst>
              <a:gd name="adj" fmla="val 1437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启用卫星连接</a:t>
            </a:r>
          </a:p>
        </p:txBody>
      </p:sp>
      <p:sp>
        <p:nvSpPr>
          <p:cNvPr id="12" name="!! 触发开关背景">
            <a:extLst>
              <a:ext uri="{FF2B5EF4-FFF2-40B4-BE49-F238E27FC236}">
                <a16:creationId xmlns:a16="http://schemas.microsoft.com/office/drawing/2014/main" id="{098697D8-17FA-8B73-2925-2E25858B6757}"/>
              </a:ext>
            </a:extLst>
          </p:cNvPr>
          <p:cNvSpPr/>
          <p:nvPr/>
        </p:nvSpPr>
        <p:spPr>
          <a:xfrm>
            <a:off x="7898213" y="2060424"/>
            <a:ext cx="376430" cy="1710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14" name="!! 触发开关">
            <a:extLst>
              <a:ext uri="{FF2B5EF4-FFF2-40B4-BE49-F238E27FC236}">
                <a16:creationId xmlns:a16="http://schemas.microsoft.com/office/drawing/2014/main" id="{532764F2-37CD-EE45-AC59-E7F822A8F26C}"/>
              </a:ext>
            </a:extLst>
          </p:cNvPr>
          <p:cNvSpPr/>
          <p:nvPr/>
        </p:nvSpPr>
        <p:spPr>
          <a:xfrm>
            <a:off x="8118083" y="2084068"/>
            <a:ext cx="119862" cy="1237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4" name="!! 遮罩">
            <a:extLst>
              <a:ext uri="{FF2B5EF4-FFF2-40B4-BE49-F238E27FC236}">
                <a16:creationId xmlns:a16="http://schemas.microsoft.com/office/drawing/2014/main" id="{25852636-227B-232F-840E-2318A6952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6" name="带按钮的无图标提示框">
            <a:extLst>
              <a:ext uri="{FF2B5EF4-FFF2-40B4-BE49-F238E27FC236}">
                <a16:creationId xmlns:a16="http://schemas.microsoft.com/office/drawing/2014/main" id="{BDA12DB8-BF48-236D-CBEB-C59949679FDC}"/>
              </a:ext>
            </a:extLst>
          </p:cNvPr>
          <p:cNvGrpSpPr/>
          <p:nvPr/>
        </p:nvGrpSpPr>
        <p:grpSpPr>
          <a:xfrm>
            <a:off x="3813542" y="2595766"/>
            <a:ext cx="4564916" cy="1752714"/>
            <a:chOff x="2912999" y="3341281"/>
            <a:chExt cx="4564916" cy="1752714"/>
          </a:xfrm>
        </p:grpSpPr>
        <p:sp>
          <p:nvSpPr>
            <p:cNvPr id="7" name="!! 弹窗">
              <a:extLst>
                <a:ext uri="{FF2B5EF4-FFF2-40B4-BE49-F238E27FC236}">
                  <a16:creationId xmlns:a16="http://schemas.microsoft.com/office/drawing/2014/main" id="{4FEDC4EA-4365-5BC9-7905-B26AD8E73A4B}"/>
                </a:ext>
              </a:extLst>
            </p:cNvPr>
            <p:cNvSpPr/>
            <p:nvPr/>
          </p:nvSpPr>
          <p:spPr>
            <a:xfrm>
              <a:off x="2912999" y="3341281"/>
              <a:ext cx="4564916" cy="1752714"/>
            </a:xfrm>
            <a:prstGeom prst="roundRect">
              <a:avLst>
                <a:gd name="adj" fmla="val 4327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标题">
              <a:extLst>
                <a:ext uri="{FF2B5EF4-FFF2-40B4-BE49-F238E27FC236}">
                  <a16:creationId xmlns:a16="http://schemas.microsoft.com/office/drawing/2014/main" id="{B28E66BC-E55A-95F6-3FBE-A58DF66F1B9D}"/>
                </a:ext>
              </a:extLst>
            </p:cNvPr>
            <p:cNvSpPr txBox="1"/>
            <p:nvPr/>
          </p:nvSpPr>
          <p:spPr>
            <a:xfrm>
              <a:off x="3311314" y="3596868"/>
              <a:ext cx="23310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启用卫星连接</a:t>
              </a:r>
            </a:p>
          </p:txBody>
        </p:sp>
        <p:sp>
          <p:nvSpPr>
            <p:cNvPr id="9" name="副标题">
              <a:extLst>
                <a:ext uri="{FF2B5EF4-FFF2-40B4-BE49-F238E27FC236}">
                  <a16:creationId xmlns:a16="http://schemas.microsoft.com/office/drawing/2014/main" id="{6F8ED2F8-039A-7DCE-909A-39C88377ECD1}"/>
                </a:ext>
              </a:extLst>
            </p:cNvPr>
            <p:cNvSpPr txBox="1"/>
            <p:nvPr/>
          </p:nvSpPr>
          <p:spPr>
            <a:xfrm>
              <a:off x="3314796" y="3915526"/>
              <a:ext cx="37788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启用卫星连接后，所有连接（包括</a:t>
              </a:r>
              <a:r>
                <a:rPr lang="en-US" altLang="zh-CN" sz="1400" dirty="0">
                  <a:latin typeface="+mn-ea"/>
                </a:rPr>
                <a:t>WLAN</a:t>
              </a:r>
              <a:r>
                <a:rPr lang="zh-CN" altLang="en-US" sz="1400" dirty="0">
                  <a:latin typeface="+mn-ea"/>
                </a:rPr>
                <a:t>、有线连接等）将会中断</a:t>
              </a:r>
            </a:p>
          </p:txBody>
        </p:sp>
        <p:sp>
          <p:nvSpPr>
            <p:cNvPr id="10" name="矩形: 圆角 9">
              <a:hlinkClick r:id="rId10" action="ppaction://hlinksldjump"/>
              <a:extLst>
                <a:ext uri="{FF2B5EF4-FFF2-40B4-BE49-F238E27FC236}">
                  <a16:creationId xmlns:a16="http://schemas.microsoft.com/office/drawing/2014/main" id="{20B10546-A66C-906D-D9C7-04D810C4F053}"/>
                </a:ext>
              </a:extLst>
            </p:cNvPr>
            <p:cNvSpPr/>
            <p:nvPr/>
          </p:nvSpPr>
          <p:spPr>
            <a:xfrm>
              <a:off x="6105759" y="4593266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100" dirty="0">
                  <a:solidFill>
                    <a:prstClr val="white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确定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11" name="矩形: 圆角 10">
              <a:hlinkClick r:id="rId11" action="ppaction://hlinksldjump"/>
              <a:extLst>
                <a:ext uri="{FF2B5EF4-FFF2-40B4-BE49-F238E27FC236}">
                  <a16:creationId xmlns:a16="http://schemas.microsoft.com/office/drawing/2014/main" id="{5A939FDC-2223-19BE-D54E-19294EDD277E}"/>
                </a:ext>
              </a:extLst>
            </p:cNvPr>
            <p:cNvSpPr/>
            <p:nvPr/>
          </p:nvSpPr>
          <p:spPr>
            <a:xfrm>
              <a:off x="4843301" y="4590040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取消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7419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0.03218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16385D-8828-8129-7173-569623605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FD9ABA39-BB80-3B94-3E9C-5E7B31846A4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7">
            <a:extLst>
              <a:ext uri="{FF2B5EF4-FFF2-40B4-BE49-F238E27FC236}">
                <a16:creationId xmlns:a16="http://schemas.microsoft.com/office/drawing/2014/main" id="{67625681-AC69-8A40-3DEF-408DF2D88CE8}"/>
              </a:ext>
            </a:extLst>
          </p:cNvPr>
          <p:cNvGrpSpPr/>
          <p:nvPr/>
        </p:nvGrpSpPr>
        <p:grpSpPr>
          <a:xfrm>
            <a:off x="5364480" y="931625"/>
            <a:ext cx="1463040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FEFF65A3-C200-8328-1282-0BC614C1A19C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CDDE8765-513B-3CEE-5CCF-F1D998274CC5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卫星连接</a:t>
              </a:r>
            </a:p>
          </p:txBody>
        </p:sp>
      </p:grpSp>
      <p:grpSp>
        <p:nvGrpSpPr>
          <p:cNvPr id="36" name="!! 关闭按钮">
            <a:extLst>
              <a:ext uri="{FF2B5EF4-FFF2-40B4-BE49-F238E27FC236}">
                <a16:creationId xmlns:a16="http://schemas.microsoft.com/office/drawing/2014/main" id="{76641332-F7D5-8254-39AF-971B93D866EB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37" name="矩形: 圆角 36">
              <a:hlinkClick r:id="rId5" action="ppaction://hlinksldjump"/>
              <a:extLst>
                <a:ext uri="{FF2B5EF4-FFF2-40B4-BE49-F238E27FC236}">
                  <a16:creationId xmlns:a16="http://schemas.microsoft.com/office/drawing/2014/main" id="{A44E433B-20E3-C282-8B00-91CCC9CCA2BC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C02AF105-D154-DE7A-2015-DE9DAE8817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56" name="!! 返回按钮">
            <a:extLst>
              <a:ext uri="{FF2B5EF4-FFF2-40B4-BE49-F238E27FC236}">
                <a16:creationId xmlns:a16="http://schemas.microsoft.com/office/drawing/2014/main" id="{D63573B5-6787-E90D-B054-A4FAD80A171D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57" name="矩形: 圆角 56">
              <a:hlinkClick r:id="" action="ppaction://hlinkshowjump?jump=lastslideviewed"/>
              <a:extLst>
                <a:ext uri="{FF2B5EF4-FFF2-40B4-BE49-F238E27FC236}">
                  <a16:creationId xmlns:a16="http://schemas.microsoft.com/office/drawing/2014/main" id="{1A0C5B7D-21C5-E898-ADA0-57257103A324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8" name="图形 57">
              <a:extLst>
                <a:ext uri="{FF2B5EF4-FFF2-40B4-BE49-F238E27FC236}">
                  <a16:creationId xmlns:a16="http://schemas.microsoft.com/office/drawing/2014/main" id="{06925B0E-2A86-1AB0-8141-C5B27BE0CEB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sp>
        <p:nvSpPr>
          <p:cNvPr id="5" name="!! 以太网1按钮">
            <a:extLst>
              <a:ext uri="{FF2B5EF4-FFF2-40B4-BE49-F238E27FC236}">
                <a16:creationId xmlns:a16="http://schemas.microsoft.com/office/drawing/2014/main" id="{B61BB8AE-CA82-3D9D-4013-B665439535C3}"/>
              </a:ext>
            </a:extLst>
          </p:cNvPr>
          <p:cNvSpPr/>
          <p:nvPr/>
        </p:nvSpPr>
        <p:spPr>
          <a:xfrm>
            <a:off x="3640667" y="1875822"/>
            <a:ext cx="4910666" cy="545100"/>
          </a:xfrm>
          <a:prstGeom prst="roundRect">
            <a:avLst>
              <a:gd name="adj" fmla="val 1437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启用卫星连接</a:t>
            </a:r>
          </a:p>
        </p:txBody>
      </p:sp>
      <p:sp>
        <p:nvSpPr>
          <p:cNvPr id="6" name="!! 触发开关背景">
            <a:extLst>
              <a:ext uri="{FF2B5EF4-FFF2-40B4-BE49-F238E27FC236}">
                <a16:creationId xmlns:a16="http://schemas.microsoft.com/office/drawing/2014/main" id="{5DE259D9-8F33-F58C-26EA-99A1B7E3851E}"/>
              </a:ext>
            </a:extLst>
          </p:cNvPr>
          <p:cNvSpPr/>
          <p:nvPr/>
        </p:nvSpPr>
        <p:spPr>
          <a:xfrm>
            <a:off x="7898213" y="2060424"/>
            <a:ext cx="376430" cy="1710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7" name="!! 触发开关">
            <a:extLst>
              <a:ext uri="{FF2B5EF4-FFF2-40B4-BE49-F238E27FC236}">
                <a16:creationId xmlns:a16="http://schemas.microsoft.com/office/drawing/2014/main" id="{84F69248-2C39-7C97-28FB-4609CE18F25C}"/>
              </a:ext>
            </a:extLst>
          </p:cNvPr>
          <p:cNvSpPr/>
          <p:nvPr/>
        </p:nvSpPr>
        <p:spPr>
          <a:xfrm>
            <a:off x="8118083" y="2084068"/>
            <a:ext cx="119862" cy="1237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pic>
        <p:nvPicPr>
          <p:cNvPr id="20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9B3EF902-986A-A4CA-BBB7-7F7B20723330}"/>
              </a:ext>
            </a:extLst>
          </p:cNvPr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!! 遮罩">
            <a:extLst>
              <a:ext uri="{FF2B5EF4-FFF2-40B4-BE49-F238E27FC236}">
                <a16:creationId xmlns:a16="http://schemas.microsoft.com/office/drawing/2014/main" id="{7E473D54-D615-469D-1B57-AFB36FBDFA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12" name="!! 提示框">
            <a:extLst>
              <a:ext uri="{FF2B5EF4-FFF2-40B4-BE49-F238E27FC236}">
                <a16:creationId xmlns:a16="http://schemas.microsoft.com/office/drawing/2014/main" id="{31687CD0-FB20-FC66-158F-41E08AD1572B}"/>
              </a:ext>
            </a:extLst>
          </p:cNvPr>
          <p:cNvGrpSpPr/>
          <p:nvPr/>
        </p:nvGrpSpPr>
        <p:grpSpPr>
          <a:xfrm>
            <a:off x="3813542" y="2810933"/>
            <a:ext cx="4564916" cy="1236134"/>
            <a:chOff x="3813540" y="2810933"/>
            <a:chExt cx="4564916" cy="1236134"/>
          </a:xfrm>
          <a:solidFill>
            <a:schemeClr val="bg1">
              <a:lumMod val="25000"/>
            </a:schemeClr>
          </a:solidFill>
        </p:grpSpPr>
        <p:sp>
          <p:nvSpPr>
            <p:cNvPr id="14" name="!! 弹窗">
              <a:extLst>
                <a:ext uri="{FF2B5EF4-FFF2-40B4-BE49-F238E27FC236}">
                  <a16:creationId xmlns:a16="http://schemas.microsoft.com/office/drawing/2014/main" id="{C93ACB76-CAC8-57AD-2950-661B7530C9D2}"/>
                </a:ext>
              </a:extLst>
            </p:cNvPr>
            <p:cNvSpPr/>
            <p:nvPr/>
          </p:nvSpPr>
          <p:spPr>
            <a:xfrm>
              <a:off x="3813540" y="2810933"/>
              <a:ext cx="4564916" cy="1236134"/>
            </a:xfrm>
            <a:prstGeom prst="roundRect">
              <a:avLst>
                <a:gd name="adj" fmla="val 7669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标题">
              <a:extLst>
                <a:ext uri="{FF2B5EF4-FFF2-40B4-BE49-F238E27FC236}">
                  <a16:creationId xmlns:a16="http://schemas.microsoft.com/office/drawing/2014/main" id="{8B39CC24-3328-0660-9E1A-FB46059E841E}"/>
                </a:ext>
              </a:extLst>
            </p:cNvPr>
            <p:cNvSpPr txBox="1"/>
            <p:nvPr/>
          </p:nvSpPr>
          <p:spPr>
            <a:xfrm>
              <a:off x="5012459" y="3110342"/>
              <a:ext cx="2561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正在初始化卫星连接</a:t>
              </a:r>
            </a:p>
          </p:txBody>
        </p:sp>
        <p:sp>
          <p:nvSpPr>
            <p:cNvPr id="16" name="副标题">
              <a:extLst>
                <a:ext uri="{FF2B5EF4-FFF2-40B4-BE49-F238E27FC236}">
                  <a16:creationId xmlns:a16="http://schemas.microsoft.com/office/drawing/2014/main" id="{97CD9874-8B42-091E-0CC2-2CF3B4754A4A}"/>
                </a:ext>
              </a:extLst>
            </p:cNvPr>
            <p:cNvSpPr txBox="1"/>
            <p:nvPr/>
          </p:nvSpPr>
          <p:spPr>
            <a:xfrm>
              <a:off x="5012459" y="3429000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请稍候</a:t>
              </a:r>
            </a:p>
          </p:txBody>
        </p:sp>
      </p:grpSp>
      <p:grpSp>
        <p:nvGrpSpPr>
          <p:cNvPr id="17" name="!! load">
            <a:extLst>
              <a:ext uri="{FF2B5EF4-FFF2-40B4-BE49-F238E27FC236}">
                <a16:creationId xmlns:a16="http://schemas.microsoft.com/office/drawing/2014/main" id="{47465F36-3CA5-DC82-826F-2E99C6836381}"/>
              </a:ext>
            </a:extLst>
          </p:cNvPr>
          <p:cNvGrpSpPr/>
          <p:nvPr/>
        </p:nvGrpSpPr>
        <p:grpSpPr>
          <a:xfrm>
            <a:off x="4306609" y="3182795"/>
            <a:ext cx="505104" cy="505104"/>
            <a:chOff x="7349534" y="4722202"/>
            <a:chExt cx="279398" cy="279398"/>
          </a:xfrm>
          <a:solidFill>
            <a:schemeClr val="bg1">
              <a:lumMod val="25000"/>
            </a:schemeClr>
          </a:solidFill>
        </p:grpSpPr>
        <p:sp>
          <p:nvSpPr>
            <p:cNvPr id="18" name="弧形 17">
              <a:extLst>
                <a:ext uri="{FF2B5EF4-FFF2-40B4-BE49-F238E27FC236}">
                  <a16:creationId xmlns:a16="http://schemas.microsoft.com/office/drawing/2014/main" id="{89316348-EAEE-A68D-4824-33FC2D0AE668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00000"/>
                <a:gd name="adj2" fmla="val 16194911"/>
              </a:avLst>
            </a:prstGeom>
            <a:noFill/>
            <a:ln w="76200">
              <a:solidFill>
                <a:schemeClr val="accent1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弧形 18">
              <a:extLst>
                <a:ext uri="{FF2B5EF4-FFF2-40B4-BE49-F238E27FC236}">
                  <a16:creationId xmlns:a16="http://schemas.microsoft.com/office/drawing/2014/main" id="{FC1516F6-F8BA-D45B-C673-F25F07BEF774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50568"/>
                <a:gd name="adj2" fmla="val 321908"/>
              </a:avLst>
            </a:prstGeom>
            <a:noFill/>
            <a:ln w="76200" cap="rnd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0257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 advClick="0" advTm="4000">
        <p:fade/>
      </p:transition>
    </mc:Choice>
    <mc:Fallback xmlns="">
      <p:transition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9005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07407E-6 L 1.66667E-6 0.08912 " pathEditMode="relative" rAng="0" ptsTypes="AA">
                                      <p:cBhvr>
                                        <p:cTn id="16" dur="50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44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4A19C6-A5D7-DB66-4845-74FA29B3D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D2DE9406-3C36-65A1-7F28-C7A176D7672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!! 遮罩">
            <a:extLst>
              <a:ext uri="{FF2B5EF4-FFF2-40B4-BE49-F238E27FC236}">
                <a16:creationId xmlns:a16="http://schemas.microsoft.com/office/drawing/2014/main" id="{CE49A960-07DD-D202-0530-878876016F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!! 大标题">
            <a:extLst>
              <a:ext uri="{FF2B5EF4-FFF2-40B4-BE49-F238E27FC236}">
                <a16:creationId xmlns:a16="http://schemas.microsoft.com/office/drawing/2014/main" id="{43758505-C199-DAFE-0DAC-E475D9FA329E}"/>
              </a:ext>
            </a:extLst>
          </p:cNvPr>
          <p:cNvSpPr txBox="1"/>
          <p:nvPr/>
        </p:nvSpPr>
        <p:spPr>
          <a:xfrm>
            <a:off x="3943350" y="4381501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2"/>
                </a:solidFill>
                <a:latin typeface="+mj-ea"/>
                <a:ea typeface="+mj-ea"/>
              </a:rPr>
              <a:t>卫星连接已就绪</a:t>
            </a:r>
          </a:p>
        </p:txBody>
      </p:sp>
      <p:sp>
        <p:nvSpPr>
          <p:cNvPr id="10" name="!! 按钮">
            <a:hlinkClick r:id="rId6" action="ppaction://hlinksldjump"/>
            <a:extLst>
              <a:ext uri="{FF2B5EF4-FFF2-40B4-BE49-F238E27FC236}">
                <a16:creationId xmlns:a16="http://schemas.microsoft.com/office/drawing/2014/main" id="{3A5511A6-1481-AD31-3ADD-C1E3B646F471}"/>
              </a:ext>
            </a:extLst>
          </p:cNvPr>
          <p:cNvSpPr/>
          <p:nvPr/>
        </p:nvSpPr>
        <p:spPr>
          <a:xfrm>
            <a:off x="4191000" y="5333682"/>
            <a:ext cx="3810000" cy="40821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连接卫星</a:t>
            </a:r>
          </a:p>
        </p:txBody>
      </p:sp>
      <p:sp>
        <p:nvSpPr>
          <p:cNvPr id="11" name="!! 按钮2">
            <a:hlinkClick r:id="rId7" action="ppaction://hlinksldjump"/>
            <a:extLst>
              <a:ext uri="{FF2B5EF4-FFF2-40B4-BE49-F238E27FC236}">
                <a16:creationId xmlns:a16="http://schemas.microsoft.com/office/drawing/2014/main" id="{BAB65A6D-616D-3518-750D-2F512F4D046E}"/>
              </a:ext>
            </a:extLst>
          </p:cNvPr>
          <p:cNvSpPr txBox="1"/>
          <p:nvPr/>
        </p:nvSpPr>
        <p:spPr>
          <a:xfrm>
            <a:off x="5342467" y="5838283"/>
            <a:ext cx="15070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2"/>
                </a:solidFill>
              </a:rPr>
              <a:t>取消</a:t>
            </a:r>
          </a:p>
        </p:txBody>
      </p:sp>
    </p:spTree>
    <p:extLst>
      <p:ext uri="{BB962C8B-B14F-4D97-AF65-F5344CB8AC3E}">
        <p14:creationId xmlns:p14="http://schemas.microsoft.com/office/powerpoint/2010/main" val="25172887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962707-6FA8-0912-4661-0BAC76F2E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D590B74B-00FA-60A6-1807-5BA4F432D0B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!! 遮罩">
            <a:extLst>
              <a:ext uri="{FF2B5EF4-FFF2-40B4-BE49-F238E27FC236}">
                <a16:creationId xmlns:a16="http://schemas.microsoft.com/office/drawing/2014/main" id="{912DAB9A-0FF7-FABC-D771-74E769E05C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!! 标题">
            <a:extLst>
              <a:ext uri="{FF2B5EF4-FFF2-40B4-BE49-F238E27FC236}">
                <a16:creationId xmlns:a16="http://schemas.microsoft.com/office/drawing/2014/main" id="{2CD0D8B5-5673-E20F-019E-1CD086AF5F81}"/>
              </a:ext>
            </a:extLst>
          </p:cNvPr>
          <p:cNvSpPr txBox="1"/>
          <p:nvPr/>
        </p:nvSpPr>
        <p:spPr>
          <a:xfrm>
            <a:off x="3943350" y="1401234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2"/>
                </a:solidFill>
                <a:latin typeface="+mj-ea"/>
                <a:ea typeface="+mj-ea"/>
              </a:rPr>
              <a:t>正在定位中</a:t>
            </a:r>
          </a:p>
        </p:txBody>
      </p:sp>
      <p:sp>
        <p:nvSpPr>
          <p:cNvPr id="4" name="!! 标题">
            <a:extLst>
              <a:ext uri="{FF2B5EF4-FFF2-40B4-BE49-F238E27FC236}">
                <a16:creationId xmlns:a16="http://schemas.microsoft.com/office/drawing/2014/main" id="{F727D5CF-2514-0681-833F-CFC7361C1C9D}"/>
              </a:ext>
            </a:extLst>
          </p:cNvPr>
          <p:cNvSpPr txBox="1"/>
          <p:nvPr/>
        </p:nvSpPr>
        <p:spPr>
          <a:xfrm>
            <a:off x="3943350" y="1986009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OPPOSans R"/>
                <a:ea typeface="OPPOSans M"/>
                <a:cs typeface="+mn-cs"/>
              </a:rPr>
              <a:t>请移步至开阔地带</a:t>
            </a:r>
          </a:p>
        </p:txBody>
      </p:sp>
      <p:sp>
        <p:nvSpPr>
          <p:cNvPr id="5" name="!! 中心点">
            <a:extLst>
              <a:ext uri="{FF2B5EF4-FFF2-40B4-BE49-F238E27FC236}">
                <a16:creationId xmlns:a16="http://schemas.microsoft.com/office/drawing/2014/main" id="{2A0F7C7F-761A-C438-9433-62AABBED8224}"/>
              </a:ext>
            </a:extLst>
          </p:cNvPr>
          <p:cNvSpPr/>
          <p:nvPr/>
        </p:nvSpPr>
        <p:spPr>
          <a:xfrm>
            <a:off x="5842000" y="4088328"/>
            <a:ext cx="508000" cy="5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6" name="!! 定位">
            <a:extLst>
              <a:ext uri="{FF2B5EF4-FFF2-40B4-BE49-F238E27FC236}">
                <a16:creationId xmlns:a16="http://schemas.microsoft.com/office/drawing/2014/main" id="{7D9134BE-59C6-EDE9-2FD7-E6B6AD9F5279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5000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9" name="!! 轮廓">
            <a:extLst>
              <a:ext uri="{FF2B5EF4-FFF2-40B4-BE49-F238E27FC236}">
                <a16:creationId xmlns:a16="http://schemas.microsoft.com/office/drawing/2014/main" id="{90AD90F4-9D89-2BDA-69DD-C63316FF0FD2}"/>
              </a:ext>
            </a:extLst>
          </p:cNvPr>
          <p:cNvSpPr/>
          <p:nvPr/>
        </p:nvSpPr>
        <p:spPr>
          <a:xfrm>
            <a:off x="4783667" y="3029995"/>
            <a:ext cx="2624666" cy="2624666"/>
          </a:xfrm>
          <a:prstGeom prst="ellipse">
            <a:avLst/>
          </a:prstGeom>
          <a:noFill/>
          <a:ln w="44450" cap="rnd" cmpd="sng">
            <a:solidFill>
              <a:schemeClr val="bg2"/>
            </a:solidFill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9169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3000">
        <p14:pan/>
      </p:transition>
    </mc:Choice>
    <mc:Fallback xmlns="">
      <p:transition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8" dur="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11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30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150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01981A-8A6F-ACD6-FB31-DB5ECCE0E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5A38365D-4E0F-669B-716F-A04E6D7EA2F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!! 遮罩">
            <a:extLst>
              <a:ext uri="{FF2B5EF4-FFF2-40B4-BE49-F238E27FC236}">
                <a16:creationId xmlns:a16="http://schemas.microsoft.com/office/drawing/2014/main" id="{F7940E97-CA84-FB5C-225F-55CF4D94339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3" name="!! 标题2">
            <a:extLst>
              <a:ext uri="{FF2B5EF4-FFF2-40B4-BE49-F238E27FC236}">
                <a16:creationId xmlns:a16="http://schemas.microsoft.com/office/drawing/2014/main" id="{E7678E44-80C7-30A2-6B6E-B4FB1BF52E28}"/>
              </a:ext>
            </a:extLst>
          </p:cNvPr>
          <p:cNvSpPr txBox="1"/>
          <p:nvPr/>
        </p:nvSpPr>
        <p:spPr>
          <a:xfrm>
            <a:off x="3943350" y="1401234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已找到卫星</a:t>
            </a:r>
          </a:p>
        </p:txBody>
      </p:sp>
      <p:sp>
        <p:nvSpPr>
          <p:cNvPr id="4" name="!! 副标题2">
            <a:extLst>
              <a:ext uri="{FF2B5EF4-FFF2-40B4-BE49-F238E27FC236}">
                <a16:creationId xmlns:a16="http://schemas.microsoft.com/office/drawing/2014/main" id="{A994237B-619C-7517-7FBD-5E157242D85F}"/>
              </a:ext>
            </a:extLst>
          </p:cNvPr>
          <p:cNvSpPr txBox="1"/>
          <p:nvPr/>
        </p:nvSpPr>
        <p:spPr>
          <a:xfrm>
            <a:off x="3943350" y="1986009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OPPOSans R"/>
                <a:ea typeface="OPPOSans M"/>
                <a:cs typeface="+mn-cs"/>
              </a:rPr>
              <a:t>正在确认卫星信息</a:t>
            </a:r>
          </a:p>
        </p:txBody>
      </p:sp>
      <p:sp>
        <p:nvSpPr>
          <p:cNvPr id="5" name="!! 中心点">
            <a:extLst>
              <a:ext uri="{FF2B5EF4-FFF2-40B4-BE49-F238E27FC236}">
                <a16:creationId xmlns:a16="http://schemas.microsoft.com/office/drawing/2014/main" id="{0ED5B845-C522-97F1-FFB1-381D9360E5F5}"/>
              </a:ext>
            </a:extLst>
          </p:cNvPr>
          <p:cNvSpPr/>
          <p:nvPr/>
        </p:nvSpPr>
        <p:spPr>
          <a:xfrm>
            <a:off x="5842000" y="4088328"/>
            <a:ext cx="508000" cy="5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9" name="!! 轮廓">
            <a:extLst>
              <a:ext uri="{FF2B5EF4-FFF2-40B4-BE49-F238E27FC236}">
                <a16:creationId xmlns:a16="http://schemas.microsoft.com/office/drawing/2014/main" id="{47C0AFCE-50BE-62BD-E09E-CEEA18AF349D}"/>
              </a:ext>
            </a:extLst>
          </p:cNvPr>
          <p:cNvSpPr/>
          <p:nvPr/>
        </p:nvSpPr>
        <p:spPr>
          <a:xfrm>
            <a:off x="4783667" y="3029995"/>
            <a:ext cx="2624666" cy="2624666"/>
          </a:xfrm>
          <a:prstGeom prst="ellipse">
            <a:avLst/>
          </a:prstGeom>
          <a:noFill/>
          <a:ln w="44450" cap="rnd" cmpd="sng">
            <a:solidFill>
              <a:schemeClr val="bg2"/>
            </a:solidFill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8" name="!! 定位">
            <a:extLst>
              <a:ext uri="{FF2B5EF4-FFF2-40B4-BE49-F238E27FC236}">
                <a16:creationId xmlns:a16="http://schemas.microsoft.com/office/drawing/2014/main" id="{B7BA44E5-5CE3-2CB5-C968-AA926368F9C2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grpSp>
        <p:nvGrpSpPr>
          <p:cNvPr id="6" name="!! 卫星">
            <a:extLst>
              <a:ext uri="{FF2B5EF4-FFF2-40B4-BE49-F238E27FC236}">
                <a16:creationId xmlns:a16="http://schemas.microsoft.com/office/drawing/2014/main" id="{F1DFE027-D966-33F7-8FB6-577F4BC1376B}"/>
              </a:ext>
            </a:extLst>
          </p:cNvPr>
          <p:cNvGrpSpPr/>
          <p:nvPr/>
        </p:nvGrpSpPr>
        <p:grpSpPr>
          <a:xfrm>
            <a:off x="7023524" y="3918816"/>
            <a:ext cx="700616" cy="264388"/>
            <a:chOff x="5151235" y="2985879"/>
            <a:chExt cx="835229" cy="315185"/>
          </a:xfr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6D092A33-F7BA-92C7-5853-E91A76E98BD8}"/>
                </a:ext>
              </a:extLst>
            </p:cNvPr>
            <p:cNvSpPr/>
            <p:nvPr/>
          </p:nvSpPr>
          <p:spPr>
            <a:xfrm>
              <a:off x="5411257" y="2985879"/>
              <a:ext cx="315185" cy="315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539A8700-9678-28E2-660E-29277DCE12BA}"/>
                </a:ext>
              </a:extLst>
            </p:cNvPr>
            <p:cNvSpPr/>
            <p:nvPr/>
          </p:nvSpPr>
          <p:spPr>
            <a:xfrm>
              <a:off x="5779926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41998ACF-2940-FB6F-B45B-948AFDD5A03D}"/>
                </a:ext>
              </a:extLst>
            </p:cNvPr>
            <p:cNvSpPr/>
            <p:nvPr/>
          </p:nvSpPr>
          <p:spPr>
            <a:xfrm>
              <a:off x="5151235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9144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4000">
        <p14:pan/>
      </p:transition>
    </mc:Choice>
    <mc:Fallback xmlns="">
      <p:transition advClick="0" advTm="4000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CF3234-B714-9243-FBF8-32F2C419F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98FF1974-A518-66D8-626E-657F618D16D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!! 遮罩">
            <a:extLst>
              <a:ext uri="{FF2B5EF4-FFF2-40B4-BE49-F238E27FC236}">
                <a16:creationId xmlns:a16="http://schemas.microsoft.com/office/drawing/2014/main" id="{D7E9DE94-97E4-35F4-2917-FDEF9BF892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轮廓">
            <a:extLst>
              <a:ext uri="{FF2B5EF4-FFF2-40B4-BE49-F238E27FC236}">
                <a16:creationId xmlns:a16="http://schemas.microsoft.com/office/drawing/2014/main" id="{8FB8456D-F0BC-CAE0-113D-3C747FE05132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ellipse">
            <a:avLst/>
          </a:prstGeom>
          <a:noFill/>
          <a:ln w="444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2" name="!! 方位">
            <a:extLst>
              <a:ext uri="{FF2B5EF4-FFF2-40B4-BE49-F238E27FC236}">
                <a16:creationId xmlns:a16="http://schemas.microsoft.com/office/drawing/2014/main" id="{064B5901-6D64-AD63-E493-9183B1C98F06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pie">
            <a:avLst>
              <a:gd name="adj1" fmla="val 14999593"/>
              <a:gd name="adj2" fmla="val 17439421"/>
            </a:avLst>
          </a:prstGeom>
          <a:gradFill flip="none" rotWithShape="1">
            <a:gsLst>
              <a:gs pos="61000">
                <a:schemeClr val="bg1">
                  <a:alpha val="0"/>
                </a:schemeClr>
              </a:gs>
              <a:gs pos="100000">
                <a:schemeClr val="bg2"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!! 定位">
            <a:extLst>
              <a:ext uri="{FF2B5EF4-FFF2-40B4-BE49-F238E27FC236}">
                <a16:creationId xmlns:a16="http://schemas.microsoft.com/office/drawing/2014/main" id="{5151560D-064C-9B4A-0D69-762264C082D5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11" name="!! 标题2">
            <a:extLst>
              <a:ext uri="{FF2B5EF4-FFF2-40B4-BE49-F238E27FC236}">
                <a16:creationId xmlns:a16="http://schemas.microsoft.com/office/drawing/2014/main" id="{67763700-6501-C959-94C7-1765AB656BD3}"/>
              </a:ext>
            </a:extLst>
          </p:cNvPr>
          <p:cNvSpPr txBox="1"/>
          <p:nvPr/>
        </p:nvSpPr>
        <p:spPr>
          <a:xfrm>
            <a:off x="3943350" y="4381501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正在自动设置天线</a:t>
            </a:r>
          </a:p>
        </p:txBody>
      </p:sp>
      <p:sp>
        <p:nvSpPr>
          <p:cNvPr id="12" name="!! 副标题2">
            <a:extLst>
              <a:ext uri="{FF2B5EF4-FFF2-40B4-BE49-F238E27FC236}">
                <a16:creationId xmlns:a16="http://schemas.microsoft.com/office/drawing/2014/main" id="{40159A83-EE2F-02A8-6E30-5EB61FA6DEC8}"/>
              </a:ext>
            </a:extLst>
          </p:cNvPr>
          <p:cNvSpPr txBox="1"/>
          <p:nvPr/>
        </p:nvSpPr>
        <p:spPr>
          <a:xfrm>
            <a:off x="3943350" y="4940971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OPPOSans R"/>
                <a:ea typeface="OPPOSans M"/>
                <a:cs typeface="+mn-cs"/>
              </a:rPr>
              <a:t>请不要移动设备</a:t>
            </a:r>
          </a:p>
        </p:txBody>
      </p:sp>
      <p:grpSp>
        <p:nvGrpSpPr>
          <p:cNvPr id="13" name="!! 卫星">
            <a:extLst>
              <a:ext uri="{FF2B5EF4-FFF2-40B4-BE49-F238E27FC236}">
                <a16:creationId xmlns:a16="http://schemas.microsoft.com/office/drawing/2014/main" id="{10110A87-AFCC-017C-38F3-DCF168CDA1BD}"/>
              </a:ext>
            </a:extLst>
          </p:cNvPr>
          <p:cNvGrpSpPr/>
          <p:nvPr/>
        </p:nvGrpSpPr>
        <p:grpSpPr>
          <a:xfrm>
            <a:off x="9415713" y="2798302"/>
            <a:ext cx="1062702" cy="401026"/>
            <a:chOff x="5151235" y="2985879"/>
            <a:chExt cx="835229" cy="315185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58C27B79-5184-D853-261B-286AB2B37195}"/>
                </a:ext>
              </a:extLst>
            </p:cNvPr>
            <p:cNvSpPr/>
            <p:nvPr/>
          </p:nvSpPr>
          <p:spPr>
            <a:xfrm>
              <a:off x="5411257" y="2985879"/>
              <a:ext cx="315185" cy="315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DF27A0AC-8EE4-B9E3-5A51-FC0647ACBAB0}"/>
                </a:ext>
              </a:extLst>
            </p:cNvPr>
            <p:cNvSpPr/>
            <p:nvPr/>
          </p:nvSpPr>
          <p:spPr>
            <a:xfrm>
              <a:off x="5779926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AA585245-E9A9-6976-A3A0-27FD638AC958}"/>
                </a:ext>
              </a:extLst>
            </p:cNvPr>
            <p:cNvSpPr/>
            <p:nvPr/>
          </p:nvSpPr>
          <p:spPr>
            <a:xfrm>
              <a:off x="5151235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</p:grpSp>
      <p:sp>
        <p:nvSpPr>
          <p:cNvPr id="3" name="!! 中心点">
            <a:extLst>
              <a:ext uri="{FF2B5EF4-FFF2-40B4-BE49-F238E27FC236}">
                <a16:creationId xmlns:a16="http://schemas.microsoft.com/office/drawing/2014/main" id="{DB8DE98E-4AB5-EAFF-74DE-DE453C72BE14}"/>
              </a:ext>
            </a:extLst>
          </p:cNvPr>
          <p:cNvSpPr/>
          <p:nvPr/>
        </p:nvSpPr>
        <p:spPr>
          <a:xfrm>
            <a:off x="5676900" y="7664609"/>
            <a:ext cx="838200" cy="838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2488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6000">
        <p159:morph option="byObject"/>
      </p:transition>
    </mc:Choice>
    <mc:Fallback xmlns="">
      <p:transition spd="slow" advClick="0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8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7" presetClass="path" presetSubtype="0" accel="20000" decel="3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004 -0.00093 C -0.06967 -0.08496 -0.10287 -0.11366 -0.14831 -0.14028 C -0.20925 -0.17107 -0.22696 -0.18195 -0.31589 -0.18843 " pathEditMode="relative" rAng="0" ptsTypes="AAA">
                                      <p:cBhvr>
                                        <p:cTn id="11" dur="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781" y="-93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5C7108-A9AA-10B9-CB51-7F27EE3D7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AFF66454-FBFA-EEEE-90BE-D272B645447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!! 遮罩">
            <a:extLst>
              <a:ext uri="{FF2B5EF4-FFF2-40B4-BE49-F238E27FC236}">
                <a16:creationId xmlns:a16="http://schemas.microsoft.com/office/drawing/2014/main" id="{9354F2BF-E0F0-947A-E6DA-D4EE274043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轮廓">
            <a:extLst>
              <a:ext uri="{FF2B5EF4-FFF2-40B4-BE49-F238E27FC236}">
                <a16:creationId xmlns:a16="http://schemas.microsoft.com/office/drawing/2014/main" id="{3A3D630D-DFE3-D9A1-740B-7C4F268A2320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ellipse">
            <a:avLst/>
          </a:prstGeom>
          <a:noFill/>
          <a:ln w="444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2" name="!! 方位">
            <a:extLst>
              <a:ext uri="{FF2B5EF4-FFF2-40B4-BE49-F238E27FC236}">
                <a16:creationId xmlns:a16="http://schemas.microsoft.com/office/drawing/2014/main" id="{0BE14C06-6F2F-2EC5-1845-A1E87DEFB3DF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pie">
            <a:avLst>
              <a:gd name="adj1" fmla="val 14999593"/>
              <a:gd name="adj2" fmla="val 17439421"/>
            </a:avLst>
          </a:prstGeom>
          <a:gradFill flip="none" rotWithShape="1">
            <a:gsLst>
              <a:gs pos="61000">
                <a:schemeClr val="bg1">
                  <a:alpha val="0"/>
                </a:schemeClr>
              </a:gs>
              <a:gs pos="100000">
                <a:schemeClr val="bg2"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8" name="!! 定位">
            <a:extLst>
              <a:ext uri="{FF2B5EF4-FFF2-40B4-BE49-F238E27FC236}">
                <a16:creationId xmlns:a16="http://schemas.microsoft.com/office/drawing/2014/main" id="{7DE6B2E7-633F-400F-FFF4-859194B7BA2D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11" name="!! 标题3">
            <a:extLst>
              <a:ext uri="{FF2B5EF4-FFF2-40B4-BE49-F238E27FC236}">
                <a16:creationId xmlns:a16="http://schemas.microsoft.com/office/drawing/2014/main" id="{4A5E85A6-3DAC-7214-BE7B-2BCEA4B29839}"/>
              </a:ext>
            </a:extLst>
          </p:cNvPr>
          <p:cNvSpPr txBox="1"/>
          <p:nvPr/>
        </p:nvSpPr>
        <p:spPr>
          <a:xfrm>
            <a:off x="3943350" y="4381501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连接卫星中</a:t>
            </a:r>
          </a:p>
        </p:txBody>
      </p:sp>
      <p:sp>
        <p:nvSpPr>
          <p:cNvPr id="12" name="!! 副标题3">
            <a:extLst>
              <a:ext uri="{FF2B5EF4-FFF2-40B4-BE49-F238E27FC236}">
                <a16:creationId xmlns:a16="http://schemas.microsoft.com/office/drawing/2014/main" id="{9C712D87-E876-582E-D73D-2C4E815C5A2F}"/>
              </a:ext>
            </a:extLst>
          </p:cNvPr>
          <p:cNvSpPr txBox="1"/>
          <p:nvPr/>
        </p:nvSpPr>
        <p:spPr>
          <a:xfrm>
            <a:off x="3943350" y="4940971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+mn-ea"/>
                <a:cs typeface="+mn-cs"/>
              </a:rPr>
              <a:t>正在连接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+mn-ea"/>
                <a:cs typeface="+mn-cs"/>
              </a:rPr>
              <a:t>…90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+mn-ea"/>
                <a:cs typeface="+mn-cs"/>
              </a:rPr>
              <a:t>秒</a:t>
            </a:r>
          </a:p>
        </p:txBody>
      </p:sp>
      <p:grpSp>
        <p:nvGrpSpPr>
          <p:cNvPr id="13" name="!! 卫星">
            <a:extLst>
              <a:ext uri="{FF2B5EF4-FFF2-40B4-BE49-F238E27FC236}">
                <a16:creationId xmlns:a16="http://schemas.microsoft.com/office/drawing/2014/main" id="{73799616-534E-37B6-E4C0-70F435E973A3}"/>
              </a:ext>
            </a:extLst>
          </p:cNvPr>
          <p:cNvGrpSpPr/>
          <p:nvPr/>
        </p:nvGrpSpPr>
        <p:grpSpPr>
          <a:xfrm>
            <a:off x="5564649" y="1505334"/>
            <a:ext cx="1062702" cy="401026"/>
            <a:chOff x="5151235" y="2985879"/>
            <a:chExt cx="835229" cy="315185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3101C684-DBDB-651D-E937-70A2805AC6D5}"/>
                </a:ext>
              </a:extLst>
            </p:cNvPr>
            <p:cNvSpPr/>
            <p:nvPr/>
          </p:nvSpPr>
          <p:spPr>
            <a:xfrm>
              <a:off x="5411257" y="2985879"/>
              <a:ext cx="315185" cy="315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18A1F020-7AB3-4E88-31E8-03E65EA374C4}"/>
                </a:ext>
              </a:extLst>
            </p:cNvPr>
            <p:cNvSpPr/>
            <p:nvPr/>
          </p:nvSpPr>
          <p:spPr>
            <a:xfrm>
              <a:off x="5779926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23EB3B73-8640-AC6B-B357-D87C9BFDB8C9}"/>
                </a:ext>
              </a:extLst>
            </p:cNvPr>
            <p:cNvSpPr/>
            <p:nvPr/>
          </p:nvSpPr>
          <p:spPr>
            <a:xfrm>
              <a:off x="5151235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933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800"/>
    </mc:Choice>
    <mc:Fallback xmlns="">
      <p:transition advClick="0" advTm="800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F656EE-459F-C7A5-BC87-86022EBC6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25D59DE5-B85C-C561-B0D6-22B47B7F9B2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!! 遮罩">
            <a:extLst>
              <a:ext uri="{FF2B5EF4-FFF2-40B4-BE49-F238E27FC236}">
                <a16:creationId xmlns:a16="http://schemas.microsoft.com/office/drawing/2014/main" id="{B7342218-7FC5-1B1D-00B9-5B9890BB01B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轮廓">
            <a:extLst>
              <a:ext uri="{FF2B5EF4-FFF2-40B4-BE49-F238E27FC236}">
                <a16:creationId xmlns:a16="http://schemas.microsoft.com/office/drawing/2014/main" id="{D75DC01C-3CEF-329D-1648-26D91B7A8586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ellipse">
            <a:avLst/>
          </a:prstGeom>
          <a:noFill/>
          <a:ln w="444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2" name="!! 方位">
            <a:extLst>
              <a:ext uri="{FF2B5EF4-FFF2-40B4-BE49-F238E27FC236}">
                <a16:creationId xmlns:a16="http://schemas.microsoft.com/office/drawing/2014/main" id="{E45D5272-29A6-09C4-FBA2-9B56803C7950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pie">
            <a:avLst>
              <a:gd name="adj1" fmla="val 14999593"/>
              <a:gd name="adj2" fmla="val 17439421"/>
            </a:avLst>
          </a:prstGeom>
          <a:gradFill flip="none" rotWithShape="1">
            <a:gsLst>
              <a:gs pos="61000">
                <a:schemeClr val="bg1">
                  <a:alpha val="0"/>
                </a:schemeClr>
              </a:gs>
              <a:gs pos="100000">
                <a:schemeClr val="bg2"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8" name="!! 定位">
            <a:extLst>
              <a:ext uri="{FF2B5EF4-FFF2-40B4-BE49-F238E27FC236}">
                <a16:creationId xmlns:a16="http://schemas.microsoft.com/office/drawing/2014/main" id="{76A466F0-DC3C-D269-98DE-CA3C7AAF8C9A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11" name="!! 标题2">
            <a:extLst>
              <a:ext uri="{FF2B5EF4-FFF2-40B4-BE49-F238E27FC236}">
                <a16:creationId xmlns:a16="http://schemas.microsoft.com/office/drawing/2014/main" id="{20E0FB1E-35A4-3FB2-826B-B3E3948D6519}"/>
              </a:ext>
            </a:extLst>
          </p:cNvPr>
          <p:cNvSpPr txBox="1"/>
          <p:nvPr/>
        </p:nvSpPr>
        <p:spPr>
          <a:xfrm>
            <a:off x="3943350" y="4381501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连接卫星中</a:t>
            </a:r>
          </a:p>
        </p:txBody>
      </p:sp>
      <p:sp>
        <p:nvSpPr>
          <p:cNvPr id="12" name="!! 副标题2">
            <a:extLst>
              <a:ext uri="{FF2B5EF4-FFF2-40B4-BE49-F238E27FC236}">
                <a16:creationId xmlns:a16="http://schemas.microsoft.com/office/drawing/2014/main" id="{6C5B188C-0A8D-00F4-A824-4EFD74B72505}"/>
              </a:ext>
            </a:extLst>
          </p:cNvPr>
          <p:cNvSpPr txBox="1"/>
          <p:nvPr/>
        </p:nvSpPr>
        <p:spPr>
          <a:xfrm>
            <a:off x="3943350" y="4940971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正在连接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…89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秒</a:t>
            </a:r>
          </a:p>
        </p:txBody>
      </p:sp>
      <p:grpSp>
        <p:nvGrpSpPr>
          <p:cNvPr id="13" name="!! 卫星">
            <a:extLst>
              <a:ext uri="{FF2B5EF4-FFF2-40B4-BE49-F238E27FC236}">
                <a16:creationId xmlns:a16="http://schemas.microsoft.com/office/drawing/2014/main" id="{4A8AA21D-7C1A-E94C-68ED-81DCF6B5C386}"/>
              </a:ext>
            </a:extLst>
          </p:cNvPr>
          <p:cNvGrpSpPr/>
          <p:nvPr/>
        </p:nvGrpSpPr>
        <p:grpSpPr>
          <a:xfrm>
            <a:off x="5564649" y="1505334"/>
            <a:ext cx="1062702" cy="401026"/>
            <a:chOff x="5151235" y="2985879"/>
            <a:chExt cx="835229" cy="315185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51CF5F4F-7451-307A-875A-56493ECF9414}"/>
                </a:ext>
              </a:extLst>
            </p:cNvPr>
            <p:cNvSpPr/>
            <p:nvPr/>
          </p:nvSpPr>
          <p:spPr>
            <a:xfrm>
              <a:off x="5411257" y="2985879"/>
              <a:ext cx="315185" cy="315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668ADF0A-78BD-9222-546F-4399F5EC44E4}"/>
                </a:ext>
              </a:extLst>
            </p:cNvPr>
            <p:cNvSpPr/>
            <p:nvPr/>
          </p:nvSpPr>
          <p:spPr>
            <a:xfrm>
              <a:off x="5779926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C3F6289C-EE65-8381-2572-97D4571E9E99}"/>
                </a:ext>
              </a:extLst>
            </p:cNvPr>
            <p:cNvSpPr/>
            <p:nvPr/>
          </p:nvSpPr>
          <p:spPr>
            <a:xfrm>
              <a:off x="5151235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491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800"/>
    </mc:Choice>
    <mc:Fallback xmlns="">
      <p:transition advClick="0" advTm="800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0F8B36-3CBE-E787-F1B9-8E8A0B746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1E2003D8-61C8-602B-D0F6-AAD7AE1F1C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!! 遮罩">
            <a:extLst>
              <a:ext uri="{FF2B5EF4-FFF2-40B4-BE49-F238E27FC236}">
                <a16:creationId xmlns:a16="http://schemas.microsoft.com/office/drawing/2014/main" id="{569E0EC9-ED76-CE42-B664-487F93F59A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轮廓">
            <a:extLst>
              <a:ext uri="{FF2B5EF4-FFF2-40B4-BE49-F238E27FC236}">
                <a16:creationId xmlns:a16="http://schemas.microsoft.com/office/drawing/2014/main" id="{75707367-C48A-8906-50E6-5FC54D986669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ellipse">
            <a:avLst/>
          </a:prstGeom>
          <a:noFill/>
          <a:ln w="444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2" name="!! 方位">
            <a:extLst>
              <a:ext uri="{FF2B5EF4-FFF2-40B4-BE49-F238E27FC236}">
                <a16:creationId xmlns:a16="http://schemas.microsoft.com/office/drawing/2014/main" id="{8699E5EA-E574-7838-1BAF-1AEA9AD29D79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pie">
            <a:avLst>
              <a:gd name="adj1" fmla="val 14999593"/>
              <a:gd name="adj2" fmla="val 17439421"/>
            </a:avLst>
          </a:prstGeom>
          <a:gradFill flip="none" rotWithShape="1">
            <a:gsLst>
              <a:gs pos="61000">
                <a:schemeClr val="bg1">
                  <a:alpha val="0"/>
                </a:schemeClr>
              </a:gs>
              <a:gs pos="100000">
                <a:schemeClr val="bg2"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8" name="!! 定位">
            <a:extLst>
              <a:ext uri="{FF2B5EF4-FFF2-40B4-BE49-F238E27FC236}">
                <a16:creationId xmlns:a16="http://schemas.microsoft.com/office/drawing/2014/main" id="{663FE2C7-A078-BAE6-F883-9857E2EAA0DA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11" name="!! 标题2">
            <a:extLst>
              <a:ext uri="{FF2B5EF4-FFF2-40B4-BE49-F238E27FC236}">
                <a16:creationId xmlns:a16="http://schemas.microsoft.com/office/drawing/2014/main" id="{F8798411-A7DC-3012-07D9-68AC8FD62D3C}"/>
              </a:ext>
            </a:extLst>
          </p:cNvPr>
          <p:cNvSpPr txBox="1"/>
          <p:nvPr/>
        </p:nvSpPr>
        <p:spPr>
          <a:xfrm>
            <a:off x="3943350" y="4381501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连接卫星中</a:t>
            </a:r>
          </a:p>
        </p:txBody>
      </p:sp>
      <p:sp>
        <p:nvSpPr>
          <p:cNvPr id="12" name="!! 副标题2">
            <a:extLst>
              <a:ext uri="{FF2B5EF4-FFF2-40B4-BE49-F238E27FC236}">
                <a16:creationId xmlns:a16="http://schemas.microsoft.com/office/drawing/2014/main" id="{88D9DE45-B61C-D9FC-5F57-A93CC925AF5E}"/>
              </a:ext>
            </a:extLst>
          </p:cNvPr>
          <p:cNvSpPr txBox="1"/>
          <p:nvPr/>
        </p:nvSpPr>
        <p:spPr>
          <a:xfrm>
            <a:off x="3943350" y="4940971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正在连接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…88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秒</a:t>
            </a:r>
          </a:p>
        </p:txBody>
      </p:sp>
      <p:grpSp>
        <p:nvGrpSpPr>
          <p:cNvPr id="13" name="!! 卫星">
            <a:extLst>
              <a:ext uri="{FF2B5EF4-FFF2-40B4-BE49-F238E27FC236}">
                <a16:creationId xmlns:a16="http://schemas.microsoft.com/office/drawing/2014/main" id="{068ABFEA-FE74-AFBA-553C-8E95B6A9D4F1}"/>
              </a:ext>
            </a:extLst>
          </p:cNvPr>
          <p:cNvGrpSpPr/>
          <p:nvPr/>
        </p:nvGrpSpPr>
        <p:grpSpPr>
          <a:xfrm>
            <a:off x="5564649" y="1505334"/>
            <a:ext cx="1062702" cy="401026"/>
            <a:chOff x="5151235" y="2985879"/>
            <a:chExt cx="835229" cy="315185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6132A1D6-26ED-4F74-45BC-B648DBF1A71C}"/>
                </a:ext>
              </a:extLst>
            </p:cNvPr>
            <p:cNvSpPr/>
            <p:nvPr/>
          </p:nvSpPr>
          <p:spPr>
            <a:xfrm>
              <a:off x="5411257" y="2985879"/>
              <a:ext cx="315185" cy="315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31A32F63-D682-E197-7088-4D45CEC9CFDD}"/>
                </a:ext>
              </a:extLst>
            </p:cNvPr>
            <p:cNvSpPr/>
            <p:nvPr/>
          </p:nvSpPr>
          <p:spPr>
            <a:xfrm>
              <a:off x="5779926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43E69DA8-2AAD-EA81-4E33-5EA17A383B19}"/>
                </a:ext>
              </a:extLst>
            </p:cNvPr>
            <p:cNvSpPr/>
            <p:nvPr/>
          </p:nvSpPr>
          <p:spPr>
            <a:xfrm>
              <a:off x="5151235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1511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800"/>
    </mc:Choice>
    <mc:Fallback xmlns="">
      <p:transition advClick="0" advTm="800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4823D8-165E-A005-BCF1-8690F4708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F8268272-9C6B-2608-D1E1-F0BE97C2E1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!! 遮罩">
            <a:extLst>
              <a:ext uri="{FF2B5EF4-FFF2-40B4-BE49-F238E27FC236}">
                <a16:creationId xmlns:a16="http://schemas.microsoft.com/office/drawing/2014/main" id="{74338D5B-C11D-40CF-339C-744888A9D4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轮廓">
            <a:extLst>
              <a:ext uri="{FF2B5EF4-FFF2-40B4-BE49-F238E27FC236}">
                <a16:creationId xmlns:a16="http://schemas.microsoft.com/office/drawing/2014/main" id="{1264049B-5BCF-7359-2579-2CC097A39225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ellipse">
            <a:avLst/>
          </a:prstGeom>
          <a:noFill/>
          <a:ln w="444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2" name="!! 方位">
            <a:extLst>
              <a:ext uri="{FF2B5EF4-FFF2-40B4-BE49-F238E27FC236}">
                <a16:creationId xmlns:a16="http://schemas.microsoft.com/office/drawing/2014/main" id="{95319A06-6FE4-E591-CCA3-49FAA3770483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pie">
            <a:avLst>
              <a:gd name="adj1" fmla="val 14999593"/>
              <a:gd name="adj2" fmla="val 17439421"/>
            </a:avLst>
          </a:prstGeom>
          <a:gradFill flip="none" rotWithShape="1">
            <a:gsLst>
              <a:gs pos="61000">
                <a:schemeClr val="bg1">
                  <a:alpha val="0"/>
                </a:schemeClr>
              </a:gs>
              <a:gs pos="100000">
                <a:schemeClr val="bg2"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8" name="!! 定位">
            <a:extLst>
              <a:ext uri="{FF2B5EF4-FFF2-40B4-BE49-F238E27FC236}">
                <a16:creationId xmlns:a16="http://schemas.microsoft.com/office/drawing/2014/main" id="{F682EB35-14CA-4FE3-FBAA-9F98CB87E731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11" name="!! 标题2">
            <a:extLst>
              <a:ext uri="{FF2B5EF4-FFF2-40B4-BE49-F238E27FC236}">
                <a16:creationId xmlns:a16="http://schemas.microsoft.com/office/drawing/2014/main" id="{CABFFFEB-F006-2827-6A00-FFA28D275241}"/>
              </a:ext>
            </a:extLst>
          </p:cNvPr>
          <p:cNvSpPr txBox="1"/>
          <p:nvPr/>
        </p:nvSpPr>
        <p:spPr>
          <a:xfrm>
            <a:off x="3943350" y="4381501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连接卫星中</a:t>
            </a:r>
          </a:p>
        </p:txBody>
      </p:sp>
      <p:sp>
        <p:nvSpPr>
          <p:cNvPr id="12" name="!! 副标题2">
            <a:extLst>
              <a:ext uri="{FF2B5EF4-FFF2-40B4-BE49-F238E27FC236}">
                <a16:creationId xmlns:a16="http://schemas.microsoft.com/office/drawing/2014/main" id="{54ADF226-55AC-6613-1854-DAAE795BC18F}"/>
              </a:ext>
            </a:extLst>
          </p:cNvPr>
          <p:cNvSpPr txBox="1"/>
          <p:nvPr/>
        </p:nvSpPr>
        <p:spPr>
          <a:xfrm>
            <a:off x="3943350" y="4940971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正在连接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…87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秒</a:t>
            </a:r>
          </a:p>
        </p:txBody>
      </p:sp>
      <p:grpSp>
        <p:nvGrpSpPr>
          <p:cNvPr id="13" name="!! 卫星">
            <a:extLst>
              <a:ext uri="{FF2B5EF4-FFF2-40B4-BE49-F238E27FC236}">
                <a16:creationId xmlns:a16="http://schemas.microsoft.com/office/drawing/2014/main" id="{07767209-2EDC-DB23-026F-E2109947309B}"/>
              </a:ext>
            </a:extLst>
          </p:cNvPr>
          <p:cNvGrpSpPr/>
          <p:nvPr/>
        </p:nvGrpSpPr>
        <p:grpSpPr>
          <a:xfrm>
            <a:off x="5564649" y="1505334"/>
            <a:ext cx="1062702" cy="401026"/>
            <a:chOff x="5151235" y="2985879"/>
            <a:chExt cx="835229" cy="315185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6508D7D2-BF96-9F68-2F5D-CEAC4A7944D9}"/>
                </a:ext>
              </a:extLst>
            </p:cNvPr>
            <p:cNvSpPr/>
            <p:nvPr/>
          </p:nvSpPr>
          <p:spPr>
            <a:xfrm>
              <a:off x="5411257" y="2985879"/>
              <a:ext cx="315185" cy="315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337C530A-9B58-696B-1813-B2821ECDF7BD}"/>
                </a:ext>
              </a:extLst>
            </p:cNvPr>
            <p:cNvSpPr/>
            <p:nvPr/>
          </p:nvSpPr>
          <p:spPr>
            <a:xfrm>
              <a:off x="5779926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C2C04ADC-E88D-A290-89FC-0EED403984E1}"/>
                </a:ext>
              </a:extLst>
            </p:cNvPr>
            <p:cNvSpPr/>
            <p:nvPr/>
          </p:nvSpPr>
          <p:spPr>
            <a:xfrm>
              <a:off x="5151235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6765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800"/>
    </mc:Choice>
    <mc:Fallback xmlns="">
      <p:transition advClick="0" advTm="800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B9E1C7-B008-7F9B-7352-B18F8B6CE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D631B3D0-9A5C-4683-A666-64FD8636797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!! 遮罩">
            <a:extLst>
              <a:ext uri="{FF2B5EF4-FFF2-40B4-BE49-F238E27FC236}">
                <a16:creationId xmlns:a16="http://schemas.microsoft.com/office/drawing/2014/main" id="{E5DA3D6D-972D-3F24-224C-8468D073FB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轮廓">
            <a:extLst>
              <a:ext uri="{FF2B5EF4-FFF2-40B4-BE49-F238E27FC236}">
                <a16:creationId xmlns:a16="http://schemas.microsoft.com/office/drawing/2014/main" id="{50F09E70-6C6E-74E2-2BD8-88C8D1290188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ellipse">
            <a:avLst/>
          </a:prstGeom>
          <a:noFill/>
          <a:ln w="444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2" name="!! 方位">
            <a:extLst>
              <a:ext uri="{FF2B5EF4-FFF2-40B4-BE49-F238E27FC236}">
                <a16:creationId xmlns:a16="http://schemas.microsoft.com/office/drawing/2014/main" id="{59552084-5881-0BF7-7AA3-9DDD6ECCAC24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pie">
            <a:avLst>
              <a:gd name="adj1" fmla="val 14999593"/>
              <a:gd name="adj2" fmla="val 17439421"/>
            </a:avLst>
          </a:prstGeom>
          <a:gradFill flip="none" rotWithShape="1">
            <a:gsLst>
              <a:gs pos="61000">
                <a:schemeClr val="bg1">
                  <a:alpha val="0"/>
                </a:schemeClr>
              </a:gs>
              <a:gs pos="100000">
                <a:schemeClr val="bg2"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8" name="!! 定位">
            <a:extLst>
              <a:ext uri="{FF2B5EF4-FFF2-40B4-BE49-F238E27FC236}">
                <a16:creationId xmlns:a16="http://schemas.microsoft.com/office/drawing/2014/main" id="{76684A0F-45BC-DB2F-FDA5-C6D1EB679B80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11" name="!! 标题2">
            <a:extLst>
              <a:ext uri="{FF2B5EF4-FFF2-40B4-BE49-F238E27FC236}">
                <a16:creationId xmlns:a16="http://schemas.microsoft.com/office/drawing/2014/main" id="{177820AF-7DC8-DE5E-4F2E-F72AE9F73AF0}"/>
              </a:ext>
            </a:extLst>
          </p:cNvPr>
          <p:cNvSpPr txBox="1"/>
          <p:nvPr/>
        </p:nvSpPr>
        <p:spPr>
          <a:xfrm>
            <a:off x="3943350" y="4381501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连接卫星中</a:t>
            </a:r>
          </a:p>
        </p:txBody>
      </p:sp>
      <p:sp>
        <p:nvSpPr>
          <p:cNvPr id="12" name="!! 副标题2">
            <a:extLst>
              <a:ext uri="{FF2B5EF4-FFF2-40B4-BE49-F238E27FC236}">
                <a16:creationId xmlns:a16="http://schemas.microsoft.com/office/drawing/2014/main" id="{703EE60D-AC0B-BCE1-642C-48671C6B9ECA}"/>
              </a:ext>
            </a:extLst>
          </p:cNvPr>
          <p:cNvSpPr txBox="1"/>
          <p:nvPr/>
        </p:nvSpPr>
        <p:spPr>
          <a:xfrm>
            <a:off x="3943350" y="4940971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正在连接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…86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秒</a:t>
            </a:r>
          </a:p>
        </p:txBody>
      </p:sp>
      <p:grpSp>
        <p:nvGrpSpPr>
          <p:cNvPr id="13" name="!! 卫星">
            <a:extLst>
              <a:ext uri="{FF2B5EF4-FFF2-40B4-BE49-F238E27FC236}">
                <a16:creationId xmlns:a16="http://schemas.microsoft.com/office/drawing/2014/main" id="{4853F15F-7CC5-B60E-DEFC-E5D686129FBF}"/>
              </a:ext>
            </a:extLst>
          </p:cNvPr>
          <p:cNvGrpSpPr/>
          <p:nvPr/>
        </p:nvGrpSpPr>
        <p:grpSpPr>
          <a:xfrm>
            <a:off x="5564649" y="1505334"/>
            <a:ext cx="1062702" cy="401026"/>
            <a:chOff x="5151235" y="2985879"/>
            <a:chExt cx="835229" cy="315185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83DCEAFA-5131-1EE4-5DE3-49F7AA5129E0}"/>
                </a:ext>
              </a:extLst>
            </p:cNvPr>
            <p:cNvSpPr/>
            <p:nvPr/>
          </p:nvSpPr>
          <p:spPr>
            <a:xfrm>
              <a:off x="5411257" y="2985879"/>
              <a:ext cx="315185" cy="315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46496864-0BD4-9E8E-D4EA-E7A691AFE923}"/>
                </a:ext>
              </a:extLst>
            </p:cNvPr>
            <p:cNvSpPr/>
            <p:nvPr/>
          </p:nvSpPr>
          <p:spPr>
            <a:xfrm>
              <a:off x="5779926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91C04847-22E9-3239-080C-13E9C70BEE90}"/>
                </a:ext>
              </a:extLst>
            </p:cNvPr>
            <p:cNvSpPr/>
            <p:nvPr/>
          </p:nvSpPr>
          <p:spPr>
            <a:xfrm>
              <a:off x="5151235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4656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500"/>
    </mc:Choice>
    <mc:Fallback xmlns="">
      <p:transition advClick="0" advTm="500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A8CEAF-0B15-DA17-A2CF-FCC9D2A60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7569AD3A-204F-FDB2-2728-1B0DCC7E8AA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!! 遮罩">
            <a:extLst>
              <a:ext uri="{FF2B5EF4-FFF2-40B4-BE49-F238E27FC236}">
                <a16:creationId xmlns:a16="http://schemas.microsoft.com/office/drawing/2014/main" id="{9C7DC2B8-C7CB-8C40-AD22-0CECD9B2D5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轮廓">
            <a:extLst>
              <a:ext uri="{FF2B5EF4-FFF2-40B4-BE49-F238E27FC236}">
                <a16:creationId xmlns:a16="http://schemas.microsoft.com/office/drawing/2014/main" id="{A1111911-BF71-097D-07EA-69C662D8DA32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ellipse">
            <a:avLst/>
          </a:prstGeom>
          <a:noFill/>
          <a:ln w="444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8" name="!! 定位">
            <a:extLst>
              <a:ext uri="{FF2B5EF4-FFF2-40B4-BE49-F238E27FC236}">
                <a16:creationId xmlns:a16="http://schemas.microsoft.com/office/drawing/2014/main" id="{D4BA8C24-019F-219D-5D8E-A8B3386ABF25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11" name="!! 标题4">
            <a:extLst>
              <a:ext uri="{FF2B5EF4-FFF2-40B4-BE49-F238E27FC236}">
                <a16:creationId xmlns:a16="http://schemas.microsoft.com/office/drawing/2014/main" id="{70A78C74-80F5-8061-BFB4-397A536CFD98}"/>
              </a:ext>
            </a:extLst>
          </p:cNvPr>
          <p:cNvSpPr txBox="1"/>
          <p:nvPr/>
        </p:nvSpPr>
        <p:spPr>
          <a:xfrm>
            <a:off x="3943350" y="4381501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卫星已连接</a:t>
            </a:r>
          </a:p>
        </p:txBody>
      </p:sp>
      <p:sp>
        <p:nvSpPr>
          <p:cNvPr id="12" name="!! 副标题4">
            <a:extLst>
              <a:ext uri="{FF2B5EF4-FFF2-40B4-BE49-F238E27FC236}">
                <a16:creationId xmlns:a16="http://schemas.microsoft.com/office/drawing/2014/main" id="{0D6BA688-1886-D1B0-6083-52D3A174E4C6}"/>
              </a:ext>
            </a:extLst>
          </p:cNvPr>
          <p:cNvSpPr txBox="1"/>
          <p:nvPr/>
        </p:nvSpPr>
        <p:spPr>
          <a:xfrm>
            <a:off x="3943350" y="4940971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正在准备通讯</a:t>
            </a:r>
          </a:p>
        </p:txBody>
      </p:sp>
      <p:grpSp>
        <p:nvGrpSpPr>
          <p:cNvPr id="13" name="!! 卫星">
            <a:extLst>
              <a:ext uri="{FF2B5EF4-FFF2-40B4-BE49-F238E27FC236}">
                <a16:creationId xmlns:a16="http://schemas.microsoft.com/office/drawing/2014/main" id="{D0941F15-ABDC-894F-BD2E-17683542469B}"/>
              </a:ext>
            </a:extLst>
          </p:cNvPr>
          <p:cNvGrpSpPr/>
          <p:nvPr/>
        </p:nvGrpSpPr>
        <p:grpSpPr>
          <a:xfrm>
            <a:off x="5564649" y="1505334"/>
            <a:ext cx="1062702" cy="401026"/>
            <a:chOff x="5151235" y="2985879"/>
            <a:chExt cx="835229" cy="315185"/>
          </a:xfrm>
          <a:solidFill>
            <a:schemeClr val="accent4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84E9FC30-9772-3A2C-216C-84B1B0AA115A}"/>
                </a:ext>
              </a:extLst>
            </p:cNvPr>
            <p:cNvSpPr/>
            <p:nvPr/>
          </p:nvSpPr>
          <p:spPr>
            <a:xfrm>
              <a:off x="5411257" y="2985879"/>
              <a:ext cx="315185" cy="315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EF3517DA-1AC6-CFE6-90BD-FE8FB591E5C8}"/>
                </a:ext>
              </a:extLst>
            </p:cNvPr>
            <p:cNvSpPr/>
            <p:nvPr/>
          </p:nvSpPr>
          <p:spPr>
            <a:xfrm>
              <a:off x="5779926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7B76F9E1-2C6B-3A69-8351-30EC86E18E23}"/>
                </a:ext>
              </a:extLst>
            </p:cNvPr>
            <p:cNvSpPr/>
            <p:nvPr/>
          </p:nvSpPr>
          <p:spPr>
            <a:xfrm>
              <a:off x="5151235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342A2D78-3219-D849-0C37-90D40EB10361}"/>
              </a:ext>
            </a:extLst>
          </p:cNvPr>
          <p:cNvGrpSpPr/>
          <p:nvPr/>
        </p:nvGrpSpPr>
        <p:grpSpPr>
          <a:xfrm>
            <a:off x="3875137" y="6958329"/>
            <a:ext cx="2042373" cy="704838"/>
            <a:chOff x="1927647" y="3732963"/>
            <a:chExt cx="2042373" cy="704838"/>
          </a:xfrm>
        </p:grpSpPr>
        <p:sp>
          <p:nvSpPr>
            <p:cNvPr id="29" name="!! 颜色遮罩">
              <a:extLst>
                <a:ext uri="{FF2B5EF4-FFF2-40B4-BE49-F238E27FC236}">
                  <a16:creationId xmlns:a16="http://schemas.microsoft.com/office/drawing/2014/main" id="{AFD893DE-E541-6E56-97AF-8D1D71322014}"/>
                </a:ext>
              </a:extLst>
            </p:cNvPr>
            <p:cNvSpPr>
              <a:spLocks/>
            </p:cNvSpPr>
            <p:nvPr/>
          </p:nvSpPr>
          <p:spPr>
            <a:xfrm>
              <a:off x="1927647" y="3732963"/>
              <a:ext cx="2042373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grpSp>
          <p:nvGrpSpPr>
            <p:cNvPr id="30" name="!! Leaf">
              <a:extLst>
                <a:ext uri="{FF2B5EF4-FFF2-40B4-BE49-F238E27FC236}">
                  <a16:creationId xmlns:a16="http://schemas.microsoft.com/office/drawing/2014/main" id="{186BDBB6-20A7-C447-5524-1E7EC1640737}"/>
                </a:ext>
              </a:extLst>
            </p:cNvPr>
            <p:cNvGrpSpPr/>
            <p:nvPr/>
          </p:nvGrpSpPr>
          <p:grpSpPr>
            <a:xfrm>
              <a:off x="2164038" y="3862181"/>
              <a:ext cx="446400" cy="446400"/>
              <a:chOff x="2567898" y="5909843"/>
              <a:chExt cx="446400" cy="446400"/>
            </a:xfrm>
          </p:grpSpPr>
          <p:sp>
            <p:nvSpPr>
              <p:cNvPr id="37" name="!! 背景">
                <a:extLst>
                  <a:ext uri="{FF2B5EF4-FFF2-40B4-BE49-F238E27FC236}">
                    <a16:creationId xmlns:a16="http://schemas.microsoft.com/office/drawing/2014/main" id="{CC464311-F7B7-C898-20A5-EE1088DF7E67}"/>
                  </a:ext>
                </a:extLst>
              </p:cNvPr>
              <p:cNvSpPr/>
              <p:nvPr/>
            </p:nvSpPr>
            <p:spPr>
              <a:xfrm>
                <a:off x="2567898" y="5909843"/>
                <a:ext cx="446400" cy="446400"/>
              </a:xfrm>
              <a:prstGeom prst="roundRect">
                <a:avLst/>
              </a:prstGeom>
              <a:solidFill>
                <a:srgbClr val="FFFFFF">
                  <a:lumMod val="95000"/>
                  <a:alpha val="2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38" name="!! leaf" descr="树叶 纯色填充">
                <a:extLst>
                  <a:ext uri="{FF2B5EF4-FFF2-40B4-BE49-F238E27FC236}">
                    <a16:creationId xmlns:a16="http://schemas.microsoft.com/office/drawing/2014/main" id="{F4CE4C77-7FD5-EE10-B117-665B2A8DE8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628428" y="5972614"/>
                <a:ext cx="326678" cy="326678"/>
              </a:xfrm>
              <a:prstGeom prst="rect">
                <a:avLst/>
              </a:prstGeom>
            </p:spPr>
          </p:pic>
        </p:grpSp>
        <p:grpSp>
          <p:nvGrpSpPr>
            <p:cNvPr id="31" name="电话">
              <a:extLst>
                <a:ext uri="{FF2B5EF4-FFF2-40B4-BE49-F238E27FC236}">
                  <a16:creationId xmlns:a16="http://schemas.microsoft.com/office/drawing/2014/main" id="{7AE65213-3675-D2CA-B14B-8E9F2511F0F4}"/>
                </a:ext>
              </a:extLst>
            </p:cNvPr>
            <p:cNvGrpSpPr/>
            <p:nvPr/>
          </p:nvGrpSpPr>
          <p:grpSpPr>
            <a:xfrm>
              <a:off x="2731985" y="3859533"/>
              <a:ext cx="446930" cy="446930"/>
              <a:chOff x="4725145" y="3205535"/>
              <a:chExt cx="446930" cy="446930"/>
            </a:xfrm>
          </p:grpSpPr>
          <p:sp>
            <p:nvSpPr>
              <p:cNvPr id="35" name="背景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E77775A6-5481-B6AF-C627-32FD24D93A4B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00DE30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36" name="前景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4172552C-7F18-719A-2F55-E72C559B63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/>
            </p:blipFill>
            <p:spPr>
              <a:xfrm>
                <a:off x="4834575" y="3314965"/>
                <a:ext cx="228070" cy="228070"/>
              </a:xfrm>
              <a:prstGeom prst="rect">
                <a:avLst/>
              </a:prstGeom>
            </p:spPr>
          </p:pic>
        </p:grpSp>
        <p:grpSp>
          <p:nvGrpSpPr>
            <p:cNvPr id="32" name="电话">
              <a:extLst>
                <a:ext uri="{FF2B5EF4-FFF2-40B4-BE49-F238E27FC236}">
                  <a16:creationId xmlns:a16="http://schemas.microsoft.com/office/drawing/2014/main" id="{E5417028-13EF-8D2C-6343-5C607D060551}"/>
                </a:ext>
              </a:extLst>
            </p:cNvPr>
            <p:cNvGrpSpPr/>
            <p:nvPr/>
          </p:nvGrpSpPr>
          <p:grpSpPr>
            <a:xfrm>
              <a:off x="3305913" y="3868931"/>
              <a:ext cx="446930" cy="446930"/>
              <a:chOff x="4725145" y="3205535"/>
              <a:chExt cx="446930" cy="446930"/>
            </a:xfrm>
          </p:grpSpPr>
          <p:sp>
            <p:nvSpPr>
              <p:cNvPr id="33" name="背景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7FE4DE0B-2523-BE1A-88D6-E7BD79133160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1D78FF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34" name="前景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8D361FBE-583C-C6A7-2FE3-24BD0752F3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stretch/>
            </p:blipFill>
            <p:spPr>
              <a:xfrm>
                <a:off x="4834575" y="3330845"/>
                <a:ext cx="228070" cy="228070"/>
              </a:xfrm>
              <a:prstGeom prst="rect">
                <a:avLst/>
              </a:prstGeom>
            </p:spPr>
          </p:pic>
        </p:grp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5DC05E3D-CDB8-16C4-5343-3CA7C5E02FE6}"/>
              </a:ext>
            </a:extLst>
          </p:cNvPr>
          <p:cNvGrpSpPr/>
          <p:nvPr/>
        </p:nvGrpSpPr>
        <p:grpSpPr>
          <a:xfrm>
            <a:off x="6016923" y="7103931"/>
            <a:ext cx="2452159" cy="704838"/>
            <a:chOff x="4869919" y="5962663"/>
            <a:chExt cx="2452159" cy="704838"/>
          </a:xfrm>
        </p:grpSpPr>
        <p:sp>
          <p:nvSpPr>
            <p:cNvPr id="47" name="!! 颜色遮罩">
              <a:extLst>
                <a:ext uri="{FF2B5EF4-FFF2-40B4-BE49-F238E27FC236}">
                  <a16:creationId xmlns:a16="http://schemas.microsoft.com/office/drawing/2014/main" id="{837FCFF9-3E3D-5EA6-B287-CDFC1F55BC4F}"/>
                </a:ext>
              </a:extLst>
            </p:cNvPr>
            <p:cNvSpPr>
              <a:spLocks/>
            </p:cNvSpPr>
            <p:nvPr/>
          </p:nvSpPr>
          <p:spPr>
            <a:xfrm>
              <a:off x="4869919" y="5962663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48" name="!! 运营商">
              <a:extLst>
                <a:ext uri="{FF2B5EF4-FFF2-40B4-BE49-F238E27FC236}">
                  <a16:creationId xmlns:a16="http://schemas.microsoft.com/office/drawing/2014/main" id="{F093E63E-0D09-1B17-F749-B40F2A515CE3}"/>
                </a:ext>
              </a:extLst>
            </p:cNvPr>
            <p:cNvSpPr txBox="1"/>
            <p:nvPr/>
          </p:nvSpPr>
          <p:spPr>
            <a:xfrm>
              <a:off x="5230811" y="6095493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卫星网络</a:t>
              </a:r>
            </a:p>
          </p:txBody>
        </p:sp>
        <p:pic>
          <p:nvPicPr>
            <p:cNvPr id="49" name="!! 通知">
              <a:extLst>
                <a:ext uri="{FF2B5EF4-FFF2-40B4-BE49-F238E27FC236}">
                  <a16:creationId xmlns:a16="http://schemas.microsoft.com/office/drawing/2014/main" id="{F397F6CF-6FFD-66FA-9314-7A30509786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981292" y="6130475"/>
              <a:ext cx="152400" cy="152400"/>
            </a:xfrm>
            <a:prstGeom prst="rect">
              <a:avLst/>
            </a:prstGeom>
          </p:spPr>
        </p:pic>
        <p:pic>
          <p:nvPicPr>
            <p:cNvPr id="50" name="!! 电池">
              <a:extLst>
                <a:ext uri="{FF2B5EF4-FFF2-40B4-BE49-F238E27FC236}">
                  <a16:creationId xmlns:a16="http://schemas.microsoft.com/office/drawing/2014/main" id="{0CFFF7F6-AB14-4DD2-971F-94D9AD0559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5099046" y="6354004"/>
              <a:ext cx="191558" cy="191558"/>
            </a:xfrm>
            <a:prstGeom prst="rect">
              <a:avLst/>
            </a:prstGeom>
          </p:spPr>
        </p:pic>
        <p:sp>
          <p:nvSpPr>
            <p:cNvPr id="51" name="!! 时间">
              <a:extLst>
                <a:ext uri="{FF2B5EF4-FFF2-40B4-BE49-F238E27FC236}">
                  <a16:creationId xmlns:a16="http://schemas.microsoft.com/office/drawing/2014/main" id="{FAEACCA0-145A-F5E0-2D63-5AA820AD55B9}"/>
                </a:ext>
              </a:extLst>
            </p:cNvPr>
            <p:cNvSpPr txBox="1"/>
            <p:nvPr/>
          </p:nvSpPr>
          <p:spPr>
            <a:xfrm>
              <a:off x="6444193" y="6330559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52" name="!! AC">
              <a:extLst>
                <a:ext uri="{FF2B5EF4-FFF2-40B4-BE49-F238E27FC236}">
                  <a16:creationId xmlns:a16="http://schemas.microsoft.com/office/drawing/2014/main" id="{4D9B86DE-48BE-EE97-FC66-8A0857CAF18B}"/>
                </a:ext>
              </a:extLst>
            </p:cNvPr>
            <p:cNvSpPr txBox="1"/>
            <p:nvPr/>
          </p:nvSpPr>
          <p:spPr>
            <a:xfrm>
              <a:off x="5228428" y="6334367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53" name="!! 声音">
              <a:extLst>
                <a:ext uri="{FF2B5EF4-FFF2-40B4-BE49-F238E27FC236}">
                  <a16:creationId xmlns:a16="http://schemas.microsoft.com/office/drawing/2014/main" id="{315E4733-0534-52DD-D159-DE2C5A5F4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6742093" y="6116709"/>
              <a:ext cx="179932" cy="179932"/>
            </a:xfrm>
            <a:prstGeom prst="rect">
              <a:avLst/>
            </a:prstGeom>
          </p:spPr>
        </p:pic>
        <p:grpSp>
          <p:nvGrpSpPr>
            <p:cNvPr id="54" name="!! 卫星2">
              <a:extLst>
                <a:ext uri="{FF2B5EF4-FFF2-40B4-BE49-F238E27FC236}">
                  <a16:creationId xmlns:a16="http://schemas.microsoft.com/office/drawing/2014/main" id="{C17440DE-D82F-C2A0-512D-BD0C25212CDD}"/>
                </a:ext>
              </a:extLst>
            </p:cNvPr>
            <p:cNvGrpSpPr/>
            <p:nvPr/>
          </p:nvGrpSpPr>
          <p:grpSpPr>
            <a:xfrm rot="2323695" flipH="1">
              <a:off x="5085472" y="6158128"/>
              <a:ext cx="220894" cy="83358"/>
              <a:chOff x="5204410" y="3028417"/>
              <a:chExt cx="835228" cy="315185"/>
            </a:xfrm>
            <a:solidFill>
              <a:schemeClr val="bg2"/>
            </a:solidFill>
            <a:effectLst/>
          </p:grpSpPr>
          <p:sp>
            <p:nvSpPr>
              <p:cNvPr id="55" name="椭圆 54">
                <a:extLst>
                  <a:ext uri="{FF2B5EF4-FFF2-40B4-BE49-F238E27FC236}">
                    <a16:creationId xmlns:a16="http://schemas.microsoft.com/office/drawing/2014/main" id="{3178D64C-35D8-4DBC-AAD1-1A17801E663D}"/>
                  </a:ext>
                </a:extLst>
              </p:cNvPr>
              <p:cNvSpPr/>
              <p:nvPr/>
            </p:nvSpPr>
            <p:spPr>
              <a:xfrm>
                <a:off x="5464433" y="3028417"/>
                <a:ext cx="315184" cy="31518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56" name="矩形: 圆角 55">
                <a:extLst>
                  <a:ext uri="{FF2B5EF4-FFF2-40B4-BE49-F238E27FC236}">
                    <a16:creationId xmlns:a16="http://schemas.microsoft.com/office/drawing/2014/main" id="{293827E1-F937-9339-741F-9227A80FB87E}"/>
                  </a:ext>
                </a:extLst>
              </p:cNvPr>
              <p:cNvSpPr/>
              <p:nvPr/>
            </p:nvSpPr>
            <p:spPr>
              <a:xfrm>
                <a:off x="5833101" y="3144099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57" name="矩形: 圆角 56">
                <a:extLst>
                  <a:ext uri="{FF2B5EF4-FFF2-40B4-BE49-F238E27FC236}">
                    <a16:creationId xmlns:a16="http://schemas.microsoft.com/office/drawing/2014/main" id="{BF5B7A4D-7232-58F1-0BD5-B27AEE8236A5}"/>
                  </a:ext>
                </a:extLst>
              </p:cNvPr>
              <p:cNvSpPr/>
              <p:nvPr/>
            </p:nvSpPr>
            <p:spPr>
              <a:xfrm>
                <a:off x="5204410" y="3144101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</p:grpSp>
      </p:grpSp>
      <p:sp>
        <p:nvSpPr>
          <p:cNvPr id="58" name="椭圆 57">
            <a:extLst>
              <a:ext uri="{FF2B5EF4-FFF2-40B4-BE49-F238E27FC236}">
                <a16:creationId xmlns:a16="http://schemas.microsoft.com/office/drawing/2014/main" id="{9F9A032F-4C72-2B8F-F241-681D818200F4}"/>
              </a:ext>
            </a:extLst>
          </p:cNvPr>
          <p:cNvSpPr/>
          <p:nvPr/>
        </p:nvSpPr>
        <p:spPr>
          <a:xfrm>
            <a:off x="5441747" y="5421992"/>
            <a:ext cx="150848" cy="15084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9C09B2C5-5EDE-7199-7645-D05D30A43565}"/>
              </a:ext>
            </a:extLst>
          </p:cNvPr>
          <p:cNvSpPr/>
          <p:nvPr/>
        </p:nvSpPr>
        <p:spPr>
          <a:xfrm>
            <a:off x="5820063" y="5421992"/>
            <a:ext cx="150848" cy="15084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5D9404CC-DAB0-6516-F9AC-716539D33678}"/>
              </a:ext>
            </a:extLst>
          </p:cNvPr>
          <p:cNvSpPr/>
          <p:nvPr/>
        </p:nvSpPr>
        <p:spPr>
          <a:xfrm>
            <a:off x="6198379" y="5421992"/>
            <a:ext cx="150848" cy="15084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90E29974-AB2B-D5C2-3681-8EACC0C5209C}"/>
              </a:ext>
            </a:extLst>
          </p:cNvPr>
          <p:cNvSpPr/>
          <p:nvPr/>
        </p:nvSpPr>
        <p:spPr>
          <a:xfrm>
            <a:off x="6575033" y="5421992"/>
            <a:ext cx="150848" cy="15084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53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4000"/>
    </mc:Choice>
    <mc:Fallback xmlns="">
      <p:transition advClick="0" advTm="4000"/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9EC5F3-2C78-0CFA-80EB-760B1374B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35E952B1-98C0-1EB9-9181-71A57C9DEBB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!! 定位">
            <a:extLst>
              <a:ext uri="{FF2B5EF4-FFF2-40B4-BE49-F238E27FC236}">
                <a16:creationId xmlns:a16="http://schemas.microsoft.com/office/drawing/2014/main" id="{48C32926-12EC-BB81-0DFE-1C7CB2144B7C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0834E512-03AD-4763-73DD-6C8C7BE2BB79}"/>
              </a:ext>
            </a:extLst>
          </p:cNvPr>
          <p:cNvGrpSpPr/>
          <p:nvPr/>
        </p:nvGrpSpPr>
        <p:grpSpPr>
          <a:xfrm>
            <a:off x="3722919" y="5990589"/>
            <a:ext cx="2042373" cy="704838"/>
            <a:chOff x="1927647" y="3732963"/>
            <a:chExt cx="2042373" cy="704838"/>
          </a:xfrm>
        </p:grpSpPr>
        <p:sp>
          <p:nvSpPr>
            <p:cNvPr id="50" name="!! 颜色遮罩">
              <a:extLst>
                <a:ext uri="{FF2B5EF4-FFF2-40B4-BE49-F238E27FC236}">
                  <a16:creationId xmlns:a16="http://schemas.microsoft.com/office/drawing/2014/main" id="{95FCFD41-EA41-3201-D9FB-36CC14D9C2AE}"/>
                </a:ext>
              </a:extLst>
            </p:cNvPr>
            <p:cNvSpPr>
              <a:spLocks/>
            </p:cNvSpPr>
            <p:nvPr/>
          </p:nvSpPr>
          <p:spPr>
            <a:xfrm>
              <a:off x="1927647" y="3732963"/>
              <a:ext cx="2042373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grpSp>
          <p:nvGrpSpPr>
            <p:cNvPr id="51" name="!! Leaf">
              <a:extLst>
                <a:ext uri="{FF2B5EF4-FFF2-40B4-BE49-F238E27FC236}">
                  <a16:creationId xmlns:a16="http://schemas.microsoft.com/office/drawing/2014/main" id="{6A4F8BAB-2196-2AF2-E9CA-14ADAE953277}"/>
                </a:ext>
              </a:extLst>
            </p:cNvPr>
            <p:cNvGrpSpPr/>
            <p:nvPr/>
          </p:nvGrpSpPr>
          <p:grpSpPr>
            <a:xfrm>
              <a:off x="2164038" y="3862181"/>
              <a:ext cx="446400" cy="446400"/>
              <a:chOff x="2567898" y="5909843"/>
              <a:chExt cx="446400" cy="446400"/>
            </a:xfrm>
          </p:grpSpPr>
          <p:sp>
            <p:nvSpPr>
              <p:cNvPr id="52" name="!! 背景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9A8AD99B-4F13-D5D2-CA3E-C986EA03C943}"/>
                  </a:ext>
                </a:extLst>
              </p:cNvPr>
              <p:cNvSpPr/>
              <p:nvPr/>
            </p:nvSpPr>
            <p:spPr>
              <a:xfrm>
                <a:off x="2567898" y="5909843"/>
                <a:ext cx="446400" cy="446400"/>
              </a:xfrm>
              <a:prstGeom prst="roundRect">
                <a:avLst/>
              </a:prstGeom>
              <a:solidFill>
                <a:srgbClr val="FFFFFF">
                  <a:lumMod val="95000"/>
                  <a:alpha val="2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53" name="!! leaf" descr="树叶 纯色填充">
                <a:extLst>
                  <a:ext uri="{FF2B5EF4-FFF2-40B4-BE49-F238E27FC236}">
                    <a16:creationId xmlns:a16="http://schemas.microsoft.com/office/drawing/2014/main" id="{21E49A99-4799-FC09-404D-A106DFD5A3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628428" y="5972614"/>
                <a:ext cx="326678" cy="326678"/>
              </a:xfrm>
              <a:prstGeom prst="rect">
                <a:avLst/>
              </a:prstGeom>
            </p:spPr>
          </p:pic>
        </p:grpSp>
        <p:grpSp>
          <p:nvGrpSpPr>
            <p:cNvPr id="54" name="电话">
              <a:extLst>
                <a:ext uri="{FF2B5EF4-FFF2-40B4-BE49-F238E27FC236}">
                  <a16:creationId xmlns:a16="http://schemas.microsoft.com/office/drawing/2014/main" id="{009779BA-EC04-AB2D-5B38-14B21554CE57}"/>
                </a:ext>
              </a:extLst>
            </p:cNvPr>
            <p:cNvGrpSpPr/>
            <p:nvPr/>
          </p:nvGrpSpPr>
          <p:grpSpPr>
            <a:xfrm>
              <a:off x="2731985" y="3859533"/>
              <a:ext cx="446930" cy="446930"/>
              <a:chOff x="4725145" y="3205535"/>
              <a:chExt cx="446930" cy="446930"/>
            </a:xfrm>
          </p:grpSpPr>
          <p:sp>
            <p:nvSpPr>
              <p:cNvPr id="55" name="背景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064BA84A-0912-346C-4A4E-4C8DCF405D45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00DE30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56" name="前景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7D44D2DE-23B3-B2C7-0CE1-F4343947D8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/>
            </p:blipFill>
            <p:spPr>
              <a:xfrm>
                <a:off x="4834575" y="3314965"/>
                <a:ext cx="228070" cy="228070"/>
              </a:xfrm>
              <a:prstGeom prst="rect">
                <a:avLst/>
              </a:prstGeom>
            </p:spPr>
          </p:pic>
        </p:grpSp>
        <p:grpSp>
          <p:nvGrpSpPr>
            <p:cNvPr id="57" name="电话">
              <a:extLst>
                <a:ext uri="{FF2B5EF4-FFF2-40B4-BE49-F238E27FC236}">
                  <a16:creationId xmlns:a16="http://schemas.microsoft.com/office/drawing/2014/main" id="{6CE8D13D-564E-9B04-B9F9-CB4DB6C8452D}"/>
                </a:ext>
              </a:extLst>
            </p:cNvPr>
            <p:cNvGrpSpPr/>
            <p:nvPr/>
          </p:nvGrpSpPr>
          <p:grpSpPr>
            <a:xfrm>
              <a:off x="3305913" y="3868931"/>
              <a:ext cx="446930" cy="446930"/>
              <a:chOff x="4725145" y="3205535"/>
              <a:chExt cx="446930" cy="446930"/>
            </a:xfrm>
          </p:grpSpPr>
          <p:sp>
            <p:nvSpPr>
              <p:cNvPr id="58" name="背景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5F8799F9-F8B1-98E9-272A-F2969BD92540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1D78FF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59" name="前景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A15CE600-8D39-B138-D2AD-71227A3491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stretch/>
            </p:blipFill>
            <p:spPr>
              <a:xfrm>
                <a:off x="4834575" y="3330845"/>
                <a:ext cx="228070" cy="228070"/>
              </a:xfrm>
              <a:prstGeom prst="rect">
                <a:avLst/>
              </a:prstGeom>
            </p:spPr>
          </p:pic>
        </p:grp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83B058FF-DDC3-5C66-6045-B2A089827B6D}"/>
              </a:ext>
            </a:extLst>
          </p:cNvPr>
          <p:cNvGrpSpPr/>
          <p:nvPr/>
        </p:nvGrpSpPr>
        <p:grpSpPr>
          <a:xfrm>
            <a:off x="6016923" y="5991411"/>
            <a:ext cx="2452159" cy="704838"/>
            <a:chOff x="4869919" y="5962663"/>
            <a:chExt cx="2452159" cy="704838"/>
          </a:xfrm>
        </p:grpSpPr>
        <p:sp>
          <p:nvSpPr>
            <p:cNvPr id="63" name="!! 颜色遮罩">
              <a:extLst>
                <a:ext uri="{FF2B5EF4-FFF2-40B4-BE49-F238E27FC236}">
                  <a16:creationId xmlns:a16="http://schemas.microsoft.com/office/drawing/2014/main" id="{42562B1D-1C21-DCCD-074F-1EBC09F31DF4}"/>
                </a:ext>
              </a:extLst>
            </p:cNvPr>
            <p:cNvSpPr>
              <a:spLocks/>
            </p:cNvSpPr>
            <p:nvPr/>
          </p:nvSpPr>
          <p:spPr>
            <a:xfrm>
              <a:off x="4869919" y="5962663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64" name="!! 运营商">
              <a:extLst>
                <a:ext uri="{FF2B5EF4-FFF2-40B4-BE49-F238E27FC236}">
                  <a16:creationId xmlns:a16="http://schemas.microsoft.com/office/drawing/2014/main" id="{6EE5E55A-F760-4DCB-BA7A-BF38C22D2F68}"/>
                </a:ext>
              </a:extLst>
            </p:cNvPr>
            <p:cNvSpPr txBox="1"/>
            <p:nvPr/>
          </p:nvSpPr>
          <p:spPr>
            <a:xfrm>
              <a:off x="5230811" y="6095493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卫星网络</a:t>
              </a:r>
            </a:p>
          </p:txBody>
        </p:sp>
        <p:pic>
          <p:nvPicPr>
            <p:cNvPr id="65" name="!! 通知">
              <a:extLst>
                <a:ext uri="{FF2B5EF4-FFF2-40B4-BE49-F238E27FC236}">
                  <a16:creationId xmlns:a16="http://schemas.microsoft.com/office/drawing/2014/main" id="{079F1F49-4865-AE7D-D906-86E5B6E521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981292" y="6130475"/>
              <a:ext cx="152400" cy="152400"/>
            </a:xfrm>
            <a:prstGeom prst="rect">
              <a:avLst/>
            </a:prstGeom>
          </p:spPr>
        </p:pic>
        <p:pic>
          <p:nvPicPr>
            <p:cNvPr id="66" name="!! 电池">
              <a:extLst>
                <a:ext uri="{FF2B5EF4-FFF2-40B4-BE49-F238E27FC236}">
                  <a16:creationId xmlns:a16="http://schemas.microsoft.com/office/drawing/2014/main" id="{05481758-46D6-2563-E5AD-DF9B5B52F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5099046" y="6354004"/>
              <a:ext cx="191558" cy="191558"/>
            </a:xfrm>
            <a:prstGeom prst="rect">
              <a:avLst/>
            </a:prstGeom>
          </p:spPr>
        </p:pic>
        <p:sp>
          <p:nvSpPr>
            <p:cNvPr id="67" name="!! 时间">
              <a:extLst>
                <a:ext uri="{FF2B5EF4-FFF2-40B4-BE49-F238E27FC236}">
                  <a16:creationId xmlns:a16="http://schemas.microsoft.com/office/drawing/2014/main" id="{79CFF919-D048-C233-E4F7-258EECD058C2}"/>
                </a:ext>
              </a:extLst>
            </p:cNvPr>
            <p:cNvSpPr txBox="1"/>
            <p:nvPr/>
          </p:nvSpPr>
          <p:spPr>
            <a:xfrm>
              <a:off x="6444193" y="6330559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68" name="!! AC">
              <a:extLst>
                <a:ext uri="{FF2B5EF4-FFF2-40B4-BE49-F238E27FC236}">
                  <a16:creationId xmlns:a16="http://schemas.microsoft.com/office/drawing/2014/main" id="{E90DD14F-3232-B33D-C85D-2F79151A862F}"/>
                </a:ext>
              </a:extLst>
            </p:cNvPr>
            <p:cNvSpPr txBox="1"/>
            <p:nvPr/>
          </p:nvSpPr>
          <p:spPr>
            <a:xfrm>
              <a:off x="5228428" y="6334367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69" name="!! 声音">
              <a:extLst>
                <a:ext uri="{FF2B5EF4-FFF2-40B4-BE49-F238E27FC236}">
                  <a16:creationId xmlns:a16="http://schemas.microsoft.com/office/drawing/2014/main" id="{0397A4E2-B31C-4D09-A866-CA7E85E927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6742093" y="6116709"/>
              <a:ext cx="179932" cy="179932"/>
            </a:xfrm>
            <a:prstGeom prst="rect">
              <a:avLst/>
            </a:prstGeom>
          </p:spPr>
        </p:pic>
        <p:grpSp>
          <p:nvGrpSpPr>
            <p:cNvPr id="70" name="!! 卫星2">
              <a:extLst>
                <a:ext uri="{FF2B5EF4-FFF2-40B4-BE49-F238E27FC236}">
                  <a16:creationId xmlns:a16="http://schemas.microsoft.com/office/drawing/2014/main" id="{B196135E-DFAD-5607-BD7E-6A67E39B65A6}"/>
                </a:ext>
              </a:extLst>
            </p:cNvPr>
            <p:cNvGrpSpPr/>
            <p:nvPr/>
          </p:nvGrpSpPr>
          <p:grpSpPr>
            <a:xfrm rot="2323695" flipH="1">
              <a:off x="5085472" y="6158128"/>
              <a:ext cx="220894" cy="83358"/>
              <a:chOff x="5204410" y="3028417"/>
              <a:chExt cx="835228" cy="315185"/>
            </a:xfrm>
            <a:solidFill>
              <a:schemeClr val="bg2"/>
            </a:solidFill>
            <a:effectLst/>
          </p:grpSpPr>
          <p:sp>
            <p:nvSpPr>
              <p:cNvPr id="71" name="椭圆 70">
                <a:extLst>
                  <a:ext uri="{FF2B5EF4-FFF2-40B4-BE49-F238E27FC236}">
                    <a16:creationId xmlns:a16="http://schemas.microsoft.com/office/drawing/2014/main" id="{0EA11DEA-F209-0157-65E3-0AB98DBFFE7D}"/>
                  </a:ext>
                </a:extLst>
              </p:cNvPr>
              <p:cNvSpPr/>
              <p:nvPr/>
            </p:nvSpPr>
            <p:spPr>
              <a:xfrm>
                <a:off x="5464433" y="3028417"/>
                <a:ext cx="315184" cy="31518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72" name="矩形: 圆角 71">
                <a:extLst>
                  <a:ext uri="{FF2B5EF4-FFF2-40B4-BE49-F238E27FC236}">
                    <a16:creationId xmlns:a16="http://schemas.microsoft.com/office/drawing/2014/main" id="{34A05064-5150-3609-3F5F-5AC19400F347}"/>
                  </a:ext>
                </a:extLst>
              </p:cNvPr>
              <p:cNvSpPr/>
              <p:nvPr/>
            </p:nvSpPr>
            <p:spPr>
              <a:xfrm>
                <a:off x="5833101" y="3144099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73" name="矩形: 圆角 72">
                <a:extLst>
                  <a:ext uri="{FF2B5EF4-FFF2-40B4-BE49-F238E27FC236}">
                    <a16:creationId xmlns:a16="http://schemas.microsoft.com/office/drawing/2014/main" id="{BA5AFFBF-50BC-C736-DF91-AA2FBE2C1A56}"/>
                  </a:ext>
                </a:extLst>
              </p:cNvPr>
              <p:cNvSpPr/>
              <p:nvPr/>
            </p:nvSpPr>
            <p:spPr>
              <a:xfrm>
                <a:off x="5204410" y="3144101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</p:grpSp>
      </p:grpSp>
      <p:sp>
        <p:nvSpPr>
          <p:cNvPr id="2" name="!! 背景板">
            <a:extLst>
              <a:ext uri="{FF2B5EF4-FFF2-40B4-BE49-F238E27FC236}">
                <a16:creationId xmlns:a16="http://schemas.microsoft.com/office/drawing/2014/main" id="{397C4740-8F77-7366-9020-F6E983E0EBE5}"/>
              </a:ext>
            </a:extLst>
          </p:cNvPr>
          <p:cNvSpPr/>
          <p:nvPr/>
        </p:nvSpPr>
        <p:spPr>
          <a:xfrm>
            <a:off x="3953329" y="6120700"/>
            <a:ext cx="1594786" cy="43984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2971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E3F39B-585D-A4C2-D7DF-A66B854B0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49B697A1-544D-7903-782F-18ABB697766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!! 定位">
            <a:extLst>
              <a:ext uri="{FF2B5EF4-FFF2-40B4-BE49-F238E27FC236}">
                <a16:creationId xmlns:a16="http://schemas.microsoft.com/office/drawing/2014/main" id="{20062AA1-F1A8-4955-000B-09345C09EB83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AFD88544-31F5-3B1C-EB17-12266810617D}"/>
              </a:ext>
            </a:extLst>
          </p:cNvPr>
          <p:cNvGrpSpPr/>
          <p:nvPr/>
        </p:nvGrpSpPr>
        <p:grpSpPr>
          <a:xfrm>
            <a:off x="3722919" y="5990589"/>
            <a:ext cx="2042373" cy="704838"/>
            <a:chOff x="1927647" y="3732963"/>
            <a:chExt cx="2042373" cy="704838"/>
          </a:xfrm>
        </p:grpSpPr>
        <p:sp>
          <p:nvSpPr>
            <p:cNvPr id="50" name="!! 颜色遮罩">
              <a:extLst>
                <a:ext uri="{FF2B5EF4-FFF2-40B4-BE49-F238E27FC236}">
                  <a16:creationId xmlns:a16="http://schemas.microsoft.com/office/drawing/2014/main" id="{A276589A-CD77-989F-FADC-10221ADFD9EB}"/>
                </a:ext>
              </a:extLst>
            </p:cNvPr>
            <p:cNvSpPr>
              <a:spLocks/>
            </p:cNvSpPr>
            <p:nvPr/>
          </p:nvSpPr>
          <p:spPr>
            <a:xfrm>
              <a:off x="1927647" y="3732963"/>
              <a:ext cx="2042373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grpSp>
          <p:nvGrpSpPr>
            <p:cNvPr id="51" name="!! Leaf">
              <a:extLst>
                <a:ext uri="{FF2B5EF4-FFF2-40B4-BE49-F238E27FC236}">
                  <a16:creationId xmlns:a16="http://schemas.microsoft.com/office/drawing/2014/main" id="{6B798F7E-11FD-B346-FAE9-59A27C398B5D}"/>
                </a:ext>
              </a:extLst>
            </p:cNvPr>
            <p:cNvGrpSpPr/>
            <p:nvPr/>
          </p:nvGrpSpPr>
          <p:grpSpPr>
            <a:xfrm>
              <a:off x="2164038" y="3862181"/>
              <a:ext cx="446400" cy="446400"/>
              <a:chOff x="2567898" y="5909843"/>
              <a:chExt cx="446400" cy="446400"/>
            </a:xfrm>
          </p:grpSpPr>
          <p:sp>
            <p:nvSpPr>
              <p:cNvPr id="52" name="!! 背景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89C0E793-B5D5-02F2-CCEC-798DAD2A6381}"/>
                  </a:ext>
                </a:extLst>
              </p:cNvPr>
              <p:cNvSpPr/>
              <p:nvPr/>
            </p:nvSpPr>
            <p:spPr>
              <a:xfrm>
                <a:off x="2567898" y="5909843"/>
                <a:ext cx="446400" cy="446400"/>
              </a:xfrm>
              <a:prstGeom prst="roundRect">
                <a:avLst/>
              </a:prstGeom>
              <a:solidFill>
                <a:srgbClr val="FFFFFF">
                  <a:lumMod val="95000"/>
                  <a:alpha val="2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53" name="!! leaf" descr="树叶 纯色填充">
                <a:extLst>
                  <a:ext uri="{FF2B5EF4-FFF2-40B4-BE49-F238E27FC236}">
                    <a16:creationId xmlns:a16="http://schemas.microsoft.com/office/drawing/2014/main" id="{D0D65ECC-973F-D4BC-19A2-85B44A3705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628428" y="5972614"/>
                <a:ext cx="326678" cy="326678"/>
              </a:xfrm>
              <a:prstGeom prst="rect">
                <a:avLst/>
              </a:prstGeom>
            </p:spPr>
          </p:pic>
        </p:grpSp>
        <p:grpSp>
          <p:nvGrpSpPr>
            <p:cNvPr id="54" name="电话">
              <a:extLst>
                <a:ext uri="{FF2B5EF4-FFF2-40B4-BE49-F238E27FC236}">
                  <a16:creationId xmlns:a16="http://schemas.microsoft.com/office/drawing/2014/main" id="{193C9B1B-1930-7630-1078-33B25D8FAD61}"/>
                </a:ext>
              </a:extLst>
            </p:cNvPr>
            <p:cNvGrpSpPr/>
            <p:nvPr/>
          </p:nvGrpSpPr>
          <p:grpSpPr>
            <a:xfrm>
              <a:off x="2731985" y="3859533"/>
              <a:ext cx="446930" cy="446930"/>
              <a:chOff x="4725145" y="3205535"/>
              <a:chExt cx="446930" cy="446930"/>
            </a:xfrm>
          </p:grpSpPr>
          <p:sp>
            <p:nvSpPr>
              <p:cNvPr id="55" name="背景">
                <a:extLst>
                  <a:ext uri="{FF2B5EF4-FFF2-40B4-BE49-F238E27FC236}">
                    <a16:creationId xmlns:a16="http://schemas.microsoft.com/office/drawing/2014/main" id="{5AFC816F-0E95-E672-F2DB-EB7726EE103C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00DE30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56" name="前景">
                <a:extLst>
                  <a:ext uri="{FF2B5EF4-FFF2-40B4-BE49-F238E27FC236}">
                    <a16:creationId xmlns:a16="http://schemas.microsoft.com/office/drawing/2014/main" id="{44F3A8C3-8DDF-939F-DA48-917B79AD04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/>
              <a:stretch/>
            </p:blipFill>
            <p:spPr>
              <a:xfrm>
                <a:off x="4834575" y="3314965"/>
                <a:ext cx="228070" cy="228070"/>
              </a:xfrm>
              <a:prstGeom prst="rect">
                <a:avLst/>
              </a:prstGeom>
            </p:spPr>
          </p:pic>
        </p:grpSp>
        <p:grpSp>
          <p:nvGrpSpPr>
            <p:cNvPr id="57" name="电话">
              <a:extLst>
                <a:ext uri="{FF2B5EF4-FFF2-40B4-BE49-F238E27FC236}">
                  <a16:creationId xmlns:a16="http://schemas.microsoft.com/office/drawing/2014/main" id="{B091E4B4-390E-14A7-3333-749E67D586B9}"/>
                </a:ext>
              </a:extLst>
            </p:cNvPr>
            <p:cNvGrpSpPr/>
            <p:nvPr/>
          </p:nvGrpSpPr>
          <p:grpSpPr>
            <a:xfrm>
              <a:off x="3305913" y="3868931"/>
              <a:ext cx="446930" cy="446930"/>
              <a:chOff x="4725145" y="3205535"/>
              <a:chExt cx="446930" cy="446930"/>
            </a:xfrm>
          </p:grpSpPr>
          <p:sp>
            <p:nvSpPr>
              <p:cNvPr id="58" name="背景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CAA6CFD8-352B-5B90-3893-7469EF34CD42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1D78FF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59" name="前景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F152A45F-4B39-E77C-7327-EE0D5A1DBE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stretch/>
            </p:blipFill>
            <p:spPr>
              <a:xfrm>
                <a:off x="4834575" y="3330845"/>
                <a:ext cx="228070" cy="228070"/>
              </a:xfrm>
              <a:prstGeom prst="rect">
                <a:avLst/>
              </a:prstGeom>
            </p:spPr>
          </p:pic>
        </p:grp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EA2AB666-C74E-5265-894F-3E7FB406D945}"/>
              </a:ext>
            </a:extLst>
          </p:cNvPr>
          <p:cNvGrpSpPr/>
          <p:nvPr/>
        </p:nvGrpSpPr>
        <p:grpSpPr>
          <a:xfrm>
            <a:off x="6016923" y="5991411"/>
            <a:ext cx="2452159" cy="704838"/>
            <a:chOff x="4869919" y="5962663"/>
            <a:chExt cx="2452159" cy="704838"/>
          </a:xfrm>
        </p:grpSpPr>
        <p:sp>
          <p:nvSpPr>
            <p:cNvPr id="63" name="!! 颜色遮罩">
              <a:extLst>
                <a:ext uri="{FF2B5EF4-FFF2-40B4-BE49-F238E27FC236}">
                  <a16:creationId xmlns:a16="http://schemas.microsoft.com/office/drawing/2014/main" id="{EB064C19-A3C8-6680-C428-DD4D696254C5}"/>
                </a:ext>
              </a:extLst>
            </p:cNvPr>
            <p:cNvSpPr>
              <a:spLocks/>
            </p:cNvSpPr>
            <p:nvPr/>
          </p:nvSpPr>
          <p:spPr>
            <a:xfrm>
              <a:off x="4869919" y="5962663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64" name="!! 运营商">
              <a:extLst>
                <a:ext uri="{FF2B5EF4-FFF2-40B4-BE49-F238E27FC236}">
                  <a16:creationId xmlns:a16="http://schemas.microsoft.com/office/drawing/2014/main" id="{DCE86236-FD2E-2B05-F1D1-9E08F749104A}"/>
                </a:ext>
              </a:extLst>
            </p:cNvPr>
            <p:cNvSpPr txBox="1"/>
            <p:nvPr/>
          </p:nvSpPr>
          <p:spPr>
            <a:xfrm>
              <a:off x="5230811" y="6095493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卫星网络</a:t>
              </a:r>
            </a:p>
          </p:txBody>
        </p:sp>
        <p:pic>
          <p:nvPicPr>
            <p:cNvPr id="65" name="!! 通知">
              <a:extLst>
                <a:ext uri="{FF2B5EF4-FFF2-40B4-BE49-F238E27FC236}">
                  <a16:creationId xmlns:a16="http://schemas.microsoft.com/office/drawing/2014/main" id="{12B64357-430B-FDF0-5A78-84821867B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981292" y="6130475"/>
              <a:ext cx="152400" cy="152400"/>
            </a:xfrm>
            <a:prstGeom prst="rect">
              <a:avLst/>
            </a:prstGeom>
          </p:spPr>
        </p:pic>
        <p:pic>
          <p:nvPicPr>
            <p:cNvPr id="66" name="!! 电池">
              <a:extLst>
                <a:ext uri="{FF2B5EF4-FFF2-40B4-BE49-F238E27FC236}">
                  <a16:creationId xmlns:a16="http://schemas.microsoft.com/office/drawing/2014/main" id="{3DEB0977-9202-7A8D-FD48-7423A5A10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5099046" y="6354004"/>
              <a:ext cx="191558" cy="191558"/>
            </a:xfrm>
            <a:prstGeom prst="rect">
              <a:avLst/>
            </a:prstGeom>
          </p:spPr>
        </p:pic>
        <p:sp>
          <p:nvSpPr>
            <p:cNvPr id="67" name="!! 时间">
              <a:extLst>
                <a:ext uri="{FF2B5EF4-FFF2-40B4-BE49-F238E27FC236}">
                  <a16:creationId xmlns:a16="http://schemas.microsoft.com/office/drawing/2014/main" id="{CFCEA1AF-B7AA-064E-A265-5A186494CB59}"/>
                </a:ext>
              </a:extLst>
            </p:cNvPr>
            <p:cNvSpPr txBox="1"/>
            <p:nvPr/>
          </p:nvSpPr>
          <p:spPr>
            <a:xfrm>
              <a:off x="6444193" y="6330559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68" name="!! AC">
              <a:extLst>
                <a:ext uri="{FF2B5EF4-FFF2-40B4-BE49-F238E27FC236}">
                  <a16:creationId xmlns:a16="http://schemas.microsoft.com/office/drawing/2014/main" id="{9ECB611C-7A06-AEBE-9E80-D91621D46252}"/>
                </a:ext>
              </a:extLst>
            </p:cNvPr>
            <p:cNvSpPr txBox="1"/>
            <p:nvPr/>
          </p:nvSpPr>
          <p:spPr>
            <a:xfrm>
              <a:off x="5228428" y="6334367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69" name="!! 声音">
              <a:extLst>
                <a:ext uri="{FF2B5EF4-FFF2-40B4-BE49-F238E27FC236}">
                  <a16:creationId xmlns:a16="http://schemas.microsoft.com/office/drawing/2014/main" id="{BE449B1B-D69A-76B7-9103-A05660F2F5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6742093" y="6116709"/>
              <a:ext cx="179932" cy="179932"/>
            </a:xfrm>
            <a:prstGeom prst="rect">
              <a:avLst/>
            </a:prstGeom>
          </p:spPr>
        </p:pic>
        <p:grpSp>
          <p:nvGrpSpPr>
            <p:cNvPr id="70" name="!! 卫星2">
              <a:extLst>
                <a:ext uri="{FF2B5EF4-FFF2-40B4-BE49-F238E27FC236}">
                  <a16:creationId xmlns:a16="http://schemas.microsoft.com/office/drawing/2014/main" id="{47ABDDA4-0C6B-BF2B-21F9-1C48D9102647}"/>
                </a:ext>
              </a:extLst>
            </p:cNvPr>
            <p:cNvGrpSpPr/>
            <p:nvPr/>
          </p:nvGrpSpPr>
          <p:grpSpPr>
            <a:xfrm rot="2323695" flipH="1">
              <a:off x="5085472" y="6158128"/>
              <a:ext cx="220894" cy="83358"/>
              <a:chOff x="5204410" y="3028417"/>
              <a:chExt cx="835228" cy="315185"/>
            </a:xfrm>
            <a:solidFill>
              <a:schemeClr val="bg2"/>
            </a:solidFill>
            <a:effectLst/>
          </p:grpSpPr>
          <p:sp>
            <p:nvSpPr>
              <p:cNvPr id="71" name="椭圆 70">
                <a:extLst>
                  <a:ext uri="{FF2B5EF4-FFF2-40B4-BE49-F238E27FC236}">
                    <a16:creationId xmlns:a16="http://schemas.microsoft.com/office/drawing/2014/main" id="{0B103ABA-6CCE-EB3A-815E-A0F3D0B276ED}"/>
                  </a:ext>
                </a:extLst>
              </p:cNvPr>
              <p:cNvSpPr/>
              <p:nvPr/>
            </p:nvSpPr>
            <p:spPr>
              <a:xfrm>
                <a:off x="5464433" y="3028417"/>
                <a:ext cx="315184" cy="31518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72" name="矩形: 圆角 71">
                <a:extLst>
                  <a:ext uri="{FF2B5EF4-FFF2-40B4-BE49-F238E27FC236}">
                    <a16:creationId xmlns:a16="http://schemas.microsoft.com/office/drawing/2014/main" id="{BD77217B-C704-499B-BB5C-9123644516CB}"/>
                  </a:ext>
                </a:extLst>
              </p:cNvPr>
              <p:cNvSpPr/>
              <p:nvPr/>
            </p:nvSpPr>
            <p:spPr>
              <a:xfrm>
                <a:off x="5833101" y="3144099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73" name="矩形: 圆角 72">
                <a:extLst>
                  <a:ext uri="{FF2B5EF4-FFF2-40B4-BE49-F238E27FC236}">
                    <a16:creationId xmlns:a16="http://schemas.microsoft.com/office/drawing/2014/main" id="{B52E188C-BD3A-2463-28F7-825E8611996E}"/>
                  </a:ext>
                </a:extLst>
              </p:cNvPr>
              <p:cNvSpPr/>
              <p:nvPr/>
            </p:nvSpPr>
            <p:spPr>
              <a:xfrm>
                <a:off x="5204410" y="3144101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</p:grpSp>
      </p:grpSp>
      <p:sp>
        <p:nvSpPr>
          <p:cNvPr id="2" name="!! 背景板">
            <a:extLst>
              <a:ext uri="{FF2B5EF4-FFF2-40B4-BE49-F238E27FC236}">
                <a16:creationId xmlns:a16="http://schemas.microsoft.com/office/drawing/2014/main" id="{39261425-6F9B-0A3E-0305-59BB0169E4C1}"/>
              </a:ext>
            </a:extLst>
          </p:cNvPr>
          <p:cNvSpPr/>
          <p:nvPr/>
        </p:nvSpPr>
        <p:spPr>
          <a:xfrm>
            <a:off x="3722918" y="578013"/>
            <a:ext cx="4746163" cy="5071400"/>
          </a:xfrm>
          <a:prstGeom prst="roundRect">
            <a:avLst>
              <a:gd name="adj" fmla="val 2766"/>
            </a:avLst>
          </a:prstGeom>
          <a:solidFill>
            <a:schemeClr val="tx1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6003212-B6E7-32C2-55E3-579FE3E7035A}"/>
              </a:ext>
            </a:extLst>
          </p:cNvPr>
          <p:cNvSpPr txBox="1"/>
          <p:nvPr/>
        </p:nvSpPr>
        <p:spPr>
          <a:xfrm>
            <a:off x="5347135" y="972562"/>
            <a:ext cx="1505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</a:rPr>
              <a:t>卫星拨号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97C979E-02FE-0344-1621-10F5E6F76BF9}"/>
              </a:ext>
            </a:extLst>
          </p:cNvPr>
          <p:cNvSpPr txBox="1"/>
          <p:nvPr/>
        </p:nvSpPr>
        <p:spPr>
          <a:xfrm>
            <a:off x="5169635" y="2943137"/>
            <a:ext cx="1861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正在开发中</a:t>
            </a:r>
          </a:p>
        </p:txBody>
      </p:sp>
    </p:spTree>
    <p:extLst>
      <p:ext uri="{BB962C8B-B14F-4D97-AF65-F5344CB8AC3E}">
        <p14:creationId xmlns:p14="http://schemas.microsoft.com/office/powerpoint/2010/main" val="2406160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DF8372-078D-9778-3F44-5CB26CD04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2CDBD796-C70B-6665-3D9F-2C4A6E24C65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!! 定位">
            <a:extLst>
              <a:ext uri="{FF2B5EF4-FFF2-40B4-BE49-F238E27FC236}">
                <a16:creationId xmlns:a16="http://schemas.microsoft.com/office/drawing/2014/main" id="{AE6DA753-177C-1A5E-F96C-4323659F5015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8ED12C22-DF5D-3C9F-708E-62760C19D0B1}"/>
              </a:ext>
            </a:extLst>
          </p:cNvPr>
          <p:cNvGrpSpPr/>
          <p:nvPr/>
        </p:nvGrpSpPr>
        <p:grpSpPr>
          <a:xfrm>
            <a:off x="3722919" y="5990589"/>
            <a:ext cx="2042373" cy="704838"/>
            <a:chOff x="1927647" y="3732963"/>
            <a:chExt cx="2042373" cy="704838"/>
          </a:xfrm>
        </p:grpSpPr>
        <p:sp>
          <p:nvSpPr>
            <p:cNvPr id="50" name="!! 颜色遮罩">
              <a:extLst>
                <a:ext uri="{FF2B5EF4-FFF2-40B4-BE49-F238E27FC236}">
                  <a16:creationId xmlns:a16="http://schemas.microsoft.com/office/drawing/2014/main" id="{435D258C-8C15-9D80-5E3A-5A0A0DDFD56E}"/>
                </a:ext>
              </a:extLst>
            </p:cNvPr>
            <p:cNvSpPr>
              <a:spLocks/>
            </p:cNvSpPr>
            <p:nvPr/>
          </p:nvSpPr>
          <p:spPr>
            <a:xfrm>
              <a:off x="1927647" y="3732963"/>
              <a:ext cx="2042373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grpSp>
          <p:nvGrpSpPr>
            <p:cNvPr id="51" name="!! Leaf">
              <a:extLst>
                <a:ext uri="{FF2B5EF4-FFF2-40B4-BE49-F238E27FC236}">
                  <a16:creationId xmlns:a16="http://schemas.microsoft.com/office/drawing/2014/main" id="{46686806-3B10-307E-7B6D-BF53F9D2B46B}"/>
                </a:ext>
              </a:extLst>
            </p:cNvPr>
            <p:cNvGrpSpPr/>
            <p:nvPr/>
          </p:nvGrpSpPr>
          <p:grpSpPr>
            <a:xfrm>
              <a:off x="2164038" y="3862181"/>
              <a:ext cx="446400" cy="446400"/>
              <a:chOff x="2567898" y="5909843"/>
              <a:chExt cx="446400" cy="446400"/>
            </a:xfrm>
          </p:grpSpPr>
          <p:sp>
            <p:nvSpPr>
              <p:cNvPr id="52" name="!! 背景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3FEF5AC2-25BE-CF1F-78EE-F26CB12B4BEF}"/>
                  </a:ext>
                </a:extLst>
              </p:cNvPr>
              <p:cNvSpPr/>
              <p:nvPr/>
            </p:nvSpPr>
            <p:spPr>
              <a:xfrm>
                <a:off x="2567898" y="5909843"/>
                <a:ext cx="446400" cy="446400"/>
              </a:xfrm>
              <a:prstGeom prst="roundRect">
                <a:avLst/>
              </a:prstGeom>
              <a:solidFill>
                <a:srgbClr val="FFFFFF">
                  <a:lumMod val="95000"/>
                  <a:alpha val="2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53" name="!! leaf" descr="树叶 纯色填充">
                <a:extLst>
                  <a:ext uri="{FF2B5EF4-FFF2-40B4-BE49-F238E27FC236}">
                    <a16:creationId xmlns:a16="http://schemas.microsoft.com/office/drawing/2014/main" id="{9FAB6FA5-E23E-45B6-7A40-101BA96FC2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628428" y="5972614"/>
                <a:ext cx="326678" cy="326678"/>
              </a:xfrm>
              <a:prstGeom prst="rect">
                <a:avLst/>
              </a:prstGeom>
            </p:spPr>
          </p:pic>
        </p:grpSp>
        <p:grpSp>
          <p:nvGrpSpPr>
            <p:cNvPr id="54" name="电话">
              <a:extLst>
                <a:ext uri="{FF2B5EF4-FFF2-40B4-BE49-F238E27FC236}">
                  <a16:creationId xmlns:a16="http://schemas.microsoft.com/office/drawing/2014/main" id="{EE2DEB28-CCCE-3FA8-F85C-EC9647DC8AB4}"/>
                </a:ext>
              </a:extLst>
            </p:cNvPr>
            <p:cNvGrpSpPr/>
            <p:nvPr/>
          </p:nvGrpSpPr>
          <p:grpSpPr>
            <a:xfrm>
              <a:off x="2731985" y="3859533"/>
              <a:ext cx="446930" cy="446930"/>
              <a:chOff x="4725145" y="3205535"/>
              <a:chExt cx="446930" cy="446930"/>
            </a:xfrm>
          </p:grpSpPr>
          <p:sp>
            <p:nvSpPr>
              <p:cNvPr id="55" name="背景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C4A619F5-2468-A491-4F38-F654438C5C6C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00DE30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56" name="前景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CEB4B38A-FB68-BC96-7393-79111778C3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/>
              <a:stretch/>
            </p:blipFill>
            <p:spPr>
              <a:xfrm>
                <a:off x="4834575" y="3314965"/>
                <a:ext cx="228070" cy="228070"/>
              </a:xfrm>
              <a:prstGeom prst="rect">
                <a:avLst/>
              </a:prstGeom>
            </p:spPr>
          </p:pic>
        </p:grpSp>
        <p:grpSp>
          <p:nvGrpSpPr>
            <p:cNvPr id="57" name="电话">
              <a:extLst>
                <a:ext uri="{FF2B5EF4-FFF2-40B4-BE49-F238E27FC236}">
                  <a16:creationId xmlns:a16="http://schemas.microsoft.com/office/drawing/2014/main" id="{7D87FF08-4A12-A83A-3B53-77E9469B7458}"/>
                </a:ext>
              </a:extLst>
            </p:cNvPr>
            <p:cNvGrpSpPr/>
            <p:nvPr/>
          </p:nvGrpSpPr>
          <p:grpSpPr>
            <a:xfrm>
              <a:off x="3305913" y="3868931"/>
              <a:ext cx="446930" cy="446930"/>
              <a:chOff x="4725145" y="3205535"/>
              <a:chExt cx="446930" cy="446930"/>
            </a:xfrm>
          </p:grpSpPr>
          <p:sp>
            <p:nvSpPr>
              <p:cNvPr id="58" name="背景">
                <a:extLst>
                  <a:ext uri="{FF2B5EF4-FFF2-40B4-BE49-F238E27FC236}">
                    <a16:creationId xmlns:a16="http://schemas.microsoft.com/office/drawing/2014/main" id="{DEF4FC5F-EA79-01CA-149A-A0009650B1CB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1D78FF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59" name="前景">
                <a:extLst>
                  <a:ext uri="{FF2B5EF4-FFF2-40B4-BE49-F238E27FC236}">
                    <a16:creationId xmlns:a16="http://schemas.microsoft.com/office/drawing/2014/main" id="{AC4BACA1-0E1F-1905-75A9-47863F8B9D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rcRect/>
              <a:stretch/>
            </p:blipFill>
            <p:spPr>
              <a:xfrm>
                <a:off x="4834575" y="3330845"/>
                <a:ext cx="228070" cy="228070"/>
              </a:xfrm>
              <a:prstGeom prst="rect">
                <a:avLst/>
              </a:prstGeom>
            </p:spPr>
          </p:pic>
        </p:grp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FC2B4395-3588-E04A-E0A7-B9426D393AC7}"/>
              </a:ext>
            </a:extLst>
          </p:cNvPr>
          <p:cNvGrpSpPr/>
          <p:nvPr/>
        </p:nvGrpSpPr>
        <p:grpSpPr>
          <a:xfrm>
            <a:off x="6016923" y="5991411"/>
            <a:ext cx="2452159" cy="704838"/>
            <a:chOff x="4869919" y="5962663"/>
            <a:chExt cx="2452159" cy="704838"/>
          </a:xfrm>
        </p:grpSpPr>
        <p:sp>
          <p:nvSpPr>
            <p:cNvPr id="63" name="!! 颜色遮罩">
              <a:extLst>
                <a:ext uri="{FF2B5EF4-FFF2-40B4-BE49-F238E27FC236}">
                  <a16:creationId xmlns:a16="http://schemas.microsoft.com/office/drawing/2014/main" id="{D033397B-49E2-9E6A-C683-20CD26E389C1}"/>
                </a:ext>
              </a:extLst>
            </p:cNvPr>
            <p:cNvSpPr>
              <a:spLocks/>
            </p:cNvSpPr>
            <p:nvPr/>
          </p:nvSpPr>
          <p:spPr>
            <a:xfrm>
              <a:off x="4869919" y="5962663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64" name="!! 运营商">
              <a:extLst>
                <a:ext uri="{FF2B5EF4-FFF2-40B4-BE49-F238E27FC236}">
                  <a16:creationId xmlns:a16="http://schemas.microsoft.com/office/drawing/2014/main" id="{485F0C53-9172-8045-8709-7A96D2C7FDFB}"/>
                </a:ext>
              </a:extLst>
            </p:cNvPr>
            <p:cNvSpPr txBox="1"/>
            <p:nvPr/>
          </p:nvSpPr>
          <p:spPr>
            <a:xfrm>
              <a:off x="5230811" y="6095493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卫星网络</a:t>
              </a:r>
            </a:p>
          </p:txBody>
        </p:sp>
        <p:pic>
          <p:nvPicPr>
            <p:cNvPr id="65" name="!! 通知">
              <a:extLst>
                <a:ext uri="{FF2B5EF4-FFF2-40B4-BE49-F238E27FC236}">
                  <a16:creationId xmlns:a16="http://schemas.microsoft.com/office/drawing/2014/main" id="{8ACA7A9A-3554-B059-9D4A-05BAD161FC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981292" y="6130475"/>
              <a:ext cx="152400" cy="152400"/>
            </a:xfrm>
            <a:prstGeom prst="rect">
              <a:avLst/>
            </a:prstGeom>
          </p:spPr>
        </p:pic>
        <p:pic>
          <p:nvPicPr>
            <p:cNvPr id="66" name="!! 电池">
              <a:extLst>
                <a:ext uri="{FF2B5EF4-FFF2-40B4-BE49-F238E27FC236}">
                  <a16:creationId xmlns:a16="http://schemas.microsoft.com/office/drawing/2014/main" id="{91D121C8-9C78-9738-EAF5-F1DB9126BE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099046" y="6354004"/>
              <a:ext cx="191558" cy="191558"/>
            </a:xfrm>
            <a:prstGeom prst="rect">
              <a:avLst/>
            </a:prstGeom>
          </p:spPr>
        </p:pic>
        <p:sp>
          <p:nvSpPr>
            <p:cNvPr id="67" name="!! 时间">
              <a:extLst>
                <a:ext uri="{FF2B5EF4-FFF2-40B4-BE49-F238E27FC236}">
                  <a16:creationId xmlns:a16="http://schemas.microsoft.com/office/drawing/2014/main" id="{739D7831-F2BF-B454-617E-3331A7604275}"/>
                </a:ext>
              </a:extLst>
            </p:cNvPr>
            <p:cNvSpPr txBox="1"/>
            <p:nvPr/>
          </p:nvSpPr>
          <p:spPr>
            <a:xfrm>
              <a:off x="6444193" y="6330559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68" name="!! AC">
              <a:extLst>
                <a:ext uri="{FF2B5EF4-FFF2-40B4-BE49-F238E27FC236}">
                  <a16:creationId xmlns:a16="http://schemas.microsoft.com/office/drawing/2014/main" id="{C346590A-31EB-555F-ED9E-B01AED6454A9}"/>
                </a:ext>
              </a:extLst>
            </p:cNvPr>
            <p:cNvSpPr txBox="1"/>
            <p:nvPr/>
          </p:nvSpPr>
          <p:spPr>
            <a:xfrm>
              <a:off x="5228428" y="6334367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69" name="!! 声音">
              <a:extLst>
                <a:ext uri="{FF2B5EF4-FFF2-40B4-BE49-F238E27FC236}">
                  <a16:creationId xmlns:a16="http://schemas.microsoft.com/office/drawing/2014/main" id="{9777E3DC-BE6D-5417-65DF-529F86921E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6742093" y="6116709"/>
              <a:ext cx="179932" cy="179932"/>
            </a:xfrm>
            <a:prstGeom prst="rect">
              <a:avLst/>
            </a:prstGeom>
          </p:spPr>
        </p:pic>
        <p:grpSp>
          <p:nvGrpSpPr>
            <p:cNvPr id="70" name="!! 卫星2">
              <a:extLst>
                <a:ext uri="{FF2B5EF4-FFF2-40B4-BE49-F238E27FC236}">
                  <a16:creationId xmlns:a16="http://schemas.microsoft.com/office/drawing/2014/main" id="{1F2540A6-F816-4F23-5C41-C02C154388AC}"/>
                </a:ext>
              </a:extLst>
            </p:cNvPr>
            <p:cNvGrpSpPr/>
            <p:nvPr/>
          </p:nvGrpSpPr>
          <p:grpSpPr>
            <a:xfrm rot="2323695" flipH="1">
              <a:off x="5085472" y="6158128"/>
              <a:ext cx="220894" cy="83358"/>
              <a:chOff x="5204410" y="3028417"/>
              <a:chExt cx="835228" cy="315185"/>
            </a:xfrm>
            <a:solidFill>
              <a:schemeClr val="bg2"/>
            </a:solidFill>
            <a:effectLst/>
          </p:grpSpPr>
          <p:sp>
            <p:nvSpPr>
              <p:cNvPr id="71" name="椭圆 70">
                <a:extLst>
                  <a:ext uri="{FF2B5EF4-FFF2-40B4-BE49-F238E27FC236}">
                    <a16:creationId xmlns:a16="http://schemas.microsoft.com/office/drawing/2014/main" id="{E8727FF1-2DB5-DF1F-7B50-8A462F3E2B5E}"/>
                  </a:ext>
                </a:extLst>
              </p:cNvPr>
              <p:cNvSpPr/>
              <p:nvPr/>
            </p:nvSpPr>
            <p:spPr>
              <a:xfrm>
                <a:off x="5464433" y="3028417"/>
                <a:ext cx="315184" cy="31518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72" name="矩形: 圆角 71">
                <a:extLst>
                  <a:ext uri="{FF2B5EF4-FFF2-40B4-BE49-F238E27FC236}">
                    <a16:creationId xmlns:a16="http://schemas.microsoft.com/office/drawing/2014/main" id="{9659A242-57CE-6493-12DE-00752C29E9B9}"/>
                  </a:ext>
                </a:extLst>
              </p:cNvPr>
              <p:cNvSpPr/>
              <p:nvPr/>
            </p:nvSpPr>
            <p:spPr>
              <a:xfrm>
                <a:off x="5833101" y="3144099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73" name="矩形: 圆角 72">
                <a:extLst>
                  <a:ext uri="{FF2B5EF4-FFF2-40B4-BE49-F238E27FC236}">
                    <a16:creationId xmlns:a16="http://schemas.microsoft.com/office/drawing/2014/main" id="{886BEE2E-76A1-9278-D7A8-845091EBC9D8}"/>
                  </a:ext>
                </a:extLst>
              </p:cNvPr>
              <p:cNvSpPr/>
              <p:nvPr/>
            </p:nvSpPr>
            <p:spPr>
              <a:xfrm>
                <a:off x="5204410" y="3144101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</p:grpSp>
      </p:grpSp>
      <p:sp>
        <p:nvSpPr>
          <p:cNvPr id="2" name="!! 背景板">
            <a:extLst>
              <a:ext uri="{FF2B5EF4-FFF2-40B4-BE49-F238E27FC236}">
                <a16:creationId xmlns:a16="http://schemas.microsoft.com/office/drawing/2014/main" id="{DEC55997-8D5A-AFFB-C573-9BEFEF98FFC8}"/>
              </a:ext>
            </a:extLst>
          </p:cNvPr>
          <p:cNvSpPr/>
          <p:nvPr/>
        </p:nvSpPr>
        <p:spPr>
          <a:xfrm>
            <a:off x="3722918" y="578013"/>
            <a:ext cx="4746163" cy="5071400"/>
          </a:xfrm>
          <a:prstGeom prst="roundRect">
            <a:avLst>
              <a:gd name="adj" fmla="val 2766"/>
            </a:avLst>
          </a:prstGeom>
          <a:solidFill>
            <a:schemeClr val="tx1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C7A62FB-398A-50C1-5F66-30A663BF4706}"/>
              </a:ext>
            </a:extLst>
          </p:cNvPr>
          <p:cNvSpPr txBox="1"/>
          <p:nvPr/>
        </p:nvSpPr>
        <p:spPr>
          <a:xfrm>
            <a:off x="5347135" y="972562"/>
            <a:ext cx="1505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短信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1C5644-296D-2A7A-05D4-BDADF7903A35}"/>
              </a:ext>
            </a:extLst>
          </p:cNvPr>
          <p:cNvSpPr txBox="1"/>
          <p:nvPr/>
        </p:nvSpPr>
        <p:spPr>
          <a:xfrm>
            <a:off x="5169635" y="2943137"/>
            <a:ext cx="1861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正在开发中</a:t>
            </a:r>
          </a:p>
        </p:txBody>
      </p:sp>
    </p:spTree>
    <p:extLst>
      <p:ext uri="{BB962C8B-B14F-4D97-AF65-F5344CB8AC3E}">
        <p14:creationId xmlns:p14="http://schemas.microsoft.com/office/powerpoint/2010/main" val="43206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C24449-20EA-CF0B-B06B-3C2DC22FC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B01ED612-C912-5B29-63EE-7C8AF51449D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!! 定位">
            <a:extLst>
              <a:ext uri="{FF2B5EF4-FFF2-40B4-BE49-F238E27FC236}">
                <a16:creationId xmlns:a16="http://schemas.microsoft.com/office/drawing/2014/main" id="{07A1E426-49F0-C380-73C9-6F8C8A74B63C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CD9E9B4-0DC3-1A2F-EA81-6EAF0AEEC897}"/>
              </a:ext>
            </a:extLst>
          </p:cNvPr>
          <p:cNvGrpSpPr/>
          <p:nvPr/>
        </p:nvGrpSpPr>
        <p:grpSpPr>
          <a:xfrm>
            <a:off x="3722919" y="5990589"/>
            <a:ext cx="2042373" cy="704838"/>
            <a:chOff x="1927647" y="3732963"/>
            <a:chExt cx="2042373" cy="704838"/>
          </a:xfrm>
        </p:grpSpPr>
        <p:sp>
          <p:nvSpPr>
            <p:cNvPr id="15" name="!! 颜色遮罩">
              <a:extLst>
                <a:ext uri="{FF2B5EF4-FFF2-40B4-BE49-F238E27FC236}">
                  <a16:creationId xmlns:a16="http://schemas.microsoft.com/office/drawing/2014/main" id="{DE1BBB8C-B5CD-4887-2BC9-1F49B493C5D2}"/>
                </a:ext>
              </a:extLst>
            </p:cNvPr>
            <p:cNvSpPr>
              <a:spLocks/>
            </p:cNvSpPr>
            <p:nvPr/>
          </p:nvSpPr>
          <p:spPr>
            <a:xfrm>
              <a:off x="1927647" y="3732963"/>
              <a:ext cx="2042373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grpSp>
          <p:nvGrpSpPr>
            <p:cNvPr id="16" name="!! Leaf">
              <a:extLst>
                <a:ext uri="{FF2B5EF4-FFF2-40B4-BE49-F238E27FC236}">
                  <a16:creationId xmlns:a16="http://schemas.microsoft.com/office/drawing/2014/main" id="{A91D50FA-9D68-A188-9438-430FC37CC6B1}"/>
                </a:ext>
              </a:extLst>
            </p:cNvPr>
            <p:cNvGrpSpPr/>
            <p:nvPr/>
          </p:nvGrpSpPr>
          <p:grpSpPr>
            <a:xfrm>
              <a:off x="2164038" y="3862181"/>
              <a:ext cx="446400" cy="446400"/>
              <a:chOff x="2567898" y="5909843"/>
              <a:chExt cx="446400" cy="446400"/>
            </a:xfrm>
          </p:grpSpPr>
          <p:sp>
            <p:nvSpPr>
              <p:cNvPr id="23" name="!! 背景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EBA6FC1B-4BDB-0DF4-618C-4AFCCDAE48A1}"/>
                  </a:ext>
                </a:extLst>
              </p:cNvPr>
              <p:cNvSpPr/>
              <p:nvPr/>
            </p:nvSpPr>
            <p:spPr>
              <a:xfrm>
                <a:off x="2567898" y="5909843"/>
                <a:ext cx="446400" cy="446400"/>
              </a:xfrm>
              <a:prstGeom prst="roundRect">
                <a:avLst/>
              </a:prstGeom>
              <a:solidFill>
                <a:srgbClr val="FFFFFF">
                  <a:lumMod val="95000"/>
                  <a:alpha val="2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24" name="!! leaf" descr="树叶 纯色填充">
                <a:extLst>
                  <a:ext uri="{FF2B5EF4-FFF2-40B4-BE49-F238E27FC236}">
                    <a16:creationId xmlns:a16="http://schemas.microsoft.com/office/drawing/2014/main" id="{3F3B5A8F-F30A-14ED-A14A-784DDA8F4B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628428" y="5972614"/>
                <a:ext cx="326678" cy="326678"/>
              </a:xfrm>
              <a:prstGeom prst="rect">
                <a:avLst/>
              </a:prstGeom>
            </p:spPr>
          </p:pic>
        </p:grpSp>
        <p:grpSp>
          <p:nvGrpSpPr>
            <p:cNvPr id="17" name="电话">
              <a:extLst>
                <a:ext uri="{FF2B5EF4-FFF2-40B4-BE49-F238E27FC236}">
                  <a16:creationId xmlns:a16="http://schemas.microsoft.com/office/drawing/2014/main" id="{71C9BC34-F5DB-CAFF-9D9E-E28B9EEE55C9}"/>
                </a:ext>
              </a:extLst>
            </p:cNvPr>
            <p:cNvGrpSpPr/>
            <p:nvPr/>
          </p:nvGrpSpPr>
          <p:grpSpPr>
            <a:xfrm>
              <a:off x="2731985" y="3859533"/>
              <a:ext cx="446930" cy="446930"/>
              <a:chOff x="4725145" y="3205535"/>
              <a:chExt cx="446930" cy="446930"/>
            </a:xfrm>
          </p:grpSpPr>
          <p:sp>
            <p:nvSpPr>
              <p:cNvPr id="21" name="背景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0485F284-57B1-5DB4-0064-F8E07FDE7D8D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00DE30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22" name="前景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2C019A5B-FF95-7097-F21A-DD75BE704A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/>
            </p:blipFill>
            <p:spPr>
              <a:xfrm>
                <a:off x="4834575" y="3314965"/>
                <a:ext cx="228070" cy="228070"/>
              </a:xfrm>
              <a:prstGeom prst="rect">
                <a:avLst/>
              </a:prstGeom>
            </p:spPr>
          </p:pic>
        </p:grpSp>
        <p:grpSp>
          <p:nvGrpSpPr>
            <p:cNvPr id="18" name="电话">
              <a:extLst>
                <a:ext uri="{FF2B5EF4-FFF2-40B4-BE49-F238E27FC236}">
                  <a16:creationId xmlns:a16="http://schemas.microsoft.com/office/drawing/2014/main" id="{A1F30BF7-F1E7-4A9B-3377-403BD83AD2B6}"/>
                </a:ext>
              </a:extLst>
            </p:cNvPr>
            <p:cNvGrpSpPr/>
            <p:nvPr/>
          </p:nvGrpSpPr>
          <p:grpSpPr>
            <a:xfrm>
              <a:off x="3305913" y="3868931"/>
              <a:ext cx="446930" cy="446930"/>
              <a:chOff x="4725145" y="3205535"/>
              <a:chExt cx="446930" cy="446930"/>
            </a:xfrm>
          </p:grpSpPr>
          <p:sp>
            <p:nvSpPr>
              <p:cNvPr id="19" name="背景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CE16DD50-A0E5-E616-5519-394668659983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1D78FF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20" name="前景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1BFA8556-0AFE-9EEC-47A0-39BCE8E105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stretch/>
            </p:blipFill>
            <p:spPr>
              <a:xfrm>
                <a:off x="4834575" y="3330845"/>
                <a:ext cx="228070" cy="228070"/>
              </a:xfrm>
              <a:prstGeom prst="rect">
                <a:avLst/>
              </a:prstGeom>
            </p:spPr>
          </p:pic>
        </p:grp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6E0D5F9E-DC49-132D-EE51-37F964A0C478}"/>
              </a:ext>
            </a:extLst>
          </p:cNvPr>
          <p:cNvGrpSpPr/>
          <p:nvPr/>
        </p:nvGrpSpPr>
        <p:grpSpPr>
          <a:xfrm>
            <a:off x="6016923" y="5991411"/>
            <a:ext cx="2452159" cy="704838"/>
            <a:chOff x="4869919" y="5962663"/>
            <a:chExt cx="2452159" cy="704838"/>
          </a:xfrm>
        </p:grpSpPr>
        <p:sp>
          <p:nvSpPr>
            <p:cNvPr id="26" name="!! 颜色遮罩">
              <a:extLst>
                <a:ext uri="{FF2B5EF4-FFF2-40B4-BE49-F238E27FC236}">
                  <a16:creationId xmlns:a16="http://schemas.microsoft.com/office/drawing/2014/main" id="{35C80FFF-9354-AE57-6784-10824F90CA77}"/>
                </a:ext>
              </a:extLst>
            </p:cNvPr>
            <p:cNvSpPr>
              <a:spLocks/>
            </p:cNvSpPr>
            <p:nvPr/>
          </p:nvSpPr>
          <p:spPr>
            <a:xfrm>
              <a:off x="4869919" y="5962663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7" name="!! 运营商">
              <a:extLst>
                <a:ext uri="{FF2B5EF4-FFF2-40B4-BE49-F238E27FC236}">
                  <a16:creationId xmlns:a16="http://schemas.microsoft.com/office/drawing/2014/main" id="{403C004D-2D42-BFF6-1512-CABBE9131F34}"/>
                </a:ext>
              </a:extLst>
            </p:cNvPr>
            <p:cNvSpPr txBox="1"/>
            <p:nvPr/>
          </p:nvSpPr>
          <p:spPr>
            <a:xfrm>
              <a:off x="5230811" y="6095493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卫星网络</a:t>
              </a:r>
            </a:p>
          </p:txBody>
        </p:sp>
        <p:pic>
          <p:nvPicPr>
            <p:cNvPr id="28" name="!! 通知">
              <a:extLst>
                <a:ext uri="{FF2B5EF4-FFF2-40B4-BE49-F238E27FC236}">
                  <a16:creationId xmlns:a16="http://schemas.microsoft.com/office/drawing/2014/main" id="{FAF1C44B-916E-5C7A-4437-31BBCAC1F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981292" y="6130475"/>
              <a:ext cx="152400" cy="152400"/>
            </a:xfrm>
            <a:prstGeom prst="rect">
              <a:avLst/>
            </a:prstGeom>
          </p:spPr>
        </p:pic>
        <p:pic>
          <p:nvPicPr>
            <p:cNvPr id="29" name="!! 电池">
              <a:extLst>
                <a:ext uri="{FF2B5EF4-FFF2-40B4-BE49-F238E27FC236}">
                  <a16:creationId xmlns:a16="http://schemas.microsoft.com/office/drawing/2014/main" id="{DEA8BD58-EC97-0F43-0C45-32336AE4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5099046" y="6354004"/>
              <a:ext cx="191558" cy="191558"/>
            </a:xfrm>
            <a:prstGeom prst="rect">
              <a:avLst/>
            </a:prstGeom>
          </p:spPr>
        </p:pic>
        <p:sp>
          <p:nvSpPr>
            <p:cNvPr id="30" name="!! 时间">
              <a:extLst>
                <a:ext uri="{FF2B5EF4-FFF2-40B4-BE49-F238E27FC236}">
                  <a16:creationId xmlns:a16="http://schemas.microsoft.com/office/drawing/2014/main" id="{728ACA53-6D54-3B83-B179-2EDEDE783142}"/>
                </a:ext>
              </a:extLst>
            </p:cNvPr>
            <p:cNvSpPr txBox="1"/>
            <p:nvPr/>
          </p:nvSpPr>
          <p:spPr>
            <a:xfrm>
              <a:off x="6444193" y="6330559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31" name="!! AC">
              <a:extLst>
                <a:ext uri="{FF2B5EF4-FFF2-40B4-BE49-F238E27FC236}">
                  <a16:creationId xmlns:a16="http://schemas.microsoft.com/office/drawing/2014/main" id="{689DDD3D-D0D5-575D-121F-D0CB6F98FB52}"/>
                </a:ext>
              </a:extLst>
            </p:cNvPr>
            <p:cNvSpPr txBox="1"/>
            <p:nvPr/>
          </p:nvSpPr>
          <p:spPr>
            <a:xfrm>
              <a:off x="5228428" y="6334367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32" name="!! 声音">
              <a:extLst>
                <a:ext uri="{FF2B5EF4-FFF2-40B4-BE49-F238E27FC236}">
                  <a16:creationId xmlns:a16="http://schemas.microsoft.com/office/drawing/2014/main" id="{7C2E4EC8-C11C-E708-11C0-014BF90288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6742093" y="6116709"/>
              <a:ext cx="179932" cy="179932"/>
            </a:xfrm>
            <a:prstGeom prst="rect">
              <a:avLst/>
            </a:prstGeom>
          </p:spPr>
        </p:pic>
        <p:grpSp>
          <p:nvGrpSpPr>
            <p:cNvPr id="33" name="!! 卫星2">
              <a:extLst>
                <a:ext uri="{FF2B5EF4-FFF2-40B4-BE49-F238E27FC236}">
                  <a16:creationId xmlns:a16="http://schemas.microsoft.com/office/drawing/2014/main" id="{00282243-5792-70FB-814B-AD1AAE2B9CF3}"/>
                </a:ext>
              </a:extLst>
            </p:cNvPr>
            <p:cNvGrpSpPr/>
            <p:nvPr/>
          </p:nvGrpSpPr>
          <p:grpSpPr>
            <a:xfrm rot="2323695" flipH="1">
              <a:off x="5085472" y="6158128"/>
              <a:ext cx="220894" cy="83358"/>
              <a:chOff x="5204410" y="3028417"/>
              <a:chExt cx="835228" cy="315185"/>
            </a:xfrm>
            <a:solidFill>
              <a:schemeClr val="bg2"/>
            </a:solidFill>
            <a:effectLst/>
          </p:grpSpPr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F56AAA62-1855-C3B2-4BB8-9A01D767D783}"/>
                  </a:ext>
                </a:extLst>
              </p:cNvPr>
              <p:cNvSpPr/>
              <p:nvPr/>
            </p:nvSpPr>
            <p:spPr>
              <a:xfrm>
                <a:off x="5464433" y="3028417"/>
                <a:ext cx="315184" cy="31518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EFCF06A0-FD04-2064-CF9B-D027AA561E0F}"/>
                  </a:ext>
                </a:extLst>
              </p:cNvPr>
              <p:cNvSpPr/>
              <p:nvPr/>
            </p:nvSpPr>
            <p:spPr>
              <a:xfrm>
                <a:off x="5833101" y="3144099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5E7CE78C-3AD6-EA29-49F7-6CCF841B8A74}"/>
                  </a:ext>
                </a:extLst>
              </p:cNvPr>
              <p:cNvSpPr/>
              <p:nvPr/>
            </p:nvSpPr>
            <p:spPr>
              <a:xfrm>
                <a:off x="5204410" y="3144101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</p:grpSp>
      </p:grpSp>
      <p:sp>
        <p:nvSpPr>
          <p:cNvPr id="37" name="!! 遮罩">
            <a:extLst>
              <a:ext uri="{FF2B5EF4-FFF2-40B4-BE49-F238E27FC236}">
                <a16:creationId xmlns:a16="http://schemas.microsoft.com/office/drawing/2014/main" id="{D2442495-A9F8-91ED-BB79-C89974361A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B678360-8FDD-A769-5DB4-B4DBBD101BE1}"/>
              </a:ext>
            </a:extLst>
          </p:cNvPr>
          <p:cNvGrpSpPr/>
          <p:nvPr/>
        </p:nvGrpSpPr>
        <p:grpSpPr>
          <a:xfrm>
            <a:off x="3813542" y="2595766"/>
            <a:ext cx="4564916" cy="1666468"/>
            <a:chOff x="3813542" y="2595766"/>
            <a:chExt cx="4564916" cy="1666468"/>
          </a:xfrm>
        </p:grpSpPr>
        <p:sp>
          <p:nvSpPr>
            <p:cNvPr id="3" name="!! 弹窗">
              <a:extLst>
                <a:ext uri="{FF2B5EF4-FFF2-40B4-BE49-F238E27FC236}">
                  <a16:creationId xmlns:a16="http://schemas.microsoft.com/office/drawing/2014/main" id="{D13E1D3C-C307-FFCF-6833-A1065D199852}"/>
                </a:ext>
              </a:extLst>
            </p:cNvPr>
            <p:cNvSpPr/>
            <p:nvPr/>
          </p:nvSpPr>
          <p:spPr>
            <a:xfrm>
              <a:off x="3813542" y="2595766"/>
              <a:ext cx="4564916" cy="1666468"/>
            </a:xfrm>
            <a:prstGeom prst="roundRect">
              <a:avLst>
                <a:gd name="adj" fmla="val 4327"/>
              </a:avLst>
            </a:prstGeom>
            <a:solidFill>
              <a:schemeClr val="bg1">
                <a:lumMod val="25000"/>
              </a:schemeClr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标题">
              <a:extLst>
                <a:ext uri="{FF2B5EF4-FFF2-40B4-BE49-F238E27FC236}">
                  <a16:creationId xmlns:a16="http://schemas.microsoft.com/office/drawing/2014/main" id="{C1462ADA-84F0-DDAD-C8DC-251D3DD0267D}"/>
                </a:ext>
              </a:extLst>
            </p:cNvPr>
            <p:cNvSpPr txBox="1"/>
            <p:nvPr/>
          </p:nvSpPr>
          <p:spPr>
            <a:xfrm>
              <a:off x="5012461" y="2852840"/>
              <a:ext cx="25059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+mj-ea"/>
                  <a:ea typeface="+mj-ea"/>
                </a:rPr>
                <a:t>退出卫星通话</a:t>
              </a:r>
            </a:p>
          </p:txBody>
        </p:sp>
        <p:sp>
          <p:nvSpPr>
            <p:cNvPr id="5" name="副标题">
              <a:extLst>
                <a:ext uri="{FF2B5EF4-FFF2-40B4-BE49-F238E27FC236}">
                  <a16:creationId xmlns:a16="http://schemas.microsoft.com/office/drawing/2014/main" id="{80A1FB9F-4B82-FB9D-F431-A44EB1A12CFA}"/>
                </a:ext>
              </a:extLst>
            </p:cNvPr>
            <p:cNvSpPr txBox="1"/>
            <p:nvPr/>
          </p:nvSpPr>
          <p:spPr>
            <a:xfrm>
              <a:off x="5012461" y="3171498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chemeClr val="bg1"/>
                  </a:solidFill>
                  <a:latin typeface="+mn-ea"/>
                </a:rPr>
                <a:t>断开卫星连接并返回</a:t>
              </a:r>
              <a:r>
                <a:rPr lang="en-US" altLang="zh-CN" sz="1400" dirty="0">
                  <a:solidFill>
                    <a:schemeClr val="bg1"/>
                  </a:solidFill>
                  <a:latin typeface="+mn-ea"/>
                </a:rPr>
                <a:t>Leaf OS</a:t>
              </a:r>
              <a:endParaRPr lang="zh-CN" altLang="en-US" sz="14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0" name="矩形: 圆角 9">
              <a:hlinkClick r:id="rId21" action="ppaction://hlinksldjump"/>
              <a:extLst>
                <a:ext uri="{FF2B5EF4-FFF2-40B4-BE49-F238E27FC236}">
                  <a16:creationId xmlns:a16="http://schemas.microsoft.com/office/drawing/2014/main" id="{15B0F9F0-943C-D5E0-9B98-5D2F9EE14E9D}"/>
                </a:ext>
              </a:extLst>
            </p:cNvPr>
            <p:cNvSpPr/>
            <p:nvPr/>
          </p:nvSpPr>
          <p:spPr>
            <a:xfrm>
              <a:off x="7014769" y="3751231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100" dirty="0">
                  <a:solidFill>
                    <a:prstClr val="white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退出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11" name="矩形: 圆角 10">
              <a:hlinkClick r:id="rId22" action="ppaction://hlinksldjump"/>
              <a:extLst>
                <a:ext uri="{FF2B5EF4-FFF2-40B4-BE49-F238E27FC236}">
                  <a16:creationId xmlns:a16="http://schemas.microsoft.com/office/drawing/2014/main" id="{DF83EDB9-60D2-BEB0-196C-BE7730A96282}"/>
                </a:ext>
              </a:extLst>
            </p:cNvPr>
            <p:cNvSpPr/>
            <p:nvPr/>
          </p:nvSpPr>
          <p:spPr>
            <a:xfrm>
              <a:off x="5752311" y="3748005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bg1">
                <a:lumMod val="25000"/>
              </a:schemeClr>
            </a:solidFill>
            <a:ln w="9525">
              <a:solidFill>
                <a:schemeClr val="accent1"/>
              </a:solidFill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取消</a:t>
              </a:r>
            </a:p>
          </p:txBody>
        </p:sp>
        <p:pic>
          <p:nvPicPr>
            <p:cNvPr id="12" name="!! leaf" descr="树叶 纯色填充">
              <a:extLst>
                <a:ext uri="{FF2B5EF4-FFF2-40B4-BE49-F238E27FC236}">
                  <a16:creationId xmlns:a16="http://schemas.microsoft.com/office/drawing/2014/main" id="{1F485743-E6AF-5D27-90FB-8C1ADCE659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4257674" y="2918636"/>
              <a:ext cx="602974" cy="6029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48131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9005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2E5734-36DE-2D7A-1929-6BE36CB40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!! 壁纸" descr="背景图案&#10;&#10;AI 生成的内容可能不正确。">
            <a:extLst>
              <a:ext uri="{FF2B5EF4-FFF2-40B4-BE49-F238E27FC236}">
                <a16:creationId xmlns:a16="http://schemas.microsoft.com/office/drawing/2014/main" id="{807B9124-4369-A04A-274F-7B0F4566359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5" name="!! 背景板">
            <a:extLst>
              <a:ext uri="{FF2B5EF4-FFF2-40B4-BE49-F238E27FC236}">
                <a16:creationId xmlns:a16="http://schemas.microsoft.com/office/drawing/2014/main" id="{70C6FF08-9A22-4FA5-4BB2-F29038DAD64F}"/>
              </a:ext>
            </a:extLst>
          </p:cNvPr>
          <p:cNvSpPr/>
          <p:nvPr/>
        </p:nvSpPr>
        <p:spPr>
          <a:xfrm>
            <a:off x="3573638" y="1621084"/>
            <a:ext cx="5044722" cy="28376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" name="!! dock右">
            <a:extLst>
              <a:ext uri="{FF2B5EF4-FFF2-40B4-BE49-F238E27FC236}">
                <a16:creationId xmlns:a16="http://schemas.microsoft.com/office/drawing/2014/main" id="{3B18D476-5F78-997C-8B82-A82AE74C311D}"/>
              </a:ext>
            </a:extLst>
          </p:cNvPr>
          <p:cNvGrpSpPr/>
          <p:nvPr/>
        </p:nvGrpSpPr>
        <p:grpSpPr>
          <a:xfrm>
            <a:off x="4869920" y="5917016"/>
            <a:ext cx="2452159" cy="704838"/>
            <a:chOff x="7408333" y="5780624"/>
            <a:chExt cx="2452159" cy="704838"/>
          </a:xfrm>
        </p:grpSpPr>
        <p:sp useBgFill="1">
          <p:nvSpPr>
            <p:cNvPr id="3" name="!! 模糊">
              <a:extLst>
                <a:ext uri="{FF2B5EF4-FFF2-40B4-BE49-F238E27FC236}">
                  <a16:creationId xmlns:a16="http://schemas.microsoft.com/office/drawing/2014/main" id="{615EE685-3945-8C80-F702-19F6135CC184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4" name="!! 颜色遮罩">
              <a:extLst>
                <a:ext uri="{FF2B5EF4-FFF2-40B4-BE49-F238E27FC236}">
                  <a16:creationId xmlns:a16="http://schemas.microsoft.com/office/drawing/2014/main" id="{08AA00A8-7333-F205-543F-4C740DB4C110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5" name="!! 信号">
              <a:extLst>
                <a:ext uri="{FF2B5EF4-FFF2-40B4-BE49-F238E27FC236}">
                  <a16:creationId xmlns:a16="http://schemas.microsoft.com/office/drawing/2014/main" id="{6B7BAB82-B55F-55D6-E97E-80B375DEED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6" name="!! 运营商">
              <a:extLst>
                <a:ext uri="{FF2B5EF4-FFF2-40B4-BE49-F238E27FC236}">
                  <a16:creationId xmlns:a16="http://schemas.microsoft.com/office/drawing/2014/main" id="{D27AD1B1-CAC5-B3C5-8978-9C679C6C8852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7" name="!! 通知">
              <a:extLst>
                <a:ext uri="{FF2B5EF4-FFF2-40B4-BE49-F238E27FC236}">
                  <a16:creationId xmlns:a16="http://schemas.microsoft.com/office/drawing/2014/main" id="{D4FD0178-ECF1-3977-8073-76A12CEAF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8" name="!! 电池">
              <a:extLst>
                <a:ext uri="{FF2B5EF4-FFF2-40B4-BE49-F238E27FC236}">
                  <a16:creationId xmlns:a16="http://schemas.microsoft.com/office/drawing/2014/main" id="{D6ED225A-A079-E522-C7F0-6776FD664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9" name="!! 时间">
              <a:extLst>
                <a:ext uri="{FF2B5EF4-FFF2-40B4-BE49-F238E27FC236}">
                  <a16:creationId xmlns:a16="http://schemas.microsoft.com/office/drawing/2014/main" id="{7A8E67E5-C9F2-EAFB-9E42-38B66ED2A157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0" name="!! AC">
              <a:extLst>
                <a:ext uri="{FF2B5EF4-FFF2-40B4-BE49-F238E27FC236}">
                  <a16:creationId xmlns:a16="http://schemas.microsoft.com/office/drawing/2014/main" id="{0787F2E3-1FD6-109B-D9C2-DAF767A04CD5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1" name="!! 声音">
              <a:extLst>
                <a:ext uri="{FF2B5EF4-FFF2-40B4-BE49-F238E27FC236}">
                  <a16:creationId xmlns:a16="http://schemas.microsoft.com/office/drawing/2014/main" id="{14D77917-857D-FC76-F8D7-0CA7545E5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12" name="!! 电源">
              <a:hlinkClick r:id="rId14" action="ppaction://hlinksldjump"/>
              <a:extLst>
                <a:ext uri="{FF2B5EF4-FFF2-40B4-BE49-F238E27FC236}">
                  <a16:creationId xmlns:a16="http://schemas.microsoft.com/office/drawing/2014/main" id="{4275967E-173D-139E-ECBF-614B985FE8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6931968-A959-275D-94AB-EE47E29C9DCE}"/>
              </a:ext>
            </a:extLst>
          </p:cNvPr>
          <p:cNvGrpSpPr/>
          <p:nvPr/>
        </p:nvGrpSpPr>
        <p:grpSpPr>
          <a:xfrm>
            <a:off x="1659673" y="933566"/>
            <a:ext cx="658298" cy="967680"/>
            <a:chOff x="2726128" y="2691285"/>
            <a:chExt cx="527312" cy="775134"/>
          </a:xfrm>
          <a:effectLst/>
        </p:grpSpPr>
        <p:grpSp>
          <p:nvGrpSpPr>
            <p:cNvPr id="15" name="!! 设置">
              <a:extLst>
                <a:ext uri="{FF2B5EF4-FFF2-40B4-BE49-F238E27FC236}">
                  <a16:creationId xmlns:a16="http://schemas.microsoft.com/office/drawing/2014/main" id="{30D55D9E-CB8F-90EA-0FFA-CF58D51026CB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17" name="背景">
                <a:hlinkClick r:id="rId17" action="ppaction://hlinksldjump"/>
                <a:extLst>
                  <a:ext uri="{FF2B5EF4-FFF2-40B4-BE49-F238E27FC236}">
                    <a16:creationId xmlns:a16="http://schemas.microsoft.com/office/drawing/2014/main" id="{02E89F3A-FC14-CE2A-B6F9-449A48FB0E8B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18" name="齿轮" descr="单级齿轮 轮廓">
                <a:extLst>
                  <a:ext uri="{FF2B5EF4-FFF2-40B4-BE49-F238E27FC236}">
                    <a16:creationId xmlns:a16="http://schemas.microsoft.com/office/drawing/2014/main" id="{89F0ACCE-1CCD-6BDC-99DB-6C02E09B51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4772763" y="3253153"/>
                <a:ext cx="351694" cy="351694"/>
              </a:xfrm>
              <a:prstGeom prst="rect">
                <a:avLst/>
              </a:prstGeom>
            </p:spPr>
          </p:pic>
        </p:grp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A4B2511E-7FC5-BD2A-264A-792D3AC36698}"/>
                </a:ext>
              </a:extLst>
            </p:cNvPr>
            <p:cNvSpPr txBox="1"/>
            <p:nvPr/>
          </p:nvSpPr>
          <p:spPr>
            <a:xfrm>
              <a:off x="2726128" y="3244536"/>
              <a:ext cx="527312" cy="22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设置</a:t>
              </a:r>
            </a:p>
          </p:txBody>
        </p:sp>
      </p:grpSp>
      <p:sp>
        <p:nvSpPr>
          <p:cNvPr id="26" name="!! 背景">
            <a:hlinkClick r:id="rId17" action="ppaction://hlinksldjump"/>
            <a:extLst>
              <a:ext uri="{FF2B5EF4-FFF2-40B4-BE49-F238E27FC236}">
                <a16:creationId xmlns:a16="http://schemas.microsoft.com/office/drawing/2014/main" id="{488E026F-29AF-5096-9C05-CEAD7E3369CF}"/>
              </a:ext>
            </a:extLst>
          </p:cNvPr>
          <p:cNvSpPr/>
          <p:nvPr/>
        </p:nvSpPr>
        <p:spPr>
          <a:xfrm>
            <a:off x="3189536" y="933566"/>
            <a:ext cx="658298" cy="658298"/>
          </a:xfrm>
          <a:prstGeom prst="roundRect">
            <a:avLst/>
          </a:prstGeom>
          <a:solidFill>
            <a:srgbClr val="547A9C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pic>
        <p:nvPicPr>
          <p:cNvPr id="27" name="!! icon">
            <a:extLst>
              <a:ext uri="{FF2B5EF4-FFF2-40B4-BE49-F238E27FC236}">
                <a16:creationId xmlns:a16="http://schemas.microsoft.com/office/drawing/2014/main" id="{5EBED57A-1F4F-45DC-AFE4-6E570956099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3328520" y="1072550"/>
            <a:ext cx="380330" cy="380330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A0B33A79-EA9D-189F-A4B5-3B2A39A81887}"/>
              </a:ext>
            </a:extLst>
          </p:cNvPr>
          <p:cNvSpPr txBox="1"/>
          <p:nvPr/>
        </p:nvSpPr>
        <p:spPr>
          <a:xfrm>
            <a:off x="3189536" y="1624246"/>
            <a:ext cx="658298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vivo Sans"/>
                <a:ea typeface="vivo Sans"/>
                <a:cs typeface="+mn-cs"/>
              </a:rPr>
              <a:t>相机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3BEEC54-7628-D59D-E772-885395BBAB86}"/>
              </a:ext>
            </a:extLst>
          </p:cNvPr>
          <p:cNvGrpSpPr/>
          <p:nvPr/>
        </p:nvGrpSpPr>
        <p:grpSpPr>
          <a:xfrm>
            <a:off x="4719399" y="933566"/>
            <a:ext cx="658298" cy="967680"/>
            <a:chOff x="2726128" y="2691285"/>
            <a:chExt cx="527312" cy="775134"/>
          </a:xfrm>
          <a:effectLst/>
        </p:grpSpPr>
        <p:grpSp>
          <p:nvGrpSpPr>
            <p:cNvPr id="19" name="!! 设置">
              <a:extLst>
                <a:ext uri="{FF2B5EF4-FFF2-40B4-BE49-F238E27FC236}">
                  <a16:creationId xmlns:a16="http://schemas.microsoft.com/office/drawing/2014/main" id="{42EF746D-2AC9-E718-7C24-D7C092F4B28E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21" name="背景">
                <a:hlinkClick r:id="rId22" action="ppaction://hlinksldjump"/>
                <a:extLst>
                  <a:ext uri="{FF2B5EF4-FFF2-40B4-BE49-F238E27FC236}">
                    <a16:creationId xmlns:a16="http://schemas.microsoft.com/office/drawing/2014/main" id="{9225CF92-D1AF-76C8-EB0F-D31CFFEA838D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00B05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22" name="齿轮">
                <a:extLst>
                  <a:ext uri="{FF2B5EF4-FFF2-40B4-BE49-F238E27FC236}">
                    <a16:creationId xmlns:a16="http://schemas.microsoft.com/office/drawing/2014/main" id="{2AA5C00E-6305-CDAE-F390-B6D44CC2FC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F8D9629F-7002-8C02-220A-485FD6C338DD}"/>
                </a:ext>
              </a:extLst>
            </p:cNvPr>
            <p:cNvSpPr txBox="1"/>
            <p:nvPr/>
          </p:nvSpPr>
          <p:spPr>
            <a:xfrm>
              <a:off x="2726128" y="3244536"/>
              <a:ext cx="527312" cy="22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相册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7046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CA6C1F-4706-5A39-8871-A3E82CB2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背景">
            <a:extLst>
              <a:ext uri="{FF2B5EF4-FFF2-40B4-BE49-F238E27FC236}">
                <a16:creationId xmlns:a16="http://schemas.microsoft.com/office/drawing/2014/main" id="{D8DBD783-115F-47BB-7EE8-21BC7F995F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4572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pic>
        <p:nvPicPr>
          <p:cNvPr id="26" name="!! 图标">
            <a:extLst>
              <a:ext uri="{FF2B5EF4-FFF2-40B4-BE49-F238E27FC236}">
                <a16:creationId xmlns:a16="http://schemas.microsoft.com/office/drawing/2014/main" id="{8FCE6D29-E1E3-61AF-88D5-2C25835E28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543772" y="2876773"/>
            <a:ext cx="1104454" cy="1104454"/>
          </a:xfrm>
          <a:prstGeom prst="rect">
            <a:avLst/>
          </a:prstGeom>
        </p:spPr>
      </p:pic>
      <p:sp>
        <p:nvSpPr>
          <p:cNvPr id="4" name="!! App名">
            <a:extLst>
              <a:ext uri="{FF2B5EF4-FFF2-40B4-BE49-F238E27FC236}">
                <a16:creationId xmlns:a16="http://schemas.microsoft.com/office/drawing/2014/main" id="{770C0757-042A-E06D-8874-AD494DFE8D0A}"/>
              </a:ext>
            </a:extLst>
          </p:cNvPr>
          <p:cNvSpPr txBox="1"/>
          <p:nvPr/>
        </p:nvSpPr>
        <p:spPr>
          <a:xfrm>
            <a:off x="5046561" y="4880565"/>
            <a:ext cx="2095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1818">
                    <a:lumMod val="50000"/>
                    <a:lumOff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相机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81818">
                    <a:lumMod val="50000"/>
                    <a:lumOff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Preview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181818">
                  <a:lumMod val="50000"/>
                  <a:lumOff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pic>
        <p:nvPicPr>
          <p:cNvPr id="3" name="!! icon">
            <a:extLst>
              <a:ext uri="{FF2B5EF4-FFF2-40B4-BE49-F238E27FC236}">
                <a16:creationId xmlns:a16="http://schemas.microsoft.com/office/drawing/2014/main" id="{8078A5D2-3958-AB67-1B08-7C0D41DF53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242395" y="1577325"/>
            <a:ext cx="3703350" cy="370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947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60" advClick="0" advTm="1250">
        <p159:morph option="byObject"/>
      </p:transition>
    </mc:Choice>
    <mc:Fallback xmlns="">
      <p:transition spd="med" advClick="0" advTm="125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3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3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decel="10000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2.08333E-7 -7.40741E-7 L 0.02174 -7.40741E-7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97335-635E-2156-2458-1F5C6D29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 背景板">
            <a:extLst>
              <a:ext uri="{FF2B5EF4-FFF2-40B4-BE49-F238E27FC236}">
                <a16:creationId xmlns:a16="http://schemas.microsoft.com/office/drawing/2014/main" id="{1CC9A7F9-229E-9DE3-2B1E-A368D119BE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17" name="快门">
            <a:extLst>
              <a:ext uri="{FF2B5EF4-FFF2-40B4-BE49-F238E27FC236}">
                <a16:creationId xmlns:a16="http://schemas.microsoft.com/office/drawing/2014/main" id="{0187D773-1517-06EB-7CFD-E7E34E27B6E3}"/>
              </a:ext>
            </a:extLst>
          </p:cNvPr>
          <p:cNvGrpSpPr/>
          <p:nvPr/>
        </p:nvGrpSpPr>
        <p:grpSpPr>
          <a:xfrm>
            <a:off x="10766886" y="5433397"/>
            <a:ext cx="788276" cy="788276"/>
            <a:chOff x="10799379" y="3034862"/>
            <a:chExt cx="788276" cy="788276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E45311A4-B119-1632-B0FE-FDE0CEEFDDBF}"/>
                </a:ext>
              </a:extLst>
            </p:cNvPr>
            <p:cNvSpPr/>
            <p:nvPr/>
          </p:nvSpPr>
          <p:spPr>
            <a:xfrm>
              <a:off x="10799379" y="3034862"/>
              <a:ext cx="788276" cy="788276"/>
            </a:xfrm>
            <a:prstGeom prst="ellipse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DAB6CF9C-1522-7C5E-C97D-BDDA4FC1F029}"/>
                </a:ext>
              </a:extLst>
            </p:cNvPr>
            <p:cNvSpPr/>
            <p:nvPr/>
          </p:nvSpPr>
          <p:spPr>
            <a:xfrm>
              <a:off x="10867381" y="3102864"/>
              <a:ext cx="652272" cy="652272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  <p:sp>
        <p:nvSpPr>
          <p:cNvPr id="2" name="!! 遮罩">
            <a:extLst>
              <a:ext uri="{FF2B5EF4-FFF2-40B4-BE49-F238E27FC236}">
                <a16:creationId xmlns:a16="http://schemas.microsoft.com/office/drawing/2014/main" id="{D080FDAF-9820-3C3C-DEA7-D90327688E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4" name="带按钮的无图标提示框">
            <a:extLst>
              <a:ext uri="{FF2B5EF4-FFF2-40B4-BE49-F238E27FC236}">
                <a16:creationId xmlns:a16="http://schemas.microsoft.com/office/drawing/2014/main" id="{4EF500DF-3AB8-A43F-3FFF-E1DFA4743492}"/>
              </a:ext>
            </a:extLst>
          </p:cNvPr>
          <p:cNvGrpSpPr/>
          <p:nvPr/>
        </p:nvGrpSpPr>
        <p:grpSpPr>
          <a:xfrm>
            <a:off x="3813542" y="2672375"/>
            <a:ext cx="4564916" cy="1610257"/>
            <a:chOff x="2912999" y="3341279"/>
            <a:chExt cx="4564916" cy="1610257"/>
          </a:xfrm>
        </p:grpSpPr>
        <p:sp>
          <p:nvSpPr>
            <p:cNvPr id="6" name="!! 弹窗">
              <a:extLst>
                <a:ext uri="{FF2B5EF4-FFF2-40B4-BE49-F238E27FC236}">
                  <a16:creationId xmlns:a16="http://schemas.microsoft.com/office/drawing/2014/main" id="{66BBBB30-97F1-B93D-497C-0ABAA202CF00}"/>
                </a:ext>
              </a:extLst>
            </p:cNvPr>
            <p:cNvSpPr/>
            <p:nvPr/>
          </p:nvSpPr>
          <p:spPr>
            <a:xfrm>
              <a:off x="2912999" y="3341279"/>
              <a:ext cx="4564916" cy="1610257"/>
            </a:xfrm>
            <a:prstGeom prst="roundRect">
              <a:avLst>
                <a:gd name="adj" fmla="val 4327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标题">
              <a:extLst>
                <a:ext uri="{FF2B5EF4-FFF2-40B4-BE49-F238E27FC236}">
                  <a16:creationId xmlns:a16="http://schemas.microsoft.com/office/drawing/2014/main" id="{245A5F7B-8C7D-0508-17D5-0EEC8840B15F}"/>
                </a:ext>
              </a:extLst>
            </p:cNvPr>
            <p:cNvSpPr txBox="1"/>
            <p:nvPr/>
          </p:nvSpPr>
          <p:spPr>
            <a:xfrm>
              <a:off x="3311314" y="3596868"/>
              <a:ext cx="23310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相机</a:t>
              </a:r>
            </a:p>
          </p:txBody>
        </p:sp>
        <p:sp>
          <p:nvSpPr>
            <p:cNvPr id="8" name="副标题">
              <a:extLst>
                <a:ext uri="{FF2B5EF4-FFF2-40B4-BE49-F238E27FC236}">
                  <a16:creationId xmlns:a16="http://schemas.microsoft.com/office/drawing/2014/main" id="{AD151DAE-337B-DFC6-59F3-3874262DC483}"/>
                </a:ext>
              </a:extLst>
            </p:cNvPr>
            <p:cNvSpPr txBox="1"/>
            <p:nvPr/>
          </p:nvSpPr>
          <p:spPr>
            <a:xfrm>
              <a:off x="3314796" y="3915526"/>
              <a:ext cx="37788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摄像头尚未就绪，无法使用相机</a:t>
              </a:r>
              <a:r>
                <a:rPr lang="en-US" altLang="zh-CN" sz="1400" dirty="0">
                  <a:latin typeface="+mn-ea"/>
                </a:rPr>
                <a:t>Preview</a:t>
              </a:r>
              <a:endParaRPr lang="zh-CN" altLang="en-US" sz="1400" dirty="0">
                <a:latin typeface="+mn-ea"/>
              </a:endParaRPr>
            </a:p>
          </p:txBody>
        </p:sp>
        <p:sp>
          <p:nvSpPr>
            <p:cNvPr id="9" name="矩形: 圆角 8">
              <a:hlinkClick r:id="rId4" action="ppaction://hlinksldjump"/>
              <a:extLst>
                <a:ext uri="{FF2B5EF4-FFF2-40B4-BE49-F238E27FC236}">
                  <a16:creationId xmlns:a16="http://schemas.microsoft.com/office/drawing/2014/main" id="{E8AA789E-E8FB-C226-4E88-8C40A00C75E8}"/>
                </a:ext>
              </a:extLst>
            </p:cNvPr>
            <p:cNvSpPr/>
            <p:nvPr/>
          </p:nvSpPr>
          <p:spPr>
            <a:xfrm>
              <a:off x="6128912" y="4466052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100" dirty="0">
                  <a:solidFill>
                    <a:prstClr val="white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确定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3572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0.03218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7CD048-9092-DAC7-04DC-DF56A3460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 背景板">
            <a:extLst>
              <a:ext uri="{FF2B5EF4-FFF2-40B4-BE49-F238E27FC236}">
                <a16:creationId xmlns:a16="http://schemas.microsoft.com/office/drawing/2014/main" id="{4828BE2B-2447-4E65-5ACD-0B47556F48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4" name="!! 取景框">
            <a:extLst>
              <a:ext uri="{FF2B5EF4-FFF2-40B4-BE49-F238E27FC236}">
                <a16:creationId xmlns:a16="http://schemas.microsoft.com/office/drawing/2014/main" id="{70856925-F68C-60AD-8C0B-D95F6AC833B2}"/>
              </a:ext>
            </a:extLst>
          </p:cNvPr>
          <p:cNvSpPr/>
          <p:nvPr/>
        </p:nvSpPr>
        <p:spPr>
          <a:xfrm>
            <a:off x="932795" y="-7883"/>
            <a:ext cx="9143998" cy="685800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快门">
            <a:extLst>
              <a:ext uri="{FF2B5EF4-FFF2-40B4-BE49-F238E27FC236}">
                <a16:creationId xmlns:a16="http://schemas.microsoft.com/office/drawing/2014/main" id="{57DDB24D-6EEE-B53A-8220-64D7E410A5BE}"/>
              </a:ext>
            </a:extLst>
          </p:cNvPr>
          <p:cNvGrpSpPr/>
          <p:nvPr/>
        </p:nvGrpSpPr>
        <p:grpSpPr>
          <a:xfrm>
            <a:off x="10766886" y="5433397"/>
            <a:ext cx="788276" cy="788276"/>
            <a:chOff x="10799379" y="3034862"/>
            <a:chExt cx="788276" cy="788276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4FB4EFD3-9BEA-B002-1D88-B98CF3F788CE}"/>
                </a:ext>
              </a:extLst>
            </p:cNvPr>
            <p:cNvSpPr/>
            <p:nvPr/>
          </p:nvSpPr>
          <p:spPr>
            <a:xfrm>
              <a:off x="10799379" y="3034862"/>
              <a:ext cx="788276" cy="788276"/>
            </a:xfrm>
            <a:prstGeom prst="ellipse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C1CAE8B1-A6A1-2C3E-782C-44AE4D6811FA}"/>
                </a:ext>
              </a:extLst>
            </p:cNvPr>
            <p:cNvSpPr/>
            <p:nvPr/>
          </p:nvSpPr>
          <p:spPr>
            <a:xfrm>
              <a:off x="10867381" y="3102864"/>
              <a:ext cx="652272" cy="652272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文本框 22">
            <a:hlinkClick r:id="rId4" action="ppaction://hlinksldjump"/>
            <a:extLst>
              <a:ext uri="{FF2B5EF4-FFF2-40B4-BE49-F238E27FC236}">
                <a16:creationId xmlns:a16="http://schemas.microsoft.com/office/drawing/2014/main" id="{D1A993F5-CD5F-64B6-8FE9-2DE092F7F445}"/>
              </a:ext>
            </a:extLst>
          </p:cNvPr>
          <p:cNvSpPr txBox="1"/>
          <p:nvPr/>
        </p:nvSpPr>
        <p:spPr>
          <a:xfrm>
            <a:off x="10768005" y="3357471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6"/>
                </a:solidFill>
              </a:rPr>
              <a:t>专业</a:t>
            </a:r>
          </a:p>
        </p:txBody>
      </p:sp>
      <p:sp>
        <p:nvSpPr>
          <p:cNvPr id="27" name="!! 录像">
            <a:hlinkClick r:id="rId5" action="ppaction://hlinksldjump"/>
            <a:extLst>
              <a:ext uri="{FF2B5EF4-FFF2-40B4-BE49-F238E27FC236}">
                <a16:creationId xmlns:a16="http://schemas.microsoft.com/office/drawing/2014/main" id="{6817189B-084D-84AA-E4B7-06DCE67F0CAF}"/>
              </a:ext>
            </a:extLst>
          </p:cNvPr>
          <p:cNvSpPr txBox="1"/>
          <p:nvPr/>
        </p:nvSpPr>
        <p:spPr>
          <a:xfrm>
            <a:off x="10768005" y="3794805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录像</a:t>
            </a:r>
          </a:p>
        </p:txBody>
      </p:sp>
      <p:sp>
        <p:nvSpPr>
          <p:cNvPr id="28" name="!! 拍照">
            <a:hlinkClick r:id="rId6" action="ppaction://hlinksldjump"/>
            <a:extLst>
              <a:ext uri="{FF2B5EF4-FFF2-40B4-BE49-F238E27FC236}">
                <a16:creationId xmlns:a16="http://schemas.microsoft.com/office/drawing/2014/main" id="{4555870D-44B7-6621-7C5E-588BA585B2D6}"/>
              </a:ext>
            </a:extLst>
          </p:cNvPr>
          <p:cNvSpPr txBox="1"/>
          <p:nvPr/>
        </p:nvSpPr>
        <p:spPr>
          <a:xfrm>
            <a:off x="10768005" y="4232139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alpha val="50000"/>
                  </a:schemeClr>
                </a:solidFill>
              </a:rPr>
              <a:t>拍照</a:t>
            </a:r>
          </a:p>
        </p:txBody>
      </p:sp>
      <p:sp>
        <p:nvSpPr>
          <p:cNvPr id="29" name="!! 更多">
            <a:hlinkClick r:id="rId7" action="ppaction://hlinksldjump"/>
            <a:extLst>
              <a:ext uri="{FF2B5EF4-FFF2-40B4-BE49-F238E27FC236}">
                <a16:creationId xmlns:a16="http://schemas.microsoft.com/office/drawing/2014/main" id="{2BD4FB63-121C-6A1C-CFFE-73CED5691010}"/>
              </a:ext>
            </a:extLst>
          </p:cNvPr>
          <p:cNvSpPr txBox="1"/>
          <p:nvPr/>
        </p:nvSpPr>
        <p:spPr>
          <a:xfrm>
            <a:off x="10768005" y="2920137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更多</a:t>
            </a:r>
          </a:p>
        </p:txBody>
      </p:sp>
      <p:sp>
        <p:nvSpPr>
          <p:cNvPr id="30" name="!! 指示">
            <a:extLst>
              <a:ext uri="{FF2B5EF4-FFF2-40B4-BE49-F238E27FC236}">
                <a16:creationId xmlns:a16="http://schemas.microsoft.com/office/drawing/2014/main" id="{19C3E465-8EBA-5285-E879-5B9F781E4631}"/>
              </a:ext>
            </a:extLst>
          </p:cNvPr>
          <p:cNvSpPr/>
          <p:nvPr/>
        </p:nvSpPr>
        <p:spPr>
          <a:xfrm>
            <a:off x="10670362" y="3487273"/>
            <a:ext cx="109728" cy="1097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!! 夜景">
            <a:hlinkClick r:id="rId8" action="ppaction://hlinksldjump"/>
            <a:extLst>
              <a:ext uri="{FF2B5EF4-FFF2-40B4-BE49-F238E27FC236}">
                <a16:creationId xmlns:a16="http://schemas.microsoft.com/office/drawing/2014/main" id="{3D8B316A-6BA3-04A0-76C7-9D3FF8C4C13C}"/>
              </a:ext>
            </a:extLst>
          </p:cNvPr>
          <p:cNvSpPr txBox="1"/>
          <p:nvPr/>
        </p:nvSpPr>
        <p:spPr>
          <a:xfrm>
            <a:off x="10768005" y="4669473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alpha val="25000"/>
                  </a:schemeClr>
                </a:solidFill>
              </a:rPr>
              <a:t>夜景</a:t>
            </a:r>
          </a:p>
        </p:txBody>
      </p:sp>
      <p:grpSp>
        <p:nvGrpSpPr>
          <p:cNvPr id="32" name="!! 关闭按钮">
            <a:extLst>
              <a:ext uri="{FF2B5EF4-FFF2-40B4-BE49-F238E27FC236}">
                <a16:creationId xmlns:a16="http://schemas.microsoft.com/office/drawing/2014/main" id="{10E952B6-19DA-478C-1797-6535250719D7}"/>
              </a:ext>
            </a:extLst>
          </p:cNvPr>
          <p:cNvGrpSpPr/>
          <p:nvPr/>
        </p:nvGrpSpPr>
        <p:grpSpPr>
          <a:xfrm>
            <a:off x="10899626" y="608567"/>
            <a:ext cx="469540" cy="469540"/>
            <a:chOff x="2328464" y="3107859"/>
            <a:chExt cx="583223" cy="583223"/>
          </a:xfrm>
        </p:grpSpPr>
        <p:sp>
          <p:nvSpPr>
            <p:cNvPr id="33" name="矩形: 圆角 32">
              <a:hlinkClick r:id="rId9" action="ppaction://hlinksldjump"/>
              <a:extLst>
                <a:ext uri="{FF2B5EF4-FFF2-40B4-BE49-F238E27FC236}">
                  <a16:creationId xmlns:a16="http://schemas.microsoft.com/office/drawing/2014/main" id="{6DD8A000-F7B0-EAAA-C167-EF77DF408B67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4" name="图形 33">
              <a:extLst>
                <a:ext uri="{FF2B5EF4-FFF2-40B4-BE49-F238E27FC236}">
                  <a16:creationId xmlns:a16="http://schemas.microsoft.com/office/drawing/2014/main" id="{4550E4BB-D9A5-61E4-5BA7-6D42A6138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06309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0A4308-1863-1A0E-C238-6A7B1451A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 背景板">
            <a:extLst>
              <a:ext uri="{FF2B5EF4-FFF2-40B4-BE49-F238E27FC236}">
                <a16:creationId xmlns:a16="http://schemas.microsoft.com/office/drawing/2014/main" id="{84D58DE7-B059-9AF2-9CF8-EF48E686B2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4" name="!! 取景框">
            <a:extLst>
              <a:ext uri="{FF2B5EF4-FFF2-40B4-BE49-F238E27FC236}">
                <a16:creationId xmlns:a16="http://schemas.microsoft.com/office/drawing/2014/main" id="{4047B623-DA7E-D605-FD39-2E61A64AA00F}"/>
              </a:ext>
            </a:extLst>
          </p:cNvPr>
          <p:cNvSpPr/>
          <p:nvPr/>
        </p:nvSpPr>
        <p:spPr>
          <a:xfrm>
            <a:off x="932795" y="-7883"/>
            <a:ext cx="9143998" cy="685800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17" name="快门">
            <a:extLst>
              <a:ext uri="{FF2B5EF4-FFF2-40B4-BE49-F238E27FC236}">
                <a16:creationId xmlns:a16="http://schemas.microsoft.com/office/drawing/2014/main" id="{E2DC6287-CFEA-9CFA-BEB6-C1A635A94B1E}"/>
              </a:ext>
            </a:extLst>
          </p:cNvPr>
          <p:cNvGrpSpPr/>
          <p:nvPr/>
        </p:nvGrpSpPr>
        <p:grpSpPr>
          <a:xfrm>
            <a:off x="10766886" y="5433397"/>
            <a:ext cx="788276" cy="788276"/>
            <a:chOff x="10799379" y="3034862"/>
            <a:chExt cx="788276" cy="788276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D7F6FA5A-4B20-24B7-5675-B7DDC2BD801B}"/>
                </a:ext>
              </a:extLst>
            </p:cNvPr>
            <p:cNvSpPr/>
            <p:nvPr/>
          </p:nvSpPr>
          <p:spPr>
            <a:xfrm>
              <a:off x="10799379" y="3034862"/>
              <a:ext cx="788276" cy="788276"/>
            </a:xfrm>
            <a:prstGeom prst="ellipse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57C754A9-1B76-90A7-907E-081A7C9E39F1}"/>
                </a:ext>
              </a:extLst>
            </p:cNvPr>
            <p:cNvSpPr/>
            <p:nvPr/>
          </p:nvSpPr>
          <p:spPr>
            <a:xfrm>
              <a:off x="10867381" y="3102864"/>
              <a:ext cx="652272" cy="652272"/>
            </a:xfrm>
            <a:prstGeom prst="ellipse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  <p:sp>
        <p:nvSpPr>
          <p:cNvPr id="4" name="文本框 3">
            <a:hlinkClick r:id="rId4" action="ppaction://hlinksldjump"/>
            <a:extLst>
              <a:ext uri="{FF2B5EF4-FFF2-40B4-BE49-F238E27FC236}">
                <a16:creationId xmlns:a16="http://schemas.microsoft.com/office/drawing/2014/main" id="{E419A849-4AC4-8A6D-3A30-64289496447E}"/>
              </a:ext>
            </a:extLst>
          </p:cNvPr>
          <p:cNvSpPr txBox="1"/>
          <p:nvPr/>
        </p:nvSpPr>
        <p:spPr>
          <a:xfrm>
            <a:off x="10768005" y="2915511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专业</a:t>
            </a:r>
          </a:p>
        </p:txBody>
      </p:sp>
      <p:sp>
        <p:nvSpPr>
          <p:cNvPr id="6" name="!! 录像">
            <a:hlinkClick r:id="rId5" action="ppaction://hlinksldjump"/>
            <a:extLst>
              <a:ext uri="{FF2B5EF4-FFF2-40B4-BE49-F238E27FC236}">
                <a16:creationId xmlns:a16="http://schemas.microsoft.com/office/drawing/2014/main" id="{295FE2BF-44C5-9224-BB8B-8A87DD0F1EB9}"/>
              </a:ext>
            </a:extLst>
          </p:cNvPr>
          <p:cNvSpPr txBox="1"/>
          <p:nvPr/>
        </p:nvSpPr>
        <p:spPr>
          <a:xfrm>
            <a:off x="10768005" y="3352845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6"/>
                </a:solidFill>
              </a:rPr>
              <a:t>录像</a:t>
            </a:r>
          </a:p>
        </p:txBody>
      </p:sp>
      <p:sp>
        <p:nvSpPr>
          <p:cNvPr id="7" name="!! 拍照">
            <a:hlinkClick r:id="rId6" action="ppaction://hlinksldjump"/>
            <a:extLst>
              <a:ext uri="{FF2B5EF4-FFF2-40B4-BE49-F238E27FC236}">
                <a16:creationId xmlns:a16="http://schemas.microsoft.com/office/drawing/2014/main" id="{8AFBEA64-B1A4-20E8-6F75-BC3BF6995EB2}"/>
              </a:ext>
            </a:extLst>
          </p:cNvPr>
          <p:cNvSpPr txBox="1"/>
          <p:nvPr/>
        </p:nvSpPr>
        <p:spPr>
          <a:xfrm>
            <a:off x="10768005" y="3790179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拍照</a:t>
            </a:r>
          </a:p>
        </p:txBody>
      </p:sp>
      <p:sp>
        <p:nvSpPr>
          <p:cNvPr id="8" name="!! 更多">
            <a:hlinkClick r:id="rId7" action="ppaction://hlinksldjump"/>
            <a:extLst>
              <a:ext uri="{FF2B5EF4-FFF2-40B4-BE49-F238E27FC236}">
                <a16:creationId xmlns:a16="http://schemas.microsoft.com/office/drawing/2014/main" id="{C3C14944-688A-F0CF-A3AE-F53D032E3ED6}"/>
              </a:ext>
            </a:extLst>
          </p:cNvPr>
          <p:cNvSpPr txBox="1"/>
          <p:nvPr/>
        </p:nvSpPr>
        <p:spPr>
          <a:xfrm>
            <a:off x="10768005" y="2478177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alpha val="50000"/>
                  </a:schemeClr>
                </a:solidFill>
              </a:rPr>
              <a:t>更多</a:t>
            </a:r>
          </a:p>
        </p:txBody>
      </p:sp>
      <p:sp>
        <p:nvSpPr>
          <p:cNvPr id="9" name="!! 指示">
            <a:extLst>
              <a:ext uri="{FF2B5EF4-FFF2-40B4-BE49-F238E27FC236}">
                <a16:creationId xmlns:a16="http://schemas.microsoft.com/office/drawing/2014/main" id="{5ECAD174-FA00-A2FB-F5CA-0357F5C98948}"/>
              </a:ext>
            </a:extLst>
          </p:cNvPr>
          <p:cNvSpPr/>
          <p:nvPr/>
        </p:nvSpPr>
        <p:spPr>
          <a:xfrm>
            <a:off x="10670362" y="3487273"/>
            <a:ext cx="109728" cy="1097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!! 夜景">
            <a:hlinkClick r:id="rId8" action="ppaction://hlinksldjump"/>
            <a:extLst>
              <a:ext uri="{FF2B5EF4-FFF2-40B4-BE49-F238E27FC236}">
                <a16:creationId xmlns:a16="http://schemas.microsoft.com/office/drawing/2014/main" id="{049D16DA-CBE1-F3F1-7D4B-19CCC12C81BB}"/>
              </a:ext>
            </a:extLst>
          </p:cNvPr>
          <p:cNvSpPr txBox="1"/>
          <p:nvPr/>
        </p:nvSpPr>
        <p:spPr>
          <a:xfrm>
            <a:off x="10768005" y="4227513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alpha val="50000"/>
                  </a:schemeClr>
                </a:solidFill>
              </a:rPr>
              <a:t>夜景</a:t>
            </a:r>
          </a:p>
        </p:txBody>
      </p:sp>
      <p:grpSp>
        <p:nvGrpSpPr>
          <p:cNvPr id="11" name="!! 关闭按钮">
            <a:extLst>
              <a:ext uri="{FF2B5EF4-FFF2-40B4-BE49-F238E27FC236}">
                <a16:creationId xmlns:a16="http://schemas.microsoft.com/office/drawing/2014/main" id="{1095C5F1-00F4-741C-19AD-C981D67FBE3F}"/>
              </a:ext>
            </a:extLst>
          </p:cNvPr>
          <p:cNvGrpSpPr/>
          <p:nvPr/>
        </p:nvGrpSpPr>
        <p:grpSpPr>
          <a:xfrm>
            <a:off x="10899626" y="608567"/>
            <a:ext cx="469540" cy="469540"/>
            <a:chOff x="2328464" y="3107859"/>
            <a:chExt cx="583223" cy="583223"/>
          </a:xfrm>
        </p:grpSpPr>
        <p:sp>
          <p:nvSpPr>
            <p:cNvPr id="12" name="矩形: 圆角 11">
              <a:hlinkClick r:id="rId9" action="ppaction://hlinksldjump"/>
              <a:extLst>
                <a:ext uri="{FF2B5EF4-FFF2-40B4-BE49-F238E27FC236}">
                  <a16:creationId xmlns:a16="http://schemas.microsoft.com/office/drawing/2014/main" id="{42284923-BFD6-0417-0DA2-55528681F7F0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13" name="图形 12">
              <a:extLst>
                <a:ext uri="{FF2B5EF4-FFF2-40B4-BE49-F238E27FC236}">
                  <a16:creationId xmlns:a16="http://schemas.microsoft.com/office/drawing/2014/main" id="{BF3F0A12-367C-5706-BB59-E70C5B614F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87980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DB1350-D154-A68D-3F0C-C48A941A6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 背景板">
            <a:extLst>
              <a:ext uri="{FF2B5EF4-FFF2-40B4-BE49-F238E27FC236}">
                <a16:creationId xmlns:a16="http://schemas.microsoft.com/office/drawing/2014/main" id="{C888DF20-E964-9D7C-9BCE-C64DDC1AA1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4" name="!! 取景框">
            <a:extLst>
              <a:ext uri="{FF2B5EF4-FFF2-40B4-BE49-F238E27FC236}">
                <a16:creationId xmlns:a16="http://schemas.microsoft.com/office/drawing/2014/main" id="{CFA217F5-D5DA-8BC7-502F-99633115D78F}"/>
              </a:ext>
            </a:extLst>
          </p:cNvPr>
          <p:cNvSpPr/>
          <p:nvPr/>
        </p:nvSpPr>
        <p:spPr>
          <a:xfrm>
            <a:off x="932795" y="-7883"/>
            <a:ext cx="9143998" cy="685800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17" name="快门">
            <a:extLst>
              <a:ext uri="{FF2B5EF4-FFF2-40B4-BE49-F238E27FC236}">
                <a16:creationId xmlns:a16="http://schemas.microsoft.com/office/drawing/2014/main" id="{8670C9A6-375D-EB8A-FDAB-08D4AC12BB9A}"/>
              </a:ext>
            </a:extLst>
          </p:cNvPr>
          <p:cNvGrpSpPr/>
          <p:nvPr/>
        </p:nvGrpSpPr>
        <p:grpSpPr>
          <a:xfrm>
            <a:off x="10766886" y="5433397"/>
            <a:ext cx="788276" cy="788276"/>
            <a:chOff x="10799379" y="3034862"/>
            <a:chExt cx="788276" cy="788276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17CD5669-D6A3-A0C1-C8BA-478C131AB0E5}"/>
                </a:ext>
              </a:extLst>
            </p:cNvPr>
            <p:cNvSpPr/>
            <p:nvPr/>
          </p:nvSpPr>
          <p:spPr>
            <a:xfrm>
              <a:off x="10799379" y="3034862"/>
              <a:ext cx="788276" cy="788276"/>
            </a:xfrm>
            <a:prstGeom prst="ellipse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CF5C4FF1-D5F0-8C86-3054-8F19F09D1C8C}"/>
                </a:ext>
              </a:extLst>
            </p:cNvPr>
            <p:cNvSpPr/>
            <p:nvPr/>
          </p:nvSpPr>
          <p:spPr>
            <a:xfrm>
              <a:off x="10867381" y="3102864"/>
              <a:ext cx="652272" cy="652272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  <p:sp>
        <p:nvSpPr>
          <p:cNvPr id="2" name="文本框 1">
            <a:hlinkClick r:id="rId4" action="ppaction://hlinksldjump"/>
            <a:extLst>
              <a:ext uri="{FF2B5EF4-FFF2-40B4-BE49-F238E27FC236}">
                <a16:creationId xmlns:a16="http://schemas.microsoft.com/office/drawing/2014/main" id="{4303DACC-DFD9-8001-F744-B45921C027E1}"/>
              </a:ext>
            </a:extLst>
          </p:cNvPr>
          <p:cNvSpPr txBox="1"/>
          <p:nvPr/>
        </p:nvSpPr>
        <p:spPr>
          <a:xfrm>
            <a:off x="10768005" y="2481171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alpha val="50000"/>
                  </a:schemeClr>
                </a:solidFill>
              </a:rPr>
              <a:t>专业</a:t>
            </a:r>
          </a:p>
        </p:txBody>
      </p:sp>
      <p:sp>
        <p:nvSpPr>
          <p:cNvPr id="4" name="!! 录像">
            <a:hlinkClick r:id="rId5" action="ppaction://hlinksldjump"/>
            <a:extLst>
              <a:ext uri="{FF2B5EF4-FFF2-40B4-BE49-F238E27FC236}">
                <a16:creationId xmlns:a16="http://schemas.microsoft.com/office/drawing/2014/main" id="{D8BCFC98-DDD6-C07A-5BF4-69DC3987135D}"/>
              </a:ext>
            </a:extLst>
          </p:cNvPr>
          <p:cNvSpPr txBox="1"/>
          <p:nvPr/>
        </p:nvSpPr>
        <p:spPr>
          <a:xfrm>
            <a:off x="10768005" y="2918505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录像</a:t>
            </a:r>
          </a:p>
        </p:txBody>
      </p:sp>
      <p:sp>
        <p:nvSpPr>
          <p:cNvPr id="6" name="!! 拍照">
            <a:hlinkClick r:id="rId6" action="ppaction://hlinksldjump"/>
            <a:extLst>
              <a:ext uri="{FF2B5EF4-FFF2-40B4-BE49-F238E27FC236}">
                <a16:creationId xmlns:a16="http://schemas.microsoft.com/office/drawing/2014/main" id="{08BDAE5A-0B5F-C2A2-2270-DB73B635117C}"/>
              </a:ext>
            </a:extLst>
          </p:cNvPr>
          <p:cNvSpPr txBox="1"/>
          <p:nvPr/>
        </p:nvSpPr>
        <p:spPr>
          <a:xfrm>
            <a:off x="10768005" y="3355839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6"/>
                </a:solidFill>
              </a:rPr>
              <a:t>拍照</a:t>
            </a:r>
          </a:p>
        </p:txBody>
      </p:sp>
      <p:sp>
        <p:nvSpPr>
          <p:cNvPr id="7" name="!! 更多">
            <a:hlinkClick r:id="rId7" action="ppaction://hlinksldjump"/>
            <a:extLst>
              <a:ext uri="{FF2B5EF4-FFF2-40B4-BE49-F238E27FC236}">
                <a16:creationId xmlns:a16="http://schemas.microsoft.com/office/drawing/2014/main" id="{AEC99A08-AC01-94CB-F647-AAD4E9DE1DF9}"/>
              </a:ext>
            </a:extLst>
          </p:cNvPr>
          <p:cNvSpPr txBox="1"/>
          <p:nvPr/>
        </p:nvSpPr>
        <p:spPr>
          <a:xfrm>
            <a:off x="10768005" y="2043837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alpha val="25000"/>
                  </a:schemeClr>
                </a:solidFill>
              </a:rPr>
              <a:t>更多</a:t>
            </a:r>
          </a:p>
        </p:txBody>
      </p:sp>
      <p:sp>
        <p:nvSpPr>
          <p:cNvPr id="8" name="!! 指示">
            <a:extLst>
              <a:ext uri="{FF2B5EF4-FFF2-40B4-BE49-F238E27FC236}">
                <a16:creationId xmlns:a16="http://schemas.microsoft.com/office/drawing/2014/main" id="{C09669FC-4EA1-A501-4CAD-F816E6480C9B}"/>
              </a:ext>
            </a:extLst>
          </p:cNvPr>
          <p:cNvSpPr/>
          <p:nvPr/>
        </p:nvSpPr>
        <p:spPr>
          <a:xfrm>
            <a:off x="10670362" y="3487273"/>
            <a:ext cx="109728" cy="1097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!! 夜景">
            <a:hlinkClick r:id="rId8" action="ppaction://hlinksldjump"/>
            <a:extLst>
              <a:ext uri="{FF2B5EF4-FFF2-40B4-BE49-F238E27FC236}">
                <a16:creationId xmlns:a16="http://schemas.microsoft.com/office/drawing/2014/main" id="{76149D65-37FD-1C21-676E-2EA2C450540F}"/>
              </a:ext>
            </a:extLst>
          </p:cNvPr>
          <p:cNvSpPr txBox="1"/>
          <p:nvPr/>
        </p:nvSpPr>
        <p:spPr>
          <a:xfrm>
            <a:off x="10768005" y="3793173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夜景</a:t>
            </a:r>
          </a:p>
        </p:txBody>
      </p:sp>
      <p:grpSp>
        <p:nvGrpSpPr>
          <p:cNvPr id="10" name="!! 关闭按钮">
            <a:extLst>
              <a:ext uri="{FF2B5EF4-FFF2-40B4-BE49-F238E27FC236}">
                <a16:creationId xmlns:a16="http://schemas.microsoft.com/office/drawing/2014/main" id="{9C2CF91F-D611-A585-229D-8D16BE6598BA}"/>
              </a:ext>
            </a:extLst>
          </p:cNvPr>
          <p:cNvGrpSpPr/>
          <p:nvPr/>
        </p:nvGrpSpPr>
        <p:grpSpPr>
          <a:xfrm>
            <a:off x="10899626" y="608567"/>
            <a:ext cx="469540" cy="469540"/>
            <a:chOff x="2328464" y="3107859"/>
            <a:chExt cx="583223" cy="583223"/>
          </a:xfrm>
        </p:grpSpPr>
        <p:sp>
          <p:nvSpPr>
            <p:cNvPr id="11" name="矩形: 圆角 10">
              <a:hlinkClick r:id="rId9" action="ppaction://hlinksldjump"/>
              <a:extLst>
                <a:ext uri="{FF2B5EF4-FFF2-40B4-BE49-F238E27FC236}">
                  <a16:creationId xmlns:a16="http://schemas.microsoft.com/office/drawing/2014/main" id="{F8644540-039B-8B6B-EF39-B837D13EEFDB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12" name="图形 11">
              <a:extLst>
                <a:ext uri="{FF2B5EF4-FFF2-40B4-BE49-F238E27FC236}">
                  <a16:creationId xmlns:a16="http://schemas.microsoft.com/office/drawing/2014/main" id="{BA0A0E6D-E864-5568-66EF-A146DC9367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462495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9" dur="33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decel="10000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14" dur="33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19" dur="33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3" presetClass="path" presetSubtype="0" decel="100000" fill="hold" grpId="1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24" dur="33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3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29" dur="33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34" dur="33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3" presetClass="path" presetSubtype="0" decel="10000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39" dur="33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3" presetClass="path" presetSubtype="0" decel="10000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44" dur="33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2" grpId="0"/>
      <p:bldP spid="2" grpId="1"/>
      <p:bldP spid="4" grpId="0"/>
      <p:bldP spid="4" grpId="1"/>
      <p:bldP spid="6" grpId="0"/>
      <p:bldP spid="6" grpId="1"/>
      <p:bldP spid="7" grpId="0"/>
      <p:bldP spid="7" grpId="1"/>
      <p:bldP spid="8" grpId="0" animBg="1"/>
      <p:bldP spid="8" grpId="1" animBg="1"/>
      <p:bldP spid="9" grpId="0"/>
      <p:bldP spid="9" grpId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B5EAED-6E77-4B9A-CC00-19E07BA8D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 背景板">
            <a:extLst>
              <a:ext uri="{FF2B5EF4-FFF2-40B4-BE49-F238E27FC236}">
                <a16:creationId xmlns:a16="http://schemas.microsoft.com/office/drawing/2014/main" id="{C39716AB-9EA4-9645-4B1E-B1B90498B6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4" name="!! 取景框">
            <a:extLst>
              <a:ext uri="{FF2B5EF4-FFF2-40B4-BE49-F238E27FC236}">
                <a16:creationId xmlns:a16="http://schemas.microsoft.com/office/drawing/2014/main" id="{D2F1C26D-7D9E-E413-90CD-F4B4A16160EF}"/>
              </a:ext>
            </a:extLst>
          </p:cNvPr>
          <p:cNvSpPr/>
          <p:nvPr/>
        </p:nvSpPr>
        <p:spPr>
          <a:xfrm>
            <a:off x="932795" y="-7883"/>
            <a:ext cx="9143998" cy="685800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17" name="快门">
            <a:extLst>
              <a:ext uri="{FF2B5EF4-FFF2-40B4-BE49-F238E27FC236}">
                <a16:creationId xmlns:a16="http://schemas.microsoft.com/office/drawing/2014/main" id="{CACB0A06-CCA0-4834-2464-BDDBEFE07810}"/>
              </a:ext>
            </a:extLst>
          </p:cNvPr>
          <p:cNvGrpSpPr/>
          <p:nvPr/>
        </p:nvGrpSpPr>
        <p:grpSpPr>
          <a:xfrm>
            <a:off x="10766886" y="5433397"/>
            <a:ext cx="788276" cy="788276"/>
            <a:chOff x="10799379" y="3034862"/>
            <a:chExt cx="788276" cy="788276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D2147A26-49BE-6430-D774-62A350B700AF}"/>
                </a:ext>
              </a:extLst>
            </p:cNvPr>
            <p:cNvSpPr/>
            <p:nvPr/>
          </p:nvSpPr>
          <p:spPr>
            <a:xfrm>
              <a:off x="10799379" y="3034862"/>
              <a:ext cx="788276" cy="788276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728546E-53D3-F01F-445E-C0BF696723E3}"/>
                </a:ext>
              </a:extLst>
            </p:cNvPr>
            <p:cNvSpPr/>
            <p:nvPr/>
          </p:nvSpPr>
          <p:spPr>
            <a:xfrm>
              <a:off x="10867381" y="3102864"/>
              <a:ext cx="652272" cy="652272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  <p:sp>
        <p:nvSpPr>
          <p:cNvPr id="2" name="文本框 1">
            <a:hlinkClick r:id="rId4" action="ppaction://hlinksldjump"/>
            <a:extLst>
              <a:ext uri="{FF2B5EF4-FFF2-40B4-BE49-F238E27FC236}">
                <a16:creationId xmlns:a16="http://schemas.microsoft.com/office/drawing/2014/main" id="{67166222-95A2-A87C-3CAC-083737CFBEFE}"/>
              </a:ext>
            </a:extLst>
          </p:cNvPr>
          <p:cNvSpPr txBox="1"/>
          <p:nvPr/>
        </p:nvSpPr>
        <p:spPr>
          <a:xfrm>
            <a:off x="10768005" y="2039211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alpha val="25000"/>
                  </a:schemeClr>
                </a:solidFill>
              </a:rPr>
              <a:t>专业</a:t>
            </a:r>
          </a:p>
        </p:txBody>
      </p:sp>
      <p:sp>
        <p:nvSpPr>
          <p:cNvPr id="4" name="!! 录像">
            <a:hlinkClick r:id="rId5" action="ppaction://hlinksldjump"/>
            <a:extLst>
              <a:ext uri="{FF2B5EF4-FFF2-40B4-BE49-F238E27FC236}">
                <a16:creationId xmlns:a16="http://schemas.microsoft.com/office/drawing/2014/main" id="{5941BAB8-FD7F-D634-DFD9-E50238238598}"/>
              </a:ext>
            </a:extLst>
          </p:cNvPr>
          <p:cNvSpPr txBox="1"/>
          <p:nvPr/>
        </p:nvSpPr>
        <p:spPr>
          <a:xfrm>
            <a:off x="10768005" y="2476545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alpha val="50000"/>
                  </a:schemeClr>
                </a:solidFill>
              </a:rPr>
              <a:t>录像</a:t>
            </a:r>
          </a:p>
        </p:txBody>
      </p:sp>
      <p:sp>
        <p:nvSpPr>
          <p:cNvPr id="6" name="!! 拍照">
            <a:hlinkClick r:id="rId6" action="ppaction://hlinksldjump"/>
            <a:extLst>
              <a:ext uri="{FF2B5EF4-FFF2-40B4-BE49-F238E27FC236}">
                <a16:creationId xmlns:a16="http://schemas.microsoft.com/office/drawing/2014/main" id="{2E6D6ACF-A8EA-5E06-4A67-30E9F0E0E473}"/>
              </a:ext>
            </a:extLst>
          </p:cNvPr>
          <p:cNvSpPr txBox="1"/>
          <p:nvPr/>
        </p:nvSpPr>
        <p:spPr>
          <a:xfrm>
            <a:off x="10768005" y="2913879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拍照</a:t>
            </a:r>
          </a:p>
        </p:txBody>
      </p:sp>
      <p:sp>
        <p:nvSpPr>
          <p:cNvPr id="7" name="!! 更多">
            <a:extLst>
              <a:ext uri="{FF2B5EF4-FFF2-40B4-BE49-F238E27FC236}">
                <a16:creationId xmlns:a16="http://schemas.microsoft.com/office/drawing/2014/main" id="{19186F1E-BA7D-C67E-C83D-7B9469B634CD}"/>
              </a:ext>
            </a:extLst>
          </p:cNvPr>
          <p:cNvSpPr txBox="1"/>
          <p:nvPr/>
        </p:nvSpPr>
        <p:spPr>
          <a:xfrm>
            <a:off x="10768005" y="1601877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alpha val="0"/>
                  </a:schemeClr>
                </a:solidFill>
              </a:rPr>
              <a:t>更多</a:t>
            </a:r>
          </a:p>
        </p:txBody>
      </p:sp>
      <p:sp>
        <p:nvSpPr>
          <p:cNvPr id="8" name="!! 指示">
            <a:extLst>
              <a:ext uri="{FF2B5EF4-FFF2-40B4-BE49-F238E27FC236}">
                <a16:creationId xmlns:a16="http://schemas.microsoft.com/office/drawing/2014/main" id="{19811773-B589-65FE-29CD-4A003C19A65E}"/>
              </a:ext>
            </a:extLst>
          </p:cNvPr>
          <p:cNvSpPr/>
          <p:nvPr/>
        </p:nvSpPr>
        <p:spPr>
          <a:xfrm>
            <a:off x="10670362" y="3487273"/>
            <a:ext cx="109728" cy="1097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!! 夜景">
            <a:hlinkClick r:id="rId7" action="ppaction://hlinksldjump"/>
            <a:extLst>
              <a:ext uri="{FF2B5EF4-FFF2-40B4-BE49-F238E27FC236}">
                <a16:creationId xmlns:a16="http://schemas.microsoft.com/office/drawing/2014/main" id="{08A4ACE9-9BED-7D71-9E50-69FB58534D28}"/>
              </a:ext>
            </a:extLst>
          </p:cNvPr>
          <p:cNvSpPr txBox="1"/>
          <p:nvPr/>
        </p:nvSpPr>
        <p:spPr>
          <a:xfrm>
            <a:off x="10768005" y="3351213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6"/>
                </a:solidFill>
              </a:rPr>
              <a:t>夜景</a:t>
            </a:r>
          </a:p>
        </p:txBody>
      </p:sp>
      <p:grpSp>
        <p:nvGrpSpPr>
          <p:cNvPr id="10" name="!! 关闭按钮">
            <a:extLst>
              <a:ext uri="{FF2B5EF4-FFF2-40B4-BE49-F238E27FC236}">
                <a16:creationId xmlns:a16="http://schemas.microsoft.com/office/drawing/2014/main" id="{DDA15DC3-A8F4-B6AA-AFDC-FECB3BA53DD3}"/>
              </a:ext>
            </a:extLst>
          </p:cNvPr>
          <p:cNvGrpSpPr/>
          <p:nvPr/>
        </p:nvGrpSpPr>
        <p:grpSpPr>
          <a:xfrm>
            <a:off x="10899626" y="608567"/>
            <a:ext cx="469540" cy="469540"/>
            <a:chOff x="2328464" y="3107859"/>
            <a:chExt cx="583223" cy="583223"/>
          </a:xfrm>
        </p:grpSpPr>
        <p:sp>
          <p:nvSpPr>
            <p:cNvPr id="11" name="矩形: 圆角 10">
              <a:hlinkClick r:id="rId8" action="ppaction://hlinksldjump"/>
              <a:extLst>
                <a:ext uri="{FF2B5EF4-FFF2-40B4-BE49-F238E27FC236}">
                  <a16:creationId xmlns:a16="http://schemas.microsoft.com/office/drawing/2014/main" id="{6899C10F-12AA-68CD-1A06-C671498EF1B1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12" name="图形 11">
              <a:extLst>
                <a:ext uri="{FF2B5EF4-FFF2-40B4-BE49-F238E27FC236}">
                  <a16:creationId xmlns:a16="http://schemas.microsoft.com/office/drawing/2014/main" id="{6D6FBF2F-FB2C-B5F0-74AE-7CE85A908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8132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48439E-5715-1B82-5B8A-9CFF3AAE0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 背景板">
            <a:extLst>
              <a:ext uri="{FF2B5EF4-FFF2-40B4-BE49-F238E27FC236}">
                <a16:creationId xmlns:a16="http://schemas.microsoft.com/office/drawing/2014/main" id="{CAE0BA88-1C98-D273-F7BC-A4EBAC5D26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4" name="!! 取景框">
            <a:extLst>
              <a:ext uri="{FF2B5EF4-FFF2-40B4-BE49-F238E27FC236}">
                <a16:creationId xmlns:a16="http://schemas.microsoft.com/office/drawing/2014/main" id="{35486C73-1332-3C9D-985E-019E6CBA9527}"/>
              </a:ext>
            </a:extLst>
          </p:cNvPr>
          <p:cNvSpPr/>
          <p:nvPr/>
        </p:nvSpPr>
        <p:spPr>
          <a:xfrm>
            <a:off x="932795" y="-7883"/>
            <a:ext cx="9143998" cy="685800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2" name="文本框 1">
            <a:hlinkClick r:id="rId4" action="ppaction://hlinksldjump"/>
            <a:extLst>
              <a:ext uri="{FF2B5EF4-FFF2-40B4-BE49-F238E27FC236}">
                <a16:creationId xmlns:a16="http://schemas.microsoft.com/office/drawing/2014/main" id="{D90E729F-D8E9-7D46-87A6-785202F198A1}"/>
              </a:ext>
            </a:extLst>
          </p:cNvPr>
          <p:cNvSpPr txBox="1"/>
          <p:nvPr/>
        </p:nvSpPr>
        <p:spPr>
          <a:xfrm>
            <a:off x="10768005" y="3788394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专业</a:t>
            </a:r>
          </a:p>
        </p:txBody>
      </p:sp>
      <p:sp>
        <p:nvSpPr>
          <p:cNvPr id="4" name="!! 录像">
            <a:hlinkClick r:id="rId5" action="ppaction://hlinksldjump"/>
            <a:extLst>
              <a:ext uri="{FF2B5EF4-FFF2-40B4-BE49-F238E27FC236}">
                <a16:creationId xmlns:a16="http://schemas.microsoft.com/office/drawing/2014/main" id="{185FC92F-1562-2E78-2526-43C9DDB67CE3}"/>
              </a:ext>
            </a:extLst>
          </p:cNvPr>
          <p:cNvSpPr txBox="1"/>
          <p:nvPr/>
        </p:nvSpPr>
        <p:spPr>
          <a:xfrm>
            <a:off x="10768005" y="4225728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zh-CN" altLang="en-US" dirty="0"/>
              <a:t>录像</a:t>
            </a:r>
          </a:p>
        </p:txBody>
      </p:sp>
      <p:sp>
        <p:nvSpPr>
          <p:cNvPr id="6" name="!! 拍照">
            <a:hlinkClick r:id="rId6" action="ppaction://hlinksldjump"/>
            <a:extLst>
              <a:ext uri="{FF2B5EF4-FFF2-40B4-BE49-F238E27FC236}">
                <a16:creationId xmlns:a16="http://schemas.microsoft.com/office/drawing/2014/main" id="{A3C0D354-4434-85E1-2C1E-611704C6B524}"/>
              </a:ext>
            </a:extLst>
          </p:cNvPr>
          <p:cNvSpPr txBox="1"/>
          <p:nvPr/>
        </p:nvSpPr>
        <p:spPr>
          <a:xfrm>
            <a:off x="10768005" y="4663062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bg1">
                    <a:alpha val="25000"/>
                  </a:schemeClr>
                </a:solidFill>
              </a:defRPr>
            </a:lvl1pPr>
          </a:lstStyle>
          <a:p>
            <a:r>
              <a:rPr lang="zh-CN" altLang="en-US" dirty="0"/>
              <a:t>拍照</a:t>
            </a:r>
          </a:p>
        </p:txBody>
      </p:sp>
      <p:sp>
        <p:nvSpPr>
          <p:cNvPr id="7" name="!! 更多">
            <a:hlinkClick r:id="rId7" action="ppaction://hlinksldjump"/>
            <a:extLst>
              <a:ext uri="{FF2B5EF4-FFF2-40B4-BE49-F238E27FC236}">
                <a16:creationId xmlns:a16="http://schemas.microsoft.com/office/drawing/2014/main" id="{FC91542A-F19E-9E60-C66A-4A1DC1DE62BA}"/>
              </a:ext>
            </a:extLst>
          </p:cNvPr>
          <p:cNvSpPr txBox="1"/>
          <p:nvPr/>
        </p:nvSpPr>
        <p:spPr>
          <a:xfrm>
            <a:off x="10768005" y="3351060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6"/>
                </a:solidFill>
              </a:rPr>
              <a:t>更多</a:t>
            </a:r>
          </a:p>
        </p:txBody>
      </p:sp>
      <p:sp>
        <p:nvSpPr>
          <p:cNvPr id="8" name="!! 指示">
            <a:extLst>
              <a:ext uri="{FF2B5EF4-FFF2-40B4-BE49-F238E27FC236}">
                <a16:creationId xmlns:a16="http://schemas.microsoft.com/office/drawing/2014/main" id="{3643BFFF-CEA5-3591-832A-1ADBC4B5BEF8}"/>
              </a:ext>
            </a:extLst>
          </p:cNvPr>
          <p:cNvSpPr/>
          <p:nvPr/>
        </p:nvSpPr>
        <p:spPr>
          <a:xfrm>
            <a:off x="10670362" y="3487273"/>
            <a:ext cx="109728" cy="1097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!! 夜景">
            <a:extLst>
              <a:ext uri="{FF2B5EF4-FFF2-40B4-BE49-F238E27FC236}">
                <a16:creationId xmlns:a16="http://schemas.microsoft.com/office/drawing/2014/main" id="{95EC393C-4E0B-9406-5AE0-EECBBCD6AD38}"/>
              </a:ext>
            </a:extLst>
          </p:cNvPr>
          <p:cNvSpPr txBox="1"/>
          <p:nvPr/>
        </p:nvSpPr>
        <p:spPr>
          <a:xfrm>
            <a:off x="10768005" y="5100396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alpha val="0"/>
                  </a:schemeClr>
                </a:solidFill>
              </a:rPr>
              <a:t>夜景</a:t>
            </a:r>
          </a:p>
        </p:txBody>
      </p:sp>
      <p:grpSp>
        <p:nvGrpSpPr>
          <p:cNvPr id="54" name="!! 关闭按钮">
            <a:extLst>
              <a:ext uri="{FF2B5EF4-FFF2-40B4-BE49-F238E27FC236}">
                <a16:creationId xmlns:a16="http://schemas.microsoft.com/office/drawing/2014/main" id="{BE5C448D-F9F4-0DBE-B2EB-675809C92E3D}"/>
              </a:ext>
            </a:extLst>
          </p:cNvPr>
          <p:cNvGrpSpPr/>
          <p:nvPr/>
        </p:nvGrpSpPr>
        <p:grpSpPr>
          <a:xfrm>
            <a:off x="10899626" y="608567"/>
            <a:ext cx="469540" cy="469540"/>
            <a:chOff x="2328464" y="3107859"/>
            <a:chExt cx="583223" cy="583223"/>
          </a:xfrm>
        </p:grpSpPr>
        <p:sp>
          <p:nvSpPr>
            <p:cNvPr id="55" name="矩形: 圆角 54">
              <a:hlinkClick r:id="rId8" action="ppaction://hlinksldjump"/>
              <a:extLst>
                <a:ext uri="{FF2B5EF4-FFF2-40B4-BE49-F238E27FC236}">
                  <a16:creationId xmlns:a16="http://schemas.microsoft.com/office/drawing/2014/main" id="{BED2D5B4-E261-6028-FF82-A2F372A29C3F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6" name="图形 55">
              <a:extLst>
                <a:ext uri="{FF2B5EF4-FFF2-40B4-BE49-F238E27FC236}">
                  <a16:creationId xmlns:a16="http://schemas.microsoft.com/office/drawing/2014/main" id="{1D01E54E-3310-5788-6011-428EE7876F5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sp>
        <p:nvSpPr>
          <p:cNvPr id="45" name="!! 遮罩">
            <a:extLst>
              <a:ext uri="{FF2B5EF4-FFF2-40B4-BE49-F238E27FC236}">
                <a16:creationId xmlns:a16="http://schemas.microsoft.com/office/drawing/2014/main" id="{E06305CD-9FA6-65EA-A635-08C0B0863C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46" name="带按钮的无图标提示框">
            <a:extLst>
              <a:ext uri="{FF2B5EF4-FFF2-40B4-BE49-F238E27FC236}">
                <a16:creationId xmlns:a16="http://schemas.microsoft.com/office/drawing/2014/main" id="{C2C758EF-5EE0-64DF-42AF-A374BE92D3E9}"/>
              </a:ext>
            </a:extLst>
          </p:cNvPr>
          <p:cNvGrpSpPr/>
          <p:nvPr/>
        </p:nvGrpSpPr>
        <p:grpSpPr>
          <a:xfrm>
            <a:off x="3813542" y="2672375"/>
            <a:ext cx="4564916" cy="1610257"/>
            <a:chOff x="2912999" y="3341279"/>
            <a:chExt cx="4564916" cy="1610257"/>
          </a:xfrm>
        </p:grpSpPr>
        <p:sp>
          <p:nvSpPr>
            <p:cNvPr id="47" name="!! 弹窗">
              <a:extLst>
                <a:ext uri="{FF2B5EF4-FFF2-40B4-BE49-F238E27FC236}">
                  <a16:creationId xmlns:a16="http://schemas.microsoft.com/office/drawing/2014/main" id="{192C78D1-8E75-F605-8910-58CD3641D8D3}"/>
                </a:ext>
              </a:extLst>
            </p:cNvPr>
            <p:cNvSpPr/>
            <p:nvPr/>
          </p:nvSpPr>
          <p:spPr>
            <a:xfrm>
              <a:off x="2912999" y="3341279"/>
              <a:ext cx="4564916" cy="1610257"/>
            </a:xfrm>
            <a:prstGeom prst="roundRect">
              <a:avLst>
                <a:gd name="adj" fmla="val 4327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48" name="标题">
              <a:extLst>
                <a:ext uri="{FF2B5EF4-FFF2-40B4-BE49-F238E27FC236}">
                  <a16:creationId xmlns:a16="http://schemas.microsoft.com/office/drawing/2014/main" id="{6AA0F7D7-411F-96CA-5171-ED6BF3DCF80A}"/>
                </a:ext>
              </a:extLst>
            </p:cNvPr>
            <p:cNvSpPr txBox="1"/>
            <p:nvPr/>
          </p:nvSpPr>
          <p:spPr>
            <a:xfrm>
              <a:off x="3311314" y="3596868"/>
              <a:ext cx="23310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相机</a:t>
              </a:r>
            </a:p>
          </p:txBody>
        </p:sp>
        <p:sp>
          <p:nvSpPr>
            <p:cNvPr id="49" name="副标题">
              <a:extLst>
                <a:ext uri="{FF2B5EF4-FFF2-40B4-BE49-F238E27FC236}">
                  <a16:creationId xmlns:a16="http://schemas.microsoft.com/office/drawing/2014/main" id="{3A32EF94-40C9-2C6D-8F29-CA1ED8E5637D}"/>
                </a:ext>
              </a:extLst>
            </p:cNvPr>
            <p:cNvSpPr txBox="1"/>
            <p:nvPr/>
          </p:nvSpPr>
          <p:spPr>
            <a:xfrm>
              <a:off x="3314796" y="3915526"/>
              <a:ext cx="37788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更多模式正在准备中，请等待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Beta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版本</a:t>
              </a:r>
            </a:p>
          </p:txBody>
        </p:sp>
        <p:sp>
          <p:nvSpPr>
            <p:cNvPr id="50" name="矩形: 圆角 49">
              <a:hlinkClick r:id="rId11" action="ppaction://hlinksldjump"/>
              <a:extLst>
                <a:ext uri="{FF2B5EF4-FFF2-40B4-BE49-F238E27FC236}">
                  <a16:creationId xmlns:a16="http://schemas.microsoft.com/office/drawing/2014/main" id="{0E9351AD-86A8-0811-239D-1CCF3EA31866}"/>
                </a:ext>
              </a:extLst>
            </p:cNvPr>
            <p:cNvSpPr/>
            <p:nvPr/>
          </p:nvSpPr>
          <p:spPr>
            <a:xfrm>
              <a:off x="6128912" y="4466052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确定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06065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0.03218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18074B-1AB0-45B5-8A07-A1AB8132C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 背景板">
            <a:extLst>
              <a:ext uri="{FF2B5EF4-FFF2-40B4-BE49-F238E27FC236}">
                <a16:creationId xmlns:a16="http://schemas.microsoft.com/office/drawing/2014/main" id="{DA4BBD8A-4439-8439-BCD7-8201F7D7843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4" name="!! 取景框">
            <a:extLst>
              <a:ext uri="{FF2B5EF4-FFF2-40B4-BE49-F238E27FC236}">
                <a16:creationId xmlns:a16="http://schemas.microsoft.com/office/drawing/2014/main" id="{3A1111F6-B9BF-55E5-6851-9C785C43B761}"/>
              </a:ext>
            </a:extLst>
          </p:cNvPr>
          <p:cNvSpPr/>
          <p:nvPr/>
        </p:nvSpPr>
        <p:spPr>
          <a:xfrm>
            <a:off x="932795" y="-7883"/>
            <a:ext cx="9143998" cy="685800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2" name="文本框 1">
            <a:hlinkClick r:id="rId4" action="ppaction://hlinksldjump"/>
            <a:extLst>
              <a:ext uri="{FF2B5EF4-FFF2-40B4-BE49-F238E27FC236}">
                <a16:creationId xmlns:a16="http://schemas.microsoft.com/office/drawing/2014/main" id="{BF0AA6AB-6967-98F7-3155-6AE9FB3BE4CE}"/>
              </a:ext>
            </a:extLst>
          </p:cNvPr>
          <p:cNvSpPr txBox="1"/>
          <p:nvPr/>
        </p:nvSpPr>
        <p:spPr>
          <a:xfrm>
            <a:off x="10768005" y="3788394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专业</a:t>
            </a:r>
          </a:p>
        </p:txBody>
      </p:sp>
      <p:sp>
        <p:nvSpPr>
          <p:cNvPr id="4" name="!! 录像">
            <a:hlinkClick r:id="rId5" action="ppaction://hlinksldjump"/>
            <a:extLst>
              <a:ext uri="{FF2B5EF4-FFF2-40B4-BE49-F238E27FC236}">
                <a16:creationId xmlns:a16="http://schemas.microsoft.com/office/drawing/2014/main" id="{0723D887-2D8D-B3F6-DC83-6EFDB572FAD9}"/>
              </a:ext>
            </a:extLst>
          </p:cNvPr>
          <p:cNvSpPr txBox="1"/>
          <p:nvPr/>
        </p:nvSpPr>
        <p:spPr>
          <a:xfrm>
            <a:off x="10768005" y="4225728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alpha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录像</a:t>
            </a:r>
          </a:p>
        </p:txBody>
      </p:sp>
      <p:sp>
        <p:nvSpPr>
          <p:cNvPr id="6" name="!! 拍照">
            <a:hlinkClick r:id="rId6" action="ppaction://hlinksldjump"/>
            <a:extLst>
              <a:ext uri="{FF2B5EF4-FFF2-40B4-BE49-F238E27FC236}">
                <a16:creationId xmlns:a16="http://schemas.microsoft.com/office/drawing/2014/main" id="{20852EC1-9A2D-4523-474B-07B7D37FC496}"/>
              </a:ext>
            </a:extLst>
          </p:cNvPr>
          <p:cNvSpPr txBox="1"/>
          <p:nvPr/>
        </p:nvSpPr>
        <p:spPr>
          <a:xfrm>
            <a:off x="10768005" y="4663062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bg1">
                    <a:alpha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alpha val="2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拍照</a:t>
            </a:r>
          </a:p>
        </p:txBody>
      </p:sp>
      <p:sp>
        <p:nvSpPr>
          <p:cNvPr id="7" name="!! 更多">
            <a:hlinkClick r:id="rId7" action="ppaction://hlinksldjump"/>
            <a:extLst>
              <a:ext uri="{FF2B5EF4-FFF2-40B4-BE49-F238E27FC236}">
                <a16:creationId xmlns:a16="http://schemas.microsoft.com/office/drawing/2014/main" id="{6D9D3636-BDDC-E49D-1BC2-7FD5A8AE6CF7}"/>
              </a:ext>
            </a:extLst>
          </p:cNvPr>
          <p:cNvSpPr txBox="1"/>
          <p:nvPr/>
        </p:nvSpPr>
        <p:spPr>
          <a:xfrm>
            <a:off x="10768005" y="3351060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更多</a:t>
            </a:r>
          </a:p>
        </p:txBody>
      </p:sp>
      <p:sp>
        <p:nvSpPr>
          <p:cNvPr id="8" name="!! 指示">
            <a:extLst>
              <a:ext uri="{FF2B5EF4-FFF2-40B4-BE49-F238E27FC236}">
                <a16:creationId xmlns:a16="http://schemas.microsoft.com/office/drawing/2014/main" id="{1345B73A-DC71-10D9-C4B0-823F9BE9EC8D}"/>
              </a:ext>
            </a:extLst>
          </p:cNvPr>
          <p:cNvSpPr/>
          <p:nvPr/>
        </p:nvSpPr>
        <p:spPr>
          <a:xfrm>
            <a:off x="10670362" y="3487273"/>
            <a:ext cx="109728" cy="1097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9" name="!! 夜景">
            <a:extLst>
              <a:ext uri="{FF2B5EF4-FFF2-40B4-BE49-F238E27FC236}">
                <a16:creationId xmlns:a16="http://schemas.microsoft.com/office/drawing/2014/main" id="{FC559427-3D8D-2BB6-1853-18C13B93C5AE}"/>
              </a:ext>
            </a:extLst>
          </p:cNvPr>
          <p:cNvSpPr txBox="1"/>
          <p:nvPr/>
        </p:nvSpPr>
        <p:spPr>
          <a:xfrm>
            <a:off x="10768005" y="5100396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alpha val="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夜景</a:t>
            </a:r>
          </a:p>
        </p:txBody>
      </p:sp>
      <p:grpSp>
        <p:nvGrpSpPr>
          <p:cNvPr id="5" name="!! 关闭按钮">
            <a:extLst>
              <a:ext uri="{FF2B5EF4-FFF2-40B4-BE49-F238E27FC236}">
                <a16:creationId xmlns:a16="http://schemas.microsoft.com/office/drawing/2014/main" id="{B07269EE-23C2-BAA2-1561-ECFB3A6F0AAF}"/>
              </a:ext>
            </a:extLst>
          </p:cNvPr>
          <p:cNvGrpSpPr/>
          <p:nvPr/>
        </p:nvGrpSpPr>
        <p:grpSpPr>
          <a:xfrm>
            <a:off x="10899626" y="608567"/>
            <a:ext cx="469540" cy="469540"/>
            <a:chOff x="2328464" y="3107859"/>
            <a:chExt cx="583223" cy="583223"/>
          </a:xfrm>
        </p:grpSpPr>
        <p:sp>
          <p:nvSpPr>
            <p:cNvPr id="10" name="矩形: 圆角 9">
              <a:hlinkClick r:id="rId8" action="ppaction://hlinksldjump"/>
              <a:extLst>
                <a:ext uri="{FF2B5EF4-FFF2-40B4-BE49-F238E27FC236}">
                  <a16:creationId xmlns:a16="http://schemas.microsoft.com/office/drawing/2014/main" id="{8A969CDE-8A03-2362-5F71-4F46DC42B9F4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11" name="图形 10">
              <a:extLst>
                <a:ext uri="{FF2B5EF4-FFF2-40B4-BE49-F238E27FC236}">
                  <a16:creationId xmlns:a16="http://schemas.microsoft.com/office/drawing/2014/main" id="{AA0D6AF9-8C1A-7195-6AEC-A3505953B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43120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95AF0C-204A-E008-5B26-527E82A29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!! 壁纸" descr="背景图案&#10;&#10;AI 生成的内容可能不正确。">
            <a:extLst>
              <a:ext uri="{FF2B5EF4-FFF2-40B4-BE49-F238E27FC236}">
                <a16:creationId xmlns:a16="http://schemas.microsoft.com/office/drawing/2014/main" id="{68B72689-0D39-BAD4-FD0F-04B1369E5F3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5" name="!! 背景板">
            <a:extLst>
              <a:ext uri="{FF2B5EF4-FFF2-40B4-BE49-F238E27FC236}">
                <a16:creationId xmlns:a16="http://schemas.microsoft.com/office/drawing/2014/main" id="{FD456647-4077-B559-E589-BD080F6AEFD7}"/>
              </a:ext>
            </a:extLst>
          </p:cNvPr>
          <p:cNvSpPr/>
          <p:nvPr/>
        </p:nvSpPr>
        <p:spPr>
          <a:xfrm>
            <a:off x="3573638" y="1621084"/>
            <a:ext cx="5044722" cy="28376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" name="!! dock右">
            <a:extLst>
              <a:ext uri="{FF2B5EF4-FFF2-40B4-BE49-F238E27FC236}">
                <a16:creationId xmlns:a16="http://schemas.microsoft.com/office/drawing/2014/main" id="{1BEDA470-4D75-1857-5B47-5BF3AA7EBA1A}"/>
              </a:ext>
            </a:extLst>
          </p:cNvPr>
          <p:cNvGrpSpPr/>
          <p:nvPr/>
        </p:nvGrpSpPr>
        <p:grpSpPr>
          <a:xfrm>
            <a:off x="4869920" y="5917016"/>
            <a:ext cx="2452159" cy="704838"/>
            <a:chOff x="7408333" y="5780624"/>
            <a:chExt cx="2452159" cy="704838"/>
          </a:xfrm>
        </p:grpSpPr>
        <p:sp useBgFill="1">
          <p:nvSpPr>
            <p:cNvPr id="3" name="!! 模糊">
              <a:extLst>
                <a:ext uri="{FF2B5EF4-FFF2-40B4-BE49-F238E27FC236}">
                  <a16:creationId xmlns:a16="http://schemas.microsoft.com/office/drawing/2014/main" id="{5125C7F1-8B08-1465-24D5-E6BFEA048B24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4" name="!! 颜色遮罩">
              <a:extLst>
                <a:ext uri="{FF2B5EF4-FFF2-40B4-BE49-F238E27FC236}">
                  <a16:creationId xmlns:a16="http://schemas.microsoft.com/office/drawing/2014/main" id="{EF719ACA-C461-06B4-49F3-76E9805F53A2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5" name="!! 信号">
              <a:extLst>
                <a:ext uri="{FF2B5EF4-FFF2-40B4-BE49-F238E27FC236}">
                  <a16:creationId xmlns:a16="http://schemas.microsoft.com/office/drawing/2014/main" id="{5787D982-5584-5E05-2E1B-C2F8E5929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6" name="!! 运营商">
              <a:extLst>
                <a:ext uri="{FF2B5EF4-FFF2-40B4-BE49-F238E27FC236}">
                  <a16:creationId xmlns:a16="http://schemas.microsoft.com/office/drawing/2014/main" id="{1927C415-D859-E36F-81E1-7C363758C836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7" name="!! 通知">
              <a:extLst>
                <a:ext uri="{FF2B5EF4-FFF2-40B4-BE49-F238E27FC236}">
                  <a16:creationId xmlns:a16="http://schemas.microsoft.com/office/drawing/2014/main" id="{9FD9163F-35C1-A5A0-F068-A6DF715F2DE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8" name="!! 电池">
              <a:extLst>
                <a:ext uri="{FF2B5EF4-FFF2-40B4-BE49-F238E27FC236}">
                  <a16:creationId xmlns:a16="http://schemas.microsoft.com/office/drawing/2014/main" id="{F4D90324-BDB2-F1D5-6E2E-8270E5D46D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9" name="!! 时间">
              <a:extLst>
                <a:ext uri="{FF2B5EF4-FFF2-40B4-BE49-F238E27FC236}">
                  <a16:creationId xmlns:a16="http://schemas.microsoft.com/office/drawing/2014/main" id="{FA5F9CEE-FB45-582A-FC54-4F0F4BD38FCA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0" name="!! AC">
              <a:extLst>
                <a:ext uri="{FF2B5EF4-FFF2-40B4-BE49-F238E27FC236}">
                  <a16:creationId xmlns:a16="http://schemas.microsoft.com/office/drawing/2014/main" id="{B5381438-8065-6A59-39C6-C855E27D6883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1" name="!! 声音">
              <a:extLst>
                <a:ext uri="{FF2B5EF4-FFF2-40B4-BE49-F238E27FC236}">
                  <a16:creationId xmlns:a16="http://schemas.microsoft.com/office/drawing/2014/main" id="{A7D7AC2B-966C-AEB3-867C-A68C19D4D0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12" name="!! 电源">
              <a:hlinkClick r:id="rId14" action="ppaction://hlinksldjump"/>
              <a:extLst>
                <a:ext uri="{FF2B5EF4-FFF2-40B4-BE49-F238E27FC236}">
                  <a16:creationId xmlns:a16="http://schemas.microsoft.com/office/drawing/2014/main" id="{92183056-27EF-6CAD-BC92-8DFD589CD6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2CD6416-463B-D374-54F9-D5FAEDF21165}"/>
              </a:ext>
            </a:extLst>
          </p:cNvPr>
          <p:cNvGrpSpPr/>
          <p:nvPr/>
        </p:nvGrpSpPr>
        <p:grpSpPr>
          <a:xfrm>
            <a:off x="1659673" y="933566"/>
            <a:ext cx="658298" cy="967680"/>
            <a:chOff x="2726128" y="2691285"/>
            <a:chExt cx="527312" cy="775134"/>
          </a:xfrm>
          <a:effectLst/>
        </p:grpSpPr>
        <p:grpSp>
          <p:nvGrpSpPr>
            <p:cNvPr id="15" name="!! 设置">
              <a:extLst>
                <a:ext uri="{FF2B5EF4-FFF2-40B4-BE49-F238E27FC236}">
                  <a16:creationId xmlns:a16="http://schemas.microsoft.com/office/drawing/2014/main" id="{E116B2ED-ECD8-7F95-C5BD-F1986F0C5860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17" name="背景">
                <a:hlinkClick r:id="rId17" action="ppaction://hlinksldjump"/>
                <a:extLst>
                  <a:ext uri="{FF2B5EF4-FFF2-40B4-BE49-F238E27FC236}">
                    <a16:creationId xmlns:a16="http://schemas.microsoft.com/office/drawing/2014/main" id="{42F38254-B1BF-0485-F9AF-CE4C53D6ECEF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18" name="齿轮" descr="单级齿轮 轮廓">
                <a:extLst>
                  <a:ext uri="{FF2B5EF4-FFF2-40B4-BE49-F238E27FC236}">
                    <a16:creationId xmlns:a16="http://schemas.microsoft.com/office/drawing/2014/main" id="{40BC1A26-2CA9-BF0B-84D4-0185C0118D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4772763" y="3253153"/>
                <a:ext cx="351694" cy="351694"/>
              </a:xfrm>
              <a:prstGeom prst="rect">
                <a:avLst/>
              </a:prstGeom>
            </p:spPr>
          </p:pic>
        </p:grp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9686F68-F3FA-27FA-96FC-9A84F0419083}"/>
                </a:ext>
              </a:extLst>
            </p:cNvPr>
            <p:cNvSpPr txBox="1"/>
            <p:nvPr/>
          </p:nvSpPr>
          <p:spPr>
            <a:xfrm>
              <a:off x="2726128" y="3244536"/>
              <a:ext cx="527312" cy="22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设置</a:t>
              </a:r>
            </a:p>
          </p:txBody>
        </p:sp>
      </p:grpSp>
      <p:grpSp>
        <p:nvGrpSpPr>
          <p:cNvPr id="23" name="相机">
            <a:extLst>
              <a:ext uri="{FF2B5EF4-FFF2-40B4-BE49-F238E27FC236}">
                <a16:creationId xmlns:a16="http://schemas.microsoft.com/office/drawing/2014/main" id="{9EC8E458-2611-C7E1-79CD-4EEAAB666541}"/>
              </a:ext>
            </a:extLst>
          </p:cNvPr>
          <p:cNvGrpSpPr/>
          <p:nvPr/>
        </p:nvGrpSpPr>
        <p:grpSpPr>
          <a:xfrm>
            <a:off x="3189536" y="933566"/>
            <a:ext cx="658298" cy="967680"/>
            <a:chOff x="3189536" y="933566"/>
            <a:chExt cx="658298" cy="967680"/>
          </a:xfrm>
        </p:grpSpPr>
        <p:sp>
          <p:nvSpPr>
            <p:cNvPr id="26" name="背景">
              <a:extLst>
                <a:ext uri="{FF2B5EF4-FFF2-40B4-BE49-F238E27FC236}">
                  <a16:creationId xmlns:a16="http://schemas.microsoft.com/office/drawing/2014/main" id="{8491D03E-A79F-80DC-8FF3-AD7FC58385CC}"/>
                </a:ext>
              </a:extLst>
            </p:cNvPr>
            <p:cNvSpPr/>
            <p:nvPr/>
          </p:nvSpPr>
          <p:spPr>
            <a:xfrm>
              <a:off x="3189536" y="933566"/>
              <a:ext cx="658298" cy="658298"/>
            </a:xfrm>
            <a:prstGeom prst="roundRect">
              <a:avLst/>
            </a:prstGeom>
            <a:solidFill>
              <a:srgbClr val="547A9C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27" name="icon">
              <a:extLst>
                <a:ext uri="{FF2B5EF4-FFF2-40B4-BE49-F238E27FC236}">
                  <a16:creationId xmlns:a16="http://schemas.microsoft.com/office/drawing/2014/main" id="{4C67966C-052E-781C-B6FC-6090A32AD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3328520" y="1072550"/>
              <a:ext cx="380330" cy="380330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1A4730A4-BA0F-3838-D42D-6E833CF98249}"/>
                </a:ext>
              </a:extLst>
            </p:cNvPr>
            <p:cNvSpPr txBox="1"/>
            <p:nvPr/>
          </p:nvSpPr>
          <p:spPr>
            <a:xfrm>
              <a:off x="3189536" y="1624246"/>
              <a:ext cx="658298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相机</a:t>
              </a:r>
            </a:p>
          </p:txBody>
        </p:sp>
      </p:grpSp>
      <p:sp>
        <p:nvSpPr>
          <p:cNvPr id="21" name="!! 背景">
            <a:hlinkClick r:id="rId22" action="ppaction://hlinksldjump"/>
            <a:extLst>
              <a:ext uri="{FF2B5EF4-FFF2-40B4-BE49-F238E27FC236}">
                <a16:creationId xmlns:a16="http://schemas.microsoft.com/office/drawing/2014/main" id="{39BFFF56-84DC-340F-D96F-E47499D26938}"/>
              </a:ext>
            </a:extLst>
          </p:cNvPr>
          <p:cNvSpPr/>
          <p:nvPr/>
        </p:nvSpPr>
        <p:spPr>
          <a:xfrm>
            <a:off x="4719399" y="933566"/>
            <a:ext cx="658298" cy="658298"/>
          </a:xfrm>
          <a:prstGeom prst="round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pic>
        <p:nvPicPr>
          <p:cNvPr id="22" name="!! icon">
            <a:extLst>
              <a:ext uri="{FF2B5EF4-FFF2-40B4-BE49-F238E27FC236}">
                <a16:creationId xmlns:a16="http://schemas.microsoft.com/office/drawing/2014/main" id="{0D87E190-E5AF-0D56-9C5B-3220D08EBDE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4858383" y="1072550"/>
            <a:ext cx="380330" cy="380330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3F757A15-E07A-C98D-BF26-4D4B61EE4B3F}"/>
              </a:ext>
            </a:extLst>
          </p:cNvPr>
          <p:cNvSpPr txBox="1"/>
          <p:nvPr/>
        </p:nvSpPr>
        <p:spPr>
          <a:xfrm>
            <a:off x="4719399" y="1624246"/>
            <a:ext cx="658298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vivo Sans"/>
                <a:ea typeface="vivo Sans"/>
                <a:cs typeface="+mn-cs"/>
              </a:rPr>
              <a:t>相册</a:t>
            </a:r>
          </a:p>
        </p:txBody>
      </p:sp>
    </p:spTree>
    <p:extLst>
      <p:ext uri="{BB962C8B-B14F-4D97-AF65-F5344CB8AC3E}">
        <p14:creationId xmlns:p14="http://schemas.microsoft.com/office/powerpoint/2010/main" val="1803372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78568A-9612-703A-49C1-EB59B4FDB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背景">
            <a:extLst>
              <a:ext uri="{FF2B5EF4-FFF2-40B4-BE49-F238E27FC236}">
                <a16:creationId xmlns:a16="http://schemas.microsoft.com/office/drawing/2014/main" id="{4D1E5330-0E65-5576-7CAF-FB70F923CA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6122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pic>
        <p:nvPicPr>
          <p:cNvPr id="26" name="!! 图标">
            <a:extLst>
              <a:ext uri="{FF2B5EF4-FFF2-40B4-BE49-F238E27FC236}">
                <a16:creationId xmlns:a16="http://schemas.microsoft.com/office/drawing/2014/main" id="{20229FC1-E1FA-0F7C-8348-3D9CD31FE8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543772" y="2876773"/>
            <a:ext cx="1104454" cy="1104454"/>
          </a:xfrm>
          <a:prstGeom prst="rect">
            <a:avLst/>
          </a:prstGeom>
        </p:spPr>
      </p:pic>
      <p:sp>
        <p:nvSpPr>
          <p:cNvPr id="4" name="!! App名">
            <a:extLst>
              <a:ext uri="{FF2B5EF4-FFF2-40B4-BE49-F238E27FC236}">
                <a16:creationId xmlns:a16="http://schemas.microsoft.com/office/drawing/2014/main" id="{2CA15259-BB57-3858-E5BD-BFA7CE515443}"/>
              </a:ext>
            </a:extLst>
          </p:cNvPr>
          <p:cNvSpPr txBox="1"/>
          <p:nvPr/>
        </p:nvSpPr>
        <p:spPr>
          <a:xfrm>
            <a:off x="5046561" y="4880565"/>
            <a:ext cx="2095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1818">
                    <a:lumMod val="50000"/>
                    <a:lumOff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相册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81818">
                    <a:lumMod val="50000"/>
                    <a:lumOff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Preview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181818">
                  <a:lumMod val="50000"/>
                  <a:lumOff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pic>
        <p:nvPicPr>
          <p:cNvPr id="3" name="!! icon">
            <a:extLst>
              <a:ext uri="{FF2B5EF4-FFF2-40B4-BE49-F238E27FC236}">
                <a16:creationId xmlns:a16="http://schemas.microsoft.com/office/drawing/2014/main" id="{F4E94849-9FA4-E19B-E7B8-EBA7265693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483237" y="1818167"/>
            <a:ext cx="3221666" cy="322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968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60" advClick="0" advTm="1250">
        <p159:morph option="byObject"/>
      </p:transition>
    </mc:Choice>
    <mc:Fallback xmlns="">
      <p:transition spd="med" advClick="0" advTm="125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3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3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decel="10000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2.08333E-7 -7.40741E-7 L 0.02174 -7.40741E-7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A9A0B6-8031-1E92-B483-FF4A281BF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FC5F7830-6D8D-61EE-9798-36DF083DD23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21665021-BEB1-3753-0DAC-BD1FBCA5ACCE}"/>
              </a:ext>
            </a:extLst>
          </p:cNvPr>
          <p:cNvGrpSpPr/>
          <p:nvPr/>
        </p:nvGrpSpPr>
        <p:grpSpPr>
          <a:xfrm>
            <a:off x="462455" y="484333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ECA957EB-425A-B91A-A6C6-18108B400F00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FE81CF53-81C2-C0A8-E4EA-D42B042FE98A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相册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6FAF49CD-6600-84CB-9EF8-DAC35683953F}"/>
              </a:ext>
            </a:extLst>
          </p:cNvPr>
          <p:cNvSpPr/>
          <p:nvPr/>
        </p:nvSpPr>
        <p:spPr>
          <a:xfrm>
            <a:off x="3594540" y="0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D9AA7C9F-21A8-95B6-B842-F1108659DEF6}"/>
              </a:ext>
            </a:extLst>
          </p:cNvPr>
          <p:cNvGrpSpPr/>
          <p:nvPr/>
        </p:nvGrpSpPr>
        <p:grpSpPr>
          <a:xfrm>
            <a:off x="2757493" y="569911"/>
            <a:ext cx="290510" cy="290510"/>
            <a:chOff x="2328464" y="3107859"/>
            <a:chExt cx="583223" cy="583223"/>
          </a:xfrm>
        </p:grpSpPr>
        <p:sp>
          <p:nvSpPr>
            <p:cNvPr id="4" name="矩形: 圆角 3">
              <a:hlinkClick r:id="rId5" action="ppaction://hlinksldjump"/>
              <a:extLst>
                <a:ext uri="{FF2B5EF4-FFF2-40B4-BE49-F238E27FC236}">
                  <a16:creationId xmlns:a16="http://schemas.microsoft.com/office/drawing/2014/main" id="{BEA4C74F-0292-E1E1-C43A-4CA7B9825285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09F6C24C-D4B5-D64E-C526-82275ADE42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7" name="!! 相机">
            <a:extLst>
              <a:ext uri="{FF2B5EF4-FFF2-40B4-BE49-F238E27FC236}">
                <a16:creationId xmlns:a16="http://schemas.microsoft.com/office/drawing/2014/main" id="{3E93E8EA-05D5-1E36-1984-F0BC7019CE19}"/>
              </a:ext>
            </a:extLst>
          </p:cNvPr>
          <p:cNvGrpSpPr/>
          <p:nvPr/>
        </p:nvGrpSpPr>
        <p:grpSpPr>
          <a:xfrm>
            <a:off x="471694" y="1296357"/>
            <a:ext cx="2552892" cy="457924"/>
            <a:chOff x="471694" y="1296357"/>
            <a:chExt cx="2552892" cy="457924"/>
          </a:xfrm>
        </p:grpSpPr>
        <p:sp>
          <p:nvSpPr>
            <p:cNvPr id="8" name="!! 选中">
              <a:hlinkClick r:id="rId8" action="ppaction://hlinksldjump"/>
              <a:extLst>
                <a:ext uri="{FF2B5EF4-FFF2-40B4-BE49-F238E27FC236}">
                  <a16:creationId xmlns:a16="http://schemas.microsoft.com/office/drawing/2014/main" id="{A26A6E92-3DFA-E411-D4C9-AB1A4D6C0E7A}"/>
                </a:ext>
              </a:extLst>
            </p:cNvPr>
            <p:cNvSpPr/>
            <p:nvPr/>
          </p:nvSpPr>
          <p:spPr>
            <a:xfrm>
              <a:off x="471694" y="129635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5F5F5">
                      <a:lumMod val="25000"/>
                    </a:srgbClr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     相机</a:t>
              </a:r>
            </a:p>
          </p:txBody>
        </p:sp>
        <p:pic>
          <p:nvPicPr>
            <p:cNvPr id="12" name="icon">
              <a:extLst>
                <a:ext uri="{FF2B5EF4-FFF2-40B4-BE49-F238E27FC236}">
                  <a16:creationId xmlns:a16="http://schemas.microsoft.com/office/drawing/2014/main" id="{3B6982FE-78BB-B27C-59BB-582F46BAAD0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34581" y="1417811"/>
              <a:ext cx="215016" cy="215016"/>
            </a:xfrm>
            <a:prstGeom prst="rect">
              <a:avLst/>
            </a:prstGeom>
          </p:spPr>
        </p:pic>
      </p:grpSp>
      <p:grpSp>
        <p:nvGrpSpPr>
          <p:cNvPr id="14" name="!! 全部媒体">
            <a:extLst>
              <a:ext uri="{FF2B5EF4-FFF2-40B4-BE49-F238E27FC236}">
                <a16:creationId xmlns:a16="http://schemas.microsoft.com/office/drawing/2014/main" id="{8589DBD8-52DB-FEE1-7CA0-2EEB709D2E2C}"/>
              </a:ext>
            </a:extLst>
          </p:cNvPr>
          <p:cNvGrpSpPr/>
          <p:nvPr/>
        </p:nvGrpSpPr>
        <p:grpSpPr>
          <a:xfrm>
            <a:off x="481145" y="1890767"/>
            <a:ext cx="2552892" cy="457924"/>
            <a:chOff x="481145" y="1890767"/>
            <a:chExt cx="2552892" cy="457924"/>
          </a:xfrm>
        </p:grpSpPr>
        <p:sp>
          <p:nvSpPr>
            <p:cNvPr id="15" name="!! 未选中">
              <a:hlinkClick r:id="rId11" action="ppaction://hlinksldjump"/>
              <a:extLst>
                <a:ext uri="{FF2B5EF4-FFF2-40B4-BE49-F238E27FC236}">
                  <a16:creationId xmlns:a16="http://schemas.microsoft.com/office/drawing/2014/main" id="{CA8922BD-1BE9-585C-CCDF-927C95D47104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5F5F5">
                      <a:lumMod val="25000"/>
                    </a:srgbClr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     全部媒体</a:t>
              </a:r>
            </a:p>
          </p:txBody>
        </p:sp>
        <p:pic>
          <p:nvPicPr>
            <p:cNvPr id="16" name="icon">
              <a:extLst>
                <a:ext uri="{FF2B5EF4-FFF2-40B4-BE49-F238E27FC236}">
                  <a16:creationId xmlns:a16="http://schemas.microsoft.com/office/drawing/2014/main" id="{E1D553A6-51D3-41B1-F954-C1EB1532D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34581" y="2012221"/>
              <a:ext cx="215016" cy="215016"/>
            </a:xfrm>
            <a:prstGeom prst="rect">
              <a:avLst/>
            </a:prstGeom>
          </p:spPr>
        </p:pic>
      </p:grpSp>
      <p:grpSp>
        <p:nvGrpSpPr>
          <p:cNvPr id="6" name="!! 关闭按钮">
            <a:extLst>
              <a:ext uri="{FF2B5EF4-FFF2-40B4-BE49-F238E27FC236}">
                <a16:creationId xmlns:a16="http://schemas.microsoft.com/office/drawing/2014/main" id="{93792B83-04FF-531F-24B5-3EF214B4865E}"/>
              </a:ext>
            </a:extLst>
          </p:cNvPr>
          <p:cNvGrpSpPr/>
          <p:nvPr/>
        </p:nvGrpSpPr>
        <p:grpSpPr>
          <a:xfrm>
            <a:off x="2333438" y="569911"/>
            <a:ext cx="290510" cy="290510"/>
            <a:chOff x="2328464" y="3107859"/>
            <a:chExt cx="583223" cy="583223"/>
          </a:xfrm>
        </p:grpSpPr>
        <p:sp>
          <p:nvSpPr>
            <p:cNvPr id="17" name="矩形: 圆角 16">
              <a:hlinkClick r:id="rId14" action="ppaction://hlinksldjump"/>
              <a:extLst>
                <a:ext uri="{FF2B5EF4-FFF2-40B4-BE49-F238E27FC236}">
                  <a16:creationId xmlns:a16="http://schemas.microsoft.com/office/drawing/2014/main" id="{12CE03EF-34E4-D768-6C3C-212E71ECAE44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18" name="图形 17">
              <a:extLst>
                <a:ext uri="{FF2B5EF4-FFF2-40B4-BE49-F238E27FC236}">
                  <a16:creationId xmlns:a16="http://schemas.microsoft.com/office/drawing/2014/main" id="{9219B4F9-E1F4-C0B8-3DA8-064533AA8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pic>
        <p:nvPicPr>
          <p:cNvPr id="19" name="!! ico">
            <a:extLst>
              <a:ext uri="{FF2B5EF4-FFF2-40B4-BE49-F238E27FC236}">
                <a16:creationId xmlns:a16="http://schemas.microsoft.com/office/drawing/2014/main" id="{8966FA6E-48AC-4D27-5E6D-D69B4C61DEE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7341043" y="2876773"/>
            <a:ext cx="1104454" cy="110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009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3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3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decel="10000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19" dur="5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31781A-70FD-548C-1AFA-ED1F98C26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E42CB7A9-6A96-DEB7-392A-DEB59018C55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565AE912-02D0-9A24-5B3A-4C019174CE10}"/>
              </a:ext>
            </a:extLst>
          </p:cNvPr>
          <p:cNvGrpSpPr/>
          <p:nvPr/>
        </p:nvGrpSpPr>
        <p:grpSpPr>
          <a:xfrm>
            <a:off x="462455" y="484333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6DA6B55F-46D0-AE2F-33F8-F98081415FE9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89F468BF-B780-E85C-FCCD-A3100F08DD71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相册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22CD572F-14FC-0F2D-B240-9567237E17E1}"/>
              </a:ext>
            </a:extLst>
          </p:cNvPr>
          <p:cNvSpPr/>
          <p:nvPr/>
        </p:nvSpPr>
        <p:spPr>
          <a:xfrm>
            <a:off x="3594540" y="0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B31649A7-7FC8-1522-6FFB-7362875895C9}"/>
              </a:ext>
            </a:extLst>
          </p:cNvPr>
          <p:cNvGrpSpPr/>
          <p:nvPr/>
        </p:nvGrpSpPr>
        <p:grpSpPr>
          <a:xfrm>
            <a:off x="2757493" y="569911"/>
            <a:ext cx="290510" cy="290510"/>
            <a:chOff x="2328464" y="3107859"/>
            <a:chExt cx="583223" cy="583223"/>
          </a:xfrm>
        </p:grpSpPr>
        <p:sp>
          <p:nvSpPr>
            <p:cNvPr id="4" name="矩形: 圆角 3">
              <a:hlinkClick r:id="rId5" action="ppaction://hlinksldjump"/>
              <a:extLst>
                <a:ext uri="{FF2B5EF4-FFF2-40B4-BE49-F238E27FC236}">
                  <a16:creationId xmlns:a16="http://schemas.microsoft.com/office/drawing/2014/main" id="{E2E918FF-3E1F-22AB-30F1-5CA049D74E35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28167790-7C8F-EE9A-8E5B-455B9457DB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9" name="!! 关闭按钮">
            <a:extLst>
              <a:ext uri="{FF2B5EF4-FFF2-40B4-BE49-F238E27FC236}">
                <a16:creationId xmlns:a16="http://schemas.microsoft.com/office/drawing/2014/main" id="{D0CCBDEE-806D-FD3D-7A50-F96ED8E9E17A}"/>
              </a:ext>
            </a:extLst>
          </p:cNvPr>
          <p:cNvGrpSpPr/>
          <p:nvPr/>
        </p:nvGrpSpPr>
        <p:grpSpPr>
          <a:xfrm>
            <a:off x="2333438" y="569911"/>
            <a:ext cx="290510" cy="290510"/>
            <a:chOff x="2328464" y="3107859"/>
            <a:chExt cx="583223" cy="583223"/>
          </a:xfrm>
        </p:grpSpPr>
        <p:sp>
          <p:nvSpPr>
            <p:cNvPr id="10" name="矩形: 圆角 9">
              <a:hlinkClick r:id="rId8" action="ppaction://hlinksldjump"/>
              <a:extLst>
                <a:ext uri="{FF2B5EF4-FFF2-40B4-BE49-F238E27FC236}">
                  <a16:creationId xmlns:a16="http://schemas.microsoft.com/office/drawing/2014/main" id="{89BD7709-3496-9FCD-EA7E-B7001CCA139F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11" name="图形 10">
              <a:extLst>
                <a:ext uri="{FF2B5EF4-FFF2-40B4-BE49-F238E27FC236}">
                  <a16:creationId xmlns:a16="http://schemas.microsoft.com/office/drawing/2014/main" id="{2CDC8B86-4A2B-A71D-F46E-B543BA786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24" name="!! 相机">
            <a:extLst>
              <a:ext uri="{FF2B5EF4-FFF2-40B4-BE49-F238E27FC236}">
                <a16:creationId xmlns:a16="http://schemas.microsoft.com/office/drawing/2014/main" id="{0EE7D7CF-5DEA-7514-7127-C1EC1E867148}"/>
              </a:ext>
            </a:extLst>
          </p:cNvPr>
          <p:cNvGrpSpPr/>
          <p:nvPr/>
        </p:nvGrpSpPr>
        <p:grpSpPr>
          <a:xfrm>
            <a:off x="471694" y="1296357"/>
            <a:ext cx="2552892" cy="457924"/>
            <a:chOff x="471694" y="1296357"/>
            <a:chExt cx="2552892" cy="457924"/>
          </a:xfrm>
        </p:grpSpPr>
        <p:sp>
          <p:nvSpPr>
            <p:cNvPr id="19" name="!! 选中">
              <a:extLst>
                <a:ext uri="{FF2B5EF4-FFF2-40B4-BE49-F238E27FC236}">
                  <a16:creationId xmlns:a16="http://schemas.microsoft.com/office/drawing/2014/main" id="{D4D2F2AC-9E06-135D-1E8B-007436F6F5CA}"/>
                </a:ext>
              </a:extLst>
            </p:cNvPr>
            <p:cNvSpPr/>
            <p:nvPr/>
          </p:nvSpPr>
          <p:spPr>
            <a:xfrm>
              <a:off x="471694" y="1296357"/>
              <a:ext cx="2552892" cy="457924"/>
            </a:xfrm>
            <a:prstGeom prst="roundRect">
              <a:avLst>
                <a:gd name="adj" fmla="val 22880"/>
              </a:avLst>
            </a:prstGeom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/>
              <a:r>
                <a:rPr lang="zh-CN" altLang="en-US" sz="1600" dirty="0"/>
                <a:t>     相机</a:t>
              </a:r>
            </a:p>
          </p:txBody>
        </p:sp>
        <p:pic>
          <p:nvPicPr>
            <p:cNvPr id="21" name="icon">
              <a:extLst>
                <a:ext uri="{FF2B5EF4-FFF2-40B4-BE49-F238E27FC236}">
                  <a16:creationId xmlns:a16="http://schemas.microsoft.com/office/drawing/2014/main" id="{A22957F8-3EA4-8EF3-B722-7E65742E2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34581" y="1417811"/>
              <a:ext cx="215016" cy="215016"/>
            </a:xfrm>
            <a:prstGeom prst="rect">
              <a:avLst/>
            </a:prstGeom>
          </p:spPr>
        </p:pic>
      </p:grpSp>
      <p:grpSp>
        <p:nvGrpSpPr>
          <p:cNvPr id="26" name="!! 全部媒体">
            <a:extLst>
              <a:ext uri="{FF2B5EF4-FFF2-40B4-BE49-F238E27FC236}">
                <a16:creationId xmlns:a16="http://schemas.microsoft.com/office/drawing/2014/main" id="{EBC6C893-B0CB-B03C-6D8B-15EAF8F0E3DD}"/>
              </a:ext>
            </a:extLst>
          </p:cNvPr>
          <p:cNvGrpSpPr/>
          <p:nvPr/>
        </p:nvGrpSpPr>
        <p:grpSpPr>
          <a:xfrm>
            <a:off x="481145" y="1890767"/>
            <a:ext cx="2552892" cy="457924"/>
            <a:chOff x="481145" y="1890767"/>
            <a:chExt cx="2552892" cy="457924"/>
          </a:xfrm>
        </p:grpSpPr>
        <p:sp>
          <p:nvSpPr>
            <p:cNvPr id="20" name="!! 未选中">
              <a:hlinkClick r:id="rId13" action="ppaction://hlinksldjump"/>
              <a:extLst>
                <a:ext uri="{FF2B5EF4-FFF2-40B4-BE49-F238E27FC236}">
                  <a16:creationId xmlns:a16="http://schemas.microsoft.com/office/drawing/2014/main" id="{2977E885-2112-6EF5-1739-1F24E918CFA9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/>
              <a:r>
                <a:rPr lang="zh-CN" altLang="en-US" sz="1600" dirty="0">
                  <a:solidFill>
                    <a:schemeClr val="bg1">
                      <a:lumMod val="25000"/>
                    </a:schemeClr>
                  </a:solidFill>
                </a:rPr>
                <a:t>     全部媒体</a:t>
              </a:r>
            </a:p>
          </p:txBody>
        </p:sp>
        <p:pic>
          <p:nvPicPr>
            <p:cNvPr id="23" name="icon">
              <a:extLst>
                <a:ext uri="{FF2B5EF4-FFF2-40B4-BE49-F238E27FC236}">
                  <a16:creationId xmlns:a16="http://schemas.microsoft.com/office/drawing/2014/main" id="{E030517D-70A4-122E-8FFE-C6328308F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34581" y="2012221"/>
              <a:ext cx="215016" cy="215016"/>
            </a:xfrm>
            <a:prstGeom prst="rect">
              <a:avLst/>
            </a:prstGeom>
          </p:spPr>
        </p:pic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154C5CA2-EF76-218D-B0AD-E360FC6BA308}"/>
              </a:ext>
            </a:extLst>
          </p:cNvPr>
          <p:cNvSpPr txBox="1"/>
          <p:nvPr/>
        </p:nvSpPr>
        <p:spPr>
          <a:xfrm>
            <a:off x="5886670" y="6207760"/>
            <a:ext cx="401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>
                    <a:lumMod val="25000"/>
                  </a:schemeClr>
                </a:solidFill>
              </a:rPr>
              <a:t>共</a:t>
            </a:r>
            <a:r>
              <a:rPr lang="en-US" altLang="zh-CN" sz="1400" dirty="0">
                <a:solidFill>
                  <a:schemeClr val="bg1">
                    <a:lumMod val="25000"/>
                  </a:schemeClr>
                </a:solidFill>
              </a:rPr>
              <a:t>0</a:t>
            </a:r>
            <a:r>
              <a:rPr lang="zh-CN" altLang="en-US" sz="1400" dirty="0">
                <a:solidFill>
                  <a:schemeClr val="bg1">
                    <a:lumMod val="25000"/>
                  </a:schemeClr>
                </a:solidFill>
              </a:rPr>
              <a:t>项（</a:t>
            </a:r>
            <a:r>
              <a:rPr lang="en-US" altLang="zh-CN" sz="1400" dirty="0">
                <a:solidFill>
                  <a:schemeClr val="bg1">
                    <a:lumMod val="25000"/>
                  </a:schemeClr>
                </a:solidFill>
              </a:rPr>
              <a:t>0</a:t>
            </a:r>
            <a:r>
              <a:rPr lang="zh-CN" altLang="en-US" sz="1400" dirty="0">
                <a:solidFill>
                  <a:schemeClr val="bg1">
                    <a:lumMod val="25000"/>
                  </a:schemeClr>
                </a:solidFill>
              </a:rPr>
              <a:t>图片，</a:t>
            </a:r>
            <a:r>
              <a:rPr lang="en-US" altLang="zh-CN" sz="1400" dirty="0">
                <a:solidFill>
                  <a:schemeClr val="bg1">
                    <a:lumMod val="25000"/>
                  </a:schemeClr>
                </a:solidFill>
              </a:rPr>
              <a:t>0</a:t>
            </a:r>
            <a:r>
              <a:rPr lang="zh-CN" altLang="en-US" sz="1400" dirty="0">
                <a:solidFill>
                  <a:schemeClr val="bg1">
                    <a:lumMod val="25000"/>
                  </a:schemeClr>
                </a:solidFill>
              </a:rPr>
              <a:t>视频），占用 </a:t>
            </a:r>
            <a:r>
              <a:rPr lang="en-US" altLang="zh-CN" sz="1400" dirty="0">
                <a:solidFill>
                  <a:schemeClr val="bg1">
                    <a:lumMod val="25000"/>
                  </a:schemeClr>
                </a:solidFill>
              </a:rPr>
              <a:t>0 MB</a:t>
            </a:r>
            <a:endParaRPr lang="zh-CN" altLang="en-US" sz="1400" dirty="0">
              <a:solidFill>
                <a:schemeClr val="bg1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3573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1799C4-FDA2-F82E-DB53-289D341EA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728B8256-050A-5219-9449-2D4592DEE1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207D33BE-3356-E406-286E-0211442C718F}"/>
              </a:ext>
            </a:extLst>
          </p:cNvPr>
          <p:cNvGrpSpPr/>
          <p:nvPr/>
        </p:nvGrpSpPr>
        <p:grpSpPr>
          <a:xfrm>
            <a:off x="462455" y="484333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2BF5D485-A43F-6381-503D-732AD0E5FECB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BB75C99E-8C74-56FD-FF8E-A05D29671A8A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相册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F5C5CC81-9DC3-E646-51E7-3C31CEAF7721}"/>
              </a:ext>
            </a:extLst>
          </p:cNvPr>
          <p:cNvSpPr/>
          <p:nvPr/>
        </p:nvSpPr>
        <p:spPr>
          <a:xfrm>
            <a:off x="3594540" y="0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94D32BA3-34E1-CE7C-410A-E8D22EBB9280}"/>
              </a:ext>
            </a:extLst>
          </p:cNvPr>
          <p:cNvGrpSpPr/>
          <p:nvPr/>
        </p:nvGrpSpPr>
        <p:grpSpPr>
          <a:xfrm>
            <a:off x="2757493" y="569911"/>
            <a:ext cx="290510" cy="290510"/>
            <a:chOff x="2328464" y="3107859"/>
            <a:chExt cx="583223" cy="583223"/>
          </a:xfrm>
        </p:grpSpPr>
        <p:sp>
          <p:nvSpPr>
            <p:cNvPr id="4" name="矩形: 圆角 3">
              <a:hlinkClick r:id="rId5" action="ppaction://hlinksldjump"/>
              <a:extLst>
                <a:ext uri="{FF2B5EF4-FFF2-40B4-BE49-F238E27FC236}">
                  <a16:creationId xmlns:a16="http://schemas.microsoft.com/office/drawing/2014/main" id="{AFE7DC05-A7C0-9A19-2FFE-1ADD3DB742FB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3D364920-9D4B-104F-1BC2-B98F214BD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24" name="!! 相机">
            <a:extLst>
              <a:ext uri="{FF2B5EF4-FFF2-40B4-BE49-F238E27FC236}">
                <a16:creationId xmlns:a16="http://schemas.microsoft.com/office/drawing/2014/main" id="{43BA9622-2F13-7883-CE36-61E96C6653B7}"/>
              </a:ext>
            </a:extLst>
          </p:cNvPr>
          <p:cNvGrpSpPr/>
          <p:nvPr/>
        </p:nvGrpSpPr>
        <p:grpSpPr>
          <a:xfrm>
            <a:off x="471694" y="1296357"/>
            <a:ext cx="2552892" cy="457924"/>
            <a:chOff x="471694" y="1296357"/>
            <a:chExt cx="2552892" cy="457924"/>
          </a:xfrm>
        </p:grpSpPr>
        <p:sp>
          <p:nvSpPr>
            <p:cNvPr id="19" name="!! 选中">
              <a:hlinkClick r:id="rId8" action="ppaction://hlinksldjump"/>
              <a:extLst>
                <a:ext uri="{FF2B5EF4-FFF2-40B4-BE49-F238E27FC236}">
                  <a16:creationId xmlns:a16="http://schemas.microsoft.com/office/drawing/2014/main" id="{4E20F1B6-5C69-41D8-87F4-DFB25225E1D8}"/>
                </a:ext>
              </a:extLst>
            </p:cNvPr>
            <p:cNvSpPr/>
            <p:nvPr/>
          </p:nvSpPr>
          <p:spPr>
            <a:xfrm>
              <a:off x="471694" y="129635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25000"/>
                    </a:schemeClr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     相机</a:t>
              </a:r>
            </a:p>
          </p:txBody>
        </p:sp>
        <p:pic>
          <p:nvPicPr>
            <p:cNvPr id="21" name="icon">
              <a:extLst>
                <a:ext uri="{FF2B5EF4-FFF2-40B4-BE49-F238E27FC236}">
                  <a16:creationId xmlns:a16="http://schemas.microsoft.com/office/drawing/2014/main" id="{BC61638C-A8D8-D6A6-DBA8-084B59A53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34581" y="1417811"/>
              <a:ext cx="215016" cy="215016"/>
            </a:xfrm>
            <a:prstGeom prst="rect">
              <a:avLst/>
            </a:prstGeom>
          </p:spPr>
        </p:pic>
      </p:grpSp>
      <p:grpSp>
        <p:nvGrpSpPr>
          <p:cNvPr id="26" name="!! 全部媒体">
            <a:extLst>
              <a:ext uri="{FF2B5EF4-FFF2-40B4-BE49-F238E27FC236}">
                <a16:creationId xmlns:a16="http://schemas.microsoft.com/office/drawing/2014/main" id="{19C27E7C-DA64-1574-0007-E14DABD4AA29}"/>
              </a:ext>
            </a:extLst>
          </p:cNvPr>
          <p:cNvGrpSpPr/>
          <p:nvPr/>
        </p:nvGrpSpPr>
        <p:grpSpPr>
          <a:xfrm>
            <a:off x="481145" y="1890767"/>
            <a:ext cx="2552892" cy="457924"/>
            <a:chOff x="481145" y="1890767"/>
            <a:chExt cx="2552892" cy="457924"/>
          </a:xfrm>
        </p:grpSpPr>
        <p:sp>
          <p:nvSpPr>
            <p:cNvPr id="20" name="!! 未选中">
              <a:extLst>
                <a:ext uri="{FF2B5EF4-FFF2-40B4-BE49-F238E27FC236}">
                  <a16:creationId xmlns:a16="http://schemas.microsoft.com/office/drawing/2014/main" id="{7D1F0BA4-1454-CC17-1F3F-428AB9579E2B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accent1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     全部媒体</a:t>
              </a:r>
            </a:p>
          </p:txBody>
        </p:sp>
        <p:pic>
          <p:nvPicPr>
            <p:cNvPr id="23" name="icon">
              <a:extLst>
                <a:ext uri="{FF2B5EF4-FFF2-40B4-BE49-F238E27FC236}">
                  <a16:creationId xmlns:a16="http://schemas.microsoft.com/office/drawing/2014/main" id="{18227281-BF01-B62D-A913-E61DC86FB9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34581" y="2012221"/>
              <a:ext cx="215016" cy="215016"/>
            </a:xfrm>
            <a:prstGeom prst="rect">
              <a:avLst/>
            </a:prstGeom>
            <a:effectLst/>
          </p:spPr>
        </p:pic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51BAFF56-D9ED-3110-D1E7-73D12930DA8E}"/>
              </a:ext>
            </a:extLst>
          </p:cNvPr>
          <p:cNvSpPr txBox="1"/>
          <p:nvPr/>
        </p:nvSpPr>
        <p:spPr>
          <a:xfrm>
            <a:off x="5886670" y="6207760"/>
            <a:ext cx="401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2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共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2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2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项（</a:t>
            </a:r>
            <a:r>
              <a:rPr lang="en-US" altLang="zh-CN" sz="1400" dirty="0">
                <a:solidFill>
                  <a:srgbClr val="F5F5F5">
                    <a:lumMod val="25000"/>
                  </a:srgbClr>
                </a:solidFill>
                <a:latin typeface="vivo Sans"/>
                <a:ea typeface="vivo Sans"/>
              </a:rPr>
              <a:t>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2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图片，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2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2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视频），占用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2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&lt;1 MB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25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7" name="!! img1">
            <a:extLst>
              <a:ext uri="{FF2B5EF4-FFF2-40B4-BE49-F238E27FC236}">
                <a16:creationId xmlns:a16="http://schemas.microsoft.com/office/drawing/2014/main" id="{35E1A5DB-D612-FB32-2EEC-6FA37BFD7B55}"/>
              </a:ext>
            </a:extLst>
          </p:cNvPr>
          <p:cNvSpPr/>
          <p:nvPr/>
        </p:nvSpPr>
        <p:spPr>
          <a:xfrm>
            <a:off x="3598346" y="0"/>
            <a:ext cx="1432800" cy="1432800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!! img2">
            <a:extLst>
              <a:ext uri="{FF2B5EF4-FFF2-40B4-BE49-F238E27FC236}">
                <a16:creationId xmlns:a16="http://schemas.microsoft.com/office/drawing/2014/main" id="{07F7406C-C24E-6229-9529-AA8928DCD64A}"/>
              </a:ext>
            </a:extLst>
          </p:cNvPr>
          <p:cNvSpPr/>
          <p:nvPr/>
        </p:nvSpPr>
        <p:spPr>
          <a:xfrm>
            <a:off x="5031742" y="-2507"/>
            <a:ext cx="1432800" cy="14328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!! img3">
            <a:extLst>
              <a:ext uri="{FF2B5EF4-FFF2-40B4-BE49-F238E27FC236}">
                <a16:creationId xmlns:a16="http://schemas.microsoft.com/office/drawing/2014/main" id="{62A2BD97-EB8B-92FC-99B7-6304D65DFD3F}"/>
              </a:ext>
            </a:extLst>
          </p:cNvPr>
          <p:cNvSpPr/>
          <p:nvPr/>
        </p:nvSpPr>
        <p:spPr>
          <a:xfrm>
            <a:off x="6465134" y="0"/>
            <a:ext cx="1432800" cy="1432800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!! img4">
            <a:extLst>
              <a:ext uri="{FF2B5EF4-FFF2-40B4-BE49-F238E27FC236}">
                <a16:creationId xmlns:a16="http://schemas.microsoft.com/office/drawing/2014/main" id="{B3FCA693-1CAF-6781-C128-5B292898D95A}"/>
              </a:ext>
            </a:extLst>
          </p:cNvPr>
          <p:cNvSpPr/>
          <p:nvPr/>
        </p:nvSpPr>
        <p:spPr>
          <a:xfrm>
            <a:off x="7888616" y="0"/>
            <a:ext cx="1432800" cy="14328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!! img5">
            <a:extLst>
              <a:ext uri="{FF2B5EF4-FFF2-40B4-BE49-F238E27FC236}">
                <a16:creationId xmlns:a16="http://schemas.microsoft.com/office/drawing/2014/main" id="{6CA5DDAB-2DE1-A12B-8A9D-C75A22DAD686}"/>
              </a:ext>
            </a:extLst>
          </p:cNvPr>
          <p:cNvSpPr/>
          <p:nvPr/>
        </p:nvSpPr>
        <p:spPr>
          <a:xfrm>
            <a:off x="9321849" y="0"/>
            <a:ext cx="1432800" cy="1432800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!! img6">
            <a:extLst>
              <a:ext uri="{FF2B5EF4-FFF2-40B4-BE49-F238E27FC236}">
                <a16:creationId xmlns:a16="http://schemas.microsoft.com/office/drawing/2014/main" id="{FE17A423-805E-FD41-7EF4-66AC6A98D1E2}"/>
              </a:ext>
            </a:extLst>
          </p:cNvPr>
          <p:cNvSpPr/>
          <p:nvPr/>
        </p:nvSpPr>
        <p:spPr>
          <a:xfrm>
            <a:off x="10755841" y="0"/>
            <a:ext cx="1432800" cy="14328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!! img7">
            <a:extLst>
              <a:ext uri="{FF2B5EF4-FFF2-40B4-BE49-F238E27FC236}">
                <a16:creationId xmlns:a16="http://schemas.microsoft.com/office/drawing/2014/main" id="{5BBF93A9-3EB3-9433-9E0A-F8616CA11ED2}"/>
              </a:ext>
            </a:extLst>
          </p:cNvPr>
          <p:cNvSpPr/>
          <p:nvPr/>
        </p:nvSpPr>
        <p:spPr>
          <a:xfrm>
            <a:off x="3592453" y="1424349"/>
            <a:ext cx="1432800" cy="14328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!! 关闭按钮">
            <a:extLst>
              <a:ext uri="{FF2B5EF4-FFF2-40B4-BE49-F238E27FC236}">
                <a16:creationId xmlns:a16="http://schemas.microsoft.com/office/drawing/2014/main" id="{EADF2040-C64C-AC1C-B10A-C13260763CDF}"/>
              </a:ext>
            </a:extLst>
          </p:cNvPr>
          <p:cNvGrpSpPr/>
          <p:nvPr/>
        </p:nvGrpSpPr>
        <p:grpSpPr>
          <a:xfrm>
            <a:off x="2333438" y="569911"/>
            <a:ext cx="290510" cy="290510"/>
            <a:chOff x="2328464" y="3107859"/>
            <a:chExt cx="583223" cy="583223"/>
          </a:xfrm>
        </p:grpSpPr>
        <p:sp>
          <p:nvSpPr>
            <p:cNvPr id="8" name="矩形: 圆角 7">
              <a:hlinkClick r:id="rId13" action="ppaction://hlinksldjump"/>
              <a:extLst>
                <a:ext uri="{FF2B5EF4-FFF2-40B4-BE49-F238E27FC236}">
                  <a16:creationId xmlns:a16="http://schemas.microsoft.com/office/drawing/2014/main" id="{7D037CF1-D010-EB23-5213-E4C462AC09CD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12" name="图形 11">
              <a:extLst>
                <a:ext uri="{FF2B5EF4-FFF2-40B4-BE49-F238E27FC236}">
                  <a16:creationId xmlns:a16="http://schemas.microsoft.com/office/drawing/2014/main" id="{AC586709-F4A7-82BC-9D74-956EB421DD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4619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9" dur="33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decel="10000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14" dur="33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19" dur="33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3" presetClass="path" presetSubtype="0" decel="100000" fill="hold" grpId="1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24" dur="33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3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29" dur="33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3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34" dur="33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3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39" dur="33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8" grpId="0" animBg="1"/>
      <p:bldP spid="18" grpId="1" animBg="1"/>
      <p:bldP spid="22" grpId="0" animBg="1"/>
      <p:bldP spid="22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6" grpId="0" animBg="1"/>
      <p:bldP spid="6" grpId="1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0A80CE-6CCB-62D4-F868-E6FFD12F8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E1BFE0EA-8FF5-2214-2C5E-E48E3DE20A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596FBE70-C69B-F7DE-0906-C77FA826C714}"/>
              </a:ext>
            </a:extLst>
          </p:cNvPr>
          <p:cNvGrpSpPr/>
          <p:nvPr/>
        </p:nvGrpSpPr>
        <p:grpSpPr>
          <a:xfrm>
            <a:off x="462455" y="484333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7932C61F-2D70-CE59-D223-535400FFBBF3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A29C5465-C040-B2EE-5998-D8C71522DF8A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相册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8990D81B-834E-8260-F776-7499021CF926}"/>
              </a:ext>
            </a:extLst>
          </p:cNvPr>
          <p:cNvSpPr/>
          <p:nvPr/>
        </p:nvSpPr>
        <p:spPr>
          <a:xfrm>
            <a:off x="3594540" y="0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79437A0E-B746-B962-C617-DEBB6866920B}"/>
              </a:ext>
            </a:extLst>
          </p:cNvPr>
          <p:cNvGrpSpPr/>
          <p:nvPr/>
        </p:nvGrpSpPr>
        <p:grpSpPr>
          <a:xfrm>
            <a:off x="2757493" y="569911"/>
            <a:ext cx="290510" cy="290510"/>
            <a:chOff x="2328464" y="3107859"/>
            <a:chExt cx="583223" cy="583223"/>
          </a:xfrm>
        </p:grpSpPr>
        <p:sp>
          <p:nvSpPr>
            <p:cNvPr id="4" name="矩形: 圆角 3">
              <a:hlinkClick r:id="rId5" action="ppaction://hlinksldjump"/>
              <a:extLst>
                <a:ext uri="{FF2B5EF4-FFF2-40B4-BE49-F238E27FC236}">
                  <a16:creationId xmlns:a16="http://schemas.microsoft.com/office/drawing/2014/main" id="{5FDD01C9-71A2-017F-AB19-949B1E5AF26B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5977C068-7B3E-8577-7AAA-E855A8D52A3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9" name="!! 关闭按钮">
            <a:extLst>
              <a:ext uri="{FF2B5EF4-FFF2-40B4-BE49-F238E27FC236}">
                <a16:creationId xmlns:a16="http://schemas.microsoft.com/office/drawing/2014/main" id="{4899A997-3266-9FED-FF16-4C12CAACBE13}"/>
              </a:ext>
            </a:extLst>
          </p:cNvPr>
          <p:cNvGrpSpPr/>
          <p:nvPr/>
        </p:nvGrpSpPr>
        <p:grpSpPr>
          <a:xfrm>
            <a:off x="2333438" y="569911"/>
            <a:ext cx="290510" cy="290510"/>
            <a:chOff x="2328464" y="3107859"/>
            <a:chExt cx="583223" cy="583223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13B6A9C3-8218-53CB-2638-8406794C7A92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11" name="图形 10">
              <a:extLst>
                <a:ext uri="{FF2B5EF4-FFF2-40B4-BE49-F238E27FC236}">
                  <a16:creationId xmlns:a16="http://schemas.microsoft.com/office/drawing/2014/main" id="{9645E751-8A32-999F-3310-ACCB03A897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7" name="!! 相机">
            <a:extLst>
              <a:ext uri="{FF2B5EF4-FFF2-40B4-BE49-F238E27FC236}">
                <a16:creationId xmlns:a16="http://schemas.microsoft.com/office/drawing/2014/main" id="{FFCB5D94-D589-97A0-D73D-86AA8337A2E1}"/>
              </a:ext>
            </a:extLst>
          </p:cNvPr>
          <p:cNvGrpSpPr/>
          <p:nvPr/>
        </p:nvGrpSpPr>
        <p:grpSpPr>
          <a:xfrm>
            <a:off x="471694" y="1296357"/>
            <a:ext cx="2552892" cy="457924"/>
            <a:chOff x="471694" y="1296357"/>
            <a:chExt cx="2552892" cy="457924"/>
          </a:xfrm>
        </p:grpSpPr>
        <p:sp>
          <p:nvSpPr>
            <p:cNvPr id="8" name="!! 选中">
              <a:hlinkClick r:id="rId10" action="ppaction://hlinksldjump"/>
              <a:extLst>
                <a:ext uri="{FF2B5EF4-FFF2-40B4-BE49-F238E27FC236}">
                  <a16:creationId xmlns:a16="http://schemas.microsoft.com/office/drawing/2014/main" id="{4A327DE2-D4EB-9C24-342A-DD7EB66FE64A}"/>
                </a:ext>
              </a:extLst>
            </p:cNvPr>
            <p:cNvSpPr/>
            <p:nvPr/>
          </p:nvSpPr>
          <p:spPr>
            <a:xfrm>
              <a:off x="471694" y="129635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25000"/>
                    </a:schemeClr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     相机</a:t>
              </a:r>
            </a:p>
          </p:txBody>
        </p:sp>
        <p:pic>
          <p:nvPicPr>
            <p:cNvPr id="12" name="icon">
              <a:extLst>
                <a:ext uri="{FF2B5EF4-FFF2-40B4-BE49-F238E27FC236}">
                  <a16:creationId xmlns:a16="http://schemas.microsoft.com/office/drawing/2014/main" id="{30D450CF-8717-BFE3-DF85-CA0A2EF3A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34581" y="1417811"/>
              <a:ext cx="215016" cy="215016"/>
            </a:xfrm>
            <a:prstGeom prst="rect">
              <a:avLst/>
            </a:prstGeom>
          </p:spPr>
        </p:pic>
      </p:grpSp>
      <p:grpSp>
        <p:nvGrpSpPr>
          <p:cNvPr id="14" name="!! 全部媒体">
            <a:extLst>
              <a:ext uri="{FF2B5EF4-FFF2-40B4-BE49-F238E27FC236}">
                <a16:creationId xmlns:a16="http://schemas.microsoft.com/office/drawing/2014/main" id="{59658A06-38D9-81AA-068B-E4DF9AA571CE}"/>
              </a:ext>
            </a:extLst>
          </p:cNvPr>
          <p:cNvGrpSpPr/>
          <p:nvPr/>
        </p:nvGrpSpPr>
        <p:grpSpPr>
          <a:xfrm>
            <a:off x="481145" y="1890767"/>
            <a:ext cx="2552892" cy="457924"/>
            <a:chOff x="481145" y="1890767"/>
            <a:chExt cx="2552892" cy="457924"/>
          </a:xfrm>
        </p:grpSpPr>
        <p:sp>
          <p:nvSpPr>
            <p:cNvPr id="15" name="!! 未选中">
              <a:hlinkClick r:id="rId13" action="ppaction://hlinksldjump"/>
              <a:extLst>
                <a:ext uri="{FF2B5EF4-FFF2-40B4-BE49-F238E27FC236}">
                  <a16:creationId xmlns:a16="http://schemas.microsoft.com/office/drawing/2014/main" id="{BF4D9D32-AF12-BECD-50FD-E42231EBE04C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/>
              <a:r>
                <a:rPr lang="zh-CN" altLang="en-US" sz="1600" dirty="0">
                  <a:solidFill>
                    <a:schemeClr val="bg1">
                      <a:lumMod val="25000"/>
                    </a:schemeClr>
                  </a:solidFill>
                </a:rPr>
                <a:t>     全部媒体</a:t>
              </a:r>
            </a:p>
          </p:txBody>
        </p:sp>
        <p:pic>
          <p:nvPicPr>
            <p:cNvPr id="16" name="icon">
              <a:extLst>
                <a:ext uri="{FF2B5EF4-FFF2-40B4-BE49-F238E27FC236}">
                  <a16:creationId xmlns:a16="http://schemas.microsoft.com/office/drawing/2014/main" id="{2FB8F81E-92C6-D822-C75D-2EBAC99BA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34581" y="2012221"/>
              <a:ext cx="215016" cy="215016"/>
            </a:xfrm>
            <a:prstGeom prst="rect">
              <a:avLst/>
            </a:prstGeom>
          </p:spPr>
        </p:pic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384CFB5F-7CC1-396E-05BF-0E17FC01BD05}"/>
              </a:ext>
            </a:extLst>
          </p:cNvPr>
          <p:cNvGrpSpPr/>
          <p:nvPr/>
        </p:nvGrpSpPr>
        <p:grpSpPr>
          <a:xfrm>
            <a:off x="7402866" y="1246429"/>
            <a:ext cx="980808" cy="980808"/>
            <a:chOff x="7332875" y="1296357"/>
            <a:chExt cx="980808" cy="980808"/>
          </a:xfrm>
        </p:grpSpPr>
        <p:sp>
          <p:nvSpPr>
            <p:cNvPr id="34" name="!! 背景">
              <a:hlinkClick r:id="rId16" action="ppaction://hlinksldjump"/>
              <a:extLst>
                <a:ext uri="{FF2B5EF4-FFF2-40B4-BE49-F238E27FC236}">
                  <a16:creationId xmlns:a16="http://schemas.microsoft.com/office/drawing/2014/main" id="{9E9C5CA4-9C73-E945-7D9C-24A007AE3E0C}"/>
                </a:ext>
              </a:extLst>
            </p:cNvPr>
            <p:cNvSpPr/>
            <p:nvPr/>
          </p:nvSpPr>
          <p:spPr>
            <a:xfrm>
              <a:off x="7332875" y="1296357"/>
              <a:ext cx="980808" cy="980808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  <a:effectLst>
              <a:outerShdw blurRad="1905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35" name="icon">
              <a:extLst>
                <a:ext uri="{FF2B5EF4-FFF2-40B4-BE49-F238E27FC236}">
                  <a16:creationId xmlns:a16="http://schemas.microsoft.com/office/drawing/2014/main" id="{54E08F42-F85E-EFDF-D522-A9CF5A839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>
              <a:off x="7539949" y="1503431"/>
              <a:ext cx="566660" cy="566660"/>
            </a:xfrm>
            <a:prstGeom prst="rect">
              <a:avLst/>
            </a:prstGeom>
          </p:spPr>
        </p:pic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FD6DFB6C-0C42-653D-04CA-1E9156027703}"/>
              </a:ext>
            </a:extLst>
          </p:cNvPr>
          <p:cNvSpPr txBox="1"/>
          <p:nvPr/>
        </p:nvSpPr>
        <p:spPr>
          <a:xfrm>
            <a:off x="7304691" y="2348691"/>
            <a:ext cx="11771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相册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0ED03B3-263B-B977-5A97-226961BF85D7}"/>
              </a:ext>
            </a:extLst>
          </p:cNvPr>
          <p:cNvSpPr txBox="1"/>
          <p:nvPr/>
        </p:nvSpPr>
        <p:spPr>
          <a:xfrm>
            <a:off x="6616264" y="2784389"/>
            <a:ext cx="2554012" cy="28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版本：</a:t>
            </a:r>
            <a:r>
              <a:rPr lang="en-US" altLang="zh-CN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1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.0.13.preview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860AC4F-9529-4F25-5034-141926B20161}"/>
              </a:ext>
            </a:extLst>
          </p:cNvPr>
          <p:cNvSpPr txBox="1"/>
          <p:nvPr/>
        </p:nvSpPr>
        <p:spPr>
          <a:xfrm>
            <a:off x="6505721" y="6220046"/>
            <a:ext cx="2775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© 2025 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雨夌 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All Rights Reserved.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807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MD3">
      <a:dk1>
        <a:srgbClr val="181818"/>
      </a:dk1>
      <a:lt1>
        <a:srgbClr val="F5F5F5"/>
      </a:lt1>
      <a:dk2>
        <a:srgbClr val="003A62"/>
      </a:dk2>
      <a:lt2>
        <a:srgbClr val="FFFFFF"/>
      </a:lt2>
      <a:accent1>
        <a:srgbClr val="62A8D3"/>
      </a:accent1>
      <a:accent2>
        <a:srgbClr val="89CFF0"/>
      </a:accent2>
      <a:accent3>
        <a:srgbClr val="AED6F1"/>
      </a:accent3>
      <a:accent4>
        <a:srgbClr val="E0F1FF"/>
      </a:accent4>
      <a:accent5>
        <a:srgbClr val="FF5252"/>
      </a:accent5>
      <a:accent6>
        <a:srgbClr val="FFC000"/>
      </a:accent6>
      <a:hlink>
        <a:srgbClr val="0F4C81"/>
      </a:hlink>
      <a:folHlink>
        <a:srgbClr val="BF55EC"/>
      </a:folHlink>
    </a:clrScheme>
    <a:fontScheme name="vivo Sans">
      <a:majorFont>
        <a:latin typeface="vivo Sans Medium"/>
        <a:ea typeface="vivo Sans Medium"/>
        <a:cs typeface=""/>
      </a:majorFont>
      <a:minorFont>
        <a:latin typeface="vivo Sans"/>
        <a:ea typeface="vivo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23A511E-2DAE-4D09-BF30-76A5F87351F6}">
  <we:reference id="wa104380862" version="3.0.0.0" store="zh-CN" storeType="OMEX"/>
  <we:alternateReferences>
    <we:reference id="wa104380862" version="3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1834</TotalTime>
  <Words>1088</Words>
  <Application>Microsoft Office PowerPoint</Application>
  <PresentationFormat>宽屏</PresentationFormat>
  <Paragraphs>479</Paragraphs>
  <Slides>76</Slides>
  <Notes>69</Notes>
  <HiddenSlides>8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76</vt:i4>
      </vt:variant>
      <vt:variant>
        <vt:lpstr>自定义放映</vt:lpstr>
      </vt:variant>
      <vt:variant>
        <vt:i4>1</vt:i4>
      </vt:variant>
    </vt:vector>
  </HeadingPairs>
  <TitlesOfParts>
    <vt:vector size="86" baseType="lpstr">
      <vt:lpstr>-apple-system</vt:lpstr>
      <vt:lpstr>OPPOSans M</vt:lpstr>
      <vt:lpstr>OPPOSans R</vt:lpstr>
      <vt:lpstr>vivo Sans</vt:lpstr>
      <vt:lpstr>vivo Sans Light</vt:lpstr>
      <vt:lpstr>vivo 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跳过oobe</vt:lpstr>
    </vt:vector>
  </TitlesOfParts>
  <Company>HYSoft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夌 雨</dc:creator>
  <cp:lastModifiedBy>夌 雨</cp:lastModifiedBy>
  <cp:revision>1</cp:revision>
  <dcterms:created xsi:type="dcterms:W3CDTF">2025-06-28T14:57:41Z</dcterms:created>
  <dcterms:modified xsi:type="dcterms:W3CDTF">2025-07-14T04:48:21Z</dcterms:modified>
</cp:coreProperties>
</file>