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88_DFDCB484.xml" ContentType="application/vnd.ms-powerpoint.comments+xml"/>
  <Override PartName="/ppt/notesSlides/notesSlide4.xml" ContentType="application/vnd.openxmlformats-officedocument.presentationml.notesSlide+xml"/>
  <Override PartName="/ppt/comments/modernComment_123_37F0E3A0.xml" ContentType="application/vnd.ms-powerpoint.comments+xml"/>
  <Override PartName="/ppt/comments/modernComment_105_CBFE7DBE.xml" ContentType="application/vnd.ms-powerpoint.comment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omments/modernComment_10F_CF2C280A.xml" ContentType="application/vnd.ms-powerpoint.comments+xml"/>
  <Override PartName="/ppt/notesSlides/notesSlide14.xml" ContentType="application/vnd.openxmlformats-officedocument.presentationml.notesSlide+xml"/>
  <Override PartName="/ppt/comments/modernComment_111_61CCFAA2.xml" ContentType="application/vnd.ms-powerpoint.comment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omments/modernComment_118_89B7228A.xml" ContentType="application/vnd.ms-powerpoint.comment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modernComment_11A_35BA3220.xml" ContentType="application/vnd.ms-powerpoint.comments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omments/modernComment_11B_5A1998D1.xml" ContentType="application/vnd.ms-powerpoint.comments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comments/modernComment_186_BCBFCD72.xml" ContentType="application/vnd.ms-powerpoint.comments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modernComment_122_AC97742F.xml" ContentType="application/vnd.ms-powerpoint.comments+xml"/>
  <Override PartName="/ppt/notesSlides/notesSlide50.xml" ContentType="application/vnd.openxmlformats-officedocument.presentationml.notesSlide+xml"/>
  <Override PartName="/ppt/comments/modernComment_121_1E197F79.xml" ContentType="application/vnd.ms-powerpoint.comments+xml"/>
  <Override PartName="/ppt/notesSlides/notesSlide51.xml" ContentType="application/vnd.openxmlformats-officedocument.presentationml.notesSlide+xml"/>
  <Override PartName="/ppt/comments/modernComment_16D_75AF80D4.xml" ContentType="application/vnd.ms-powerpoint.comments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comments/modernComment_17B_7F49B7F8.xml" ContentType="application/vnd.ms-powerpoint.comments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comments/modernComment_184_8F6B1876.xml" ContentType="application/vnd.ms-powerpoint.comments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3"/>
  </p:notesMasterIdLst>
  <p:sldIdLst>
    <p:sldId id="277" r:id="rId2"/>
    <p:sldId id="278" r:id="rId3"/>
    <p:sldId id="392" r:id="rId4"/>
    <p:sldId id="291" r:id="rId5"/>
    <p:sldId id="256" r:id="rId6"/>
    <p:sldId id="257" r:id="rId7"/>
    <p:sldId id="258" r:id="rId8"/>
    <p:sldId id="259" r:id="rId9"/>
    <p:sldId id="260" r:id="rId10"/>
    <p:sldId id="382" r:id="rId11"/>
    <p:sldId id="261" r:id="rId12"/>
    <p:sldId id="265" r:id="rId13"/>
    <p:sldId id="262" r:id="rId14"/>
    <p:sldId id="264" r:id="rId15"/>
    <p:sldId id="267" r:id="rId16"/>
    <p:sldId id="268" r:id="rId17"/>
    <p:sldId id="269" r:id="rId18"/>
    <p:sldId id="270" r:id="rId19"/>
    <p:sldId id="272" r:id="rId20"/>
    <p:sldId id="271" r:id="rId21"/>
    <p:sldId id="273" r:id="rId22"/>
    <p:sldId id="274" r:id="rId23"/>
    <p:sldId id="275" r:id="rId24"/>
    <p:sldId id="279" r:id="rId25"/>
    <p:sldId id="425" r:id="rId26"/>
    <p:sldId id="426" r:id="rId27"/>
    <p:sldId id="281" r:id="rId28"/>
    <p:sldId id="280" r:id="rId29"/>
    <p:sldId id="413" r:id="rId30"/>
    <p:sldId id="414" r:id="rId31"/>
    <p:sldId id="415" r:id="rId32"/>
    <p:sldId id="416" r:id="rId33"/>
    <p:sldId id="419" r:id="rId34"/>
    <p:sldId id="417" r:id="rId35"/>
    <p:sldId id="418" r:id="rId36"/>
    <p:sldId id="421" r:id="rId37"/>
    <p:sldId id="424" r:id="rId38"/>
    <p:sldId id="422" r:id="rId39"/>
    <p:sldId id="423" r:id="rId40"/>
    <p:sldId id="282" r:id="rId41"/>
    <p:sldId id="383" r:id="rId42"/>
    <p:sldId id="384" r:id="rId43"/>
    <p:sldId id="293" r:id="rId44"/>
    <p:sldId id="294" r:id="rId45"/>
    <p:sldId id="385" r:id="rId46"/>
    <p:sldId id="386" r:id="rId47"/>
    <p:sldId id="295" r:id="rId48"/>
    <p:sldId id="296" r:id="rId49"/>
    <p:sldId id="391" r:id="rId50"/>
    <p:sldId id="283" r:id="rId51"/>
    <p:sldId id="411" r:id="rId52"/>
    <p:sldId id="390" r:id="rId53"/>
    <p:sldId id="412" r:id="rId54"/>
    <p:sldId id="284" r:id="rId55"/>
    <p:sldId id="288" r:id="rId56"/>
    <p:sldId id="290" r:id="rId57"/>
    <p:sldId id="289" r:id="rId58"/>
    <p:sldId id="365" r:id="rId59"/>
    <p:sldId id="366" r:id="rId60"/>
    <p:sldId id="367" r:id="rId61"/>
    <p:sldId id="368" r:id="rId62"/>
    <p:sldId id="420" r:id="rId63"/>
    <p:sldId id="369" r:id="rId64"/>
    <p:sldId id="370" r:id="rId65"/>
    <p:sldId id="371" r:id="rId66"/>
    <p:sldId id="373" r:id="rId67"/>
    <p:sldId id="374" r:id="rId68"/>
    <p:sldId id="375" r:id="rId69"/>
    <p:sldId id="376" r:id="rId70"/>
    <p:sldId id="377" r:id="rId71"/>
    <p:sldId id="378" r:id="rId72"/>
    <p:sldId id="379" r:id="rId73"/>
    <p:sldId id="380" r:id="rId74"/>
    <p:sldId id="388" r:id="rId75"/>
    <p:sldId id="389" r:id="rId76"/>
    <p:sldId id="381" r:id="rId77"/>
    <p:sldId id="393" r:id="rId78"/>
    <p:sldId id="394" r:id="rId79"/>
    <p:sldId id="400" r:id="rId80"/>
    <p:sldId id="395" r:id="rId81"/>
    <p:sldId id="396" r:id="rId82"/>
    <p:sldId id="397" r:id="rId83"/>
    <p:sldId id="398" r:id="rId84"/>
    <p:sldId id="399" r:id="rId85"/>
    <p:sldId id="401" r:id="rId86"/>
    <p:sldId id="402" r:id="rId87"/>
    <p:sldId id="403" r:id="rId88"/>
    <p:sldId id="410" r:id="rId89"/>
    <p:sldId id="406" r:id="rId90"/>
    <p:sldId id="408" r:id="rId91"/>
    <p:sldId id="409" r:id="rId92"/>
  </p:sldIdLst>
  <p:sldSz cx="12192000" cy="6858000"/>
  <p:notesSz cx="6858000" cy="9144000"/>
  <p:custShowLst>
    <p:custShow name="跳过oobe" id="0">
      <p:sldLst>
        <p:sld r:id="rId2"/>
        <p:sld r:id="rId3"/>
        <p:sld r:id="rId5"/>
        <p:sld r:id="rId6"/>
        <p:sld r:id="rId7"/>
        <p:sld r:id="rId9"/>
        <p:sld r:id="rId10"/>
        <p:sld r:id="rId24"/>
        <p:sld r:id="rId25"/>
        <p:sld r:id="rId28"/>
        <p:sld r:id="rId29"/>
        <p:sld r:id="rId41"/>
        <p:sld r:id="rId44"/>
        <p:sld r:id="rId45"/>
        <p:sld r:id="rId48"/>
        <p:sld r:id="rId49"/>
        <p:sld r:id="rId51"/>
        <p:sld r:id="rId55"/>
        <p:sld r:id="rId56"/>
        <p:sld r:id="rId57"/>
        <p:sld r:id="rId58"/>
        <p:sld r:id="rId59"/>
        <p:sld r:id="rId60"/>
        <p:sld r:id="rId61"/>
        <p:sld r:id="rId62"/>
        <p:sld r:id="rId64"/>
        <p:sld r:id="rId65"/>
        <p:sld r:id="rId66"/>
        <p:sld r:id="rId67"/>
        <p:sld r:id="rId68"/>
        <p:sld r:id="rId69"/>
        <p:sld r:id="rId70"/>
        <p:sld r:id="rId71"/>
        <p:sld r:id="rId72"/>
        <p:sld r:id="rId73"/>
        <p:sld r:id="rId74"/>
        <p:sld r:id="rId77"/>
      </p:sldLst>
    </p:custShow>
  </p:custShow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le" id="{5F32F72B-6D8C-465F-913E-502B258E04E0}">
          <p14:sldIdLst>
            <p14:sldId id="277"/>
            <p14:sldId id="278"/>
            <p14:sldId id="392"/>
          </p14:sldIdLst>
        </p14:section>
        <p14:section name="重启" id="{0004EB39-F60E-417C-8FF5-5B995DB079A3}">
          <p14:sldIdLst>
            <p14:sldId id="291"/>
          </p14:sldIdLst>
        </p14:section>
        <p14:section name="启动" id="{0B1B631F-508B-4C9A-8CBB-4BD9B7C8EBD8}">
          <p14:sldIdLst>
            <p14:sldId id="256"/>
            <p14:sldId id="257"/>
            <p14:sldId id="258"/>
            <p14:sldId id="259"/>
            <p14:sldId id="260"/>
            <p14:sldId id="382"/>
          </p14:sldIdLst>
        </p14:section>
        <p14:section name="向导" id="{E9E7E3AD-745F-4962-B92C-43819FA0B153}">
          <p14:sldIdLst>
            <p14:sldId id="261"/>
            <p14:sldId id="265"/>
            <p14:sldId id="262"/>
            <p14:sldId id="264"/>
            <p14:sldId id="267"/>
            <p14:sldId id="268"/>
            <p14:sldId id="269"/>
            <p14:sldId id="270"/>
            <p14:sldId id="272"/>
            <p14:sldId id="271"/>
            <p14:sldId id="273"/>
            <p14:sldId id="274"/>
            <p14:sldId id="275"/>
            <p14:sldId id="279"/>
          </p14:sldIdLst>
        </p14:section>
        <p14:section name="实验" id="{959F3330-46CE-4C3A-9789-6197A9839BC1}">
          <p14:sldIdLst>
            <p14:sldId id="425"/>
            <p14:sldId id="426"/>
          </p14:sldIdLst>
        </p14:section>
        <p14:section name="设置" id="{B1343DA0-2E96-4F16-9B06-A0FA55BB82A9}">
          <p14:sldIdLst>
            <p14:sldId id="281"/>
            <p14:sldId id="280"/>
            <p14:sldId id="413"/>
            <p14:sldId id="414"/>
            <p14:sldId id="415"/>
            <p14:sldId id="416"/>
            <p14:sldId id="419"/>
            <p14:sldId id="417"/>
            <p14:sldId id="418"/>
            <p14:sldId id="421"/>
            <p14:sldId id="424"/>
            <p14:sldId id="422"/>
            <p14:sldId id="423"/>
          </p14:sldIdLst>
        </p14:section>
        <p14:section name="旧UI" id="{BE5E8BAE-E960-4B32-9BFE-EB696BF2EFB4}">
          <p14:sldIdLst>
            <p14:sldId id="282"/>
            <p14:sldId id="383"/>
            <p14:sldId id="384"/>
            <p14:sldId id="293"/>
            <p14:sldId id="294"/>
            <p14:sldId id="385"/>
            <p14:sldId id="386"/>
            <p14:sldId id="295"/>
            <p14:sldId id="296"/>
            <p14:sldId id="391"/>
            <p14:sldId id="283"/>
            <p14:sldId id="411"/>
            <p14:sldId id="390"/>
            <p14:sldId id="412"/>
          </p14:sldIdLst>
        </p14:section>
        <p14:section name="电源" id="{F73E5194-CC9C-42A5-A712-19A3F1646980}">
          <p14:sldIdLst>
            <p14:sldId id="284"/>
            <p14:sldId id="288"/>
            <p14:sldId id="290"/>
            <p14:sldId id="289"/>
          </p14:sldIdLst>
        </p14:section>
        <p14:section name="卫星" id="{E109CF58-BA65-4B65-90FC-663DA8BE7017}">
          <p14:sldIdLst>
            <p14:sldId id="365"/>
            <p14:sldId id="366"/>
            <p14:sldId id="367"/>
            <p14:sldId id="368"/>
            <p14:sldId id="420"/>
            <p14:sldId id="369"/>
            <p14:sldId id="370"/>
            <p14:sldId id="371"/>
            <p14:sldId id="373"/>
            <p14:sldId id="374"/>
            <p14:sldId id="375"/>
            <p14:sldId id="376"/>
            <p14:sldId id="377"/>
            <p14:sldId id="378"/>
            <p14:sldId id="379"/>
            <p14:sldId id="380"/>
            <p14:sldId id="388"/>
            <p14:sldId id="389"/>
            <p14:sldId id="381"/>
          </p14:sldIdLst>
        </p14:section>
        <p14:section name="相机" id="{6911151E-7A57-47F1-AA05-9E59A91EEDBE}">
          <p14:sldIdLst>
            <p14:sldId id="393"/>
            <p14:sldId id="394"/>
            <p14:sldId id="400"/>
            <p14:sldId id="395"/>
            <p14:sldId id="396"/>
            <p14:sldId id="397"/>
            <p14:sldId id="398"/>
            <p14:sldId id="399"/>
            <p14:sldId id="401"/>
          </p14:sldIdLst>
        </p14:section>
        <p14:section name="相册" id="{998F2B70-D4E8-415B-B9C6-8F9479B87F3C}">
          <p14:sldIdLst>
            <p14:sldId id="402"/>
            <p14:sldId id="403"/>
            <p14:sldId id="410"/>
            <p14:sldId id="406"/>
            <p14:sldId id="408"/>
            <p14:sldId id="40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00B5B67-6B5C-B5E9-8745-9B4BDDBC0DBF}" name="夌 雨" initials="夌雨" userId="d086e8e3883354a1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CAF50"/>
    <a:srgbClr val="00C85A"/>
    <a:srgbClr val="00D25F"/>
    <a:srgbClr val="000000"/>
    <a:srgbClr val="547A9C"/>
    <a:srgbClr val="3ADE00"/>
    <a:srgbClr val="44FF01"/>
    <a:srgbClr val="0E0E0E"/>
    <a:srgbClr val="E0F1FF"/>
    <a:srgbClr val="62A8D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467" autoAdjust="0"/>
    <p:restoredTop sz="92500" autoAdjust="0"/>
  </p:normalViewPr>
  <p:slideViewPr>
    <p:cSldViewPr snapToGrid="0">
      <p:cViewPr varScale="1">
        <p:scale>
          <a:sx n="72" d="100"/>
          <a:sy n="72" d="100"/>
        </p:scale>
        <p:origin x="15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25" d="100"/>
        <a:sy n="125" d="100"/>
      </p:scale>
      <p:origin x="0" y="-1401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Relationship Id="rId98" Type="http://schemas.microsoft.com/office/2018/10/relationships/authors" Target="authors.xml"/></Relationships>
</file>

<file path=ppt/comments/modernComment_10F_CF2C280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FEC4313-6FB7-4019-AADB-31E58C1DBDB2}" authorId="{A00B5B67-6B5C-B5E9-8745-9B4BDDBC0DBF}" status="resolved" created="2025-07-06T08:57:48.152" complete="100000">
    <pc:sldMkLst xmlns:pc="http://schemas.microsoft.com/office/powerpoint/2013/main/command">
      <pc:docMk/>
      <pc:sldMk cId="3475777546" sldId="271"/>
    </pc:sldMkLst>
    <p188:txBody>
      <a:bodyPr/>
      <a:lstStyle/>
      <a:p>
        <a:r>
          <a:rPr lang="zh-CN" altLang="en-US"/>
          <a:t>修改卫星通话选项</a:t>
        </a:r>
      </a:p>
    </p188:txBody>
  </p188:cm>
</p188:cmLst>
</file>

<file path=ppt/comments/modernComment_11A_35BA32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EB00650A-D31F-46D1-A46B-DA885582EE2A}" authorId="{A00B5B67-6B5C-B5E9-8745-9B4BDDBC0DBF}" status="resolved" created="2025-07-06T08:45:15.959" complete="100000">
    <pc:sldMkLst xmlns:pc="http://schemas.microsoft.com/office/powerpoint/2013/main/command">
      <pc:docMk/>
      <pc:sldMk cId="901394976" sldId="282"/>
    </pc:sldMkLst>
    <p188:txBody>
      <a:bodyPr/>
      <a:lstStyle/>
      <a:p>
        <a:r>
          <a:rPr lang="zh-CN" altLang="en-US"/>
          <a:t>优化二级页面切换动画
By 亥鸥_HYO</a:t>
        </a:r>
      </a:p>
    </p188:txBody>
  </p188:cm>
</p188:cmLst>
</file>

<file path=ppt/comments/modernComment_11B_5A1998D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FF57C8-5232-4689-AD41-CA24738081CF}" authorId="{A00B5B67-6B5C-B5E9-8745-9B4BDDBC0DBF}" status="resolved" created="2025-07-06T08:45:28.741" complete="100000">
    <pc:sldMkLst xmlns:pc="http://schemas.microsoft.com/office/powerpoint/2013/main/command">
      <pc:docMk/>
      <pc:sldMk cId="1511626961" sldId="283"/>
    </pc:sldMkLst>
    <p188:txBody>
      <a:bodyPr/>
      <a:lstStyle/>
      <a:p>
        <a:r>
          <a:rPr lang="zh-CN" altLang="en-US"/>
          <a:t>新增更多信息</a:t>
        </a:r>
      </a:p>
    </p188:txBody>
  </p188:cm>
</p188:cmLst>
</file>

<file path=ppt/comments/modernComment_16D_75AF80D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ACB4F33-224A-4AC5-8245-015FD1196545}" authorId="{A00B5B67-6B5C-B5E9-8745-9B4BDDBC0DBF}" status="resolved" created="2025-07-07T12:02:16.748" complete="100000">
    <pc:sldMkLst xmlns:pc="http://schemas.microsoft.com/office/powerpoint/2013/main/command">
      <pc:docMk/>
      <pc:sldMk cId="1974436052" sldId="365"/>
    </pc:sldMkLst>
    <p188:txBody>
      <a:bodyPr/>
      <a:lstStyle/>
      <a:p>
        <a:r>
          <a:rPr lang="zh-CN" altLang="en-US"/>
          <a:t>优化 按钮样式</a:t>
        </a:r>
      </a:p>
    </p188:txBody>
  </p188:cm>
</p188:cmLst>
</file>

<file path=ppt/comments/modernComment_17B_7F49B7F8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11AF372-81F1-42D9-B45B-1021E31C8C45}" authorId="{A00B5B67-6B5C-B5E9-8745-9B4BDDBC0DBF}" status="resolved" created="2025-07-06T08:46:16.990" complete="100000">
    <pc:sldMkLst xmlns:pc="http://schemas.microsoft.com/office/powerpoint/2013/main/command">
      <pc:docMk/>
      <pc:sldMk cId="2135537656" sldId="379"/>
    </pc:sldMkLst>
    <p188:txBody>
      <a:bodyPr/>
      <a:lstStyle/>
      <a:p>
        <a:r>
          <a:rPr lang="zh-CN" altLang="en-US"/>
          <a:t>优化卫星配色
增加信号强度指示</a:t>
        </a:r>
      </a:p>
    </p188:txBody>
  </p188:cm>
</p188:cmLst>
</file>

<file path=ppt/comments/modernComment_105_CBFE7DB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CC00BDD-45CE-4632-92DC-5065333A6A5B}" authorId="{A00B5B67-6B5C-B5E9-8745-9B4BDDBC0DBF}" status="resolved" created="2025-07-06T08:58:51.420" complete="100000">
    <pc:sldMkLst xmlns:pc="http://schemas.microsoft.com/office/powerpoint/2013/main/command">
      <pc:docMk/>
      <pc:sldMk cId="3422453182" sldId="261"/>
    </pc:sldMkLst>
    <p188:txBody>
      <a:bodyPr/>
      <a:lstStyle/>
      <a:p>
        <a:r>
          <a:rPr lang="zh-CN" altLang="en-US"/>
          <a:t>修改欢迎语</a:t>
        </a:r>
      </a:p>
    </p188:txBody>
  </p188:cm>
</p188:cmLst>
</file>

<file path=ppt/comments/modernComment_111_61CCFAA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F0A14FC-83FD-4C9A-AA99-9AC1B6D4BDF4}" authorId="{A00B5B67-6B5C-B5E9-8745-9B4BDDBC0DBF}" status="resolved" created="2025-07-07T12:07:02.103" complete="100000">
    <pc:sldMkLst xmlns:pc="http://schemas.microsoft.com/office/powerpoint/2013/main/command">
      <pc:docMk/>
      <pc:sldMk cId="1640823458" sldId="273"/>
    </pc:sldMkLst>
    <p188:txBody>
      <a:bodyPr/>
      <a:lstStyle/>
      <a:p>
        <a:r>
          <a:rPr lang="zh-CN" altLang="en-US"/>
          <a:t>修改完成语</a:t>
        </a:r>
      </a:p>
    </p188:txBody>
  </p188:cm>
</p188:cmLst>
</file>

<file path=ppt/comments/modernComment_118_89B7228A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9737DFC-500B-4B5B-B18F-1B56F337ED5B}" authorId="{A00B5B67-6B5C-B5E9-8745-9B4BDDBC0DBF}" status="resolved" created="2025-07-06T08:44:47.795" complete="100000">
    <pc:sldMkLst xmlns:pc="http://schemas.microsoft.com/office/powerpoint/2013/main/command">
      <pc:docMk/>
      <pc:sldMk cId="2310480522" sldId="280"/>
    </pc:sldMkLst>
    <p188:txBody>
      <a:bodyPr/>
      <a:lstStyle/>
      <a:p>
        <a:r>
          <a:rPr lang="zh-CN" altLang="en-US"/>
          <a:t>优化App过渡动画
By 亥鸥_HYO</a:t>
        </a:r>
      </a:p>
    </p188:txBody>
  </p188:cm>
  <p188:cm id="{FFC0744D-04DB-466D-89A9-516383618D84}" authorId="{A00B5B67-6B5C-B5E9-8745-9B4BDDBC0DBF}" status="resolved" created="2025-07-07T15:32:06.202" complete="100000">
    <pc:sldMkLst xmlns:pc="http://schemas.microsoft.com/office/powerpoint/2013/main/command">
      <pc:docMk/>
      <pc:sldMk cId="2310480522" sldId="280"/>
    </pc:sldMkLst>
    <p188:txBody>
      <a:bodyPr/>
      <a:lstStyle/>
      <a:p>
        <a:r>
          <a:rPr lang="zh-CN" altLang="en-US"/>
          <a:t>优化 启动动画</a:t>
        </a:r>
      </a:p>
    </p188:txBody>
  </p188:cm>
</p188:cmLst>
</file>

<file path=ppt/comments/modernComment_121_1E197F7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911C8E6-FFA0-4FFB-9E3D-69DF7AB1C6B8}" authorId="{A00B5B67-6B5C-B5E9-8745-9B4BDDBC0DBF}" status="resolved" created="2025-07-06T08:45:52.850" complete="100000">
    <pc:sldMkLst xmlns:pc="http://schemas.microsoft.com/office/powerpoint/2013/main/command">
      <pc:docMk/>
      <pc:sldMk cId="504987513" sldId="289"/>
    </pc:sldMkLst>
    <p188:txBody>
      <a:bodyPr/>
      <a:lstStyle/>
      <a:p>
        <a:r>
          <a:rPr lang="zh-CN" altLang="en-US"/>
          <a:t>增加关机界面</a:t>
        </a:r>
      </a:p>
    </p188:txBody>
  </p188:cm>
  <p188:cm id="{E4B72B70-D082-418D-89FC-ABAE353731DC}" authorId="{A00B5B67-6B5C-B5E9-8745-9B4BDDBC0DBF}" status="resolved" created="2025-07-06T09:55:43.451" complete="10000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504987513" sldId="289"/>
      <ac:spMk id="4" creationId="{4DA0F886-486E-B6E3-D858-C1EEE3A7439D}"/>
    </ac:deMkLst>
    <p188:txBody>
      <a:bodyPr/>
      <a:lstStyle/>
      <a:p>
        <a:r>
          <a:rPr lang="zh-CN" altLang="en-US"/>
          <a:t>增加 退出按钮</a:t>
        </a:r>
      </a:p>
    </p188:txBody>
  </p188:cm>
  <p188:cm id="{AAF97029-F477-40B5-93FD-28E76F1A06B1}" authorId="{A00B5B67-6B5C-B5E9-8745-9B4BDDBC0DBF}" status="resolved" created="2025-07-07T12:01:51.686" complete="100000">
    <pc:sldMkLst xmlns:pc="http://schemas.microsoft.com/office/powerpoint/2013/main/command">
      <pc:docMk/>
      <pc:sldMk cId="504987513" sldId="289"/>
    </pc:sldMkLst>
    <p188:txBody>
      <a:bodyPr/>
      <a:lstStyle/>
      <a:p>
        <a:r>
          <a:rPr lang="zh-CN" altLang="en-US"/>
          <a:t>优化 按钮显示位置</a:t>
        </a:r>
      </a:p>
    </p188:txBody>
  </p188:cm>
</p188:cmLst>
</file>

<file path=ppt/comments/modernComment_122_AC97742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5D6E4BC-9993-4697-A80B-89F24C84F75B}" authorId="{A00B5B67-6B5C-B5E9-8745-9B4BDDBC0DBF}" status="resolved" created="2025-07-06T08:45:41.172" complete="100000">
    <pc:sldMkLst xmlns:pc="http://schemas.microsoft.com/office/powerpoint/2013/main/command">
      <pc:docMk/>
      <pc:sldMk cId="2895606831" sldId="290"/>
    </pc:sldMkLst>
    <p188:txBody>
      <a:bodyPr/>
      <a:lstStyle/>
      <a:p>
        <a:r>
          <a:rPr lang="zh-CN" altLang="en-US"/>
          <a:t>优化电源动画</a:t>
        </a:r>
      </a:p>
    </p188:txBody>
  </p188:cm>
</p188:cmLst>
</file>

<file path=ppt/comments/modernComment_123_37F0E3A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8AAB480-947A-41D2-A469-C9A29531681E}" authorId="{A00B5B67-6B5C-B5E9-8745-9B4BDDBC0DBF}" status="resolved" created="2025-07-06T08:44:03.310" complete="100000">
    <pc:sldMkLst xmlns:pc="http://schemas.microsoft.com/office/powerpoint/2013/main/command">
      <pc:docMk/>
      <pc:sldMk cId="938533792" sldId="291"/>
    </pc:sldMkLst>
    <p188:txBody>
      <a:bodyPr/>
      <a:lstStyle/>
      <a:p>
        <a:r>
          <a:rPr lang="zh-CN" altLang="en-US"/>
          <a:t>改进了电源动画</a:t>
        </a:r>
      </a:p>
    </p188:txBody>
  </p188:cm>
</p188:cmLst>
</file>

<file path=ppt/comments/modernComment_184_8F6B187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EBEEA75-9433-45C0-BA98-CB6ACA00612B}" authorId="{A00B5B67-6B5C-B5E9-8745-9B4BDDBC0DBF}" status="resolved" created="2025-07-06T08:46:44.169" complete="100000">
    <pc:sldMkLst xmlns:pc="http://schemas.microsoft.com/office/powerpoint/2013/main/command">
      <pc:docMk/>
      <pc:sldMk cId="2406160502" sldId="388"/>
    </pc:sldMkLst>
    <p188:txBody>
      <a:bodyPr/>
      <a:lstStyle/>
      <a:p>
        <a:r>
          <a:rPr lang="zh-CN" altLang="en-US"/>
          <a:t>准备增加拨号界面</a:t>
        </a:r>
      </a:p>
    </p188:txBody>
  </p188:cm>
</p188:cmLst>
</file>

<file path=ppt/comments/modernComment_186_BCBFCD7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25C7095-1A94-4AAC-85D3-BA82F34FBBDC}" authorId="{A00B5B67-6B5C-B5E9-8745-9B4BDDBC0DBF}" status="resolved" created="2025-07-06T09:02:15.279" complete="100000">
    <pc:sldMkLst xmlns:pc="http://schemas.microsoft.com/office/powerpoint/2013/main/command">
      <pc:docMk/>
      <pc:sldMk cId="3166686578" sldId="390"/>
    </pc:sldMkLst>
    <p188:txBody>
      <a:bodyPr/>
      <a:lstStyle/>
      <a:p>
        <a:r>
          <a:rPr lang="zh-CN" altLang="en-US"/>
          <a:t>优化文字显示</a:t>
        </a:r>
      </a:p>
    </p188:txBody>
  </p188:cm>
</p188:cmLst>
</file>

<file path=ppt/comments/modernComment_188_DFDCB48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9CE1AEE3-ABE0-483E-B594-46B3AFA2CAC4}" authorId="{A00B5B67-6B5C-B5E9-8745-9B4BDDBC0DBF}" created="2025-07-07T12:36:04.54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3755783300" sldId="392"/>
      <ac:spMk id="50" creationId="{9942987C-1A35-6870-19D2-58E0672473C5}"/>
    </ac:deMkLst>
    <p188:txBody>
      <a:bodyPr/>
      <a:lstStyle/>
      <a:p>
        <a:r>
          <a:rPr lang="zh-CN" altLang="en-US"/>
          <a:t>拨号的x为退位按钮，图标暂时找不到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5E9118-45B6-426A-AB4A-F1CDD1A7C277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E2DB11-43BD-48B4-8B48-AB40787BDF6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86014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59980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2DA97-182E-36FD-AD4F-ADD6C2DE9D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242527-B83B-BCAB-36F7-FA03A34216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25A7AEA-3D01-C9D5-D8BE-4A41B807DB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672E854-0F39-AC56-97E6-D7410BC429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54019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B967C-58A7-5A9E-BE64-9B9859402E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6E5ECB7-C91C-E34B-05F5-3CC9BD359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E20A939-9BA6-2C2C-25A5-947619B30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204F09D-7DA8-4993-4053-0999C0B679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56489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1AF34A-8B0D-B7A9-7371-39265F062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B10A73-51B6-607A-B440-741CEB5DBA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C3D753-5BB6-DDF8-5A81-912A2BF847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49D83B-B6F3-C9B0-96C7-7DA73D6CBB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45318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2E3AAC-43FC-A5CC-7C1B-7F151F026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26DD021-2CE0-D8BD-A0D4-9870462AA8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562BE9-70E2-A9CE-3B1F-E3AD8641AC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7D8D517-3A9C-8D6D-CA02-95C12B25E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100685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E2DB11-43BD-48B4-8B48-AB40787BDF67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321339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AF10CB-0BA1-F372-CC9B-E983CF4220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1051514-6261-3CAF-DD76-FB9F5A0507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D61BF73-D04A-2ECC-E318-EE0207B96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89C3748-A4E5-3C95-A714-911104E12D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445497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3A30B4-054D-8027-AE4F-BFD4055C08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3F11669-07C2-B28B-E32F-B319F879E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2CCB4E6-981C-E54C-8642-35821190CD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DDBDF26-347A-2EED-4552-4D7DC4048E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632949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FCF3C-03CF-124C-937E-FF635FE75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217AAD9-58E5-0BDE-DADE-059DA4B240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7558757-E34D-2FE7-B765-61360881E5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A640D2D-9615-2787-BF92-78C3875034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4302500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C9AEA-8584-4253-33BA-42197A43A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124AE70-E7C3-A994-AF8D-EE24C0ECB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BFCDCB7-0F1B-EC1C-941D-A06BD4881B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09FE989-6813-1E01-65B5-1B6EC5BDB7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699205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98803-3261-648C-3A8C-9E3F255A7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A39023-E502-C3CD-2897-BF8E18A21D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3FDCB0E-C782-0DD3-6741-353B15EBF0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882DB96-774D-A38A-7D2D-C76043F074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30339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8346A6-D66F-F84E-698A-23F6CC183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80B9E01-0746-7082-FA41-FE0D1C93CB8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E570933-D50A-FCE3-BA2A-A80A71B790D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D1B75D-B552-499D-EEDC-6E1C8E6F1C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8253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578275-02F0-A2FF-AB0E-3C89682B4E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0C7B82C-FDAE-1068-208A-93E1CD8077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DD7E256-0340-B666-4A4D-FACDB867912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EEE85A5-E840-A32C-1AAB-3DC01BFF7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570368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F18D55-D483-DAD6-5924-407B8158A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E0F0FCF-CC32-0532-23A6-7821EF72EF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DDDD2CD-A96F-35DA-D80A-08FF0F7F46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D60106B-A7DE-6DBC-1CDF-D070242C5B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799658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01D554-0F9C-C053-6772-464CA0615E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84E913F-BE6C-F1F7-03CC-F0DD8FAAB0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A0B176A-9608-62DD-86C9-6C04A34F9E4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274823-11C6-75AE-80B6-9F0E89B35A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47069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13475-D654-BF6E-6176-80AC81AC8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B0E5C7-9EC5-6FCF-7117-9624B736C8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EE57D01-86C7-FCBE-0D9D-3E4E98FFFB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F0817F0-FCE2-5CE8-927D-E3DE6A6AF1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873670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A0BB27-0738-AC5A-28D3-D2E39D52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C8A0EEF-9C9B-0D95-BEF1-D5BA9F728C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ADA6EF6-1316-7DA6-9A82-34E35419E1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8265B94-784D-1F3F-4987-CC31BB5EA9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3386015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EDD805-EF3C-28E1-9F9B-AB6EC16EE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DCE3BB-FFF5-7D00-A723-90C819E17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52E419-066B-0E2C-4C08-260A7031C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200238F-CEE2-9EDE-23B1-EB856E8F1C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6070928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6C87B-6A89-56B3-FFB2-9D248B7CB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CD1CB0A-49D8-23F6-1AEE-4E7D4F41CB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82B17D3-88FD-FB18-23B0-A154E4B803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30579E3-64DE-4E8F-73C4-7B98DC0A22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1410066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48F54-631A-0CB8-2BCD-32A29C0D83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5BF8077-EE4B-6981-B595-E3399F4507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053AB0A-7151-0E2F-B1DF-C7D5B0E3D1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37B5BD5-3B6A-11BD-9D66-411FFC8F64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5312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78078-040F-FE5E-BC69-0B008AF266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9F10935-C402-273E-24F0-812DBF9135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525581-EA55-A17B-D7BC-B2A0D3AAC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7F8A95-22C0-EA74-6B4E-7E72AAAF74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642833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4F757-34BC-3702-607F-84EEE2A3A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4FA7DAF-36B5-FCD0-844D-1A67878D21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BAF768-A749-DEC0-FD7D-1914F87633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4B98662-4DB6-91A9-C7E3-2069E601C2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6615958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3342-936B-6C11-9CAE-0036D80C3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0C71A1C-E727-664D-B5BA-673AD6B45D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16B9F49-E9F6-0413-F50C-3519C7C0B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162FEEA-42A7-4152-7190-9F279D9885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93397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A9289-56EC-AE49-B0D1-16428989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CD83236-418D-C1B2-721D-05488A329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8CDC76B-9DFC-1FC7-8CC7-755207D66B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C75E533-A3AA-0B91-D7E5-71A7238CC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1463719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37355-D1FF-531F-38B4-9B4A9932E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FB776C-A1C1-1B9B-998B-5E9E235452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5558E32-C969-39FF-2847-AA62A60AED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43B3AA7-DD01-EC1C-AAFF-CE1F7A8D47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7144629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102AA8-9269-005C-C335-71CBE390A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97497B6-0622-1CFA-34DD-969F4E5B2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F53CFB9-94AF-6290-916F-74D7D9F2DE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A93E6B7-2F31-3B67-4273-EEEA7F28D5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5433966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1F8AE-CBF5-813E-DC23-2780DF72E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BE8EFBD5-A757-B785-EA22-4867C1BDF7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A856D7-EA32-C205-13E2-0E66D0645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A04A53-A2DB-CB85-E7D4-2F456042B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8964307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2F4992-90BC-021A-B6AE-768D51C92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B1AA79-CB51-4830-3863-8F4890A9B3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BBCE72C-C39E-CD4B-4010-BCB3F9FFC5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6277FF-5272-C19A-EA46-E954B59F9D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3855984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CA188C-841B-DF3C-0B6E-B370F6328D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0674CE5-AD0A-C5A4-CA55-38AAF8A25C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A21280B-9A8F-3450-61BF-83B580153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C04CA58-4D48-7CEE-173D-62CD83E092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2515099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84F03-9E50-8D0A-DAD8-27F7A52A57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EEC58FA-77BA-9481-4FB0-C4F068831C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A6227F3-AA92-4FEF-1D5D-8DC9362391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B4A85DC-0E6C-AD04-24F0-938DAAD0B9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60084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2F1754-27E2-7682-EF2D-E772DCD94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4ABFD21-EBF2-396D-8DBB-8536EBBDAF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8EFEF7-C762-6A84-3156-D6B0283A71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C9782B9-54D9-7425-E207-FA29F70FF3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008845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F7C052-7686-E80F-3BDA-0C7DA5C17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B397412-C236-56AA-F936-6D74D5260F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6E719CC-8B91-E23C-C665-C5311FFA10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20D295C-5CF9-4DB6-39E3-571F9DCB0C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6512637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7E69EC-4DA2-5958-D065-48BC3E83EE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BDA4550-AE25-8FD7-E6C6-86AD3F9B3A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D882D12-663B-11EB-6437-05D174FA4D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610B04-5206-6F07-6EFB-6082696756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14186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306AB-16C5-9FB2-76A6-FD44A0067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FEB629-18F1-EED1-A58A-1CF2DA7EBE9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9263DE-1D84-B5A1-157D-4C159D3B34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9E404A6-911A-7E10-6FD6-FAA8FC59B2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181705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7E563-AF67-49D6-F187-EEC1828CE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CBDDC2-F3C7-D294-84EB-EB25B36B50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35CE67-FE46-1097-2906-5838ED793D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0DDBB8D-544E-483B-0D8C-9901F5E7D1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29924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578E95-0C40-EDB6-4D97-FFDF2C38BE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7FBF9F0-1AF8-0BED-8671-A29770D36B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C398A275-D847-D3D7-3B85-AF3F07538E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78F53B-8D53-1FC5-285F-50A5362C4F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015778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E73848-3CF3-3E95-9472-47FB7666E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B3D6E6-205D-0EAE-4EAB-EA8AF5BAFB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471725-A283-1723-FC41-1EF4E0107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4736382-8076-374C-9A89-86A307ECD7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2068598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9C514-53F3-8B05-E425-F01302F496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7A3CEC6-7A97-9A67-F75C-5463F88C85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5FCDF8C-CC51-5B89-4E89-177C6FE290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F5FD3D3-0FBA-1307-8DE4-F2131BFC66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557852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77F58-1317-6190-F857-B31F5A3661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44BD520-3C95-BAB5-EBDE-8B4DE18D4F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A1ECC81-DDFF-5601-EA45-F42D89B39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6ECAE-47B7-1F6B-AD9C-57C9E1D6BB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79421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A1C01-7485-B7DF-5882-095424521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FEAC1CC-EA8A-0DAB-9C21-96D786296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11A5169-2D16-3F5C-E303-16E8091A42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950167-2EE4-8935-11C5-248350EAF4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511424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6426D9-BFBD-BC20-D267-66DD83073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E3254A-681A-9EE3-95DC-BE23329F06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288B24-E11B-D1B8-592F-883CE0C625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B1B8F36-FE78-DD06-E66F-16D9ADDA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367884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23247-D213-8F85-40EC-B778E8F0B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592208-F151-66D8-E855-89EE478FED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220A066-B486-567A-A012-9511D573FE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D858FBA-06E9-C2D0-06A6-72868CF215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006560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97C7E-2B54-5762-E4D1-FCA550BC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831D9A3-79A2-4524-1BFF-5A9DB7BE33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FF6C99-55CB-4CB4-5754-F6F30A0A38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5139ADC-BB5D-935F-F617-37AC3B26E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6684635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3AC93-B46F-6966-5A34-9BC179CD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DD87137-2202-0199-376D-0FA0C3819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95A75BC-2B1F-A5DA-E097-2540FEB35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9968D51-5818-74DD-4784-BDE100E28D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3388202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1BF172-3364-DD36-6DDE-A2BB8F433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0A23120-EAF9-50D5-1022-5B346FD06D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8335305-5A1B-2203-2A3C-12A59EB57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B1E40EE-FD8A-90DA-0E4E-6E74DEC7A1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2751101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B477C-5838-6AC7-1934-05F627B0C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EC0A0D1-D6DC-06CE-74B4-66F95FC9BA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8AA670C8-6FF3-B55B-A756-4399E4764E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201480A-9691-A2A1-6F67-61B2348918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6417724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2F55C-A108-B13C-4130-570A4ED9C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B1B123-9BB5-DDF8-6221-65EBE3F1A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48E6BA4-1162-353C-A700-FDEA710E4E2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626DC47-0287-9CF3-2352-4CF66BB410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7278915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9E2FB-5239-84F5-FB9F-5E3CFF45F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827EAB4-CF63-9518-AD45-2AFFFC47E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43E6803-A441-0520-D848-77D51A680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8791A47-A8D5-6ADC-C6D7-1BF4F47977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916144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A22A81-BB55-7B30-5604-B54B02E6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8DC39481-2159-5AE0-8217-E7B042395C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393A358-7EF4-0DCC-802D-AABEF7E10B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B671F8F-AEB1-B7A4-10A6-38791A75C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5186577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FAB06A-F929-6677-BC44-823C4E4500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F106C3F-B659-4E51-6D40-12932299B4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A156502-FEF5-D846-9EDA-082EEDBDAA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3A6CBF-EF22-B873-48CB-C7DBFB81BF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971493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E15DA-5AB3-6CF8-2925-8850BEB8F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DE530C1-B5D9-9009-637F-ABABC06AA4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933E88E-EA0A-F913-925D-9A67142DB4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EE191F0-46CA-0BF3-060A-2E814E1DCE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4728486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E1D72-8CCA-475A-A72D-8450ECDF7C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430872E5-37B2-93C6-F90C-8934CAC00C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13E7F30-8C3C-4892-B5C3-FA7FF02167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B354E05-0ABB-BF09-7C5D-3FD8CB138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485782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D7BFF-DAAD-0921-4FA7-42E350E7B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DF00EA1-8EA2-2039-DC31-33FBA703B4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3CF4918-CF52-3BC6-B54F-AF7810740F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29A41B5-45D0-D242-18E9-FEA7E54C14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4527649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B8C2D-7DC4-A44C-62E3-EB7F92CB55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DE96D419-19D4-15F2-33BF-7E444C4B7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4F418FB-D974-B562-AADA-4ACEEB83EB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7913773-A64E-7BB3-482E-C2DBA46213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6556979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90A93-3B29-03BD-71BA-CBA57CCEE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D952D4D-BBF5-BED1-8839-68C21E12B9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5A9C63E-1D9A-868E-7975-62E82F5097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34589F-655B-C78F-21DD-CF418E5E9C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02450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AFB08-D34D-22BF-753E-16CA1A611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277D4D-8151-8DC9-9079-E7DFA53AA4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43672DE7-58AF-9127-FC28-6CC9012CA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E692F26-E997-1A7D-8D27-2DF304E3A6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9443822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6E902-40E8-E8D9-3BC8-B505DD8B57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A73474D-F1D1-9090-EF7E-BFD7C4ED7F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3EB7E4A-E601-BA92-B648-CD1BAC50B6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F8EF466-9FFA-6849-28B1-D4C0020065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277695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86A40-0325-7A9A-F40C-F0F1C444A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F4F9FBE-108A-15A9-7BF3-09C6E221B0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4003BC5-4BA7-2DD7-351E-045252777B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D534A2C-A109-B547-29EF-3F2B8E279C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6758814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010BD-D875-7F08-9AEE-4D40A923E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E1BADC6-B886-3AAB-B5BC-FE19A2166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324235D-29E4-B2AA-1804-163E317A31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F16543C-DF76-6FC4-CB6F-4C3B0522F5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0983589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EC41B-E15A-6CC6-70A8-5C982F544E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1AC2959-F99F-0E36-2F75-C0417E76C3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CF9A1D0-4273-96F4-026C-73A92FB3F6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918DA0-1FBC-E3EB-7B4E-DD95506BF5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78202695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B18E4-9A99-1B8B-8A30-7BE2A38CE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DD0563-FABF-9AB7-0EC4-E5FACFEFEE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0C75230-095D-0234-892F-5BBDD7077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774A836-550B-DE46-3911-C84343804D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7317712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85F3D-7BEE-9B59-DA97-DB4F548989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AEDB6CE-D2F9-CBCF-B1BC-99F9C695A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68D4A844-85B7-3BE8-BD98-A68B3B2574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3E8393E-85C8-6BBF-2E6C-6CF98107B4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34590276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C31172-574D-7DB5-22DD-266110E0B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47F1AA7-3305-1232-9239-059EAEEEC2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C3BAF33-D921-6196-F987-B7F1134C20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4F450C3-1E8D-F540-DF38-BEC7A3E718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0883983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38916-A9A6-DAE1-BADD-075E744A0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38CF44F-F21D-549A-4A54-D6D5912A31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7D3E0E3-4716-34D5-1AB6-55446ADD77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326FB01-2374-AA2B-E6FC-BA685E395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9304247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AFD57E-D057-CE80-9C6E-00968F002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B53D685-1229-0C10-8F4D-9721A51B48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7CC8A04-0425-B0BA-1931-5E73BAF17E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555360B-B98B-59F9-18C7-83C45A586A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975112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5D5CF7-22D6-875A-94A8-BC13FFE837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BEFB0EE-BDB5-99BF-1191-EBF7AB7F00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A1FED7E-D3A0-3FAB-018F-1170D390C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CAF5A801-6EBC-A34F-2792-806FCF9115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879899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2746A4-4AB5-B33F-4981-C9EF6135E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926EE36F-493D-8A5A-BBBA-830FCCD722A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A93DEB-9ED0-1571-5041-69D25416A4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F0C19D0-0603-8C3C-8F4B-6B7A713038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019250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C12422-4E87-E2AB-366B-AB7C2BDB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71684BE-7738-4B23-9C61-CCAC3533DC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7B08DD5-C4ED-934B-820F-84A41B4171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E96CFE7-DCA4-1421-C2A4-C88E5191B5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06653077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3E852-131D-A392-D787-9E8711BC3B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078B214-9D19-FDA6-B292-785E7D35F8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F4C98D-3951-8CB6-D408-08848A24EF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4CA4379-E244-7ED5-34B5-C56CC6C522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6592295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893BB-DDAA-C7EF-6604-23366D826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493D0E8-1AEB-5DAB-7608-1EF1AA1923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E0DC332-EF40-31D9-DD9A-F237AFECFE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0F5AEE6-BC45-F016-1028-A645C425D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067528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B3D992-C829-9C63-5C5B-0942A942A9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64CF05-96B0-B4C0-8B88-3470B008FC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212FCF6-D06F-363C-8016-3D031B619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E977415-7B2C-569B-A05D-417B1BB099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938362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6FBAB3-E648-450E-3671-62F6842C0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5410913-C39D-1EEE-5CEB-0F6F65ACE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BFB3B246-6649-B86F-264E-DC58B44D59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6D81A4-B9EB-FFBD-1363-FC3BB8156B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3489448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64CFFB-03DD-A473-1B13-40C25AF9AD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ED6A3BF-5D61-AF73-4B59-80C7D88498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1536C8-4F8B-7064-FCA2-5C87057E59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265BCEB0-E7CB-2D48-2BEE-0321812D3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424070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CB238-3C3D-83EF-3D82-EE2326E51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6B54D5F-6B46-2210-C615-7198F35E3A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963EB410-7BB7-D640-E289-B2EA4392E2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8E0B0E-F337-596C-023A-5591F2448B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9158430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809A20-72C9-93E8-5F22-CFDB29B58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7F712A5-219E-384F-C939-2317D00774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9C8A626-14D0-6B11-7DD4-72008DA2D9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1C4F154-A2A6-F5F4-CB9C-7CDC78109B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82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886343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EBE85-9515-5B84-2BF8-A532AE06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BEF6690-1872-B83A-7033-CEA861244D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ED0D1B4-75B7-F481-9C8E-7B47BB34CB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FAB545D-C4A1-4CCF-BE64-5F75DB4EA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83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81775653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441DFF-DAB5-B471-F7FB-31AB53DBF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102A0390-C3C0-EE19-62B6-80C42852BF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E2D21CF-17FB-4613-8364-16C7E7668D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68A66453-15C4-8CB2-1ED5-CE428E4F2C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84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17157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57AE6-57B0-C62E-6597-899FA0E3E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E0FEAC1-4737-3D35-5F64-373D7741A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21A4FDD4-108B-8A3D-0B47-4892EF3ED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9F50FC8-FFF2-0D82-3ED6-7EAAA57552B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85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22735728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97471C-87A9-B2A4-B469-7561441C4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AB9CB665-9C55-8138-3B37-DC18DD0FB1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54ACAA20-BF7F-CB23-E77F-65388A11E7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A33C338-9498-D6E8-7DED-33743414FD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86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7536669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9E0E50-C7C4-3D8C-B85A-CD1388384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72CA0E6-0692-13EB-1C64-17F9CB46D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5F8DA11-3287-ADEE-0A8A-F646BD28D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02916A-D2EC-6A2B-6389-7E6B1A4AEF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87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77773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A3806-CE83-0E10-0DDD-AF7A60131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9A636D4-5146-C037-68B4-3999B8308F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2CA9BCC-7E7D-7CA0-06D7-CF98B03708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4604624D-9590-8A07-E9B0-4CAEC63C6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88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5416367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B8E989-96D9-127C-6F27-EEC0466136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B140372-4B16-62BF-1FDB-4ABAC15C49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2383919-FACA-D1A8-BE10-921C2CBBB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89E3D7A-0EA3-7910-E1F3-9D2889DDB9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89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787438228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F2BFE3-9136-DD4F-674E-84A6F6C5E4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AE4DB79-E450-AFF8-902C-1711D05B8F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DD41D53-1B89-9C9D-FC80-53F9C56332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78F398C-4607-313E-0306-8D624C7191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90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63782815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29BAB-5288-2503-3190-1D153ED4A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EA2B0D0D-ECA2-B900-524B-F45EEF0291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0516A4E-2CFD-B7E5-25C4-A958B71E36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D646CDE-07E5-CE5D-7234-A451DFD121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4E2DB11-43BD-48B4-8B48-AB40787BDF67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640580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B855C1-76CD-48AD-AB00-F2BF2DEF89C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3241AB1-DE51-04D2-BFC2-DCADC6CAA45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D1D986F-EEA6-5C33-DAF1-229A15D854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43787EB-3086-A984-C78C-4CD442C2A8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68D164-4DD9-D1A4-F40E-A373C00A9A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025817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B799B49-58B5-437F-E08C-675675B0B3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BCD781-7944-AB7F-BAED-58D87D886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A581D39-7613-8019-E0E0-C04A3D411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A3A2B1-FB1C-3052-51E1-0A8EFD486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1DF9D80-4F71-7DF8-CD11-16BE6EBC12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83523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9D51AD6-1046-E8DA-8A51-F367F299A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35EF87A-1B8B-3F81-EB2D-C0A5AD0BDF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C0C5784-B35D-A056-6CEC-5AEAC5411F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92E817-6151-897B-BCAB-C14675A05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03A2F61-FF54-0E9C-E7A1-98CF119D99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3640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392FC6-A284-B132-AABB-064B6079CA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CAA0321-35BA-1DBE-7ABF-6979AA03EE0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86E50439-7DB3-4F60-E895-4B56984ABD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CBDA798-C89F-3EF5-7EAE-3827F9351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78DEA3-1D1F-BA29-A0C5-17BFE3C40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9AA0939-A7F9-A7A8-D6D9-A63C65675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777632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8732EB-39EE-2096-6D46-07589E8690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625AF44-B0AC-8B39-47BB-7E61FC856A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C0BCE65-76F9-3DBC-CB1C-5232B16774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E4EDF636-037D-7F6F-D325-513D4846D7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056C7852-0AD7-2513-EE56-2CB749BCD06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7541D7E3-1EEF-B8DB-A5EC-1C04F51A8D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627BB2C3-B6C2-2E31-4B04-FC4164C0D7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F7DEBB7B-CF5C-5FEB-2AEE-8AD096941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87075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19313A-7540-A21F-F19D-74E594569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F7879411-07FC-8706-1EF4-E1386AB42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C55EF323-8E3E-AC35-CDFD-2D6B58E4B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BECF81A-8B45-F3A9-ABB2-7D13202B8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00981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C5E2736-6604-600E-C4D2-5A0F80586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75765F4-6340-79B8-2B06-76460DD56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76A86F94-E481-DFD0-0638-3965753C4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87759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FA5992-AE0D-D119-5FB4-DDF699E4A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DBA9F77-4B86-8699-1CFC-CD9B464BE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749FF9A-BA28-D942-0AF9-D44DECAB72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025E364-0905-E1D7-ECA0-F4B2CFB7B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543BC17-F1CD-31D1-EE1A-D2543707C9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E3348F-1050-16EC-B5EC-78C14649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0003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0D643B-8154-2125-D003-076C10908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82492DC-EA66-1C67-737A-9FEC281646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763EF30-5CAE-6422-3CB8-B13E383A912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56D6C3E-75D3-C53B-1CEC-F0C5445986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E283B48-C4C1-2184-ED8C-EF5A07B27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A60AC9A9-9ACB-5C51-62CA-8635BFA7E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870151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0610A96-1F93-FD62-3A65-53C1451022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2465539-5FCB-5327-A0AC-CC72C5D3FC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0680E4F-F286-86A6-5518-0ED780A65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5793A5-D3AF-3C8E-1B4B-12B8E2CC2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5040D9-30FE-4CC3-B2E0-9FEED8AE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66855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4DA87A29-F778-EEFF-94E8-0193C75D82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C13125D5-889A-B93C-66DE-A50B992381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414E452-4DEE-5815-58F7-E8A4523AB4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43AB85-B926-410C-20D6-C6860B270E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1F3739-7728-1CB2-26EF-2E1A50C96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67036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4C3B5166-D917-326A-2942-2B7DA78C0F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0E3CC38-1728-E960-DFA9-481CA9FA2F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FA5D804-B2FA-9CBE-3CF2-2E6A7E5A2BA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B1D394-1D5E-47AC-B4E4-77CFFED56DED}" type="datetimeFigureOut">
              <a:rPr lang="zh-CN" altLang="en-US" smtClean="0"/>
              <a:t>2025/7/15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A8E0BD-9F64-B41F-DE4F-4EC207EF54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A02E17A-9FE7-454F-77D6-8F08C14687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C5FB81-D5E8-4763-8497-A479BB27F1B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28045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sv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svg"/><Relationship Id="rId5" Type="http://schemas.openxmlformats.org/officeDocument/2006/relationships/image" Target="../media/image2.png"/><Relationship Id="rId4" Type="http://schemas.openxmlformats.org/officeDocument/2006/relationships/slide" Target="slide14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13" Type="http://schemas.openxmlformats.org/officeDocument/2006/relationships/image" Target="../media/image15.png"/><Relationship Id="rId18" Type="http://schemas.openxmlformats.org/officeDocument/2006/relationships/image" Target="../media/image20.sv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1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slide" Target="slide20.xml"/><Relationship Id="rId11" Type="http://schemas.openxmlformats.org/officeDocument/2006/relationships/image" Target="../media/image13.png"/><Relationship Id="rId5" Type="http://schemas.openxmlformats.org/officeDocument/2006/relationships/image" Target="../media/image8.svg"/><Relationship Id="rId15" Type="http://schemas.openxmlformats.org/officeDocument/2006/relationships/image" Target="../media/image17.png"/><Relationship Id="rId10" Type="http://schemas.openxmlformats.org/officeDocument/2006/relationships/image" Target="../media/image12.svg"/><Relationship Id="rId4" Type="http://schemas.openxmlformats.org/officeDocument/2006/relationships/image" Target="../media/image7.png"/><Relationship Id="rId9" Type="http://schemas.openxmlformats.org/officeDocument/2006/relationships/image" Target="../media/image11.png"/><Relationship Id="rId14" Type="http://schemas.openxmlformats.org/officeDocument/2006/relationships/image" Target="../media/image1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microsoft.com/office/2018/10/relationships/comments" Target="../comments/modernComment_188_DFDCB484.xml"/><Relationship Id="rId7" Type="http://schemas.openxmlformats.org/officeDocument/2006/relationships/slide" Target="slide7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6.png"/><Relationship Id="rId9" Type="http://schemas.openxmlformats.org/officeDocument/2006/relationships/image" Target="../media/image24.sv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microsoft.com/office/2018/10/relationships/comments" Target="../comments/modernComment_123_37F0E3A0.xml"/><Relationship Id="rId7" Type="http://schemas.openxmlformats.org/officeDocument/2006/relationships/slide" Target="slide4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5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23.xml"/><Relationship Id="rId2" Type="http://schemas.openxmlformats.org/officeDocument/2006/relationships/slide" Target="slide11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5_CBFE7DBE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" Target="slide13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sv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F_CF2C280A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1_61CCFAA2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13" Type="http://schemas.openxmlformats.org/officeDocument/2006/relationships/slide" Target="slide54.xml"/><Relationship Id="rId18" Type="http://schemas.openxmlformats.org/officeDocument/2006/relationships/image" Target="../media/image32.svg"/><Relationship Id="rId3" Type="http://schemas.openxmlformats.org/officeDocument/2006/relationships/image" Target="../media/image6.png"/><Relationship Id="rId21" Type="http://schemas.openxmlformats.org/officeDocument/2006/relationships/image" Target="../media/image34.svg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17" Type="http://schemas.openxmlformats.org/officeDocument/2006/relationships/image" Target="../media/image31.png"/><Relationship Id="rId2" Type="http://schemas.openxmlformats.org/officeDocument/2006/relationships/notesSlide" Target="../notesSlides/notesSlide16.xml"/><Relationship Id="rId16" Type="http://schemas.openxmlformats.org/officeDocument/2006/relationships/slide" Target="slide28.xml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svg"/><Relationship Id="rId11" Type="http://schemas.openxmlformats.org/officeDocument/2006/relationships/image" Target="../media/image17.png"/><Relationship Id="rId24" Type="http://schemas.openxmlformats.org/officeDocument/2006/relationships/image" Target="../media/image36.svg"/><Relationship Id="rId5" Type="http://schemas.openxmlformats.org/officeDocument/2006/relationships/image" Target="../media/image11.png"/><Relationship Id="rId15" Type="http://schemas.openxmlformats.org/officeDocument/2006/relationships/image" Target="../media/image20.svg"/><Relationship Id="rId23" Type="http://schemas.openxmlformats.org/officeDocument/2006/relationships/image" Target="../media/image35.png"/><Relationship Id="rId10" Type="http://schemas.openxmlformats.org/officeDocument/2006/relationships/image" Target="../media/image16.svg"/><Relationship Id="rId19" Type="http://schemas.openxmlformats.org/officeDocument/2006/relationships/slide" Target="slide77.xml"/><Relationship Id="rId4" Type="http://schemas.openxmlformats.org/officeDocument/2006/relationships/image" Target="../media/image1.png"/><Relationship Id="rId9" Type="http://schemas.openxmlformats.org/officeDocument/2006/relationships/image" Target="../media/image15.png"/><Relationship Id="rId14" Type="http://schemas.openxmlformats.org/officeDocument/2006/relationships/image" Target="../media/image19.png"/><Relationship Id="rId22" Type="http://schemas.openxmlformats.org/officeDocument/2006/relationships/slide" Target="slide86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31.png"/><Relationship Id="rId3" Type="http://schemas.openxmlformats.org/officeDocument/2006/relationships/image" Target="../media/image25.png"/><Relationship Id="rId21" Type="http://schemas.openxmlformats.org/officeDocument/2006/relationships/image" Target="../media/image33.pn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slide" Target="slide27.xml"/><Relationship Id="rId25" Type="http://schemas.openxmlformats.org/officeDocument/2006/relationships/image" Target="../media/image36.svg"/><Relationship Id="rId2" Type="http://schemas.openxmlformats.org/officeDocument/2006/relationships/notesSlide" Target="../notesSlides/notesSlide17.xml"/><Relationship Id="rId16" Type="http://schemas.openxmlformats.org/officeDocument/2006/relationships/image" Target="../media/image20.svg"/><Relationship Id="rId20" Type="http://schemas.openxmlformats.org/officeDocument/2006/relationships/slide" Target="slide7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24" Type="http://schemas.openxmlformats.org/officeDocument/2006/relationships/image" Target="../media/image35.png"/><Relationship Id="rId5" Type="http://schemas.openxmlformats.org/officeDocument/2006/relationships/image" Target="../media/image1.png"/><Relationship Id="rId15" Type="http://schemas.openxmlformats.org/officeDocument/2006/relationships/image" Target="../media/image19.png"/><Relationship Id="rId23" Type="http://schemas.openxmlformats.org/officeDocument/2006/relationships/slide" Target="slide86.xml"/><Relationship Id="rId10" Type="http://schemas.openxmlformats.org/officeDocument/2006/relationships/image" Target="../media/image15.png"/><Relationship Id="rId19" Type="http://schemas.openxmlformats.org/officeDocument/2006/relationships/image" Target="../media/image32.svg"/><Relationship Id="rId4" Type="http://schemas.microsoft.com/office/2007/relationships/hdphoto" Target="../media/hdphoto1.wdp"/><Relationship Id="rId9" Type="http://schemas.openxmlformats.org/officeDocument/2006/relationships/image" Target="../media/image14.svg"/><Relationship Id="rId14" Type="http://schemas.openxmlformats.org/officeDocument/2006/relationships/slide" Target="slide54.xml"/><Relationship Id="rId22" Type="http://schemas.openxmlformats.org/officeDocument/2006/relationships/image" Target="../media/image34.sv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33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slide" Target="slide77.xml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32.svg"/><Relationship Id="rId20" Type="http://schemas.openxmlformats.org/officeDocument/2006/relationships/slide" Target="slide8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31.png"/><Relationship Id="rId10" Type="http://schemas.openxmlformats.org/officeDocument/2006/relationships/image" Target="../media/image17.png"/><Relationship Id="rId19" Type="http://schemas.openxmlformats.org/officeDocument/2006/relationships/image" Target="../media/image34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slide" Target="slide28.xml"/><Relationship Id="rId22" Type="http://schemas.openxmlformats.org/officeDocument/2006/relationships/image" Target="../media/image36.sv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33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slide" Target="slide77.xml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32.svg"/><Relationship Id="rId20" Type="http://schemas.openxmlformats.org/officeDocument/2006/relationships/slide" Target="slide8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31.png"/><Relationship Id="rId10" Type="http://schemas.openxmlformats.org/officeDocument/2006/relationships/image" Target="../media/image17.png"/><Relationship Id="rId19" Type="http://schemas.openxmlformats.org/officeDocument/2006/relationships/image" Target="../media/image34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slide" Target="slide28.xml"/><Relationship Id="rId22" Type="http://schemas.openxmlformats.org/officeDocument/2006/relationships/image" Target="../media/image36.sv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svg"/><Relationship Id="rId18" Type="http://schemas.openxmlformats.org/officeDocument/2006/relationships/image" Target="../media/image33.png"/><Relationship Id="rId3" Type="http://schemas.openxmlformats.org/officeDocument/2006/relationships/image" Target="../media/image6.png"/><Relationship Id="rId21" Type="http://schemas.openxmlformats.org/officeDocument/2006/relationships/image" Target="../media/image35.png"/><Relationship Id="rId7" Type="http://schemas.openxmlformats.org/officeDocument/2006/relationships/image" Target="../media/image14.svg"/><Relationship Id="rId12" Type="http://schemas.openxmlformats.org/officeDocument/2006/relationships/image" Target="../media/image19.png"/><Relationship Id="rId17" Type="http://schemas.openxmlformats.org/officeDocument/2006/relationships/slide" Target="slide77.xml"/><Relationship Id="rId2" Type="http://schemas.openxmlformats.org/officeDocument/2006/relationships/notesSlide" Target="../notesSlides/notesSlide20.xml"/><Relationship Id="rId16" Type="http://schemas.openxmlformats.org/officeDocument/2006/relationships/image" Target="../media/image32.svg"/><Relationship Id="rId20" Type="http://schemas.openxmlformats.org/officeDocument/2006/relationships/slide" Target="slide8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11" Type="http://schemas.openxmlformats.org/officeDocument/2006/relationships/image" Target="../media/image18.svg"/><Relationship Id="rId5" Type="http://schemas.openxmlformats.org/officeDocument/2006/relationships/image" Target="../media/image12.svg"/><Relationship Id="rId15" Type="http://schemas.openxmlformats.org/officeDocument/2006/relationships/image" Target="../media/image31.png"/><Relationship Id="rId10" Type="http://schemas.openxmlformats.org/officeDocument/2006/relationships/image" Target="../media/image17.png"/><Relationship Id="rId19" Type="http://schemas.openxmlformats.org/officeDocument/2006/relationships/image" Target="../media/image34.svg"/><Relationship Id="rId4" Type="http://schemas.openxmlformats.org/officeDocument/2006/relationships/image" Target="../media/image11.png"/><Relationship Id="rId9" Type="http://schemas.openxmlformats.org/officeDocument/2006/relationships/image" Target="../media/image16.svg"/><Relationship Id="rId14" Type="http://schemas.openxmlformats.org/officeDocument/2006/relationships/slide" Target="slide28.xml"/><Relationship Id="rId22" Type="http://schemas.openxmlformats.org/officeDocument/2006/relationships/image" Target="../media/image36.sv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svg"/><Relationship Id="rId3" Type="http://schemas.microsoft.com/office/2018/10/relationships/comments" Target="../comments/modernComment_118_89B7228A.xml"/><Relationship Id="rId7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8.svg"/><Relationship Id="rId5" Type="http://schemas.openxmlformats.org/officeDocument/2006/relationships/image" Target="../media/image37.png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47.png"/><Relationship Id="rId18" Type="http://schemas.openxmlformats.org/officeDocument/2006/relationships/slide" Target="slide30.xml"/><Relationship Id="rId26" Type="http://schemas.openxmlformats.org/officeDocument/2006/relationships/slide" Target="slide39.xml"/><Relationship Id="rId3" Type="http://schemas.openxmlformats.org/officeDocument/2006/relationships/image" Target="../media/image25.png"/><Relationship Id="rId21" Type="http://schemas.openxmlformats.org/officeDocument/2006/relationships/image" Target="../media/image53.png"/><Relationship Id="rId7" Type="http://schemas.openxmlformats.org/officeDocument/2006/relationships/image" Target="../media/image42.svg"/><Relationship Id="rId12" Type="http://schemas.openxmlformats.org/officeDocument/2006/relationships/slide" Target="slide32.xml"/><Relationship Id="rId17" Type="http://schemas.openxmlformats.org/officeDocument/2006/relationships/image" Target="../media/image50.svg"/><Relationship Id="rId25" Type="http://schemas.openxmlformats.org/officeDocument/2006/relationships/image" Target="../media/image56.svg"/><Relationship Id="rId2" Type="http://schemas.openxmlformats.org/officeDocument/2006/relationships/notesSlide" Target="../notesSlides/notesSlide22.xml"/><Relationship Id="rId16" Type="http://schemas.openxmlformats.org/officeDocument/2006/relationships/image" Target="../media/image49.png"/><Relationship Id="rId20" Type="http://schemas.openxmlformats.org/officeDocument/2006/relationships/image" Target="../media/image52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6.svg"/><Relationship Id="rId24" Type="http://schemas.openxmlformats.org/officeDocument/2006/relationships/image" Target="../media/image55.png"/><Relationship Id="rId5" Type="http://schemas.openxmlformats.org/officeDocument/2006/relationships/slide" Target="slide24.xml"/><Relationship Id="rId15" Type="http://schemas.openxmlformats.org/officeDocument/2006/relationships/slide" Target="slide31.xml"/><Relationship Id="rId23" Type="http://schemas.openxmlformats.org/officeDocument/2006/relationships/slide" Target="slide36.xml"/><Relationship Id="rId28" Type="http://schemas.openxmlformats.org/officeDocument/2006/relationships/image" Target="../media/image58.svg"/><Relationship Id="rId10" Type="http://schemas.openxmlformats.org/officeDocument/2006/relationships/image" Target="../media/image45.png"/><Relationship Id="rId19" Type="http://schemas.openxmlformats.org/officeDocument/2006/relationships/image" Target="../media/image51.png"/><Relationship Id="rId4" Type="http://schemas.microsoft.com/office/2007/relationships/hdphoto" Target="../media/hdphoto1.wdp"/><Relationship Id="rId9" Type="http://schemas.openxmlformats.org/officeDocument/2006/relationships/image" Target="../media/image44.svg"/><Relationship Id="rId14" Type="http://schemas.openxmlformats.org/officeDocument/2006/relationships/image" Target="../media/image48.svg"/><Relationship Id="rId22" Type="http://schemas.openxmlformats.org/officeDocument/2006/relationships/image" Target="../media/image54.svg"/><Relationship Id="rId27" Type="http://schemas.openxmlformats.org/officeDocument/2006/relationships/image" Target="../media/image57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slide" Target="slide31.xml"/><Relationship Id="rId18" Type="http://schemas.openxmlformats.org/officeDocument/2006/relationships/image" Target="../media/image52.svg"/><Relationship Id="rId26" Type="http://schemas.openxmlformats.org/officeDocument/2006/relationships/image" Target="../media/image58.svg"/><Relationship Id="rId3" Type="http://schemas.openxmlformats.org/officeDocument/2006/relationships/image" Target="../media/image25.png"/><Relationship Id="rId21" Type="http://schemas.openxmlformats.org/officeDocument/2006/relationships/slide" Target="slide36.xml"/><Relationship Id="rId7" Type="http://schemas.openxmlformats.org/officeDocument/2006/relationships/image" Target="../media/image42.sv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23.xml"/><Relationship Id="rId16" Type="http://schemas.openxmlformats.org/officeDocument/2006/relationships/slide" Target="slide30.xml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7.png"/><Relationship Id="rId24" Type="http://schemas.openxmlformats.org/officeDocument/2006/relationships/slide" Target="slide39.xml"/><Relationship Id="rId5" Type="http://schemas.openxmlformats.org/officeDocument/2006/relationships/slide" Target="slide24.xml"/><Relationship Id="rId15" Type="http://schemas.openxmlformats.org/officeDocument/2006/relationships/image" Target="../media/image50.svg"/><Relationship Id="rId23" Type="http://schemas.openxmlformats.org/officeDocument/2006/relationships/image" Target="../media/image56.svg"/><Relationship Id="rId10" Type="http://schemas.openxmlformats.org/officeDocument/2006/relationships/slide" Target="slide32.xml"/><Relationship Id="rId19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46.svg"/><Relationship Id="rId14" Type="http://schemas.openxmlformats.org/officeDocument/2006/relationships/image" Target="../media/image49.png"/><Relationship Id="rId22" Type="http://schemas.openxmlformats.org/officeDocument/2006/relationships/image" Target="../media/image55.png"/></Relationships>
</file>

<file path=ppt/slides/_rels/slide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slide" Target="slide31.xml"/><Relationship Id="rId18" Type="http://schemas.openxmlformats.org/officeDocument/2006/relationships/image" Target="../media/image52.svg"/><Relationship Id="rId26" Type="http://schemas.openxmlformats.org/officeDocument/2006/relationships/image" Target="../media/image58.svg"/><Relationship Id="rId3" Type="http://schemas.openxmlformats.org/officeDocument/2006/relationships/image" Target="../media/image25.png"/><Relationship Id="rId21" Type="http://schemas.openxmlformats.org/officeDocument/2006/relationships/slide" Target="slide36.xml"/><Relationship Id="rId7" Type="http://schemas.openxmlformats.org/officeDocument/2006/relationships/image" Target="../media/image42.sv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24.xml"/><Relationship Id="rId16" Type="http://schemas.openxmlformats.org/officeDocument/2006/relationships/slide" Target="slide30.xml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7.png"/><Relationship Id="rId24" Type="http://schemas.openxmlformats.org/officeDocument/2006/relationships/slide" Target="slide39.xml"/><Relationship Id="rId5" Type="http://schemas.openxmlformats.org/officeDocument/2006/relationships/slide" Target="slide24.xml"/><Relationship Id="rId15" Type="http://schemas.openxmlformats.org/officeDocument/2006/relationships/image" Target="../media/image50.svg"/><Relationship Id="rId23" Type="http://schemas.openxmlformats.org/officeDocument/2006/relationships/image" Target="../media/image56.svg"/><Relationship Id="rId10" Type="http://schemas.openxmlformats.org/officeDocument/2006/relationships/slide" Target="slide32.xml"/><Relationship Id="rId19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46.svg"/><Relationship Id="rId14" Type="http://schemas.openxmlformats.org/officeDocument/2006/relationships/image" Target="../media/image49.png"/><Relationship Id="rId22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slide" Target="slide34.xml"/><Relationship Id="rId13" Type="http://schemas.openxmlformats.org/officeDocument/2006/relationships/image" Target="../media/image46.svg"/><Relationship Id="rId18" Type="http://schemas.openxmlformats.org/officeDocument/2006/relationships/image" Target="../media/image49.png"/><Relationship Id="rId26" Type="http://schemas.openxmlformats.org/officeDocument/2006/relationships/image" Target="../media/image55.png"/><Relationship Id="rId3" Type="http://schemas.openxmlformats.org/officeDocument/2006/relationships/image" Target="../media/image25.png"/><Relationship Id="rId21" Type="http://schemas.openxmlformats.org/officeDocument/2006/relationships/image" Target="../media/image51.png"/><Relationship Id="rId7" Type="http://schemas.openxmlformats.org/officeDocument/2006/relationships/image" Target="../media/image42.svg"/><Relationship Id="rId12" Type="http://schemas.openxmlformats.org/officeDocument/2006/relationships/image" Target="../media/image45.png"/><Relationship Id="rId17" Type="http://schemas.openxmlformats.org/officeDocument/2006/relationships/slide" Target="slide31.xml"/><Relationship Id="rId25" Type="http://schemas.openxmlformats.org/officeDocument/2006/relationships/slide" Target="slide36.xml"/><Relationship Id="rId2" Type="http://schemas.openxmlformats.org/officeDocument/2006/relationships/notesSlide" Target="../notesSlides/notesSlide25.xml"/><Relationship Id="rId16" Type="http://schemas.openxmlformats.org/officeDocument/2006/relationships/image" Target="../media/image48.svg"/><Relationship Id="rId20" Type="http://schemas.openxmlformats.org/officeDocument/2006/relationships/slide" Target="slide30.xml"/><Relationship Id="rId29" Type="http://schemas.openxmlformats.org/officeDocument/2006/relationships/image" Target="../media/image5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33.xml"/><Relationship Id="rId24" Type="http://schemas.openxmlformats.org/officeDocument/2006/relationships/image" Target="../media/image54.svg"/><Relationship Id="rId5" Type="http://schemas.openxmlformats.org/officeDocument/2006/relationships/slide" Target="slide24.xml"/><Relationship Id="rId15" Type="http://schemas.openxmlformats.org/officeDocument/2006/relationships/image" Target="../media/image47.png"/><Relationship Id="rId23" Type="http://schemas.openxmlformats.org/officeDocument/2006/relationships/image" Target="../media/image53.png"/><Relationship Id="rId28" Type="http://schemas.openxmlformats.org/officeDocument/2006/relationships/slide" Target="slide39.xml"/><Relationship Id="rId10" Type="http://schemas.openxmlformats.org/officeDocument/2006/relationships/image" Target="../media/image60.svg"/><Relationship Id="rId19" Type="http://schemas.openxmlformats.org/officeDocument/2006/relationships/image" Target="../media/image50.svg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slide" Target="slide32.xml"/><Relationship Id="rId22" Type="http://schemas.openxmlformats.org/officeDocument/2006/relationships/image" Target="../media/image52.svg"/><Relationship Id="rId27" Type="http://schemas.openxmlformats.org/officeDocument/2006/relationships/image" Target="../media/image56.svg"/><Relationship Id="rId30" Type="http://schemas.openxmlformats.org/officeDocument/2006/relationships/image" Target="../media/image58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image" Target="../media/image58.svg"/><Relationship Id="rId18" Type="http://schemas.openxmlformats.org/officeDocument/2006/relationships/image" Target="../media/image48.svg"/><Relationship Id="rId26" Type="http://schemas.openxmlformats.org/officeDocument/2006/relationships/image" Target="../media/image54.svg"/><Relationship Id="rId3" Type="http://schemas.openxmlformats.org/officeDocument/2006/relationships/image" Target="../media/image25.png"/><Relationship Id="rId21" Type="http://schemas.openxmlformats.org/officeDocument/2006/relationships/image" Target="../media/image50.svg"/><Relationship Id="rId7" Type="http://schemas.openxmlformats.org/officeDocument/2006/relationships/image" Target="../media/image42.svg"/><Relationship Id="rId12" Type="http://schemas.openxmlformats.org/officeDocument/2006/relationships/image" Target="../media/image57.png"/><Relationship Id="rId17" Type="http://schemas.openxmlformats.org/officeDocument/2006/relationships/image" Target="../media/image47.png"/><Relationship Id="rId25" Type="http://schemas.openxmlformats.org/officeDocument/2006/relationships/image" Target="../media/image53.png"/><Relationship Id="rId2" Type="http://schemas.openxmlformats.org/officeDocument/2006/relationships/notesSlide" Target="../notesSlides/notesSlide26.xml"/><Relationship Id="rId16" Type="http://schemas.openxmlformats.org/officeDocument/2006/relationships/slide" Target="slide32.xml"/><Relationship Id="rId20" Type="http://schemas.openxmlformats.org/officeDocument/2006/relationships/image" Target="../media/image49.png"/><Relationship Id="rId29" Type="http://schemas.openxmlformats.org/officeDocument/2006/relationships/image" Target="../media/image5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91.xml"/><Relationship Id="rId24" Type="http://schemas.openxmlformats.org/officeDocument/2006/relationships/image" Target="../media/image52.svg"/><Relationship Id="rId5" Type="http://schemas.openxmlformats.org/officeDocument/2006/relationships/slide" Target="slide24.xml"/><Relationship Id="rId15" Type="http://schemas.openxmlformats.org/officeDocument/2006/relationships/image" Target="../media/image46.svg"/><Relationship Id="rId23" Type="http://schemas.openxmlformats.org/officeDocument/2006/relationships/image" Target="../media/image51.png"/><Relationship Id="rId28" Type="http://schemas.openxmlformats.org/officeDocument/2006/relationships/image" Target="../media/image55.png"/><Relationship Id="rId10" Type="http://schemas.openxmlformats.org/officeDocument/2006/relationships/image" Target="../media/image60.svg"/><Relationship Id="rId19" Type="http://schemas.openxmlformats.org/officeDocument/2006/relationships/slide" Target="slide31.xml"/><Relationship Id="rId31" Type="http://schemas.openxmlformats.org/officeDocument/2006/relationships/slide" Target="slide62.xml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image" Target="../media/image45.png"/><Relationship Id="rId22" Type="http://schemas.openxmlformats.org/officeDocument/2006/relationships/slide" Target="slide30.xml"/><Relationship Id="rId27" Type="http://schemas.openxmlformats.org/officeDocument/2006/relationships/slide" Target="slide36.xml"/><Relationship Id="rId30" Type="http://schemas.openxmlformats.org/officeDocument/2006/relationships/image" Target="../media/image61.jp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slide" Target="slide35.xml"/><Relationship Id="rId13" Type="http://schemas.openxmlformats.org/officeDocument/2006/relationships/slide" Target="slide32.xml"/><Relationship Id="rId18" Type="http://schemas.openxmlformats.org/officeDocument/2006/relationships/image" Target="../media/image50.svg"/><Relationship Id="rId26" Type="http://schemas.openxmlformats.org/officeDocument/2006/relationships/image" Target="../media/image56.svg"/><Relationship Id="rId3" Type="http://schemas.openxmlformats.org/officeDocument/2006/relationships/image" Target="../media/image25.png"/><Relationship Id="rId21" Type="http://schemas.openxmlformats.org/officeDocument/2006/relationships/image" Target="../media/image52.svg"/><Relationship Id="rId7" Type="http://schemas.openxmlformats.org/officeDocument/2006/relationships/image" Target="../media/image42.svg"/><Relationship Id="rId12" Type="http://schemas.openxmlformats.org/officeDocument/2006/relationships/image" Target="../media/image46.svg"/><Relationship Id="rId17" Type="http://schemas.openxmlformats.org/officeDocument/2006/relationships/image" Target="../media/image49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27.xml"/><Relationship Id="rId16" Type="http://schemas.openxmlformats.org/officeDocument/2006/relationships/slide" Target="slide31.xml"/><Relationship Id="rId20" Type="http://schemas.openxmlformats.org/officeDocument/2006/relationships/image" Target="../media/image51.png"/><Relationship Id="rId29" Type="http://schemas.openxmlformats.org/officeDocument/2006/relationships/image" Target="../media/image5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5.png"/><Relationship Id="rId24" Type="http://schemas.openxmlformats.org/officeDocument/2006/relationships/slide" Target="slide36.xml"/><Relationship Id="rId5" Type="http://schemas.openxmlformats.org/officeDocument/2006/relationships/slide" Target="slide24.xml"/><Relationship Id="rId15" Type="http://schemas.openxmlformats.org/officeDocument/2006/relationships/image" Target="../media/image48.svg"/><Relationship Id="rId23" Type="http://schemas.openxmlformats.org/officeDocument/2006/relationships/image" Target="../media/image54.svg"/><Relationship Id="rId28" Type="http://schemas.openxmlformats.org/officeDocument/2006/relationships/image" Target="../media/image57.png"/><Relationship Id="rId10" Type="http://schemas.openxmlformats.org/officeDocument/2006/relationships/image" Target="../media/image60.svg"/><Relationship Id="rId19" Type="http://schemas.openxmlformats.org/officeDocument/2006/relationships/slide" Target="slide30.xml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image" Target="../media/image47.png"/><Relationship Id="rId22" Type="http://schemas.openxmlformats.org/officeDocument/2006/relationships/image" Target="../media/image53.png"/><Relationship Id="rId27" Type="http://schemas.openxmlformats.org/officeDocument/2006/relationships/slide" Target="slide39.xml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slide" Target="slide31.xml"/><Relationship Id="rId18" Type="http://schemas.openxmlformats.org/officeDocument/2006/relationships/image" Target="../media/image52.svg"/><Relationship Id="rId26" Type="http://schemas.openxmlformats.org/officeDocument/2006/relationships/image" Target="../media/image58.svg"/><Relationship Id="rId3" Type="http://schemas.openxmlformats.org/officeDocument/2006/relationships/image" Target="../media/image25.png"/><Relationship Id="rId21" Type="http://schemas.openxmlformats.org/officeDocument/2006/relationships/slide" Target="slide36.xml"/><Relationship Id="rId7" Type="http://schemas.openxmlformats.org/officeDocument/2006/relationships/image" Target="../media/image42.sv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28.xml"/><Relationship Id="rId16" Type="http://schemas.openxmlformats.org/officeDocument/2006/relationships/slide" Target="slide30.xml"/><Relationship Id="rId20" Type="http://schemas.openxmlformats.org/officeDocument/2006/relationships/image" Target="../media/image54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7.png"/><Relationship Id="rId24" Type="http://schemas.openxmlformats.org/officeDocument/2006/relationships/slide" Target="slide39.xml"/><Relationship Id="rId5" Type="http://schemas.openxmlformats.org/officeDocument/2006/relationships/slide" Target="slide24.xml"/><Relationship Id="rId15" Type="http://schemas.openxmlformats.org/officeDocument/2006/relationships/image" Target="../media/image50.svg"/><Relationship Id="rId23" Type="http://schemas.openxmlformats.org/officeDocument/2006/relationships/image" Target="../media/image56.svg"/><Relationship Id="rId10" Type="http://schemas.openxmlformats.org/officeDocument/2006/relationships/slide" Target="slide32.xml"/><Relationship Id="rId19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46.svg"/><Relationship Id="rId14" Type="http://schemas.openxmlformats.org/officeDocument/2006/relationships/image" Target="../media/image49.png"/><Relationship Id="rId22" Type="http://schemas.openxmlformats.org/officeDocument/2006/relationships/image" Target="../media/image55.png"/></Relationships>
</file>

<file path=ppt/slides/_rels/slide3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7.svg"/><Relationship Id="rId18" Type="http://schemas.openxmlformats.org/officeDocument/2006/relationships/image" Target="../media/image60.svg"/><Relationship Id="rId26" Type="http://schemas.openxmlformats.org/officeDocument/2006/relationships/image" Target="../media/image49.png"/><Relationship Id="rId21" Type="http://schemas.openxmlformats.org/officeDocument/2006/relationships/image" Target="../media/image46.svg"/><Relationship Id="rId34" Type="http://schemas.openxmlformats.org/officeDocument/2006/relationships/image" Target="../media/image55.png"/><Relationship Id="rId7" Type="http://schemas.openxmlformats.org/officeDocument/2006/relationships/image" Target="../media/image42.svg"/><Relationship Id="rId12" Type="http://schemas.openxmlformats.org/officeDocument/2006/relationships/image" Target="../media/image66.png"/><Relationship Id="rId17" Type="http://schemas.openxmlformats.org/officeDocument/2006/relationships/image" Target="../media/image59.png"/><Relationship Id="rId25" Type="http://schemas.openxmlformats.org/officeDocument/2006/relationships/slide" Target="slide31.xml"/><Relationship Id="rId33" Type="http://schemas.openxmlformats.org/officeDocument/2006/relationships/slide" Target="slide36.xml"/><Relationship Id="rId38" Type="http://schemas.openxmlformats.org/officeDocument/2006/relationships/image" Target="../media/image58.svg"/><Relationship Id="rId2" Type="http://schemas.openxmlformats.org/officeDocument/2006/relationships/notesSlide" Target="../notesSlides/notesSlide29.xml"/><Relationship Id="rId16" Type="http://schemas.openxmlformats.org/officeDocument/2006/relationships/slide" Target="slide38.xml"/><Relationship Id="rId20" Type="http://schemas.openxmlformats.org/officeDocument/2006/relationships/image" Target="../media/image45.png"/><Relationship Id="rId29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65.svg"/><Relationship Id="rId24" Type="http://schemas.openxmlformats.org/officeDocument/2006/relationships/image" Target="../media/image48.svg"/><Relationship Id="rId32" Type="http://schemas.openxmlformats.org/officeDocument/2006/relationships/image" Target="../media/image54.svg"/><Relationship Id="rId37" Type="http://schemas.openxmlformats.org/officeDocument/2006/relationships/image" Target="../media/image57.png"/><Relationship Id="rId5" Type="http://schemas.openxmlformats.org/officeDocument/2006/relationships/slide" Target="slide24.xml"/><Relationship Id="rId15" Type="http://schemas.openxmlformats.org/officeDocument/2006/relationships/image" Target="../media/image69.svg"/><Relationship Id="rId23" Type="http://schemas.openxmlformats.org/officeDocument/2006/relationships/image" Target="../media/image47.png"/><Relationship Id="rId28" Type="http://schemas.openxmlformats.org/officeDocument/2006/relationships/slide" Target="slide30.xml"/><Relationship Id="rId36" Type="http://schemas.openxmlformats.org/officeDocument/2006/relationships/slide" Target="slide39.xml"/><Relationship Id="rId10" Type="http://schemas.openxmlformats.org/officeDocument/2006/relationships/image" Target="../media/image64.png"/><Relationship Id="rId19" Type="http://schemas.openxmlformats.org/officeDocument/2006/relationships/slide" Target="slide37.xml"/><Relationship Id="rId31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63.svg"/><Relationship Id="rId14" Type="http://schemas.openxmlformats.org/officeDocument/2006/relationships/image" Target="../media/image68.png"/><Relationship Id="rId22" Type="http://schemas.openxmlformats.org/officeDocument/2006/relationships/slide" Target="slide32.xml"/><Relationship Id="rId27" Type="http://schemas.openxmlformats.org/officeDocument/2006/relationships/image" Target="../media/image50.svg"/><Relationship Id="rId30" Type="http://schemas.openxmlformats.org/officeDocument/2006/relationships/image" Target="../media/image52.svg"/><Relationship Id="rId35" Type="http://schemas.openxmlformats.org/officeDocument/2006/relationships/image" Target="../media/image56.svg"/><Relationship Id="rId8" Type="http://schemas.openxmlformats.org/officeDocument/2006/relationships/image" Target="../media/image62.png"/><Relationship Id="rId3" Type="http://schemas.openxmlformats.org/officeDocument/2006/relationships/image" Target="../media/image25.png"/></Relationships>
</file>

<file path=ppt/slides/_rels/slide3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7.svg"/><Relationship Id="rId18" Type="http://schemas.openxmlformats.org/officeDocument/2006/relationships/image" Target="../media/image60.svg"/><Relationship Id="rId26" Type="http://schemas.openxmlformats.org/officeDocument/2006/relationships/image" Target="../media/image49.png"/><Relationship Id="rId39" Type="http://schemas.openxmlformats.org/officeDocument/2006/relationships/hyperlink" Target="https://yusurmount.github.io/docs/Leaf-OS/open-source-statement/" TargetMode="External"/><Relationship Id="rId21" Type="http://schemas.openxmlformats.org/officeDocument/2006/relationships/image" Target="../media/image46.svg"/><Relationship Id="rId34" Type="http://schemas.openxmlformats.org/officeDocument/2006/relationships/image" Target="../media/image55.png"/><Relationship Id="rId7" Type="http://schemas.openxmlformats.org/officeDocument/2006/relationships/image" Target="../media/image42.svg"/><Relationship Id="rId12" Type="http://schemas.openxmlformats.org/officeDocument/2006/relationships/image" Target="../media/image66.png"/><Relationship Id="rId17" Type="http://schemas.openxmlformats.org/officeDocument/2006/relationships/image" Target="../media/image59.png"/><Relationship Id="rId25" Type="http://schemas.openxmlformats.org/officeDocument/2006/relationships/slide" Target="slide31.xml"/><Relationship Id="rId33" Type="http://schemas.openxmlformats.org/officeDocument/2006/relationships/slide" Target="slide36.xml"/><Relationship Id="rId38" Type="http://schemas.openxmlformats.org/officeDocument/2006/relationships/image" Target="../media/image58.svg"/><Relationship Id="rId2" Type="http://schemas.openxmlformats.org/officeDocument/2006/relationships/notesSlide" Target="../notesSlides/notesSlide30.xml"/><Relationship Id="rId16" Type="http://schemas.openxmlformats.org/officeDocument/2006/relationships/slide" Target="slide38.xml"/><Relationship Id="rId20" Type="http://schemas.openxmlformats.org/officeDocument/2006/relationships/image" Target="../media/image45.png"/><Relationship Id="rId29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65.svg"/><Relationship Id="rId24" Type="http://schemas.openxmlformats.org/officeDocument/2006/relationships/image" Target="../media/image48.svg"/><Relationship Id="rId32" Type="http://schemas.openxmlformats.org/officeDocument/2006/relationships/image" Target="../media/image54.svg"/><Relationship Id="rId37" Type="http://schemas.openxmlformats.org/officeDocument/2006/relationships/image" Target="../media/image57.png"/><Relationship Id="rId5" Type="http://schemas.openxmlformats.org/officeDocument/2006/relationships/slide" Target="slide24.xml"/><Relationship Id="rId15" Type="http://schemas.openxmlformats.org/officeDocument/2006/relationships/image" Target="../media/image69.svg"/><Relationship Id="rId23" Type="http://schemas.openxmlformats.org/officeDocument/2006/relationships/image" Target="../media/image47.png"/><Relationship Id="rId28" Type="http://schemas.openxmlformats.org/officeDocument/2006/relationships/slide" Target="slide30.xml"/><Relationship Id="rId36" Type="http://schemas.openxmlformats.org/officeDocument/2006/relationships/slide" Target="slide39.xml"/><Relationship Id="rId10" Type="http://schemas.openxmlformats.org/officeDocument/2006/relationships/image" Target="../media/image64.png"/><Relationship Id="rId19" Type="http://schemas.openxmlformats.org/officeDocument/2006/relationships/slide" Target="slide51.xml"/><Relationship Id="rId31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63.svg"/><Relationship Id="rId14" Type="http://schemas.openxmlformats.org/officeDocument/2006/relationships/image" Target="../media/image68.png"/><Relationship Id="rId22" Type="http://schemas.openxmlformats.org/officeDocument/2006/relationships/slide" Target="slide32.xml"/><Relationship Id="rId27" Type="http://schemas.openxmlformats.org/officeDocument/2006/relationships/image" Target="../media/image50.svg"/><Relationship Id="rId30" Type="http://schemas.openxmlformats.org/officeDocument/2006/relationships/image" Target="../media/image52.svg"/><Relationship Id="rId35" Type="http://schemas.openxmlformats.org/officeDocument/2006/relationships/image" Target="../media/image56.svg"/><Relationship Id="rId8" Type="http://schemas.openxmlformats.org/officeDocument/2006/relationships/image" Target="../media/image62.png"/><Relationship Id="rId3" Type="http://schemas.openxmlformats.org/officeDocument/2006/relationships/image" Target="../media/image25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slide" Target="slide39.xml"/><Relationship Id="rId13" Type="http://schemas.openxmlformats.org/officeDocument/2006/relationships/slide" Target="slide32.xml"/><Relationship Id="rId18" Type="http://schemas.openxmlformats.org/officeDocument/2006/relationships/image" Target="../media/image50.svg"/><Relationship Id="rId26" Type="http://schemas.openxmlformats.org/officeDocument/2006/relationships/image" Target="../media/image56.svg"/><Relationship Id="rId3" Type="http://schemas.openxmlformats.org/officeDocument/2006/relationships/image" Target="../media/image25.png"/><Relationship Id="rId21" Type="http://schemas.openxmlformats.org/officeDocument/2006/relationships/image" Target="../media/image52.svg"/><Relationship Id="rId7" Type="http://schemas.openxmlformats.org/officeDocument/2006/relationships/image" Target="../media/image42.svg"/><Relationship Id="rId12" Type="http://schemas.openxmlformats.org/officeDocument/2006/relationships/image" Target="../media/image46.svg"/><Relationship Id="rId17" Type="http://schemas.openxmlformats.org/officeDocument/2006/relationships/image" Target="../media/image49.png"/><Relationship Id="rId25" Type="http://schemas.openxmlformats.org/officeDocument/2006/relationships/image" Target="../media/image55.png"/><Relationship Id="rId2" Type="http://schemas.openxmlformats.org/officeDocument/2006/relationships/notesSlide" Target="../notesSlides/notesSlide31.xml"/><Relationship Id="rId16" Type="http://schemas.openxmlformats.org/officeDocument/2006/relationships/slide" Target="slide31.xml"/><Relationship Id="rId20" Type="http://schemas.openxmlformats.org/officeDocument/2006/relationships/image" Target="../media/image5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5.png"/><Relationship Id="rId24" Type="http://schemas.openxmlformats.org/officeDocument/2006/relationships/slide" Target="slide36.xml"/><Relationship Id="rId5" Type="http://schemas.openxmlformats.org/officeDocument/2006/relationships/slide" Target="slide24.xml"/><Relationship Id="rId15" Type="http://schemas.openxmlformats.org/officeDocument/2006/relationships/image" Target="../media/image48.svg"/><Relationship Id="rId23" Type="http://schemas.openxmlformats.org/officeDocument/2006/relationships/image" Target="../media/image54.svg"/><Relationship Id="rId10" Type="http://schemas.openxmlformats.org/officeDocument/2006/relationships/image" Target="../media/image58.svg"/><Relationship Id="rId19" Type="http://schemas.openxmlformats.org/officeDocument/2006/relationships/slide" Target="slide30.xml"/><Relationship Id="rId4" Type="http://schemas.microsoft.com/office/2007/relationships/hdphoto" Target="../media/hdphoto1.wdp"/><Relationship Id="rId9" Type="http://schemas.openxmlformats.org/officeDocument/2006/relationships/image" Target="../media/image57.png"/><Relationship Id="rId14" Type="http://schemas.openxmlformats.org/officeDocument/2006/relationships/image" Target="../media/image47.png"/><Relationship Id="rId22" Type="http://schemas.openxmlformats.org/officeDocument/2006/relationships/image" Target="../media/image53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slide" Target="slide31.xml"/><Relationship Id="rId18" Type="http://schemas.openxmlformats.org/officeDocument/2006/relationships/image" Target="../media/image52.svg"/><Relationship Id="rId26" Type="http://schemas.openxmlformats.org/officeDocument/2006/relationships/image" Target="../media/image32.svg"/><Relationship Id="rId3" Type="http://schemas.openxmlformats.org/officeDocument/2006/relationships/image" Target="../media/image25.png"/><Relationship Id="rId21" Type="http://schemas.openxmlformats.org/officeDocument/2006/relationships/slide" Target="slide36.xml"/><Relationship Id="rId7" Type="http://schemas.openxmlformats.org/officeDocument/2006/relationships/image" Target="../media/image42.svg"/><Relationship Id="rId12" Type="http://schemas.openxmlformats.org/officeDocument/2006/relationships/image" Target="../media/image48.svg"/><Relationship Id="rId17" Type="http://schemas.openxmlformats.org/officeDocument/2006/relationships/image" Target="../media/image51.png"/><Relationship Id="rId25" Type="http://schemas.openxmlformats.org/officeDocument/2006/relationships/image" Target="../media/image31.png"/><Relationship Id="rId2" Type="http://schemas.openxmlformats.org/officeDocument/2006/relationships/notesSlide" Target="../notesSlides/notesSlide32.xml"/><Relationship Id="rId16" Type="http://schemas.openxmlformats.org/officeDocument/2006/relationships/slide" Target="slide30.xml"/><Relationship Id="rId20" Type="http://schemas.openxmlformats.org/officeDocument/2006/relationships/image" Target="../media/image54.svg"/><Relationship Id="rId29" Type="http://schemas.openxmlformats.org/officeDocument/2006/relationships/image" Target="../media/image7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47.png"/><Relationship Id="rId24" Type="http://schemas.openxmlformats.org/officeDocument/2006/relationships/slide" Target="slide87.xml"/><Relationship Id="rId5" Type="http://schemas.openxmlformats.org/officeDocument/2006/relationships/slide" Target="slide24.xml"/><Relationship Id="rId15" Type="http://schemas.openxmlformats.org/officeDocument/2006/relationships/image" Target="../media/image50.svg"/><Relationship Id="rId23" Type="http://schemas.openxmlformats.org/officeDocument/2006/relationships/image" Target="../media/image56.svg"/><Relationship Id="rId28" Type="http://schemas.openxmlformats.org/officeDocument/2006/relationships/image" Target="../media/image70.png"/><Relationship Id="rId10" Type="http://schemas.openxmlformats.org/officeDocument/2006/relationships/slide" Target="slide32.xml"/><Relationship Id="rId19" Type="http://schemas.openxmlformats.org/officeDocument/2006/relationships/image" Target="../media/image53.png"/><Relationship Id="rId4" Type="http://schemas.microsoft.com/office/2007/relationships/hdphoto" Target="../media/hdphoto1.wdp"/><Relationship Id="rId9" Type="http://schemas.openxmlformats.org/officeDocument/2006/relationships/image" Target="../media/image46.svg"/><Relationship Id="rId14" Type="http://schemas.openxmlformats.org/officeDocument/2006/relationships/image" Target="../media/image49.png"/><Relationship Id="rId22" Type="http://schemas.openxmlformats.org/officeDocument/2006/relationships/image" Target="../media/image55.png"/><Relationship Id="rId27" Type="http://schemas.openxmlformats.org/officeDocument/2006/relationships/slide" Target="slide39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svg"/><Relationship Id="rId13" Type="http://schemas.openxmlformats.org/officeDocument/2006/relationships/image" Target="../media/image77.svg"/><Relationship Id="rId18" Type="http://schemas.openxmlformats.org/officeDocument/2006/relationships/image" Target="../media/image57.png"/><Relationship Id="rId3" Type="http://schemas.microsoft.com/office/2018/10/relationships/comments" Target="../comments/modernComment_11A_35BA3220.xml"/><Relationship Id="rId7" Type="http://schemas.openxmlformats.org/officeDocument/2006/relationships/image" Target="../media/image72.png"/><Relationship Id="rId12" Type="http://schemas.openxmlformats.org/officeDocument/2006/relationships/image" Target="../media/image76.png"/><Relationship Id="rId17" Type="http://schemas.openxmlformats.org/officeDocument/2006/relationships/slide" Target="slide53.xml"/><Relationship Id="rId2" Type="http://schemas.openxmlformats.org/officeDocument/2006/relationships/notesSlide" Target="../notesSlides/notesSlide33.xml"/><Relationship Id="rId16" Type="http://schemas.openxmlformats.org/officeDocument/2006/relationships/image" Target="../media/image42.svg"/><Relationship Id="rId1" Type="http://schemas.openxmlformats.org/officeDocument/2006/relationships/slideLayout" Target="../slideLayouts/slideLayout1.xml"/><Relationship Id="rId6" Type="http://schemas.openxmlformats.org/officeDocument/2006/relationships/slide" Target="slide50.xml"/><Relationship Id="rId11" Type="http://schemas.openxmlformats.org/officeDocument/2006/relationships/image" Target="../media/image75.svg"/><Relationship Id="rId5" Type="http://schemas.microsoft.com/office/2007/relationships/hdphoto" Target="../media/hdphoto1.wdp"/><Relationship Id="rId15" Type="http://schemas.openxmlformats.org/officeDocument/2006/relationships/image" Target="../media/image41.png"/><Relationship Id="rId10" Type="http://schemas.openxmlformats.org/officeDocument/2006/relationships/image" Target="../media/image74.png"/><Relationship Id="rId19" Type="http://schemas.openxmlformats.org/officeDocument/2006/relationships/image" Target="../media/image58.svg"/><Relationship Id="rId4" Type="http://schemas.openxmlformats.org/officeDocument/2006/relationships/image" Target="../media/image25.png"/><Relationship Id="rId9" Type="http://schemas.openxmlformats.org/officeDocument/2006/relationships/slide" Target="slide43.xml"/><Relationship Id="rId14" Type="http://schemas.openxmlformats.org/officeDocument/2006/relationships/slide" Target="slide24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slide" Target="slide43.xml"/><Relationship Id="rId13" Type="http://schemas.openxmlformats.org/officeDocument/2006/relationships/slide" Target="slide24.xml"/><Relationship Id="rId18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73.svg"/><Relationship Id="rId12" Type="http://schemas.openxmlformats.org/officeDocument/2006/relationships/image" Target="../media/image77.svg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34.xml"/><Relationship Id="rId16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2.png"/><Relationship Id="rId11" Type="http://schemas.openxmlformats.org/officeDocument/2006/relationships/image" Target="../media/image76.png"/><Relationship Id="rId5" Type="http://schemas.openxmlformats.org/officeDocument/2006/relationships/slide" Target="slide50.xml"/><Relationship Id="rId15" Type="http://schemas.openxmlformats.org/officeDocument/2006/relationships/image" Target="../media/image42.svg"/><Relationship Id="rId10" Type="http://schemas.openxmlformats.org/officeDocument/2006/relationships/image" Target="../media/image75.svg"/><Relationship Id="rId4" Type="http://schemas.microsoft.com/office/2007/relationships/hdphoto" Target="../media/hdphoto1.wdp"/><Relationship Id="rId9" Type="http://schemas.openxmlformats.org/officeDocument/2006/relationships/image" Target="../media/image74.png"/><Relationship Id="rId14" Type="http://schemas.openxmlformats.org/officeDocument/2006/relationships/image" Target="../media/image41.png"/></Relationships>
</file>

<file path=ppt/slides/_rels/slide42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image" Target="../media/image76.png"/><Relationship Id="rId18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slide" Target="slide40.xml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35.xml"/><Relationship Id="rId16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47.xml"/><Relationship Id="rId5" Type="http://schemas.openxmlformats.org/officeDocument/2006/relationships/slide" Target="slide24.xml"/><Relationship Id="rId15" Type="http://schemas.openxmlformats.org/officeDocument/2006/relationships/slide" Target="slide58.xml"/><Relationship Id="rId10" Type="http://schemas.openxmlformats.org/officeDocument/2006/relationships/image" Target="../media/image60.svg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image" Target="../media/image77.sv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slide" Target="slide45.xml"/><Relationship Id="rId13" Type="http://schemas.openxmlformats.org/officeDocument/2006/relationships/image" Target="../media/image76.png"/><Relationship Id="rId18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slide" Target="slide40.xml"/><Relationship Id="rId17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6" Type="http://schemas.openxmlformats.org/officeDocument/2006/relationships/slide" Target="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47.xml"/><Relationship Id="rId5" Type="http://schemas.openxmlformats.org/officeDocument/2006/relationships/slide" Target="slide24.xml"/><Relationship Id="rId15" Type="http://schemas.openxmlformats.org/officeDocument/2006/relationships/slide" Target="slide58.xml"/><Relationship Id="rId10" Type="http://schemas.openxmlformats.org/officeDocument/2006/relationships/image" Target="../media/image60.svg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image" Target="../media/image77.svg"/></Relationships>
</file>

<file path=ppt/slides/_rels/slide44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53.xml"/><Relationship Id="rId5" Type="http://schemas.openxmlformats.org/officeDocument/2006/relationships/slide" Target="slide24.xml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/Relationships>
</file>

<file path=ppt/slides/_rels/slide45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53.xml"/><Relationship Id="rId5" Type="http://schemas.openxmlformats.org/officeDocument/2006/relationships/slide" Target="slide24.xml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image" Target="../media/image60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48.xml"/><Relationship Id="rId5" Type="http://schemas.openxmlformats.org/officeDocument/2006/relationships/slide" Target="slide24.xml"/><Relationship Id="rId15" Type="http://schemas.openxmlformats.org/officeDocument/2006/relationships/image" Target="../media/image57.png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Relationship Id="rId14" Type="http://schemas.openxmlformats.org/officeDocument/2006/relationships/slide" Target="slide53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13" Type="http://schemas.openxmlformats.org/officeDocument/2006/relationships/image" Target="../media/image60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59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48.xml"/><Relationship Id="rId5" Type="http://schemas.openxmlformats.org/officeDocument/2006/relationships/slide" Target="slide24.xml"/><Relationship Id="rId15" Type="http://schemas.openxmlformats.org/officeDocument/2006/relationships/image" Target="../media/image57.png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Relationship Id="rId14" Type="http://schemas.openxmlformats.org/officeDocument/2006/relationships/slide" Target="slide53.xm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slide" Target="slide46.xml"/><Relationship Id="rId13" Type="http://schemas.openxmlformats.org/officeDocument/2006/relationships/image" Target="../media/image58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57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53.xml"/><Relationship Id="rId5" Type="http://schemas.openxmlformats.org/officeDocument/2006/relationships/slide" Target="slide24.xml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svg"/><Relationship Id="rId18" Type="http://schemas.openxmlformats.org/officeDocument/2006/relationships/image" Target="../media/image42.svg"/><Relationship Id="rId3" Type="http://schemas.openxmlformats.org/officeDocument/2006/relationships/image" Target="../media/image25.png"/><Relationship Id="rId21" Type="http://schemas.openxmlformats.org/officeDocument/2006/relationships/image" Target="../media/image60.svg"/><Relationship Id="rId7" Type="http://schemas.openxmlformats.org/officeDocument/2006/relationships/image" Target="../media/image63.svg"/><Relationship Id="rId12" Type="http://schemas.openxmlformats.org/officeDocument/2006/relationships/image" Target="../media/image68.png"/><Relationship Id="rId17" Type="http://schemas.openxmlformats.org/officeDocument/2006/relationships/image" Target="../media/image41.png"/><Relationship Id="rId2" Type="http://schemas.openxmlformats.org/officeDocument/2006/relationships/notesSlide" Target="../notesSlides/notesSlide42.xml"/><Relationship Id="rId16" Type="http://schemas.openxmlformats.org/officeDocument/2006/relationships/image" Target="../media/image77.sv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svg"/><Relationship Id="rId24" Type="http://schemas.openxmlformats.org/officeDocument/2006/relationships/image" Target="../media/image58.svg"/><Relationship Id="rId5" Type="http://schemas.openxmlformats.org/officeDocument/2006/relationships/slide" Target="slide24.xml"/><Relationship Id="rId15" Type="http://schemas.openxmlformats.org/officeDocument/2006/relationships/image" Target="../media/image76.png"/><Relationship Id="rId23" Type="http://schemas.openxmlformats.org/officeDocument/2006/relationships/image" Target="../media/image57.png"/><Relationship Id="rId10" Type="http://schemas.openxmlformats.org/officeDocument/2006/relationships/image" Target="../media/image66.png"/><Relationship Id="rId19" Type="http://schemas.openxmlformats.org/officeDocument/2006/relationships/slide" Target="slide52.xml"/><Relationship Id="rId4" Type="http://schemas.microsoft.com/office/2007/relationships/hdphoto" Target="../media/hdphoto1.wdp"/><Relationship Id="rId9" Type="http://schemas.openxmlformats.org/officeDocument/2006/relationships/image" Target="../media/image65.svg"/><Relationship Id="rId14" Type="http://schemas.openxmlformats.org/officeDocument/2006/relationships/slide" Target="slide40.xml"/><Relationship Id="rId22" Type="http://schemas.openxmlformats.org/officeDocument/2006/relationships/slide" Target="slide53.xml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svg"/><Relationship Id="rId13" Type="http://schemas.openxmlformats.org/officeDocument/2006/relationships/image" Target="../media/image68.png"/><Relationship Id="rId18" Type="http://schemas.openxmlformats.org/officeDocument/2006/relationships/image" Target="../media/image41.png"/><Relationship Id="rId26" Type="http://schemas.openxmlformats.org/officeDocument/2006/relationships/image" Target="../media/image58.svg"/><Relationship Id="rId3" Type="http://schemas.microsoft.com/office/2018/10/relationships/comments" Target="../comments/modernComment_11B_5A1998D1.xml"/><Relationship Id="rId21" Type="http://schemas.openxmlformats.org/officeDocument/2006/relationships/image" Target="../media/image59.png"/><Relationship Id="rId7" Type="http://schemas.openxmlformats.org/officeDocument/2006/relationships/image" Target="../media/image62.png"/><Relationship Id="rId12" Type="http://schemas.openxmlformats.org/officeDocument/2006/relationships/image" Target="../media/image67.svg"/><Relationship Id="rId17" Type="http://schemas.openxmlformats.org/officeDocument/2006/relationships/image" Target="../media/image77.svg"/><Relationship Id="rId25" Type="http://schemas.openxmlformats.org/officeDocument/2006/relationships/image" Target="../media/image57.png"/><Relationship Id="rId2" Type="http://schemas.openxmlformats.org/officeDocument/2006/relationships/notesSlide" Target="../notesSlides/notesSlide43.xml"/><Relationship Id="rId16" Type="http://schemas.openxmlformats.org/officeDocument/2006/relationships/image" Target="../media/image76.png"/><Relationship Id="rId20" Type="http://schemas.openxmlformats.org/officeDocument/2006/relationships/slide" Target="slide52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66.png"/><Relationship Id="rId24" Type="http://schemas.openxmlformats.org/officeDocument/2006/relationships/slide" Target="slide53.xml"/><Relationship Id="rId5" Type="http://schemas.microsoft.com/office/2007/relationships/hdphoto" Target="../media/hdphoto1.wdp"/><Relationship Id="rId15" Type="http://schemas.openxmlformats.org/officeDocument/2006/relationships/slide" Target="slide40.xml"/><Relationship Id="rId23" Type="http://schemas.openxmlformats.org/officeDocument/2006/relationships/slide" Target="slide51.xml"/><Relationship Id="rId10" Type="http://schemas.openxmlformats.org/officeDocument/2006/relationships/image" Target="../media/image65.svg"/><Relationship Id="rId19" Type="http://schemas.openxmlformats.org/officeDocument/2006/relationships/image" Target="../media/image42.svg"/><Relationship Id="rId4" Type="http://schemas.openxmlformats.org/officeDocument/2006/relationships/image" Target="../media/image25.png"/><Relationship Id="rId9" Type="http://schemas.openxmlformats.org/officeDocument/2006/relationships/image" Target="../media/image64.png"/><Relationship Id="rId14" Type="http://schemas.openxmlformats.org/officeDocument/2006/relationships/image" Target="../media/image69.svg"/><Relationship Id="rId22" Type="http://schemas.openxmlformats.org/officeDocument/2006/relationships/image" Target="../media/image60.sv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svg"/><Relationship Id="rId18" Type="http://schemas.openxmlformats.org/officeDocument/2006/relationships/image" Target="../media/image42.svg"/><Relationship Id="rId26" Type="http://schemas.openxmlformats.org/officeDocument/2006/relationships/slide" Target="slide50.xml"/><Relationship Id="rId3" Type="http://schemas.openxmlformats.org/officeDocument/2006/relationships/image" Target="../media/image25.png"/><Relationship Id="rId21" Type="http://schemas.openxmlformats.org/officeDocument/2006/relationships/image" Target="../media/image60.svg"/><Relationship Id="rId7" Type="http://schemas.openxmlformats.org/officeDocument/2006/relationships/image" Target="../media/image63.svg"/><Relationship Id="rId12" Type="http://schemas.openxmlformats.org/officeDocument/2006/relationships/image" Target="../media/image68.png"/><Relationship Id="rId17" Type="http://schemas.openxmlformats.org/officeDocument/2006/relationships/image" Target="../media/image41.png"/><Relationship Id="rId25" Type="http://schemas.openxmlformats.org/officeDocument/2006/relationships/image" Target="../media/image58.svg"/><Relationship Id="rId2" Type="http://schemas.openxmlformats.org/officeDocument/2006/relationships/notesSlide" Target="../notesSlides/notesSlide44.xml"/><Relationship Id="rId16" Type="http://schemas.openxmlformats.org/officeDocument/2006/relationships/image" Target="../media/image77.sv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svg"/><Relationship Id="rId24" Type="http://schemas.openxmlformats.org/officeDocument/2006/relationships/image" Target="../media/image57.png"/><Relationship Id="rId5" Type="http://schemas.openxmlformats.org/officeDocument/2006/relationships/slide" Target="slide24.xml"/><Relationship Id="rId15" Type="http://schemas.openxmlformats.org/officeDocument/2006/relationships/image" Target="../media/image76.png"/><Relationship Id="rId23" Type="http://schemas.openxmlformats.org/officeDocument/2006/relationships/slide" Target="slide53.xml"/><Relationship Id="rId10" Type="http://schemas.openxmlformats.org/officeDocument/2006/relationships/image" Target="../media/image66.png"/><Relationship Id="rId19" Type="http://schemas.openxmlformats.org/officeDocument/2006/relationships/slide" Target="slide52.xml"/><Relationship Id="rId4" Type="http://schemas.microsoft.com/office/2007/relationships/hdphoto" Target="../media/hdphoto1.wdp"/><Relationship Id="rId9" Type="http://schemas.openxmlformats.org/officeDocument/2006/relationships/image" Target="../media/image65.svg"/><Relationship Id="rId14" Type="http://schemas.openxmlformats.org/officeDocument/2006/relationships/slide" Target="slide40.xml"/><Relationship Id="rId22" Type="http://schemas.openxmlformats.org/officeDocument/2006/relationships/hyperlink" Target="https://yusurmount.github.io/docs/Leaf-OS/open-source-statement/" TargetMode="External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13" Type="http://schemas.openxmlformats.org/officeDocument/2006/relationships/image" Target="../media/image57.png"/><Relationship Id="rId3" Type="http://schemas.microsoft.com/office/2018/10/relationships/comments" Target="../comments/modernComment_186_BCBFCD72.xml"/><Relationship Id="rId7" Type="http://schemas.openxmlformats.org/officeDocument/2006/relationships/slide" Target="slide49.xml"/><Relationship Id="rId12" Type="http://schemas.openxmlformats.org/officeDocument/2006/relationships/slide" Target="slide53.xm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42.svg"/><Relationship Id="rId5" Type="http://schemas.microsoft.com/office/2007/relationships/hdphoto" Target="../media/hdphoto1.wdp"/><Relationship Id="rId10" Type="http://schemas.openxmlformats.org/officeDocument/2006/relationships/image" Target="../media/image41.png"/><Relationship Id="rId4" Type="http://schemas.openxmlformats.org/officeDocument/2006/relationships/image" Target="../media/image25.png"/><Relationship Id="rId9" Type="http://schemas.openxmlformats.org/officeDocument/2006/relationships/image" Target="../media/image77.svg"/><Relationship Id="rId14" Type="http://schemas.openxmlformats.org/officeDocument/2006/relationships/image" Target="../media/image58.sv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slide" Target="slide40.xml"/><Relationship Id="rId13" Type="http://schemas.openxmlformats.org/officeDocument/2006/relationships/image" Target="../media/image32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31.png"/><Relationship Id="rId2" Type="http://schemas.openxmlformats.org/officeDocument/2006/relationships/notesSlide" Target="../notesSlides/notesSlide46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87.xml"/><Relationship Id="rId5" Type="http://schemas.openxmlformats.org/officeDocument/2006/relationships/slide" Target="slide24.xml"/><Relationship Id="rId15" Type="http://schemas.openxmlformats.org/officeDocument/2006/relationships/image" Target="../media/image57.png"/><Relationship Id="rId10" Type="http://schemas.openxmlformats.org/officeDocument/2006/relationships/image" Target="../media/image77.svg"/><Relationship Id="rId4" Type="http://schemas.microsoft.com/office/2007/relationships/hdphoto" Target="../media/hdphoto1.wdp"/><Relationship Id="rId9" Type="http://schemas.openxmlformats.org/officeDocument/2006/relationships/image" Target="../media/image76.png"/><Relationship Id="rId14" Type="http://schemas.openxmlformats.org/officeDocument/2006/relationships/slide" Target="slide53.xml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slide" Target="slide1.xml"/><Relationship Id="rId3" Type="http://schemas.openxmlformats.org/officeDocument/2006/relationships/image" Target="../media/image25.png"/><Relationship Id="rId7" Type="http://schemas.openxmlformats.org/officeDocument/2006/relationships/image" Target="../media/image78.sv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.png"/><Relationship Id="rId10" Type="http://schemas.openxmlformats.org/officeDocument/2006/relationships/image" Target="../media/image80.svg"/><Relationship Id="rId4" Type="http://schemas.microsoft.com/office/2007/relationships/hdphoto" Target="../media/hdphoto1.wdp"/><Relationship Id="rId9" Type="http://schemas.openxmlformats.org/officeDocument/2006/relationships/image" Target="../media/image79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svg"/><Relationship Id="rId13" Type="http://schemas.openxmlformats.org/officeDocument/2006/relationships/image" Target="../media/image80.svg"/><Relationship Id="rId3" Type="http://schemas.openxmlformats.org/officeDocument/2006/relationships/image" Target="../media/image25.png"/><Relationship Id="rId7" Type="http://schemas.openxmlformats.org/officeDocument/2006/relationships/image" Target="../media/image19.png"/><Relationship Id="rId12" Type="http://schemas.openxmlformats.org/officeDocument/2006/relationships/image" Target="../media/image79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56.xml"/><Relationship Id="rId11" Type="http://schemas.openxmlformats.org/officeDocument/2006/relationships/slide" Target="slide24.xml"/><Relationship Id="rId5" Type="http://schemas.openxmlformats.org/officeDocument/2006/relationships/image" Target="../media/image1.png"/><Relationship Id="rId10" Type="http://schemas.openxmlformats.org/officeDocument/2006/relationships/slide" Target="slide1.xml"/><Relationship Id="rId4" Type="http://schemas.microsoft.com/office/2007/relationships/hdphoto" Target="../media/hdphoto1.wdp"/><Relationship Id="rId9" Type="http://schemas.openxmlformats.org/officeDocument/2006/relationships/slide" Target="slide4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microsoft.com/office/2018/10/relationships/comments" Target="../comments/modernComment_122_AC97742F.xml"/><Relationship Id="rId7" Type="http://schemas.openxmlformats.org/officeDocument/2006/relationships/slide" Target="slide56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microsoft.com/office/2007/relationships/hdphoto" Target="../media/hdphoto1.wdp"/><Relationship Id="rId4" Type="http://schemas.openxmlformats.org/officeDocument/2006/relationships/image" Target="../media/image25.png"/><Relationship Id="rId9" Type="http://schemas.openxmlformats.org/officeDocument/2006/relationships/image" Target="../media/image82.svg"/></Relationships>
</file>

<file path=ppt/slides/_rels/slide57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21_1E197F79.xml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slide" Target="slide5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svg"/><Relationship Id="rId3" Type="http://schemas.microsoft.com/office/2018/10/relationships/comments" Target="../comments/modernComment_16D_75AF80D4.xml"/><Relationship Id="rId7" Type="http://schemas.openxmlformats.org/officeDocument/2006/relationships/image" Target="../media/image41.png"/><Relationship Id="rId12" Type="http://schemas.openxmlformats.org/officeDocument/2006/relationships/slide" Target="slide59.xml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slide" Target="slide24.xml"/><Relationship Id="rId11" Type="http://schemas.openxmlformats.org/officeDocument/2006/relationships/image" Target="../media/image77.svg"/><Relationship Id="rId5" Type="http://schemas.microsoft.com/office/2007/relationships/hdphoto" Target="../media/hdphoto1.wdp"/><Relationship Id="rId10" Type="http://schemas.openxmlformats.org/officeDocument/2006/relationships/image" Target="../media/image76.png"/><Relationship Id="rId4" Type="http://schemas.openxmlformats.org/officeDocument/2006/relationships/image" Target="../media/image25.png"/><Relationship Id="rId9" Type="http://schemas.openxmlformats.org/officeDocument/2006/relationships/slide" Target="slide4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slide" Target="slide24.xml"/><Relationship Id="rId4" Type="http://schemas.microsoft.com/office/2007/relationships/hdphoto" Target="../media/hdphoto1.wdp"/><Relationship Id="rId9" Type="http://schemas.openxmlformats.org/officeDocument/2006/relationships/image" Target="../media/image77.svg"/></Relationships>
</file>

<file path=ppt/slides/_rels/slide6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6.pn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58.xml"/><Relationship Id="rId5" Type="http://schemas.openxmlformats.org/officeDocument/2006/relationships/slide" Target="slide24.xml"/><Relationship Id="rId10" Type="http://schemas.openxmlformats.org/officeDocument/2006/relationships/slide" Target="slide61.xml"/><Relationship Id="rId4" Type="http://schemas.microsoft.com/office/2007/relationships/hdphoto" Target="../media/hdphoto1.wdp"/><Relationship Id="rId9" Type="http://schemas.openxmlformats.org/officeDocument/2006/relationships/image" Target="../media/image77.sv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7.svg"/><Relationship Id="rId3" Type="http://schemas.openxmlformats.org/officeDocument/2006/relationships/image" Target="../media/image83.jpeg"/><Relationship Id="rId7" Type="http://schemas.openxmlformats.org/officeDocument/2006/relationships/image" Target="../media/image76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svg"/><Relationship Id="rId5" Type="http://schemas.openxmlformats.org/officeDocument/2006/relationships/image" Target="../media/image41.png"/><Relationship Id="rId4" Type="http://schemas.openxmlformats.org/officeDocument/2006/relationships/slide" Target="slide24.xml"/><Relationship Id="rId9" Type="http://schemas.openxmlformats.org/officeDocument/2006/relationships/image" Target="../media/image61.jpg"/></Relationships>
</file>

<file path=ppt/slides/_rels/slide62.xml.rels><?xml version="1.0" encoding="UTF-8" standalone="yes"?>
<Relationships xmlns="http://schemas.openxmlformats.org/package/2006/relationships"><Relationship Id="rId8" Type="http://schemas.openxmlformats.org/officeDocument/2006/relationships/slide" Target="slide48.xml"/><Relationship Id="rId13" Type="http://schemas.openxmlformats.org/officeDocument/2006/relationships/image" Target="../media/image58.svg"/><Relationship Id="rId18" Type="http://schemas.openxmlformats.org/officeDocument/2006/relationships/image" Target="../media/image48.svg"/><Relationship Id="rId26" Type="http://schemas.openxmlformats.org/officeDocument/2006/relationships/image" Target="../media/image54.svg"/><Relationship Id="rId3" Type="http://schemas.openxmlformats.org/officeDocument/2006/relationships/image" Target="../media/image25.png"/><Relationship Id="rId21" Type="http://schemas.openxmlformats.org/officeDocument/2006/relationships/image" Target="../media/image50.svg"/><Relationship Id="rId7" Type="http://schemas.openxmlformats.org/officeDocument/2006/relationships/image" Target="../media/image42.svg"/><Relationship Id="rId12" Type="http://schemas.openxmlformats.org/officeDocument/2006/relationships/image" Target="../media/image57.png"/><Relationship Id="rId17" Type="http://schemas.openxmlformats.org/officeDocument/2006/relationships/image" Target="../media/image47.png"/><Relationship Id="rId25" Type="http://schemas.openxmlformats.org/officeDocument/2006/relationships/image" Target="../media/image53.png"/><Relationship Id="rId2" Type="http://schemas.openxmlformats.org/officeDocument/2006/relationships/notesSlide" Target="../notesSlides/notesSlide55.xml"/><Relationship Id="rId16" Type="http://schemas.openxmlformats.org/officeDocument/2006/relationships/slide" Target="slide32.xml"/><Relationship Id="rId20" Type="http://schemas.openxmlformats.org/officeDocument/2006/relationships/image" Target="../media/image49.png"/><Relationship Id="rId29" Type="http://schemas.openxmlformats.org/officeDocument/2006/relationships/image" Target="../media/image56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91.xml"/><Relationship Id="rId24" Type="http://schemas.openxmlformats.org/officeDocument/2006/relationships/image" Target="../media/image52.svg"/><Relationship Id="rId5" Type="http://schemas.openxmlformats.org/officeDocument/2006/relationships/slide" Target="slide24.xml"/><Relationship Id="rId15" Type="http://schemas.openxmlformats.org/officeDocument/2006/relationships/image" Target="../media/image46.svg"/><Relationship Id="rId23" Type="http://schemas.openxmlformats.org/officeDocument/2006/relationships/image" Target="../media/image51.png"/><Relationship Id="rId28" Type="http://schemas.openxmlformats.org/officeDocument/2006/relationships/image" Target="../media/image55.png"/><Relationship Id="rId10" Type="http://schemas.openxmlformats.org/officeDocument/2006/relationships/image" Target="../media/image60.svg"/><Relationship Id="rId19" Type="http://schemas.openxmlformats.org/officeDocument/2006/relationships/slide" Target="slide31.xml"/><Relationship Id="rId4" Type="http://schemas.microsoft.com/office/2007/relationships/hdphoto" Target="../media/hdphoto1.wdp"/><Relationship Id="rId9" Type="http://schemas.openxmlformats.org/officeDocument/2006/relationships/image" Target="../media/image59.png"/><Relationship Id="rId14" Type="http://schemas.openxmlformats.org/officeDocument/2006/relationships/image" Target="../media/image45.png"/><Relationship Id="rId22" Type="http://schemas.openxmlformats.org/officeDocument/2006/relationships/slide" Target="slide30.xml"/><Relationship Id="rId27" Type="http://schemas.openxmlformats.org/officeDocument/2006/relationships/slide" Target="slide36.xml"/><Relationship Id="rId30" Type="http://schemas.openxmlformats.org/officeDocument/2006/relationships/image" Target="../media/image61.jp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32.xml"/><Relationship Id="rId5" Type="http://schemas.openxmlformats.org/officeDocument/2006/relationships/slide" Target="slide64.xml"/><Relationship Id="rId4" Type="http://schemas.openxmlformats.org/officeDocument/2006/relationships/image" Target="../media/image61.jp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1.jp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1.jpg"/><Relationship Id="rId4" Type="http://schemas.microsoft.com/office/2007/relationships/hdphoto" Target="../media/hdphoto1.wdp"/></Relationships>
</file>

<file path=ppt/slides/_rels/slide7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image" Target="../media/image88.png"/><Relationship Id="rId18" Type="http://schemas.openxmlformats.org/officeDocument/2006/relationships/image" Target="../media/image16.svg"/><Relationship Id="rId3" Type="http://schemas.microsoft.com/office/2018/10/relationships/comments" Target="../comments/modernComment_17B_7F49B7F8.xml"/><Relationship Id="rId7" Type="http://schemas.openxmlformats.org/officeDocument/2006/relationships/image" Target="../media/image84.png"/><Relationship Id="rId12" Type="http://schemas.openxmlformats.org/officeDocument/2006/relationships/image" Target="../media/image87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65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jpg"/><Relationship Id="rId11" Type="http://schemas.openxmlformats.org/officeDocument/2006/relationships/image" Target="../media/image86.png"/><Relationship Id="rId5" Type="http://schemas.microsoft.com/office/2007/relationships/hdphoto" Target="../media/hdphoto1.wdp"/><Relationship Id="rId15" Type="http://schemas.openxmlformats.org/officeDocument/2006/relationships/image" Target="../media/image13.png"/><Relationship Id="rId10" Type="http://schemas.openxmlformats.org/officeDocument/2006/relationships/slide" Target="slide20.xml"/><Relationship Id="rId19" Type="http://schemas.openxmlformats.org/officeDocument/2006/relationships/image" Target="../media/image17.png"/><Relationship Id="rId4" Type="http://schemas.openxmlformats.org/officeDocument/2006/relationships/image" Target="../media/image25.png"/><Relationship Id="rId9" Type="http://schemas.openxmlformats.org/officeDocument/2006/relationships/slide" Target="slide61.xml"/><Relationship Id="rId14" Type="http://schemas.openxmlformats.org/officeDocument/2006/relationships/image" Target="../media/image89.svg"/></Relationships>
</file>

<file path=ppt/slides/_rels/slide7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slide" Target="slide75.xml"/><Relationship Id="rId18" Type="http://schemas.openxmlformats.org/officeDocument/2006/relationships/image" Target="../media/image15.png"/><Relationship Id="rId3" Type="http://schemas.openxmlformats.org/officeDocument/2006/relationships/image" Target="../media/image25.png"/><Relationship Id="rId21" Type="http://schemas.openxmlformats.org/officeDocument/2006/relationships/image" Target="../media/image18.svg"/><Relationship Id="rId7" Type="http://schemas.openxmlformats.org/officeDocument/2006/relationships/image" Target="../media/image84.png"/><Relationship Id="rId12" Type="http://schemas.openxmlformats.org/officeDocument/2006/relationships/image" Target="../media/image87.svg"/><Relationship Id="rId17" Type="http://schemas.openxmlformats.org/officeDocument/2006/relationships/image" Target="../media/image14.svg"/><Relationship Id="rId2" Type="http://schemas.openxmlformats.org/officeDocument/2006/relationships/notesSlide" Target="../notesSlides/notesSlide66.xml"/><Relationship Id="rId16" Type="http://schemas.openxmlformats.org/officeDocument/2006/relationships/image" Target="../media/image13.png"/><Relationship Id="rId20" Type="http://schemas.openxmlformats.org/officeDocument/2006/relationships/image" Target="../media/image17.png"/><Relationship Id="rId1" Type="http://schemas.openxmlformats.org/officeDocument/2006/relationships/slideLayout" Target="../slideLayouts/slideLayout1.xml"/><Relationship Id="rId6" Type="http://schemas.openxmlformats.org/officeDocument/2006/relationships/slide" Target="slide76.xml"/><Relationship Id="rId11" Type="http://schemas.openxmlformats.org/officeDocument/2006/relationships/image" Target="../media/image86.png"/><Relationship Id="rId5" Type="http://schemas.openxmlformats.org/officeDocument/2006/relationships/image" Target="../media/image61.jpg"/><Relationship Id="rId15" Type="http://schemas.openxmlformats.org/officeDocument/2006/relationships/image" Target="../media/image89.svg"/><Relationship Id="rId10" Type="http://schemas.openxmlformats.org/officeDocument/2006/relationships/slide" Target="slide20.xml"/><Relationship Id="rId19" Type="http://schemas.openxmlformats.org/officeDocument/2006/relationships/image" Target="../media/image16.svg"/><Relationship Id="rId4" Type="http://schemas.microsoft.com/office/2007/relationships/hdphoto" Target="../media/hdphoto1.wdp"/><Relationship Id="rId9" Type="http://schemas.openxmlformats.org/officeDocument/2006/relationships/slide" Target="slide74.xml"/><Relationship Id="rId14" Type="http://schemas.openxmlformats.org/officeDocument/2006/relationships/image" Target="../media/image88.png"/></Relationships>
</file>

<file path=ppt/slides/_rels/slide7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4.png"/><Relationship Id="rId13" Type="http://schemas.openxmlformats.org/officeDocument/2006/relationships/image" Target="../media/image88.png"/><Relationship Id="rId18" Type="http://schemas.openxmlformats.org/officeDocument/2006/relationships/image" Target="../media/image16.svg"/><Relationship Id="rId3" Type="http://schemas.microsoft.com/office/2018/10/relationships/comments" Target="../comments/modernComment_184_8F6B1876.xml"/><Relationship Id="rId7" Type="http://schemas.openxmlformats.org/officeDocument/2006/relationships/slide" Target="slide76.xml"/><Relationship Id="rId12" Type="http://schemas.openxmlformats.org/officeDocument/2006/relationships/slide" Target="slide75.xml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67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1.jpg"/><Relationship Id="rId11" Type="http://schemas.openxmlformats.org/officeDocument/2006/relationships/image" Target="../media/image87.svg"/><Relationship Id="rId5" Type="http://schemas.microsoft.com/office/2007/relationships/hdphoto" Target="../media/hdphoto1.wdp"/><Relationship Id="rId15" Type="http://schemas.openxmlformats.org/officeDocument/2006/relationships/image" Target="../media/image13.png"/><Relationship Id="rId10" Type="http://schemas.openxmlformats.org/officeDocument/2006/relationships/image" Target="../media/image86.png"/><Relationship Id="rId19" Type="http://schemas.openxmlformats.org/officeDocument/2006/relationships/image" Target="../media/image17.png"/><Relationship Id="rId4" Type="http://schemas.openxmlformats.org/officeDocument/2006/relationships/image" Target="../media/image25.png"/><Relationship Id="rId9" Type="http://schemas.openxmlformats.org/officeDocument/2006/relationships/image" Target="../media/image85.svg"/><Relationship Id="rId14" Type="http://schemas.openxmlformats.org/officeDocument/2006/relationships/image" Target="../media/image89.svg"/></Relationships>
</file>

<file path=ppt/slides/_rels/slide7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image" Target="../media/image89.svg"/><Relationship Id="rId18" Type="http://schemas.openxmlformats.org/officeDocument/2006/relationships/image" Target="../media/image17.png"/><Relationship Id="rId3" Type="http://schemas.openxmlformats.org/officeDocument/2006/relationships/image" Target="../media/image25.png"/><Relationship Id="rId7" Type="http://schemas.openxmlformats.org/officeDocument/2006/relationships/image" Target="../media/image84.png"/><Relationship Id="rId12" Type="http://schemas.openxmlformats.org/officeDocument/2006/relationships/image" Target="../media/image88.png"/><Relationship Id="rId17" Type="http://schemas.openxmlformats.org/officeDocument/2006/relationships/image" Target="../media/image16.svg"/><Relationship Id="rId2" Type="http://schemas.openxmlformats.org/officeDocument/2006/relationships/notesSlide" Target="../notesSlides/notesSlide68.xml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slide" Target="slide76.xml"/><Relationship Id="rId11" Type="http://schemas.openxmlformats.org/officeDocument/2006/relationships/image" Target="../media/image87.svg"/><Relationship Id="rId5" Type="http://schemas.openxmlformats.org/officeDocument/2006/relationships/image" Target="../media/image61.jpg"/><Relationship Id="rId15" Type="http://schemas.openxmlformats.org/officeDocument/2006/relationships/image" Target="../media/image14.svg"/><Relationship Id="rId10" Type="http://schemas.openxmlformats.org/officeDocument/2006/relationships/image" Target="../media/image86.png"/><Relationship Id="rId19" Type="http://schemas.openxmlformats.org/officeDocument/2006/relationships/image" Target="../media/image18.svg"/><Relationship Id="rId4" Type="http://schemas.microsoft.com/office/2007/relationships/hdphoto" Target="../media/hdphoto1.wdp"/><Relationship Id="rId9" Type="http://schemas.openxmlformats.org/officeDocument/2006/relationships/slide" Target="slide74.xml"/><Relationship Id="rId14" Type="http://schemas.openxmlformats.org/officeDocument/2006/relationships/image" Target="../media/image13.png"/></Relationships>
</file>

<file path=ppt/slides/_rels/slide7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5.svg"/><Relationship Id="rId13" Type="http://schemas.openxmlformats.org/officeDocument/2006/relationships/image" Target="../media/image88.png"/><Relationship Id="rId18" Type="http://schemas.openxmlformats.org/officeDocument/2006/relationships/image" Target="../media/image16.svg"/><Relationship Id="rId3" Type="http://schemas.openxmlformats.org/officeDocument/2006/relationships/image" Target="../media/image25.png"/><Relationship Id="rId21" Type="http://schemas.openxmlformats.org/officeDocument/2006/relationships/slide" Target="slide23.xml"/><Relationship Id="rId7" Type="http://schemas.openxmlformats.org/officeDocument/2006/relationships/image" Target="../media/image84.png"/><Relationship Id="rId12" Type="http://schemas.openxmlformats.org/officeDocument/2006/relationships/image" Target="../media/image87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69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slide" Target="slide76.xml"/><Relationship Id="rId11" Type="http://schemas.openxmlformats.org/officeDocument/2006/relationships/image" Target="../media/image86.png"/><Relationship Id="rId24" Type="http://schemas.openxmlformats.org/officeDocument/2006/relationships/image" Target="../media/image91.svg"/><Relationship Id="rId5" Type="http://schemas.openxmlformats.org/officeDocument/2006/relationships/image" Target="../media/image61.jpg"/><Relationship Id="rId15" Type="http://schemas.openxmlformats.org/officeDocument/2006/relationships/image" Target="../media/image13.png"/><Relationship Id="rId23" Type="http://schemas.openxmlformats.org/officeDocument/2006/relationships/image" Target="../media/image90.png"/><Relationship Id="rId10" Type="http://schemas.openxmlformats.org/officeDocument/2006/relationships/slide" Target="slide20.xml"/><Relationship Id="rId19" Type="http://schemas.openxmlformats.org/officeDocument/2006/relationships/image" Target="../media/image17.png"/><Relationship Id="rId4" Type="http://schemas.microsoft.com/office/2007/relationships/hdphoto" Target="../media/hdphoto1.wdp"/><Relationship Id="rId9" Type="http://schemas.openxmlformats.org/officeDocument/2006/relationships/slide" Target="slide61.xml"/><Relationship Id="rId14" Type="http://schemas.openxmlformats.org/officeDocument/2006/relationships/image" Target="../media/image89.svg"/><Relationship Id="rId22" Type="http://schemas.openxmlformats.org/officeDocument/2006/relationships/slide" Target="slide73.xml"/></Relationships>
</file>

<file path=ppt/slides/_rels/slide7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31.png"/><Relationship Id="rId3" Type="http://schemas.openxmlformats.org/officeDocument/2006/relationships/image" Target="../media/image25.png"/><Relationship Id="rId21" Type="http://schemas.openxmlformats.org/officeDocument/2006/relationships/image" Target="../media/image34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slide" Target="slide27.xml"/><Relationship Id="rId2" Type="http://schemas.openxmlformats.org/officeDocument/2006/relationships/notesSlide" Target="../notesSlides/notesSlide70.xml"/><Relationship Id="rId16" Type="http://schemas.openxmlformats.org/officeDocument/2006/relationships/image" Target="../media/image20.sv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24" Type="http://schemas.openxmlformats.org/officeDocument/2006/relationships/image" Target="../media/image36.svg"/><Relationship Id="rId5" Type="http://schemas.openxmlformats.org/officeDocument/2006/relationships/image" Target="../media/image1.png"/><Relationship Id="rId15" Type="http://schemas.openxmlformats.org/officeDocument/2006/relationships/image" Target="../media/image19.png"/><Relationship Id="rId23" Type="http://schemas.openxmlformats.org/officeDocument/2006/relationships/image" Target="../media/image35.png"/><Relationship Id="rId10" Type="http://schemas.openxmlformats.org/officeDocument/2006/relationships/image" Target="../media/image15.png"/><Relationship Id="rId19" Type="http://schemas.openxmlformats.org/officeDocument/2006/relationships/image" Target="../media/image32.svg"/><Relationship Id="rId4" Type="http://schemas.microsoft.com/office/2007/relationships/hdphoto" Target="../media/hdphoto1.wdp"/><Relationship Id="rId9" Type="http://schemas.openxmlformats.org/officeDocument/2006/relationships/image" Target="../media/image14.svg"/><Relationship Id="rId14" Type="http://schemas.openxmlformats.org/officeDocument/2006/relationships/slide" Target="slide54.xml"/><Relationship Id="rId22" Type="http://schemas.openxmlformats.org/officeDocument/2006/relationships/slide" Target="slide86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5.sv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3.svg"/><Relationship Id="rId4" Type="http://schemas.openxmlformats.org/officeDocument/2006/relationships/image" Target="../media/image92.png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Relationship Id="rId4" Type="http://schemas.openxmlformats.org/officeDocument/2006/relationships/slide" Target="slide82.xml"/></Relationships>
</file>

<file path=ppt/slides/_rels/slide80.xml.rels><?xml version="1.0" encoding="UTF-8" standalone="yes"?>
<Relationships xmlns="http://schemas.openxmlformats.org/package/2006/relationships"><Relationship Id="rId8" Type="http://schemas.openxmlformats.org/officeDocument/2006/relationships/slide" Target="slide83.xml"/><Relationship Id="rId3" Type="http://schemas.openxmlformats.org/officeDocument/2006/relationships/image" Target="../media/image6.png"/><Relationship Id="rId7" Type="http://schemas.openxmlformats.org/officeDocument/2006/relationships/slide" Target="slide84.xml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11" Type="http://schemas.openxmlformats.org/officeDocument/2006/relationships/image" Target="../media/image96.svg"/><Relationship Id="rId5" Type="http://schemas.openxmlformats.org/officeDocument/2006/relationships/slide" Target="slide81.xml"/><Relationship Id="rId10" Type="http://schemas.openxmlformats.org/officeDocument/2006/relationships/image" Target="../media/image7.png"/><Relationship Id="rId4" Type="http://schemas.openxmlformats.org/officeDocument/2006/relationships/slide" Target="slide80.xml"/><Relationship Id="rId9" Type="http://schemas.openxmlformats.org/officeDocument/2006/relationships/slide" Target="slide24.xml"/></Relationships>
</file>

<file path=ppt/slides/_rels/slide81.xml.rels><?xml version="1.0" encoding="UTF-8" standalone="yes"?>
<Relationships xmlns="http://schemas.openxmlformats.org/package/2006/relationships"><Relationship Id="rId8" Type="http://schemas.openxmlformats.org/officeDocument/2006/relationships/slide" Target="slide83.xml"/><Relationship Id="rId3" Type="http://schemas.openxmlformats.org/officeDocument/2006/relationships/image" Target="../media/image6.png"/><Relationship Id="rId7" Type="http://schemas.openxmlformats.org/officeDocument/2006/relationships/slide" Target="slide84.xml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11" Type="http://schemas.openxmlformats.org/officeDocument/2006/relationships/image" Target="../media/image96.svg"/><Relationship Id="rId5" Type="http://schemas.openxmlformats.org/officeDocument/2006/relationships/slide" Target="slide81.xml"/><Relationship Id="rId10" Type="http://schemas.openxmlformats.org/officeDocument/2006/relationships/image" Target="../media/image7.png"/><Relationship Id="rId4" Type="http://schemas.openxmlformats.org/officeDocument/2006/relationships/slide" Target="slide80.xml"/><Relationship Id="rId9" Type="http://schemas.openxmlformats.org/officeDocument/2006/relationships/slide" Target="slide24.xml"/></Relationships>
</file>

<file path=ppt/slides/_rels/slide82.xml.rels><?xml version="1.0" encoding="UTF-8" standalone="yes"?>
<Relationships xmlns="http://schemas.openxmlformats.org/package/2006/relationships"><Relationship Id="rId8" Type="http://schemas.openxmlformats.org/officeDocument/2006/relationships/slide" Target="slide83.xml"/><Relationship Id="rId3" Type="http://schemas.openxmlformats.org/officeDocument/2006/relationships/image" Target="../media/image6.png"/><Relationship Id="rId7" Type="http://schemas.openxmlformats.org/officeDocument/2006/relationships/slide" Target="slide84.xml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11" Type="http://schemas.openxmlformats.org/officeDocument/2006/relationships/image" Target="../media/image96.svg"/><Relationship Id="rId5" Type="http://schemas.openxmlformats.org/officeDocument/2006/relationships/slide" Target="slide81.xml"/><Relationship Id="rId10" Type="http://schemas.openxmlformats.org/officeDocument/2006/relationships/image" Target="../media/image7.png"/><Relationship Id="rId4" Type="http://schemas.openxmlformats.org/officeDocument/2006/relationships/slide" Target="slide80.xml"/><Relationship Id="rId9" Type="http://schemas.openxmlformats.org/officeDocument/2006/relationships/slide" Target="slide24.xml"/></Relationships>
</file>

<file path=ppt/slides/_rels/slide83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3" Type="http://schemas.openxmlformats.org/officeDocument/2006/relationships/image" Target="../media/image6.png"/><Relationship Id="rId7" Type="http://schemas.openxmlformats.org/officeDocument/2006/relationships/slide" Target="slide83.xml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5" Type="http://schemas.openxmlformats.org/officeDocument/2006/relationships/slide" Target="slide81.xml"/><Relationship Id="rId10" Type="http://schemas.openxmlformats.org/officeDocument/2006/relationships/image" Target="../media/image96.svg"/><Relationship Id="rId4" Type="http://schemas.openxmlformats.org/officeDocument/2006/relationships/slide" Target="slide80.xml"/><Relationship Id="rId9" Type="http://schemas.openxmlformats.org/officeDocument/2006/relationships/image" Target="../media/image7.png"/></Relationships>
</file>

<file path=ppt/slides/_rels/slide84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3" Type="http://schemas.openxmlformats.org/officeDocument/2006/relationships/image" Target="../media/image6.png"/><Relationship Id="rId7" Type="http://schemas.openxmlformats.org/officeDocument/2006/relationships/slide" Target="slide84.xml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11" Type="http://schemas.openxmlformats.org/officeDocument/2006/relationships/slide" Target="slide85.xml"/><Relationship Id="rId5" Type="http://schemas.openxmlformats.org/officeDocument/2006/relationships/slide" Target="slide81.xml"/><Relationship Id="rId10" Type="http://schemas.openxmlformats.org/officeDocument/2006/relationships/image" Target="../media/image96.svg"/><Relationship Id="rId4" Type="http://schemas.openxmlformats.org/officeDocument/2006/relationships/slide" Target="slide80.xml"/><Relationship Id="rId9" Type="http://schemas.openxmlformats.org/officeDocument/2006/relationships/image" Target="../media/image7.png"/></Relationships>
</file>

<file path=ppt/slides/_rels/slide85.xml.rels><?xml version="1.0" encoding="UTF-8" standalone="yes"?>
<Relationships xmlns="http://schemas.openxmlformats.org/package/2006/relationships"><Relationship Id="rId8" Type="http://schemas.openxmlformats.org/officeDocument/2006/relationships/slide" Target="slide24.xml"/><Relationship Id="rId3" Type="http://schemas.openxmlformats.org/officeDocument/2006/relationships/image" Target="../media/image6.png"/><Relationship Id="rId7" Type="http://schemas.openxmlformats.org/officeDocument/2006/relationships/slide" Target="slide84.xml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Relationship Id="rId6" Type="http://schemas.openxmlformats.org/officeDocument/2006/relationships/slide" Target="slide82.xml"/><Relationship Id="rId5" Type="http://schemas.openxmlformats.org/officeDocument/2006/relationships/slide" Target="slide81.xml"/><Relationship Id="rId10" Type="http://schemas.openxmlformats.org/officeDocument/2006/relationships/image" Target="../media/image96.svg"/><Relationship Id="rId4" Type="http://schemas.openxmlformats.org/officeDocument/2006/relationships/slide" Target="slide80.xml"/><Relationship Id="rId9" Type="http://schemas.openxmlformats.org/officeDocument/2006/relationships/image" Target="../media/image7.png"/></Relationships>
</file>

<file path=ppt/slides/_rels/slide8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8.svg"/><Relationship Id="rId18" Type="http://schemas.openxmlformats.org/officeDocument/2006/relationships/image" Target="../media/image31.png"/><Relationship Id="rId3" Type="http://schemas.openxmlformats.org/officeDocument/2006/relationships/image" Target="../media/image25.png"/><Relationship Id="rId21" Type="http://schemas.openxmlformats.org/officeDocument/2006/relationships/image" Target="../media/image34.svg"/><Relationship Id="rId7" Type="http://schemas.openxmlformats.org/officeDocument/2006/relationships/image" Target="../media/image12.svg"/><Relationship Id="rId12" Type="http://schemas.openxmlformats.org/officeDocument/2006/relationships/image" Target="../media/image17.png"/><Relationship Id="rId17" Type="http://schemas.openxmlformats.org/officeDocument/2006/relationships/slide" Target="slide27.xml"/><Relationship Id="rId2" Type="http://schemas.openxmlformats.org/officeDocument/2006/relationships/notesSlide" Target="../notesSlides/notesSlide79.xml"/><Relationship Id="rId16" Type="http://schemas.openxmlformats.org/officeDocument/2006/relationships/image" Target="../media/image20.svg"/><Relationship Id="rId20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11" Type="http://schemas.openxmlformats.org/officeDocument/2006/relationships/image" Target="../media/image16.svg"/><Relationship Id="rId24" Type="http://schemas.openxmlformats.org/officeDocument/2006/relationships/image" Target="../media/image36.svg"/><Relationship Id="rId5" Type="http://schemas.openxmlformats.org/officeDocument/2006/relationships/image" Target="../media/image1.png"/><Relationship Id="rId15" Type="http://schemas.openxmlformats.org/officeDocument/2006/relationships/image" Target="../media/image19.png"/><Relationship Id="rId23" Type="http://schemas.openxmlformats.org/officeDocument/2006/relationships/image" Target="../media/image35.png"/><Relationship Id="rId10" Type="http://schemas.openxmlformats.org/officeDocument/2006/relationships/image" Target="../media/image15.png"/><Relationship Id="rId19" Type="http://schemas.openxmlformats.org/officeDocument/2006/relationships/image" Target="../media/image32.svg"/><Relationship Id="rId4" Type="http://schemas.microsoft.com/office/2007/relationships/hdphoto" Target="../media/hdphoto1.wdp"/><Relationship Id="rId9" Type="http://schemas.openxmlformats.org/officeDocument/2006/relationships/image" Target="../media/image14.svg"/><Relationship Id="rId14" Type="http://schemas.openxmlformats.org/officeDocument/2006/relationships/slide" Target="slide54.xml"/><Relationship Id="rId22" Type="http://schemas.openxmlformats.org/officeDocument/2006/relationships/slide" Target="slide87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9.sv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4.png"/><Relationship Id="rId5" Type="http://schemas.openxmlformats.org/officeDocument/2006/relationships/image" Target="../media/image98.svg"/><Relationship Id="rId4" Type="http://schemas.openxmlformats.org/officeDocument/2006/relationships/image" Target="../media/image97.png"/></Relationships>
</file>

<file path=ppt/slides/_rels/slide88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image" Target="../media/image103.svg"/><Relationship Id="rId18" Type="http://schemas.openxmlformats.org/officeDocument/2006/relationships/image" Target="../media/image105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102.png"/><Relationship Id="rId17" Type="http://schemas.openxmlformats.org/officeDocument/2006/relationships/image" Target="../media/image104.png"/><Relationship Id="rId2" Type="http://schemas.openxmlformats.org/officeDocument/2006/relationships/notesSlide" Target="../notesSlides/notesSlide81.xml"/><Relationship Id="rId16" Type="http://schemas.openxmlformats.org/officeDocument/2006/relationships/image" Target="../media/image5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slide" Target="slide90.xml"/><Relationship Id="rId5" Type="http://schemas.openxmlformats.org/officeDocument/2006/relationships/slide" Target="slide24.xml"/><Relationship Id="rId15" Type="http://schemas.openxmlformats.org/officeDocument/2006/relationships/image" Target="../media/image57.png"/><Relationship Id="rId10" Type="http://schemas.openxmlformats.org/officeDocument/2006/relationships/image" Target="../media/image101.svg"/><Relationship Id="rId4" Type="http://schemas.microsoft.com/office/2007/relationships/hdphoto" Target="../media/hdphoto1.wdp"/><Relationship Id="rId9" Type="http://schemas.openxmlformats.org/officeDocument/2006/relationships/image" Target="../media/image100.png"/><Relationship Id="rId14" Type="http://schemas.openxmlformats.org/officeDocument/2006/relationships/slide" Target="slide91.xml"/></Relationships>
</file>

<file path=ppt/slides/_rels/slide89.xml.rels><?xml version="1.0" encoding="UTF-8" standalone="yes"?>
<Relationships xmlns="http://schemas.openxmlformats.org/package/2006/relationships"><Relationship Id="rId8" Type="http://schemas.openxmlformats.org/officeDocument/2006/relationships/slide" Target="slide91.xml"/><Relationship Id="rId13" Type="http://schemas.openxmlformats.org/officeDocument/2006/relationships/slide" Target="slide90.xml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107.sv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106.png"/><Relationship Id="rId5" Type="http://schemas.openxmlformats.org/officeDocument/2006/relationships/slide" Target="slide24.xml"/><Relationship Id="rId15" Type="http://schemas.openxmlformats.org/officeDocument/2006/relationships/image" Target="../media/image103.svg"/><Relationship Id="rId10" Type="http://schemas.openxmlformats.org/officeDocument/2006/relationships/image" Target="../media/image58.svg"/><Relationship Id="rId4" Type="http://schemas.microsoft.com/office/2007/relationships/hdphoto" Target="../media/hdphoto1.wdp"/><Relationship Id="rId9" Type="http://schemas.openxmlformats.org/officeDocument/2006/relationships/image" Target="../media/image57.png"/><Relationship Id="rId14" Type="http://schemas.openxmlformats.org/officeDocument/2006/relationships/image" Target="../media/image102.png"/></Relationships>
</file>

<file path=ppt/slides/_rels/slide90.xml.rels><?xml version="1.0" encoding="UTF-8" standalone="yes"?>
<Relationships xmlns="http://schemas.openxmlformats.org/package/2006/relationships"><Relationship Id="rId8" Type="http://schemas.openxmlformats.org/officeDocument/2006/relationships/slide" Target="slide89.xml"/><Relationship Id="rId13" Type="http://schemas.openxmlformats.org/officeDocument/2006/relationships/slide" Target="slide91.xml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109.sv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108.png"/><Relationship Id="rId5" Type="http://schemas.openxmlformats.org/officeDocument/2006/relationships/slide" Target="slide24.xml"/><Relationship Id="rId15" Type="http://schemas.openxmlformats.org/officeDocument/2006/relationships/image" Target="../media/image58.svg"/><Relationship Id="rId10" Type="http://schemas.openxmlformats.org/officeDocument/2006/relationships/image" Target="../media/image101.svg"/><Relationship Id="rId4" Type="http://schemas.microsoft.com/office/2007/relationships/hdphoto" Target="../media/hdphoto1.wdp"/><Relationship Id="rId9" Type="http://schemas.openxmlformats.org/officeDocument/2006/relationships/image" Target="../media/image100.png"/><Relationship Id="rId14" Type="http://schemas.openxmlformats.org/officeDocument/2006/relationships/image" Target="../media/image57.png"/></Relationships>
</file>

<file path=ppt/slides/_rels/slide9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0.png"/><Relationship Id="rId13" Type="http://schemas.openxmlformats.org/officeDocument/2006/relationships/slide" Target="slide90.xml"/><Relationship Id="rId18" Type="http://schemas.openxmlformats.org/officeDocument/2006/relationships/image" Target="../media/image36.svg"/><Relationship Id="rId3" Type="http://schemas.openxmlformats.org/officeDocument/2006/relationships/image" Target="../media/image25.png"/><Relationship Id="rId7" Type="http://schemas.openxmlformats.org/officeDocument/2006/relationships/image" Target="../media/image42.svg"/><Relationship Id="rId12" Type="http://schemas.openxmlformats.org/officeDocument/2006/relationships/image" Target="../media/image101.svg"/><Relationship Id="rId17" Type="http://schemas.openxmlformats.org/officeDocument/2006/relationships/image" Target="../media/image35.png"/><Relationship Id="rId2" Type="http://schemas.openxmlformats.org/officeDocument/2006/relationships/notesSlide" Target="../notesSlides/notesSlide84.xml"/><Relationship Id="rId16" Type="http://schemas.openxmlformats.org/officeDocument/2006/relationships/slide" Target="slide8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11" Type="http://schemas.openxmlformats.org/officeDocument/2006/relationships/image" Target="../media/image100.png"/><Relationship Id="rId5" Type="http://schemas.openxmlformats.org/officeDocument/2006/relationships/slide" Target="slide24.xml"/><Relationship Id="rId15" Type="http://schemas.openxmlformats.org/officeDocument/2006/relationships/image" Target="../media/image103.svg"/><Relationship Id="rId10" Type="http://schemas.openxmlformats.org/officeDocument/2006/relationships/slide" Target="slide89.xml"/><Relationship Id="rId4" Type="http://schemas.microsoft.com/office/2007/relationships/hdphoto" Target="../media/hdphoto1.wdp"/><Relationship Id="rId9" Type="http://schemas.openxmlformats.org/officeDocument/2006/relationships/image" Target="../media/image71.svg"/><Relationship Id="rId14" Type="http://schemas.openxmlformats.org/officeDocument/2006/relationships/image" Target="../media/image10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5AC26BEA-0311-A8A2-C4F5-38C23905487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1" name="!! 提示框">
            <a:extLst>
              <a:ext uri="{FF2B5EF4-FFF2-40B4-BE49-F238E27FC236}">
                <a16:creationId xmlns:a16="http://schemas.microsoft.com/office/drawing/2014/main" id="{7BBED355-78A4-48CE-81E5-DD5A908E8CDA}"/>
              </a:ext>
            </a:extLst>
          </p:cNvPr>
          <p:cNvGrpSpPr/>
          <p:nvPr/>
        </p:nvGrpSpPr>
        <p:grpSpPr>
          <a:xfrm>
            <a:off x="503073" y="423333"/>
            <a:ext cx="4564916" cy="1236134"/>
            <a:chOff x="3813540" y="2810933"/>
            <a:chExt cx="4564916" cy="1236134"/>
          </a:xfrm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E947320B-1308-2478-6F63-D7540448DABB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3EB2CD1C-44FD-6F34-7D92-025704BAACBC}"/>
                </a:ext>
              </a:extLst>
            </p:cNvPr>
            <p:cNvSpPr txBox="1"/>
            <p:nvPr/>
          </p:nvSpPr>
          <p:spPr>
            <a:xfrm>
              <a:off x="5012459" y="3068007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9" name="副标题">
              <a:extLst>
                <a:ext uri="{FF2B5EF4-FFF2-40B4-BE49-F238E27FC236}">
                  <a16:creationId xmlns:a16="http://schemas.microsoft.com/office/drawing/2014/main" id="{64FA04D5-2AD8-11FD-F92D-A5B489110609}"/>
                </a:ext>
              </a:extLst>
            </p:cNvPr>
            <p:cNvSpPr txBox="1"/>
            <p:nvPr/>
          </p:nvSpPr>
          <p:spPr>
            <a:xfrm>
              <a:off x="5012459" y="3386665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20" name="!! 图标">
              <a:extLst>
                <a:ext uri="{FF2B5EF4-FFF2-40B4-BE49-F238E27FC236}">
                  <a16:creationId xmlns:a16="http://schemas.microsoft.com/office/drawing/2014/main" id="{D0370A60-DB8E-77A8-4E3C-39F6061F51C8}"/>
                </a:ext>
              </a:extLst>
            </p:cNvPr>
            <p:cNvSpPr/>
            <p:nvPr/>
          </p:nvSpPr>
          <p:spPr>
            <a:xfrm>
              <a:off x="4257672" y="3133803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4" name="!! 顶部警告">
            <a:extLst>
              <a:ext uri="{FF2B5EF4-FFF2-40B4-BE49-F238E27FC236}">
                <a16:creationId xmlns:a16="http://schemas.microsoft.com/office/drawing/2014/main" id="{491D7F82-06D3-5733-71EC-E762B40B0AB7}"/>
              </a:ext>
            </a:extLst>
          </p:cNvPr>
          <p:cNvGrpSpPr/>
          <p:nvPr/>
        </p:nvGrpSpPr>
        <p:grpSpPr>
          <a:xfrm>
            <a:off x="5595091" y="592908"/>
            <a:ext cx="3541817" cy="781669"/>
            <a:chOff x="6744289" y="1953066"/>
            <a:chExt cx="3541817" cy="781669"/>
          </a:xfrm>
        </p:grpSpPr>
        <p:sp>
          <p:nvSpPr>
            <p:cNvPr id="5" name="!! 背景">
              <a:extLst>
                <a:ext uri="{FF2B5EF4-FFF2-40B4-BE49-F238E27FC236}">
                  <a16:creationId xmlns:a16="http://schemas.microsoft.com/office/drawing/2014/main" id="{92A0E51D-49DA-E539-4A66-A2079DD20A1B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6" name="!! 标题">
              <a:extLst>
                <a:ext uri="{FF2B5EF4-FFF2-40B4-BE49-F238E27FC236}">
                  <a16:creationId xmlns:a16="http://schemas.microsoft.com/office/drawing/2014/main" id="{790370DB-E1E4-D294-BA2C-7532E7AD78A6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标题</a:t>
              </a:r>
            </a:p>
          </p:txBody>
        </p:sp>
        <p:sp>
          <p:nvSpPr>
            <p:cNvPr id="7" name="!! 副标题">
              <a:extLst>
                <a:ext uri="{FF2B5EF4-FFF2-40B4-BE49-F238E27FC236}">
                  <a16:creationId xmlns:a16="http://schemas.microsoft.com/office/drawing/2014/main" id="{EAFA26E0-9DDD-B186-D076-493D86C30DED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副标题</a:t>
              </a:r>
            </a:p>
          </p:txBody>
        </p:sp>
      </p:grpSp>
      <p:sp>
        <p:nvSpPr>
          <p:cNvPr id="8" name="!! 按钮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5E58A48-7930-C570-310B-285DBA500AEE}"/>
              </a:ext>
            </a:extLst>
          </p:cNvPr>
          <p:cNvSpPr/>
          <p:nvPr/>
        </p:nvSpPr>
        <p:spPr>
          <a:xfrm>
            <a:off x="9507545" y="563121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强调按钮</a:t>
            </a:r>
          </a:p>
        </p:txBody>
      </p:sp>
      <p:sp>
        <p:nvSpPr>
          <p:cNvPr id="9" name="!! 返回">
            <a:hlinkClick r:id="rId4" action="ppaction://hlinksldjump"/>
            <a:extLst>
              <a:ext uri="{FF2B5EF4-FFF2-40B4-BE49-F238E27FC236}">
                <a16:creationId xmlns:a16="http://schemas.microsoft.com/office/drawing/2014/main" id="{D6E799BD-D024-6320-460E-2FB7DEE6FD3C}"/>
              </a:ext>
            </a:extLst>
          </p:cNvPr>
          <p:cNvSpPr/>
          <p:nvPr/>
        </p:nvSpPr>
        <p:spPr>
          <a:xfrm>
            <a:off x="9507545" y="1145069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次要按钮</a:t>
            </a:r>
          </a:p>
        </p:txBody>
      </p:sp>
      <p:grpSp>
        <p:nvGrpSpPr>
          <p:cNvPr id="10" name="!! 大标题">
            <a:extLst>
              <a:ext uri="{FF2B5EF4-FFF2-40B4-BE49-F238E27FC236}">
                <a16:creationId xmlns:a16="http://schemas.microsoft.com/office/drawing/2014/main" id="{23320455-370C-8A57-20CE-D1520395090C}"/>
              </a:ext>
            </a:extLst>
          </p:cNvPr>
          <p:cNvGrpSpPr/>
          <p:nvPr/>
        </p:nvGrpSpPr>
        <p:grpSpPr>
          <a:xfrm>
            <a:off x="9502474" y="4453759"/>
            <a:ext cx="1160605" cy="461665"/>
            <a:chOff x="3079753" y="1375827"/>
            <a:chExt cx="726902" cy="461665"/>
          </a:xfrm>
        </p:grpSpPr>
        <p:sp>
          <p:nvSpPr>
            <p:cNvPr id="11" name="!! 标题符">
              <a:extLst>
                <a:ext uri="{FF2B5EF4-FFF2-40B4-BE49-F238E27FC236}">
                  <a16:creationId xmlns:a16="http://schemas.microsoft.com/office/drawing/2014/main" id="{EBB6EE75-9D18-F84C-379E-1C8758B897B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!! 标题">
              <a:extLst>
                <a:ext uri="{FF2B5EF4-FFF2-40B4-BE49-F238E27FC236}">
                  <a16:creationId xmlns:a16="http://schemas.microsoft.com/office/drawing/2014/main" id="{83094075-49E1-AC8A-69AC-757CBA70B2BB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大标题</a:t>
              </a:r>
            </a:p>
          </p:txBody>
        </p:sp>
      </p:grpSp>
      <p:grpSp>
        <p:nvGrpSpPr>
          <p:cNvPr id="16" name="!! 顶部错误">
            <a:extLst>
              <a:ext uri="{FF2B5EF4-FFF2-40B4-BE49-F238E27FC236}">
                <a16:creationId xmlns:a16="http://schemas.microsoft.com/office/drawing/2014/main" id="{3FEAA996-D087-C023-17DE-791E3E15A3C6}"/>
              </a:ext>
            </a:extLst>
          </p:cNvPr>
          <p:cNvGrpSpPr/>
          <p:nvPr/>
        </p:nvGrpSpPr>
        <p:grpSpPr>
          <a:xfrm>
            <a:off x="5595091" y="1476568"/>
            <a:ext cx="3541817" cy="781669"/>
            <a:chOff x="6744289" y="1953066"/>
            <a:chExt cx="3541817" cy="781669"/>
          </a:xfrm>
        </p:grpSpPr>
        <p:sp>
          <p:nvSpPr>
            <p:cNvPr id="17" name="!! 背景">
              <a:extLst>
                <a:ext uri="{FF2B5EF4-FFF2-40B4-BE49-F238E27FC236}">
                  <a16:creationId xmlns:a16="http://schemas.microsoft.com/office/drawing/2014/main" id="{BB94669E-26D9-4A76-7242-58A1FA0590D4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28575">
              <a:solidFill>
                <a:schemeClr val="accent5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8" name="!! 标题">
              <a:extLst>
                <a:ext uri="{FF2B5EF4-FFF2-40B4-BE49-F238E27FC236}">
                  <a16:creationId xmlns:a16="http://schemas.microsoft.com/office/drawing/2014/main" id="{A3CF0E0D-D8A9-8EB3-3971-D647E42C03B5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标题</a:t>
              </a:r>
            </a:p>
          </p:txBody>
        </p:sp>
        <p:sp>
          <p:nvSpPr>
            <p:cNvPr id="22" name="!! 副标题">
              <a:extLst>
                <a:ext uri="{FF2B5EF4-FFF2-40B4-BE49-F238E27FC236}">
                  <a16:creationId xmlns:a16="http://schemas.microsoft.com/office/drawing/2014/main" id="{AAFDA4AD-1858-8144-B348-5571C06BD006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副标题</a:t>
              </a:r>
            </a:p>
          </p:txBody>
        </p:sp>
      </p:grpSp>
      <p:grpSp>
        <p:nvGrpSpPr>
          <p:cNvPr id="33" name="带按钮的提示框">
            <a:extLst>
              <a:ext uri="{FF2B5EF4-FFF2-40B4-BE49-F238E27FC236}">
                <a16:creationId xmlns:a16="http://schemas.microsoft.com/office/drawing/2014/main" id="{C3F8505E-7C32-8FAB-DD38-AF64F4098614}"/>
              </a:ext>
            </a:extLst>
          </p:cNvPr>
          <p:cNvGrpSpPr/>
          <p:nvPr/>
        </p:nvGrpSpPr>
        <p:grpSpPr>
          <a:xfrm>
            <a:off x="503073" y="1796572"/>
            <a:ext cx="4564916" cy="1666468"/>
            <a:chOff x="2912999" y="3341281"/>
            <a:chExt cx="4564916" cy="1666468"/>
          </a:xfrm>
        </p:grpSpPr>
        <p:sp>
          <p:nvSpPr>
            <p:cNvPr id="24" name="!! 弹窗">
              <a:extLst>
                <a:ext uri="{FF2B5EF4-FFF2-40B4-BE49-F238E27FC236}">
                  <a16:creationId xmlns:a16="http://schemas.microsoft.com/office/drawing/2014/main" id="{3811793A-6D36-4707-5EC9-01B5F56FEAEB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标题">
              <a:extLst>
                <a:ext uri="{FF2B5EF4-FFF2-40B4-BE49-F238E27FC236}">
                  <a16:creationId xmlns:a16="http://schemas.microsoft.com/office/drawing/2014/main" id="{06720A20-87A8-D9E2-FB45-D89B77C3F724}"/>
                </a:ext>
              </a:extLst>
            </p:cNvPr>
            <p:cNvSpPr txBox="1"/>
            <p:nvPr/>
          </p:nvSpPr>
          <p:spPr>
            <a:xfrm>
              <a:off x="4111918" y="3598355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26" name="副标题">
              <a:extLst>
                <a:ext uri="{FF2B5EF4-FFF2-40B4-BE49-F238E27FC236}">
                  <a16:creationId xmlns:a16="http://schemas.microsoft.com/office/drawing/2014/main" id="{6ACE7C96-A879-4B81-520C-0932AE427B4F}"/>
                </a:ext>
              </a:extLst>
            </p:cNvPr>
            <p:cNvSpPr txBox="1"/>
            <p:nvPr/>
          </p:nvSpPr>
          <p:spPr>
            <a:xfrm>
              <a:off x="4111918" y="3917013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27" name="!! 图标">
              <a:extLst>
                <a:ext uri="{FF2B5EF4-FFF2-40B4-BE49-F238E27FC236}">
                  <a16:creationId xmlns:a16="http://schemas.microsoft.com/office/drawing/2014/main" id="{48B24D1F-D366-56B2-CC46-2459852A1245}"/>
                </a:ext>
              </a:extLst>
            </p:cNvPr>
            <p:cNvSpPr/>
            <p:nvPr/>
          </p:nvSpPr>
          <p:spPr>
            <a:xfrm>
              <a:off x="3357131" y="3664151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1" name="矩形: 圆角 30">
              <a:hlinkClick r:id="" action="ppaction://noaction"/>
              <a:extLst>
                <a:ext uri="{FF2B5EF4-FFF2-40B4-BE49-F238E27FC236}">
                  <a16:creationId xmlns:a16="http://schemas.microsoft.com/office/drawing/2014/main" id="{775723E6-BACB-AEB4-A627-CFDCD8919820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2" name="矩形: 圆角 31">
              <a:hlinkClick r:id="" action="ppaction://noaction"/>
              <a:extLst>
                <a:ext uri="{FF2B5EF4-FFF2-40B4-BE49-F238E27FC236}">
                  <a16:creationId xmlns:a16="http://schemas.microsoft.com/office/drawing/2014/main" id="{C7B478A5-0622-264F-498D-4F952B2B1946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</p:grpSp>
      <p:grpSp>
        <p:nvGrpSpPr>
          <p:cNvPr id="43" name="!! 带输入框的提示框">
            <a:extLst>
              <a:ext uri="{FF2B5EF4-FFF2-40B4-BE49-F238E27FC236}">
                <a16:creationId xmlns:a16="http://schemas.microsoft.com/office/drawing/2014/main" id="{25AD1416-ED9E-BE7E-BB54-B4B13916F55A}"/>
              </a:ext>
            </a:extLst>
          </p:cNvPr>
          <p:cNvGrpSpPr/>
          <p:nvPr/>
        </p:nvGrpSpPr>
        <p:grpSpPr>
          <a:xfrm>
            <a:off x="503073" y="3600144"/>
            <a:ext cx="4564916" cy="2137716"/>
            <a:chOff x="503073" y="3600144"/>
            <a:chExt cx="4564916" cy="2137716"/>
          </a:xfrm>
        </p:grpSpPr>
        <p:sp>
          <p:nvSpPr>
            <p:cNvPr id="35" name="!! 弹窗">
              <a:extLst>
                <a:ext uri="{FF2B5EF4-FFF2-40B4-BE49-F238E27FC236}">
                  <a16:creationId xmlns:a16="http://schemas.microsoft.com/office/drawing/2014/main" id="{0B41555A-D8F5-7AE8-A923-B8AB6E85C36C}"/>
                </a:ext>
              </a:extLst>
            </p:cNvPr>
            <p:cNvSpPr/>
            <p:nvPr/>
          </p:nvSpPr>
          <p:spPr>
            <a:xfrm>
              <a:off x="503073" y="3600144"/>
              <a:ext cx="4564916" cy="2137716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标题">
              <a:extLst>
                <a:ext uri="{FF2B5EF4-FFF2-40B4-BE49-F238E27FC236}">
                  <a16:creationId xmlns:a16="http://schemas.microsoft.com/office/drawing/2014/main" id="{182A1699-2718-AA58-0266-15781B5DDD17}"/>
                </a:ext>
              </a:extLst>
            </p:cNvPr>
            <p:cNvSpPr txBox="1"/>
            <p:nvPr/>
          </p:nvSpPr>
          <p:spPr>
            <a:xfrm>
              <a:off x="1701992" y="3857219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37" name="副标题">
              <a:extLst>
                <a:ext uri="{FF2B5EF4-FFF2-40B4-BE49-F238E27FC236}">
                  <a16:creationId xmlns:a16="http://schemas.microsoft.com/office/drawing/2014/main" id="{C27593F4-7922-8C9E-BA04-F11015239BB7}"/>
                </a:ext>
              </a:extLst>
            </p:cNvPr>
            <p:cNvSpPr txBox="1"/>
            <p:nvPr/>
          </p:nvSpPr>
          <p:spPr>
            <a:xfrm>
              <a:off x="1701992" y="4175877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8" name="!! 图标">
              <a:extLst>
                <a:ext uri="{FF2B5EF4-FFF2-40B4-BE49-F238E27FC236}">
                  <a16:creationId xmlns:a16="http://schemas.microsoft.com/office/drawing/2014/main" id="{4265D6A8-732C-F12F-CD3C-EFFB4BFCC449}"/>
                </a:ext>
              </a:extLst>
            </p:cNvPr>
            <p:cNvSpPr/>
            <p:nvPr/>
          </p:nvSpPr>
          <p:spPr>
            <a:xfrm>
              <a:off x="947205" y="3923015"/>
              <a:ext cx="602974" cy="60297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9" name="矩形: 圆角 38">
              <a:hlinkClick r:id="" action="ppaction://noaction"/>
              <a:extLst>
                <a:ext uri="{FF2B5EF4-FFF2-40B4-BE49-F238E27FC236}">
                  <a16:creationId xmlns:a16="http://schemas.microsoft.com/office/drawing/2014/main" id="{D3338296-B41F-50A8-F5FE-5D00E279081D}"/>
                </a:ext>
              </a:extLst>
            </p:cNvPr>
            <p:cNvSpPr/>
            <p:nvPr/>
          </p:nvSpPr>
          <p:spPr>
            <a:xfrm>
              <a:off x="3704300" y="519647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0" name="矩形: 圆角 39">
              <a:hlinkClick r:id="" action="ppaction://noaction"/>
              <a:extLst>
                <a:ext uri="{FF2B5EF4-FFF2-40B4-BE49-F238E27FC236}">
                  <a16:creationId xmlns:a16="http://schemas.microsoft.com/office/drawing/2014/main" id="{1F2467BF-31D5-96AA-8D79-781E2C34C527}"/>
                </a:ext>
              </a:extLst>
            </p:cNvPr>
            <p:cNvSpPr/>
            <p:nvPr/>
          </p:nvSpPr>
          <p:spPr>
            <a:xfrm>
              <a:off x="2441842" y="519324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5D5E0815-1D6E-FC51-783A-3ACD0AAB0163}"/>
                </a:ext>
              </a:extLst>
            </p:cNvPr>
            <p:cNvSpPr/>
            <p:nvPr/>
          </p:nvSpPr>
          <p:spPr>
            <a:xfrm>
              <a:off x="947205" y="4708371"/>
              <a:ext cx="3882429" cy="305722"/>
            </a:xfrm>
            <a:prstGeom prst="roundRect">
              <a:avLst/>
            </a:prstGeom>
            <a:solidFill>
              <a:schemeClr val="bg2"/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bg1">
                      <a:lumMod val="75000"/>
                    </a:schemeClr>
                  </a:solidFill>
                </a:rPr>
                <a:t>输入框</a:t>
              </a:r>
            </a:p>
          </p:txBody>
        </p:sp>
      </p:grpSp>
      <p:sp>
        <p:nvSpPr>
          <p:cNvPr id="48" name="!! 输入框">
            <a:extLst>
              <a:ext uri="{FF2B5EF4-FFF2-40B4-BE49-F238E27FC236}">
                <a16:creationId xmlns:a16="http://schemas.microsoft.com/office/drawing/2014/main" id="{C4FDA68A-A7F3-5292-D379-2AD5002D380C}"/>
              </a:ext>
            </a:extLst>
          </p:cNvPr>
          <p:cNvSpPr/>
          <p:nvPr/>
        </p:nvSpPr>
        <p:spPr>
          <a:xfrm>
            <a:off x="9507544" y="5341537"/>
            <a:ext cx="2359488" cy="392193"/>
          </a:xfrm>
          <a:prstGeom prst="roundRect">
            <a:avLst>
              <a:gd name="adj" fmla="val 20553"/>
            </a:avLst>
          </a:prstGeom>
          <a:solidFill>
            <a:schemeClr val="bg2"/>
          </a:solidFill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CN" altLang="en-US" sz="1200" dirty="0">
                <a:solidFill>
                  <a:schemeClr val="bg1">
                    <a:lumMod val="75000"/>
                  </a:schemeClr>
                </a:solidFill>
              </a:rPr>
              <a:t>输入框</a:t>
            </a:r>
          </a:p>
        </p:txBody>
      </p:sp>
      <p:grpSp>
        <p:nvGrpSpPr>
          <p:cNvPr id="51" name="!! 选择列表">
            <a:extLst>
              <a:ext uri="{FF2B5EF4-FFF2-40B4-BE49-F238E27FC236}">
                <a16:creationId xmlns:a16="http://schemas.microsoft.com/office/drawing/2014/main" id="{056FCF04-DEB7-4D85-5E66-FDFAB34001C7}"/>
              </a:ext>
            </a:extLst>
          </p:cNvPr>
          <p:cNvGrpSpPr/>
          <p:nvPr/>
        </p:nvGrpSpPr>
        <p:grpSpPr>
          <a:xfrm>
            <a:off x="5595090" y="2442358"/>
            <a:ext cx="3541817" cy="3295501"/>
            <a:chOff x="5595090" y="2442358"/>
            <a:chExt cx="3541817" cy="3295501"/>
          </a:xfrm>
        </p:grpSpPr>
        <p:sp>
          <p:nvSpPr>
            <p:cNvPr id="44" name="!! 背景板">
              <a:extLst>
                <a:ext uri="{FF2B5EF4-FFF2-40B4-BE49-F238E27FC236}">
                  <a16:creationId xmlns:a16="http://schemas.microsoft.com/office/drawing/2014/main" id="{D9A060EF-78EC-04DC-5B41-29D88D27BB37}"/>
                </a:ext>
              </a:extLst>
            </p:cNvPr>
            <p:cNvSpPr/>
            <p:nvPr/>
          </p:nvSpPr>
          <p:spPr>
            <a:xfrm>
              <a:off x="5595090" y="2442358"/>
              <a:ext cx="3541817" cy="3295501"/>
            </a:xfrm>
            <a:prstGeom prst="roundRect">
              <a:avLst>
                <a:gd name="adj" fmla="val 4577"/>
              </a:avLst>
            </a:prstGeom>
            <a:solidFill>
              <a:schemeClr val="bg1"/>
            </a:solidFill>
            <a:ln>
              <a:noFill/>
            </a:ln>
            <a:effectLst>
              <a:outerShdw blurRad="2032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!! 选中">
              <a:extLst>
                <a:ext uri="{FF2B5EF4-FFF2-40B4-BE49-F238E27FC236}">
                  <a16:creationId xmlns:a16="http://schemas.microsoft.com/office/drawing/2014/main" id="{73278A5D-6171-AD33-5EA0-68BA9C000AD9}"/>
                </a:ext>
              </a:extLst>
            </p:cNvPr>
            <p:cNvSpPr/>
            <p:nvPr/>
          </p:nvSpPr>
          <p:spPr>
            <a:xfrm>
              <a:off x="5867995" y="3124217"/>
              <a:ext cx="2996006" cy="457924"/>
            </a:xfrm>
            <a:prstGeom prst="roundRect">
              <a:avLst>
                <a:gd name="adj" fmla="val 22880"/>
              </a:avLst>
            </a:prstGeom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/>
                <a:t>选中</a:t>
              </a:r>
            </a:p>
          </p:txBody>
        </p:sp>
        <p:sp>
          <p:nvSpPr>
            <p:cNvPr id="46" name="!! 未选中">
              <a:extLst>
                <a:ext uri="{FF2B5EF4-FFF2-40B4-BE49-F238E27FC236}">
                  <a16:creationId xmlns:a16="http://schemas.microsoft.com/office/drawing/2014/main" id="{A044792F-671E-8E45-01AB-E6F114902B48}"/>
                </a:ext>
              </a:extLst>
            </p:cNvPr>
            <p:cNvSpPr/>
            <p:nvPr/>
          </p:nvSpPr>
          <p:spPr>
            <a:xfrm>
              <a:off x="5877446" y="3718627"/>
              <a:ext cx="2996006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solidFill>
                <a:schemeClr val="bg1">
                  <a:lumMod val="90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/>
                  </a:solidFill>
                </a:rPr>
                <a:t>未选中</a:t>
              </a:r>
            </a:p>
          </p:txBody>
        </p:sp>
        <p:sp>
          <p:nvSpPr>
            <p:cNvPr id="47" name="!! 不可用">
              <a:extLst>
                <a:ext uri="{FF2B5EF4-FFF2-40B4-BE49-F238E27FC236}">
                  <a16:creationId xmlns:a16="http://schemas.microsoft.com/office/drawing/2014/main" id="{E311D389-8D2B-B168-7826-9B794B2B4CAF}"/>
                </a:ext>
              </a:extLst>
            </p:cNvPr>
            <p:cNvSpPr/>
            <p:nvPr/>
          </p:nvSpPr>
          <p:spPr>
            <a:xfrm>
              <a:off x="5877446" y="4309095"/>
              <a:ext cx="2996006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不可用</a:t>
              </a:r>
            </a:p>
          </p:txBody>
        </p:sp>
        <p:sp>
          <p:nvSpPr>
            <p:cNvPr id="50" name="文本框 49">
              <a:extLst>
                <a:ext uri="{FF2B5EF4-FFF2-40B4-BE49-F238E27FC236}">
                  <a16:creationId xmlns:a16="http://schemas.microsoft.com/office/drawing/2014/main" id="{2F303988-AAA3-D8CE-E564-A6D9DDC5FBDC}"/>
                </a:ext>
              </a:extLst>
            </p:cNvPr>
            <p:cNvSpPr txBox="1"/>
            <p:nvPr/>
          </p:nvSpPr>
          <p:spPr>
            <a:xfrm>
              <a:off x="5859528" y="2663624"/>
              <a:ext cx="213706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/>
                <a:t>列表名（可选）</a:t>
              </a:r>
            </a:p>
          </p:txBody>
        </p:sp>
      </p:grpSp>
      <p:grpSp>
        <p:nvGrpSpPr>
          <p:cNvPr id="54" name="!! load">
            <a:extLst>
              <a:ext uri="{FF2B5EF4-FFF2-40B4-BE49-F238E27FC236}">
                <a16:creationId xmlns:a16="http://schemas.microsoft.com/office/drawing/2014/main" id="{EC294FFD-D529-38FA-EF26-1F5E34348EC9}"/>
              </a:ext>
            </a:extLst>
          </p:cNvPr>
          <p:cNvGrpSpPr/>
          <p:nvPr/>
        </p:nvGrpSpPr>
        <p:grpSpPr>
          <a:xfrm>
            <a:off x="11382596" y="2378518"/>
            <a:ext cx="245532" cy="245532"/>
            <a:chOff x="7349534" y="4722202"/>
            <a:chExt cx="279398" cy="279398"/>
          </a:xfrm>
        </p:grpSpPr>
        <p:sp>
          <p:nvSpPr>
            <p:cNvPr id="55" name="弧形 54">
              <a:extLst>
                <a:ext uri="{FF2B5EF4-FFF2-40B4-BE49-F238E27FC236}">
                  <a16:creationId xmlns:a16="http://schemas.microsoft.com/office/drawing/2014/main" id="{A711C09C-922D-C512-F70E-74E970E78050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6" name="弧形 55">
              <a:extLst>
                <a:ext uri="{FF2B5EF4-FFF2-40B4-BE49-F238E27FC236}">
                  <a16:creationId xmlns:a16="http://schemas.microsoft.com/office/drawing/2014/main" id="{008987E4-3B5B-1E42-4C21-DA3824FA717C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57" name="!! 检测">
            <a:extLst>
              <a:ext uri="{FF2B5EF4-FFF2-40B4-BE49-F238E27FC236}">
                <a16:creationId xmlns:a16="http://schemas.microsoft.com/office/drawing/2014/main" id="{6038F025-F48A-0765-AC31-3AECC2373A42}"/>
              </a:ext>
            </a:extLst>
          </p:cNvPr>
          <p:cNvSpPr txBox="1"/>
          <p:nvPr/>
        </p:nvSpPr>
        <p:spPr>
          <a:xfrm>
            <a:off x="10988874" y="2671812"/>
            <a:ext cx="10697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提示文字</a:t>
            </a:r>
          </a:p>
        </p:txBody>
      </p:sp>
      <p:sp>
        <p:nvSpPr>
          <p:cNvPr id="65" name="!! 开关1">
            <a:extLst>
              <a:ext uri="{FF2B5EF4-FFF2-40B4-BE49-F238E27FC236}">
                <a16:creationId xmlns:a16="http://schemas.microsoft.com/office/drawing/2014/main" id="{14C3BD2B-BC67-8CF0-AF98-EB8F3238C3DA}"/>
              </a:ext>
            </a:extLst>
          </p:cNvPr>
          <p:cNvSpPr/>
          <p:nvPr/>
        </p:nvSpPr>
        <p:spPr>
          <a:xfrm>
            <a:off x="9541226" y="229742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75" name="!! 单选框2">
            <a:extLst>
              <a:ext uri="{FF2B5EF4-FFF2-40B4-BE49-F238E27FC236}">
                <a16:creationId xmlns:a16="http://schemas.microsoft.com/office/drawing/2014/main" id="{1A67FFD2-8F03-337C-47EE-BFEF9B1E6697}"/>
              </a:ext>
            </a:extLst>
          </p:cNvPr>
          <p:cNvGrpSpPr/>
          <p:nvPr/>
        </p:nvGrpSpPr>
        <p:grpSpPr>
          <a:xfrm>
            <a:off x="9507544" y="3199695"/>
            <a:ext cx="2610106" cy="307777"/>
            <a:chOff x="6879497" y="3107891"/>
            <a:chExt cx="2610106" cy="307777"/>
          </a:xfrm>
        </p:grpSpPr>
        <p:sp>
          <p:nvSpPr>
            <p:cNvPr id="76" name="!! 单选框1">
              <a:extLst>
                <a:ext uri="{FF2B5EF4-FFF2-40B4-BE49-F238E27FC236}">
                  <a16:creationId xmlns:a16="http://schemas.microsoft.com/office/drawing/2014/main" id="{709A4B26-A72D-AA43-8791-AAA38A834CD2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77" name="!! 单选文本">
              <a:extLst>
                <a:ext uri="{FF2B5EF4-FFF2-40B4-BE49-F238E27FC236}">
                  <a16:creationId xmlns:a16="http://schemas.microsoft.com/office/drawing/2014/main" id="{A93A3948-AA1F-0B07-8764-8A479A9B73E2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未选</a:t>
              </a:r>
            </a:p>
          </p:txBody>
        </p:sp>
      </p:grpSp>
      <p:grpSp>
        <p:nvGrpSpPr>
          <p:cNvPr id="78" name="!! 单选框 3">
            <a:extLst>
              <a:ext uri="{FF2B5EF4-FFF2-40B4-BE49-F238E27FC236}">
                <a16:creationId xmlns:a16="http://schemas.microsoft.com/office/drawing/2014/main" id="{295D1D78-F84D-A27E-C645-2E96029391F8}"/>
              </a:ext>
            </a:extLst>
          </p:cNvPr>
          <p:cNvGrpSpPr/>
          <p:nvPr/>
        </p:nvGrpSpPr>
        <p:grpSpPr>
          <a:xfrm>
            <a:off x="9507544" y="3463876"/>
            <a:ext cx="2610106" cy="307777"/>
            <a:chOff x="6879497" y="3889843"/>
            <a:chExt cx="2610106" cy="307777"/>
          </a:xfrm>
        </p:grpSpPr>
        <p:sp>
          <p:nvSpPr>
            <p:cNvPr id="79" name="!! 单选框1">
              <a:extLst>
                <a:ext uri="{FF2B5EF4-FFF2-40B4-BE49-F238E27FC236}">
                  <a16:creationId xmlns:a16="http://schemas.microsoft.com/office/drawing/2014/main" id="{E8F22850-5185-313D-ED67-11A17D5485F8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0" name="!! 单选文本">
              <a:extLst>
                <a:ext uri="{FF2B5EF4-FFF2-40B4-BE49-F238E27FC236}">
                  <a16:creationId xmlns:a16="http://schemas.microsoft.com/office/drawing/2014/main" id="{EE23C55D-21F9-D3E8-9381-318D16D96D1F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已选</a:t>
              </a:r>
            </a:p>
          </p:txBody>
        </p:sp>
        <p:sp>
          <p:nvSpPr>
            <p:cNvPr id="81" name="椭圆 80">
              <a:extLst>
                <a:ext uri="{FF2B5EF4-FFF2-40B4-BE49-F238E27FC236}">
                  <a16:creationId xmlns:a16="http://schemas.microsoft.com/office/drawing/2014/main" id="{858C22AC-F35C-FC6C-F232-8D0985D4EBEC}"/>
                </a:ext>
              </a:extLst>
            </p:cNvPr>
            <p:cNvSpPr/>
            <p:nvPr/>
          </p:nvSpPr>
          <p:spPr>
            <a:xfrm>
              <a:off x="6916111" y="3985955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82" name="!! 单选框2">
            <a:extLst>
              <a:ext uri="{FF2B5EF4-FFF2-40B4-BE49-F238E27FC236}">
                <a16:creationId xmlns:a16="http://schemas.microsoft.com/office/drawing/2014/main" id="{446B63E9-0E60-F445-E4FB-4CD7466A25A3}"/>
              </a:ext>
            </a:extLst>
          </p:cNvPr>
          <p:cNvGrpSpPr/>
          <p:nvPr/>
        </p:nvGrpSpPr>
        <p:grpSpPr>
          <a:xfrm>
            <a:off x="9507544" y="3742877"/>
            <a:ext cx="2610106" cy="307777"/>
            <a:chOff x="6879497" y="3107891"/>
            <a:chExt cx="2610106" cy="307777"/>
          </a:xfrm>
        </p:grpSpPr>
        <p:sp>
          <p:nvSpPr>
            <p:cNvPr id="83" name="!! 单选框1">
              <a:extLst>
                <a:ext uri="{FF2B5EF4-FFF2-40B4-BE49-F238E27FC236}">
                  <a16:creationId xmlns:a16="http://schemas.microsoft.com/office/drawing/2014/main" id="{17C5758B-DEB1-F654-C4B5-D3920EBF44A4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4" name="!! 单选文本">
              <a:extLst>
                <a:ext uri="{FF2B5EF4-FFF2-40B4-BE49-F238E27FC236}">
                  <a16:creationId xmlns:a16="http://schemas.microsoft.com/office/drawing/2014/main" id="{FDF38021-E0CA-6AB8-96AD-2B2A3F155398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未选禁用</a:t>
              </a:r>
            </a:p>
          </p:txBody>
        </p:sp>
      </p:grpSp>
      <p:grpSp>
        <p:nvGrpSpPr>
          <p:cNvPr id="85" name="!! 单选框 3">
            <a:extLst>
              <a:ext uri="{FF2B5EF4-FFF2-40B4-BE49-F238E27FC236}">
                <a16:creationId xmlns:a16="http://schemas.microsoft.com/office/drawing/2014/main" id="{D67AA418-608A-F259-EDFB-43243C6BEA46}"/>
              </a:ext>
            </a:extLst>
          </p:cNvPr>
          <p:cNvGrpSpPr/>
          <p:nvPr/>
        </p:nvGrpSpPr>
        <p:grpSpPr>
          <a:xfrm>
            <a:off x="9507544" y="4007058"/>
            <a:ext cx="2610106" cy="307777"/>
            <a:chOff x="6879497" y="3889843"/>
            <a:chExt cx="2610106" cy="307777"/>
          </a:xfrm>
        </p:grpSpPr>
        <p:sp>
          <p:nvSpPr>
            <p:cNvPr id="86" name="!! 单选框1">
              <a:extLst>
                <a:ext uri="{FF2B5EF4-FFF2-40B4-BE49-F238E27FC236}">
                  <a16:creationId xmlns:a16="http://schemas.microsoft.com/office/drawing/2014/main" id="{E7F4CB15-64C2-07B3-CAAA-BE174072C24C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7" name="!! 单选文本">
              <a:extLst>
                <a:ext uri="{FF2B5EF4-FFF2-40B4-BE49-F238E27FC236}">
                  <a16:creationId xmlns:a16="http://schemas.microsoft.com/office/drawing/2014/main" id="{A8AD38CA-5D7D-E2EB-0740-6FB2146CC0E3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已选禁用</a:t>
              </a:r>
            </a:p>
          </p:txBody>
        </p:sp>
        <p:sp>
          <p:nvSpPr>
            <p:cNvPr id="88" name="椭圆 87">
              <a:extLst>
                <a:ext uri="{FF2B5EF4-FFF2-40B4-BE49-F238E27FC236}">
                  <a16:creationId xmlns:a16="http://schemas.microsoft.com/office/drawing/2014/main" id="{7D1E26D7-120C-DD4D-7D8B-A40D7A5B5B0F}"/>
                </a:ext>
              </a:extLst>
            </p:cNvPr>
            <p:cNvSpPr/>
            <p:nvPr/>
          </p:nvSpPr>
          <p:spPr>
            <a:xfrm>
              <a:off x="6916111" y="3985955"/>
              <a:ext cx="115555" cy="115555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89" name="!! 副标题">
            <a:extLst>
              <a:ext uri="{FF2B5EF4-FFF2-40B4-BE49-F238E27FC236}">
                <a16:creationId xmlns:a16="http://schemas.microsoft.com/office/drawing/2014/main" id="{F937FD0C-C645-9BC9-14A9-61CC38F3421E}"/>
              </a:ext>
            </a:extLst>
          </p:cNvPr>
          <p:cNvSpPr txBox="1"/>
          <p:nvPr/>
        </p:nvSpPr>
        <p:spPr>
          <a:xfrm>
            <a:off x="9459126" y="4943379"/>
            <a:ext cx="240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副标题</a:t>
            </a:r>
          </a:p>
        </p:txBody>
      </p:sp>
      <p:sp>
        <p:nvSpPr>
          <p:cNvPr id="90" name="!! Leaf">
            <a:extLst>
              <a:ext uri="{FF2B5EF4-FFF2-40B4-BE49-F238E27FC236}">
                <a16:creationId xmlns:a16="http://schemas.microsoft.com/office/drawing/2014/main" id="{D70199EB-01D7-5406-6596-94C54D902102}"/>
              </a:ext>
            </a:extLst>
          </p:cNvPr>
          <p:cNvSpPr/>
          <p:nvPr/>
        </p:nvSpPr>
        <p:spPr>
          <a:xfrm>
            <a:off x="11138690" y="3173063"/>
            <a:ext cx="762000" cy="762000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1" name="!! Leaf">
            <a:extLst>
              <a:ext uri="{FF2B5EF4-FFF2-40B4-BE49-F238E27FC236}">
                <a16:creationId xmlns:a16="http://schemas.microsoft.com/office/drawing/2014/main" id="{4AA9F84C-438B-21F6-A989-A9603CF26499}"/>
              </a:ext>
            </a:extLst>
          </p:cNvPr>
          <p:cNvSpPr/>
          <p:nvPr/>
        </p:nvSpPr>
        <p:spPr>
          <a:xfrm>
            <a:off x="11131078" y="3923015"/>
            <a:ext cx="762000" cy="762000"/>
          </a:xfrm>
          <a:prstGeom prst="ellipse">
            <a:avLst/>
          </a:pr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92" name="!! 禁用按钮">
            <a:extLst>
              <a:ext uri="{FF2B5EF4-FFF2-40B4-BE49-F238E27FC236}">
                <a16:creationId xmlns:a16="http://schemas.microsoft.com/office/drawing/2014/main" id="{AEC38742-094E-6D8B-ACF3-1438A955CD03}"/>
              </a:ext>
            </a:extLst>
          </p:cNvPr>
          <p:cNvSpPr/>
          <p:nvPr/>
        </p:nvSpPr>
        <p:spPr>
          <a:xfrm>
            <a:off x="9507543" y="16659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禁用按钮</a:t>
            </a: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084C6977-90E3-98EA-52A9-D3B1BD111178}"/>
              </a:ext>
            </a:extLst>
          </p:cNvPr>
          <p:cNvSpPr txBox="1"/>
          <p:nvPr/>
        </p:nvSpPr>
        <p:spPr>
          <a:xfrm>
            <a:off x="1248692" y="6016742"/>
            <a:ext cx="51138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3600" dirty="0">
                <a:solidFill>
                  <a:schemeClr val="bg2"/>
                </a:solidFill>
              </a:rPr>
              <a:t>Leaf Design</a:t>
            </a:r>
            <a:endParaRPr lang="zh-CN" altLang="en-US" sz="3600" dirty="0">
              <a:solidFill>
                <a:schemeClr val="bg2"/>
              </a:solidFill>
            </a:endParaRPr>
          </a:p>
        </p:txBody>
      </p:sp>
      <p:sp>
        <p:nvSpPr>
          <p:cNvPr id="94" name="!! Leaf">
            <a:extLst>
              <a:ext uri="{FF2B5EF4-FFF2-40B4-BE49-F238E27FC236}">
                <a16:creationId xmlns:a16="http://schemas.microsoft.com/office/drawing/2014/main" id="{EBB3BF2F-F56A-B48A-F806-B24CA9A2B7FA}"/>
              </a:ext>
            </a:extLst>
          </p:cNvPr>
          <p:cNvSpPr/>
          <p:nvPr/>
        </p:nvSpPr>
        <p:spPr>
          <a:xfrm>
            <a:off x="641748" y="6051227"/>
            <a:ext cx="610914" cy="610914"/>
          </a:xfrm>
          <a:prstGeom prst="ellipse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" name="!! 按钮背景">
            <a:extLst>
              <a:ext uri="{FF2B5EF4-FFF2-40B4-BE49-F238E27FC236}">
                <a16:creationId xmlns:a16="http://schemas.microsoft.com/office/drawing/2014/main" id="{4A7B19C1-8076-841C-608A-63070268426C}"/>
              </a:ext>
            </a:extLst>
          </p:cNvPr>
          <p:cNvSpPr/>
          <p:nvPr/>
        </p:nvSpPr>
        <p:spPr>
          <a:xfrm>
            <a:off x="9557920" y="2311989"/>
            <a:ext cx="384048" cy="206561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8" name="!! 按钮">
            <a:extLst>
              <a:ext uri="{FF2B5EF4-FFF2-40B4-BE49-F238E27FC236}">
                <a16:creationId xmlns:a16="http://schemas.microsoft.com/office/drawing/2014/main" id="{CC9E2608-A6E8-2390-60B0-65028DA0B43B}"/>
              </a:ext>
            </a:extLst>
          </p:cNvPr>
          <p:cNvSpPr/>
          <p:nvPr/>
        </p:nvSpPr>
        <p:spPr>
          <a:xfrm>
            <a:off x="9765389" y="2343804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!! 按钮背景">
            <a:extLst>
              <a:ext uri="{FF2B5EF4-FFF2-40B4-BE49-F238E27FC236}">
                <a16:creationId xmlns:a16="http://schemas.microsoft.com/office/drawing/2014/main" id="{C6B553AA-16B6-F3C9-CEB8-D3742E1EEF24}"/>
              </a:ext>
            </a:extLst>
          </p:cNvPr>
          <p:cNvSpPr/>
          <p:nvPr/>
        </p:nvSpPr>
        <p:spPr>
          <a:xfrm>
            <a:off x="9557920" y="2559552"/>
            <a:ext cx="384048" cy="206561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!! 按钮">
            <a:extLst>
              <a:ext uri="{FF2B5EF4-FFF2-40B4-BE49-F238E27FC236}">
                <a16:creationId xmlns:a16="http://schemas.microsoft.com/office/drawing/2014/main" id="{5C6EACB4-5DFD-1FC9-A8B9-3667783353C9}"/>
              </a:ext>
            </a:extLst>
          </p:cNvPr>
          <p:cNvSpPr/>
          <p:nvPr/>
        </p:nvSpPr>
        <p:spPr>
          <a:xfrm>
            <a:off x="9588247" y="2590545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4" name="!! 按钮背景">
            <a:extLst>
              <a:ext uri="{FF2B5EF4-FFF2-40B4-BE49-F238E27FC236}">
                <a16:creationId xmlns:a16="http://schemas.microsoft.com/office/drawing/2014/main" id="{80A95C0A-4DF9-C0D7-2D13-FB4D282E3EE1}"/>
              </a:ext>
            </a:extLst>
          </p:cNvPr>
          <p:cNvSpPr/>
          <p:nvPr/>
        </p:nvSpPr>
        <p:spPr>
          <a:xfrm>
            <a:off x="10076536" y="2559068"/>
            <a:ext cx="384048" cy="206561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42" name="!! 按钮">
            <a:extLst>
              <a:ext uri="{FF2B5EF4-FFF2-40B4-BE49-F238E27FC236}">
                <a16:creationId xmlns:a16="http://schemas.microsoft.com/office/drawing/2014/main" id="{01D7AEA4-D11F-C876-7758-9CC0120ADBAE}"/>
              </a:ext>
            </a:extLst>
          </p:cNvPr>
          <p:cNvSpPr/>
          <p:nvPr/>
        </p:nvSpPr>
        <p:spPr>
          <a:xfrm>
            <a:off x="10106863" y="2590061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0" name="!! 按钮背景">
            <a:extLst>
              <a:ext uri="{FF2B5EF4-FFF2-40B4-BE49-F238E27FC236}">
                <a16:creationId xmlns:a16="http://schemas.microsoft.com/office/drawing/2014/main" id="{1490C775-B539-5913-A805-DE2D68D7CD29}"/>
              </a:ext>
            </a:extLst>
          </p:cNvPr>
          <p:cNvSpPr/>
          <p:nvPr/>
        </p:nvSpPr>
        <p:spPr>
          <a:xfrm>
            <a:off x="10076536" y="2312243"/>
            <a:ext cx="384048" cy="206561"/>
          </a:xfrm>
          <a:prstGeom prst="roundRect">
            <a:avLst>
              <a:gd name="adj" fmla="val 5000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!! 按钮">
            <a:extLst>
              <a:ext uri="{FF2B5EF4-FFF2-40B4-BE49-F238E27FC236}">
                <a16:creationId xmlns:a16="http://schemas.microsoft.com/office/drawing/2014/main" id="{F66F3B59-EDE1-9546-A105-1D3F8E6BD6F4}"/>
              </a:ext>
            </a:extLst>
          </p:cNvPr>
          <p:cNvSpPr/>
          <p:nvPr/>
        </p:nvSpPr>
        <p:spPr>
          <a:xfrm>
            <a:off x="10284005" y="2344058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059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1" dur="5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21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22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500"/>
                            </p:stCondLst>
                            <p:childTnLst>
                              <p:par>
                                <p:cTn id="36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4518B7-C6AD-4B59-2F34-ADD7D16BC9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!! 无图标提示框">
            <a:extLst>
              <a:ext uri="{FF2B5EF4-FFF2-40B4-BE49-F238E27FC236}">
                <a16:creationId xmlns:a16="http://schemas.microsoft.com/office/drawing/2014/main" id="{CA55B8D6-C3B3-B303-E029-2C41065702B9}"/>
              </a:ext>
            </a:extLst>
          </p:cNvPr>
          <p:cNvGrpSpPr/>
          <p:nvPr/>
        </p:nvGrpSpPr>
        <p:grpSpPr>
          <a:xfrm>
            <a:off x="503073" y="423333"/>
            <a:ext cx="4564916" cy="1236134"/>
            <a:chOff x="3813540" y="2810933"/>
            <a:chExt cx="4564916" cy="1236134"/>
          </a:xfrm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EE5DA6B0-E183-02D8-EC7C-F65B501884C8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A789AC1E-94EA-923F-8906-CCD48D4EBF00}"/>
                </a:ext>
              </a:extLst>
            </p:cNvPr>
            <p:cNvSpPr txBox="1"/>
            <p:nvPr/>
          </p:nvSpPr>
          <p:spPr>
            <a:xfrm>
              <a:off x="4215337" y="3054118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9" name="副标题">
              <a:extLst>
                <a:ext uri="{FF2B5EF4-FFF2-40B4-BE49-F238E27FC236}">
                  <a16:creationId xmlns:a16="http://schemas.microsoft.com/office/drawing/2014/main" id="{F68C6556-28D9-3F77-4801-6BB60C4420E7}"/>
                </a:ext>
              </a:extLst>
            </p:cNvPr>
            <p:cNvSpPr txBox="1"/>
            <p:nvPr/>
          </p:nvSpPr>
          <p:spPr>
            <a:xfrm>
              <a:off x="4215337" y="337277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</p:grpSp>
      <p:grpSp>
        <p:nvGrpSpPr>
          <p:cNvPr id="33" name="带按钮的无图标提示框">
            <a:extLst>
              <a:ext uri="{FF2B5EF4-FFF2-40B4-BE49-F238E27FC236}">
                <a16:creationId xmlns:a16="http://schemas.microsoft.com/office/drawing/2014/main" id="{C7271355-74B0-A4B7-3ECF-55447E61709A}"/>
              </a:ext>
            </a:extLst>
          </p:cNvPr>
          <p:cNvGrpSpPr/>
          <p:nvPr/>
        </p:nvGrpSpPr>
        <p:grpSpPr>
          <a:xfrm>
            <a:off x="503073" y="1796572"/>
            <a:ext cx="4564916" cy="1666468"/>
            <a:chOff x="2912999" y="3341281"/>
            <a:chExt cx="4564916" cy="1666468"/>
          </a:xfrm>
        </p:grpSpPr>
        <p:sp>
          <p:nvSpPr>
            <p:cNvPr id="24" name="!! 弹窗">
              <a:extLst>
                <a:ext uri="{FF2B5EF4-FFF2-40B4-BE49-F238E27FC236}">
                  <a16:creationId xmlns:a16="http://schemas.microsoft.com/office/drawing/2014/main" id="{F06B88C5-63A0-CA76-786A-0ECE31FACDDF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标题">
              <a:extLst>
                <a:ext uri="{FF2B5EF4-FFF2-40B4-BE49-F238E27FC236}">
                  <a16:creationId xmlns:a16="http://schemas.microsoft.com/office/drawing/2014/main" id="{68CF4A07-7056-C260-C6ED-0E35418F048E}"/>
                </a:ext>
              </a:extLst>
            </p:cNvPr>
            <p:cNvSpPr txBox="1"/>
            <p:nvPr/>
          </p:nvSpPr>
          <p:spPr>
            <a:xfrm>
              <a:off x="3314796" y="3596868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26" name="副标题">
              <a:extLst>
                <a:ext uri="{FF2B5EF4-FFF2-40B4-BE49-F238E27FC236}">
                  <a16:creationId xmlns:a16="http://schemas.microsoft.com/office/drawing/2014/main" id="{F2807217-DAF4-97C7-ECAA-BE5B30C38483}"/>
                </a:ext>
              </a:extLst>
            </p:cNvPr>
            <p:cNvSpPr txBox="1"/>
            <p:nvPr/>
          </p:nvSpPr>
          <p:spPr>
            <a:xfrm>
              <a:off x="3314796" y="391552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1" name="矩形: 圆角 30">
              <a:hlinkClick r:id="" action="ppaction://noaction"/>
              <a:extLst>
                <a:ext uri="{FF2B5EF4-FFF2-40B4-BE49-F238E27FC236}">
                  <a16:creationId xmlns:a16="http://schemas.microsoft.com/office/drawing/2014/main" id="{AED67E39-CEB2-C4FC-073D-0C2CAF75D039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32" name="矩形: 圆角 31">
              <a:hlinkClick r:id="" action="ppaction://noaction"/>
              <a:extLst>
                <a:ext uri="{FF2B5EF4-FFF2-40B4-BE49-F238E27FC236}">
                  <a16:creationId xmlns:a16="http://schemas.microsoft.com/office/drawing/2014/main" id="{EFC16385-130D-49F8-2C94-892DF3D7B4E9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</p:grpSp>
      <p:grpSp>
        <p:nvGrpSpPr>
          <p:cNvPr id="43" name="!! 带输入框的无图标提示框">
            <a:extLst>
              <a:ext uri="{FF2B5EF4-FFF2-40B4-BE49-F238E27FC236}">
                <a16:creationId xmlns:a16="http://schemas.microsoft.com/office/drawing/2014/main" id="{365DDB31-6125-B23F-01B2-E8D2954FE959}"/>
              </a:ext>
            </a:extLst>
          </p:cNvPr>
          <p:cNvGrpSpPr/>
          <p:nvPr/>
        </p:nvGrpSpPr>
        <p:grpSpPr>
          <a:xfrm>
            <a:off x="503073" y="3600144"/>
            <a:ext cx="4564916" cy="2137716"/>
            <a:chOff x="503073" y="3600144"/>
            <a:chExt cx="4564916" cy="2137716"/>
          </a:xfrm>
        </p:grpSpPr>
        <p:sp>
          <p:nvSpPr>
            <p:cNvPr id="35" name="!! 弹窗">
              <a:extLst>
                <a:ext uri="{FF2B5EF4-FFF2-40B4-BE49-F238E27FC236}">
                  <a16:creationId xmlns:a16="http://schemas.microsoft.com/office/drawing/2014/main" id="{A865A08B-B627-10E8-FFF2-416E3C045648}"/>
                </a:ext>
              </a:extLst>
            </p:cNvPr>
            <p:cNvSpPr/>
            <p:nvPr/>
          </p:nvSpPr>
          <p:spPr>
            <a:xfrm>
              <a:off x="503073" y="3600144"/>
              <a:ext cx="4564916" cy="2137716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6" name="标题">
              <a:extLst>
                <a:ext uri="{FF2B5EF4-FFF2-40B4-BE49-F238E27FC236}">
                  <a16:creationId xmlns:a16="http://schemas.microsoft.com/office/drawing/2014/main" id="{7A9C7BED-C4E3-E711-C9A0-1439D8EDCE89}"/>
                </a:ext>
              </a:extLst>
            </p:cNvPr>
            <p:cNvSpPr txBox="1"/>
            <p:nvPr/>
          </p:nvSpPr>
          <p:spPr>
            <a:xfrm>
              <a:off x="904870" y="3854106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37" name="副标题">
              <a:extLst>
                <a:ext uri="{FF2B5EF4-FFF2-40B4-BE49-F238E27FC236}">
                  <a16:creationId xmlns:a16="http://schemas.microsoft.com/office/drawing/2014/main" id="{ECF2B5AC-7404-9742-C849-1120006A877A}"/>
                </a:ext>
              </a:extLst>
            </p:cNvPr>
            <p:cNvSpPr txBox="1"/>
            <p:nvPr/>
          </p:nvSpPr>
          <p:spPr>
            <a:xfrm>
              <a:off x="904870" y="4172764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副标题</a:t>
              </a:r>
            </a:p>
          </p:txBody>
        </p:sp>
        <p:sp>
          <p:nvSpPr>
            <p:cNvPr id="39" name="矩形: 圆角 38">
              <a:hlinkClick r:id="" action="ppaction://noaction"/>
              <a:extLst>
                <a:ext uri="{FF2B5EF4-FFF2-40B4-BE49-F238E27FC236}">
                  <a16:creationId xmlns:a16="http://schemas.microsoft.com/office/drawing/2014/main" id="{2E0F85EA-5C52-5497-1148-37ECFBF9E574}"/>
                </a:ext>
              </a:extLst>
            </p:cNvPr>
            <p:cNvSpPr/>
            <p:nvPr/>
          </p:nvSpPr>
          <p:spPr>
            <a:xfrm>
              <a:off x="3704300" y="519647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0" name="矩形: 圆角 39">
              <a:hlinkClick r:id="" action="ppaction://noaction"/>
              <a:extLst>
                <a:ext uri="{FF2B5EF4-FFF2-40B4-BE49-F238E27FC236}">
                  <a16:creationId xmlns:a16="http://schemas.microsoft.com/office/drawing/2014/main" id="{CC8C0467-8C73-6AA5-1DB8-7EDE2D11B134}"/>
                </a:ext>
              </a:extLst>
            </p:cNvPr>
            <p:cNvSpPr/>
            <p:nvPr/>
          </p:nvSpPr>
          <p:spPr>
            <a:xfrm>
              <a:off x="2441842" y="519324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按钮</a:t>
              </a:r>
            </a:p>
          </p:txBody>
        </p:sp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6F393F63-936E-F0F6-5E68-9E3E20923352}"/>
                </a:ext>
              </a:extLst>
            </p:cNvPr>
            <p:cNvSpPr/>
            <p:nvPr/>
          </p:nvSpPr>
          <p:spPr>
            <a:xfrm>
              <a:off x="947205" y="4708371"/>
              <a:ext cx="3882429" cy="305722"/>
            </a:xfrm>
            <a:prstGeom prst="roundRect">
              <a:avLst/>
            </a:prstGeom>
            <a:solidFill>
              <a:schemeClr val="bg2"/>
            </a:solidFill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dirty="0">
                  <a:solidFill>
                    <a:schemeClr val="bg1">
                      <a:lumMod val="75000"/>
                    </a:schemeClr>
                  </a:solidFill>
                </a:rPr>
                <a:t>输入框</a:t>
              </a:r>
            </a:p>
          </p:txBody>
        </p:sp>
      </p:grpSp>
      <p:sp>
        <p:nvSpPr>
          <p:cNvPr id="2" name="!! 底部消息">
            <a:extLst>
              <a:ext uri="{FF2B5EF4-FFF2-40B4-BE49-F238E27FC236}">
                <a16:creationId xmlns:a16="http://schemas.microsoft.com/office/drawing/2014/main" id="{7D68587D-B529-C27B-2860-2A83B2945247}"/>
              </a:ext>
            </a:extLst>
          </p:cNvPr>
          <p:cNvSpPr/>
          <p:nvPr/>
        </p:nvSpPr>
        <p:spPr>
          <a:xfrm>
            <a:off x="5801943" y="423333"/>
            <a:ext cx="2644140" cy="436088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/>
              <a:t>底部消息</a:t>
            </a:r>
          </a:p>
        </p:txBody>
      </p:sp>
      <p:grpSp>
        <p:nvGrpSpPr>
          <p:cNvPr id="29" name="!! 提示">
            <a:extLst>
              <a:ext uri="{FF2B5EF4-FFF2-40B4-BE49-F238E27FC236}">
                <a16:creationId xmlns:a16="http://schemas.microsoft.com/office/drawing/2014/main" id="{A52A7FDC-83C6-7F01-C367-517D621912C3}"/>
              </a:ext>
            </a:extLst>
          </p:cNvPr>
          <p:cNvGrpSpPr/>
          <p:nvPr/>
        </p:nvGrpSpPr>
        <p:grpSpPr>
          <a:xfrm>
            <a:off x="5801943" y="963355"/>
            <a:ext cx="2644139" cy="436088"/>
            <a:chOff x="5801943" y="963355"/>
            <a:chExt cx="2644139" cy="436088"/>
          </a:xfrm>
        </p:grpSpPr>
        <p:sp>
          <p:nvSpPr>
            <p:cNvPr id="3" name="矩形: 圆角 2">
              <a:extLst>
                <a:ext uri="{FF2B5EF4-FFF2-40B4-BE49-F238E27FC236}">
                  <a16:creationId xmlns:a16="http://schemas.microsoft.com/office/drawing/2014/main" id="{1A1FBAE2-5BE2-4DB3-3912-BD467DA53917}"/>
                </a:ext>
              </a:extLst>
            </p:cNvPr>
            <p:cNvSpPr/>
            <p:nvPr/>
          </p:nvSpPr>
          <p:spPr>
            <a:xfrm>
              <a:off x="5801943" y="963355"/>
              <a:ext cx="2644139" cy="436088"/>
            </a:xfrm>
            <a:prstGeom prst="roundRect">
              <a:avLst>
                <a:gd name="adj" fmla="val 19160"/>
              </a:avLst>
            </a:prstGeom>
            <a:solidFill>
              <a:schemeClr val="bg1">
                <a:lumMod val="50000"/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>
                <a:spcBef>
                  <a:spcPts val="100"/>
                </a:spcBef>
                <a:spcAft>
                  <a:spcPts val="100"/>
                </a:spcAft>
              </a:pPr>
              <a:r>
                <a:rPr lang="zh-CN" altLang="en-US" sz="1400" dirty="0"/>
                <a:t>提示</a:t>
              </a:r>
              <a:endParaRPr lang="en-US" altLang="zh-CN" sz="1400" dirty="0"/>
            </a:p>
          </p:txBody>
        </p:sp>
        <p:pic>
          <p:nvPicPr>
            <p:cNvPr id="28" name="图形 27">
              <a:extLst>
                <a:ext uri="{FF2B5EF4-FFF2-40B4-BE49-F238E27FC236}">
                  <a16:creationId xmlns:a16="http://schemas.microsoft.com/office/drawing/2014/main" id="{B5277F41-BFE7-DDE6-63C1-96720C34CF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055781" y="1052665"/>
              <a:ext cx="257468" cy="257468"/>
            </a:xfrm>
            <a:prstGeom prst="rect">
              <a:avLst/>
            </a:prstGeom>
          </p:spPr>
        </p:pic>
      </p:grpSp>
      <p:grpSp>
        <p:nvGrpSpPr>
          <p:cNvPr id="70" name="带图标的通知框">
            <a:extLst>
              <a:ext uri="{FF2B5EF4-FFF2-40B4-BE49-F238E27FC236}">
                <a16:creationId xmlns:a16="http://schemas.microsoft.com/office/drawing/2014/main" id="{CD6626E4-A095-1D6A-F3F2-0106CBD8A686}"/>
              </a:ext>
            </a:extLst>
          </p:cNvPr>
          <p:cNvGrpSpPr/>
          <p:nvPr/>
        </p:nvGrpSpPr>
        <p:grpSpPr>
          <a:xfrm>
            <a:off x="5801943" y="1726353"/>
            <a:ext cx="4564916" cy="1042579"/>
            <a:chOff x="5801943" y="1589193"/>
            <a:chExt cx="4564916" cy="1236134"/>
          </a:xfrm>
        </p:grpSpPr>
        <p:sp>
          <p:nvSpPr>
            <p:cNvPr id="49" name="!! 弹窗">
              <a:extLst>
                <a:ext uri="{FF2B5EF4-FFF2-40B4-BE49-F238E27FC236}">
                  <a16:creationId xmlns:a16="http://schemas.microsoft.com/office/drawing/2014/main" id="{FF8678EB-8E74-9029-548E-5C7751201B27}"/>
                </a:ext>
              </a:extLst>
            </p:cNvPr>
            <p:cNvSpPr/>
            <p:nvPr/>
          </p:nvSpPr>
          <p:spPr>
            <a:xfrm>
              <a:off x="5801943" y="158919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8" name="标题">
              <a:extLst>
                <a:ext uri="{FF2B5EF4-FFF2-40B4-BE49-F238E27FC236}">
                  <a16:creationId xmlns:a16="http://schemas.microsoft.com/office/drawing/2014/main" id="{DD228CD7-C31C-BA80-D0AC-A87321D11ED8}"/>
                </a:ext>
              </a:extLst>
            </p:cNvPr>
            <p:cNvSpPr txBox="1"/>
            <p:nvPr/>
          </p:nvSpPr>
          <p:spPr>
            <a:xfrm>
              <a:off x="6086462" y="1794786"/>
              <a:ext cx="12050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59" name="内容">
              <a:extLst>
                <a:ext uri="{FF2B5EF4-FFF2-40B4-BE49-F238E27FC236}">
                  <a16:creationId xmlns:a16="http://schemas.microsoft.com/office/drawing/2014/main" id="{ABB0779F-60BD-7B77-6D18-DE8BC59EFBC7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62" name="!! 图标">
              <a:extLst>
                <a:ext uri="{FF2B5EF4-FFF2-40B4-BE49-F238E27FC236}">
                  <a16:creationId xmlns:a16="http://schemas.microsoft.com/office/drawing/2014/main" id="{212F0E73-87CA-EB9A-3D63-0F21F27953ED}"/>
                </a:ext>
              </a:extLst>
            </p:cNvPr>
            <p:cNvSpPr/>
            <p:nvPr/>
          </p:nvSpPr>
          <p:spPr>
            <a:xfrm>
              <a:off x="9661739" y="2150199"/>
              <a:ext cx="360000" cy="426834"/>
            </a:xfrm>
            <a:prstGeom prst="roundRect">
              <a:avLst/>
            </a:prstGeom>
            <a:noFill/>
            <a:ln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8" name="文本框 67">
              <a:extLst>
                <a:ext uri="{FF2B5EF4-FFF2-40B4-BE49-F238E27FC236}">
                  <a16:creationId xmlns:a16="http://schemas.microsoft.com/office/drawing/2014/main" id="{7273505B-F0BA-0AC0-C938-F3185F78BD90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105" name="组合 104">
            <a:extLst>
              <a:ext uri="{FF2B5EF4-FFF2-40B4-BE49-F238E27FC236}">
                <a16:creationId xmlns:a16="http://schemas.microsoft.com/office/drawing/2014/main" id="{87A25D41-708C-73CC-7417-E40835E49A56}"/>
              </a:ext>
            </a:extLst>
          </p:cNvPr>
          <p:cNvGrpSpPr/>
          <p:nvPr/>
        </p:nvGrpSpPr>
        <p:grpSpPr>
          <a:xfrm>
            <a:off x="8995624" y="573204"/>
            <a:ext cx="527312" cy="761403"/>
            <a:chOff x="2726128" y="2691285"/>
            <a:chExt cx="527312" cy="761403"/>
          </a:xfrm>
        </p:grpSpPr>
        <p:grpSp>
          <p:nvGrpSpPr>
            <p:cNvPr id="106" name="!! 设置">
              <a:extLst>
                <a:ext uri="{FF2B5EF4-FFF2-40B4-BE49-F238E27FC236}">
                  <a16:creationId xmlns:a16="http://schemas.microsoft.com/office/drawing/2014/main" id="{F4EC1285-4E39-2C00-F9AC-60137F89A101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08" name="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FC615BE5-16B6-ADB1-AAF5-11BD965EF92D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09" name="齿轮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6456E7D9-73A5-36F8-79EC-1AB99EC848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4800089" y="3284102"/>
                <a:ext cx="297042" cy="289795"/>
              </a:xfrm>
              <a:prstGeom prst="rect">
                <a:avLst/>
              </a:prstGeom>
            </p:spPr>
          </p:pic>
        </p:grpSp>
        <p:sp>
          <p:nvSpPr>
            <p:cNvPr id="107" name="文本框 106">
              <a:extLst>
                <a:ext uri="{FF2B5EF4-FFF2-40B4-BE49-F238E27FC236}">
                  <a16:creationId xmlns:a16="http://schemas.microsoft.com/office/drawing/2014/main" id="{44FEAA1E-755D-0EA4-9821-4982FF8AF50E}"/>
                </a:ext>
              </a:extLst>
            </p:cNvPr>
            <p:cNvSpPr txBox="1"/>
            <p:nvPr/>
          </p:nvSpPr>
          <p:spPr>
            <a:xfrm>
              <a:off x="2726128" y="3221856"/>
              <a:ext cx="52731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/>
                <a:t>App</a:t>
              </a:r>
              <a:endParaRPr lang="zh-CN" altLang="en-US" sz="900" dirty="0"/>
            </a:p>
          </p:txBody>
        </p:sp>
      </p:grpSp>
      <p:grpSp>
        <p:nvGrpSpPr>
          <p:cNvPr id="111" name="组合 110">
            <a:extLst>
              <a:ext uri="{FF2B5EF4-FFF2-40B4-BE49-F238E27FC236}">
                <a16:creationId xmlns:a16="http://schemas.microsoft.com/office/drawing/2014/main" id="{6FDFDFF7-5042-6686-ECFE-1D46E5B31BEC}"/>
              </a:ext>
            </a:extLst>
          </p:cNvPr>
          <p:cNvGrpSpPr/>
          <p:nvPr/>
        </p:nvGrpSpPr>
        <p:grpSpPr>
          <a:xfrm>
            <a:off x="9722699" y="573204"/>
            <a:ext cx="527312" cy="761403"/>
            <a:chOff x="2726128" y="2691285"/>
            <a:chExt cx="527312" cy="761403"/>
          </a:xfrm>
        </p:grpSpPr>
        <p:grpSp>
          <p:nvGrpSpPr>
            <p:cNvPr id="112" name="!! 设置">
              <a:extLst>
                <a:ext uri="{FF2B5EF4-FFF2-40B4-BE49-F238E27FC236}">
                  <a16:creationId xmlns:a16="http://schemas.microsoft.com/office/drawing/2014/main" id="{E2354D51-A644-6193-B591-3E48D99D69F6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14" name="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E5182A7F-133F-6BD0-191D-338F2AE61E74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15" name="齿轮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7D646D20-7F35-AD06-C286-D98716A602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rcRect/>
              <a:stretch/>
            </p:blipFill>
            <p:spPr>
              <a:xfrm>
                <a:off x="4800089" y="3284102"/>
                <a:ext cx="297042" cy="289795"/>
              </a:xfrm>
              <a:prstGeom prst="rect">
                <a:avLst/>
              </a:prstGeom>
            </p:spPr>
          </p:pic>
        </p:grpSp>
        <p:sp>
          <p:nvSpPr>
            <p:cNvPr id="113" name="文本框 112">
              <a:extLst>
                <a:ext uri="{FF2B5EF4-FFF2-40B4-BE49-F238E27FC236}">
                  <a16:creationId xmlns:a16="http://schemas.microsoft.com/office/drawing/2014/main" id="{98F293D1-1F63-8E24-3F63-D208C5DC9B6C}"/>
                </a:ext>
              </a:extLst>
            </p:cNvPr>
            <p:cNvSpPr txBox="1"/>
            <p:nvPr/>
          </p:nvSpPr>
          <p:spPr>
            <a:xfrm>
              <a:off x="2726128" y="3221856"/>
              <a:ext cx="527312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sz="900" dirty="0"/>
                <a:t>App</a:t>
              </a:r>
              <a:endParaRPr lang="zh-CN" altLang="en-US" sz="900" dirty="0"/>
            </a:p>
          </p:txBody>
        </p:sp>
      </p:grpSp>
      <p:grpSp>
        <p:nvGrpSpPr>
          <p:cNvPr id="116" name="!! dock左">
            <a:extLst>
              <a:ext uri="{FF2B5EF4-FFF2-40B4-BE49-F238E27FC236}">
                <a16:creationId xmlns:a16="http://schemas.microsoft.com/office/drawing/2014/main" id="{32B7C638-93DC-289F-DACB-21F2710E0373}"/>
              </a:ext>
            </a:extLst>
          </p:cNvPr>
          <p:cNvGrpSpPr>
            <a:grpSpLocks/>
          </p:cNvGrpSpPr>
          <p:nvPr/>
        </p:nvGrpSpPr>
        <p:grpSpPr>
          <a:xfrm>
            <a:off x="503073" y="5917016"/>
            <a:ext cx="4904317" cy="704838"/>
            <a:chOff x="4097867" y="5740400"/>
            <a:chExt cx="3996266" cy="846667"/>
          </a:xfrm>
        </p:grpSpPr>
        <p:sp useBgFill="1">
          <p:nvSpPr>
            <p:cNvPr id="117" name="!! 模糊">
              <a:extLst>
                <a:ext uri="{FF2B5EF4-FFF2-40B4-BE49-F238E27FC236}">
                  <a16:creationId xmlns:a16="http://schemas.microsoft.com/office/drawing/2014/main" id="{5849BF96-6E8B-BFB6-789C-55549FC3C32F}"/>
                </a:ext>
              </a:extLst>
            </p:cNvPr>
            <p:cNvSpPr>
              <a:spLocks/>
            </p:cNvSpPr>
            <p:nvPr/>
          </p:nvSpPr>
          <p:spPr>
            <a:xfrm>
              <a:off x="4097867" y="5740400"/>
              <a:ext cx="3996266" cy="846667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8" name="!! 颜色遮罩">
              <a:extLst>
                <a:ext uri="{FF2B5EF4-FFF2-40B4-BE49-F238E27FC236}">
                  <a16:creationId xmlns:a16="http://schemas.microsoft.com/office/drawing/2014/main" id="{E32073D2-08E4-98E5-A5EC-4D681EA769DC}"/>
                </a:ext>
              </a:extLst>
            </p:cNvPr>
            <p:cNvSpPr>
              <a:spLocks/>
            </p:cNvSpPr>
            <p:nvPr/>
          </p:nvSpPr>
          <p:spPr>
            <a:xfrm>
              <a:off x="4097867" y="5740400"/>
              <a:ext cx="3996266" cy="846667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grpSp>
        <p:nvGrpSpPr>
          <p:cNvPr id="119" name="!! dock右">
            <a:extLst>
              <a:ext uri="{FF2B5EF4-FFF2-40B4-BE49-F238E27FC236}">
                <a16:creationId xmlns:a16="http://schemas.microsoft.com/office/drawing/2014/main" id="{82CFAB28-814D-24A5-F718-7F45B0FF01B2}"/>
              </a:ext>
            </a:extLst>
          </p:cNvPr>
          <p:cNvGrpSpPr/>
          <p:nvPr/>
        </p:nvGrpSpPr>
        <p:grpSpPr>
          <a:xfrm>
            <a:off x="5732356" y="5917016"/>
            <a:ext cx="2452159" cy="704838"/>
            <a:chOff x="7408333" y="5780624"/>
            <a:chExt cx="2452159" cy="704838"/>
          </a:xfrm>
        </p:grpSpPr>
        <p:sp useBgFill="1">
          <p:nvSpPr>
            <p:cNvPr id="120" name="!! 模糊">
              <a:extLst>
                <a:ext uri="{FF2B5EF4-FFF2-40B4-BE49-F238E27FC236}">
                  <a16:creationId xmlns:a16="http://schemas.microsoft.com/office/drawing/2014/main" id="{E394C910-20AE-7A7C-C6E8-2FB639493316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1" name="!! 颜色遮罩">
              <a:extLst>
                <a:ext uri="{FF2B5EF4-FFF2-40B4-BE49-F238E27FC236}">
                  <a16:creationId xmlns:a16="http://schemas.microsoft.com/office/drawing/2014/main" id="{D80050CA-E246-6B27-C6CE-76539757EA2A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22" name="!! 信号">
              <a:extLst>
                <a:ext uri="{FF2B5EF4-FFF2-40B4-BE49-F238E27FC236}">
                  <a16:creationId xmlns:a16="http://schemas.microsoft.com/office/drawing/2014/main" id="{A7ED9E31-097E-38B2-03C8-69415789B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123" name="!! 运营商">
              <a:extLst>
                <a:ext uri="{FF2B5EF4-FFF2-40B4-BE49-F238E27FC236}">
                  <a16:creationId xmlns:a16="http://schemas.microsoft.com/office/drawing/2014/main" id="{B15040B4-7C76-3FFD-48BF-BDE64DBB9013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124" name="!! 通知">
              <a:extLst>
                <a:ext uri="{FF2B5EF4-FFF2-40B4-BE49-F238E27FC236}">
                  <a16:creationId xmlns:a16="http://schemas.microsoft.com/office/drawing/2014/main" id="{961173B3-569C-231C-C6B7-C1BEBA6C4A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125" name="!! 电池">
              <a:extLst>
                <a:ext uri="{FF2B5EF4-FFF2-40B4-BE49-F238E27FC236}">
                  <a16:creationId xmlns:a16="http://schemas.microsoft.com/office/drawing/2014/main" id="{9A3EE8AC-053B-BFBA-0E91-379D0B130A96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127" name="!! 时间">
              <a:extLst>
                <a:ext uri="{FF2B5EF4-FFF2-40B4-BE49-F238E27FC236}">
                  <a16:creationId xmlns:a16="http://schemas.microsoft.com/office/drawing/2014/main" id="{29B1413A-72F5-AFE1-FFB2-3F104B966D75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8" name="!! AC">
              <a:extLst>
                <a:ext uri="{FF2B5EF4-FFF2-40B4-BE49-F238E27FC236}">
                  <a16:creationId xmlns:a16="http://schemas.microsoft.com/office/drawing/2014/main" id="{299E780D-AE34-6415-6184-9CF32DBEA7F3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51%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30" name="!! 声音">
              <a:extLst>
                <a:ext uri="{FF2B5EF4-FFF2-40B4-BE49-F238E27FC236}">
                  <a16:creationId xmlns:a16="http://schemas.microsoft.com/office/drawing/2014/main" id="{812C7C32-CD76-0489-6700-F193302785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31" name="!! 电源">
              <a:hlinkClick r:id="rId6" action="ppaction://hlinksldjump"/>
              <a:extLst>
                <a:ext uri="{FF2B5EF4-FFF2-40B4-BE49-F238E27FC236}">
                  <a16:creationId xmlns:a16="http://schemas.microsoft.com/office/drawing/2014/main" id="{4F41E8E7-3A84-8458-3721-561C9F5F6D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6" name="通知框">
            <a:extLst>
              <a:ext uri="{FF2B5EF4-FFF2-40B4-BE49-F238E27FC236}">
                <a16:creationId xmlns:a16="http://schemas.microsoft.com/office/drawing/2014/main" id="{06D8E634-C67D-27FD-E237-52E208F7259C}"/>
              </a:ext>
            </a:extLst>
          </p:cNvPr>
          <p:cNvGrpSpPr/>
          <p:nvPr/>
        </p:nvGrpSpPr>
        <p:grpSpPr>
          <a:xfrm>
            <a:off x="5801943" y="2884573"/>
            <a:ext cx="4564916" cy="1042579"/>
            <a:chOff x="5801943" y="1589193"/>
            <a:chExt cx="4564916" cy="1236134"/>
          </a:xfrm>
        </p:grpSpPr>
        <p:sp>
          <p:nvSpPr>
            <p:cNvPr id="7" name="!! 弹窗">
              <a:extLst>
                <a:ext uri="{FF2B5EF4-FFF2-40B4-BE49-F238E27FC236}">
                  <a16:creationId xmlns:a16="http://schemas.microsoft.com/office/drawing/2014/main" id="{5069AE65-653F-716E-E7D6-9E03CCF8A861}"/>
                </a:ext>
              </a:extLst>
            </p:cNvPr>
            <p:cNvSpPr/>
            <p:nvPr/>
          </p:nvSpPr>
          <p:spPr>
            <a:xfrm>
              <a:off x="5801943" y="158919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标题">
              <a:extLst>
                <a:ext uri="{FF2B5EF4-FFF2-40B4-BE49-F238E27FC236}">
                  <a16:creationId xmlns:a16="http://schemas.microsoft.com/office/drawing/2014/main" id="{DD22C7BC-E329-F042-7BC6-FC3A4DEE2F7D}"/>
                </a:ext>
              </a:extLst>
            </p:cNvPr>
            <p:cNvSpPr txBox="1"/>
            <p:nvPr/>
          </p:nvSpPr>
          <p:spPr>
            <a:xfrm>
              <a:off x="6086462" y="1794786"/>
              <a:ext cx="1205023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9" name="内容">
              <a:extLst>
                <a:ext uri="{FF2B5EF4-FFF2-40B4-BE49-F238E27FC236}">
                  <a16:creationId xmlns:a16="http://schemas.microsoft.com/office/drawing/2014/main" id="{D5B5234F-BC7B-2992-4E83-5B169EEC1FDB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CC75EFE9-9283-2765-C081-B837DF608EEE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22" name="!! 带按钮的通知框">
            <a:extLst>
              <a:ext uri="{FF2B5EF4-FFF2-40B4-BE49-F238E27FC236}">
                <a16:creationId xmlns:a16="http://schemas.microsoft.com/office/drawing/2014/main" id="{96571157-F24E-B672-A988-FBA294522F7F}"/>
              </a:ext>
            </a:extLst>
          </p:cNvPr>
          <p:cNvGrpSpPr/>
          <p:nvPr/>
        </p:nvGrpSpPr>
        <p:grpSpPr>
          <a:xfrm>
            <a:off x="5797813" y="4026237"/>
            <a:ext cx="4564916" cy="1105403"/>
            <a:chOff x="5797813" y="4026237"/>
            <a:chExt cx="4564916" cy="1105403"/>
          </a:xfrm>
        </p:grpSpPr>
        <p:sp>
          <p:nvSpPr>
            <p:cNvPr id="13" name="!! 弹窗">
              <a:extLst>
                <a:ext uri="{FF2B5EF4-FFF2-40B4-BE49-F238E27FC236}">
                  <a16:creationId xmlns:a16="http://schemas.microsoft.com/office/drawing/2014/main" id="{3643CB62-15B9-4271-898D-340EA2DC5363}"/>
                </a:ext>
              </a:extLst>
            </p:cNvPr>
            <p:cNvSpPr/>
            <p:nvPr/>
          </p:nvSpPr>
          <p:spPr>
            <a:xfrm>
              <a:off x="5797813" y="4026237"/>
              <a:ext cx="4564916" cy="1105403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标题">
              <a:extLst>
                <a:ext uri="{FF2B5EF4-FFF2-40B4-BE49-F238E27FC236}">
                  <a16:creationId xmlns:a16="http://schemas.microsoft.com/office/drawing/2014/main" id="{0D369B05-B440-AB82-2E1D-0EE1DAF11A60}"/>
                </a:ext>
              </a:extLst>
            </p:cNvPr>
            <p:cNvSpPr txBox="1"/>
            <p:nvPr/>
          </p:nvSpPr>
          <p:spPr>
            <a:xfrm>
              <a:off x="6082332" y="4199638"/>
              <a:ext cx="1205023" cy="2855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标题</a:t>
              </a:r>
            </a:p>
          </p:txBody>
        </p:sp>
        <p:sp>
          <p:nvSpPr>
            <p:cNvPr id="17" name="内容">
              <a:extLst>
                <a:ext uri="{FF2B5EF4-FFF2-40B4-BE49-F238E27FC236}">
                  <a16:creationId xmlns:a16="http://schemas.microsoft.com/office/drawing/2014/main" id="{A76B55EF-8B11-283E-EB28-5A22F34B6618}"/>
                </a:ext>
              </a:extLst>
            </p:cNvPr>
            <p:cNvSpPr txBox="1"/>
            <p:nvPr/>
          </p:nvSpPr>
          <p:spPr>
            <a:xfrm>
              <a:off x="6082332" y="4491043"/>
              <a:ext cx="2925729" cy="25958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内容</a:t>
              </a:r>
            </a:p>
          </p:txBody>
        </p:sp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0EE9586D-3AFF-9FDA-4562-4849E3585CFF}"/>
                </a:ext>
              </a:extLst>
            </p:cNvPr>
            <p:cNvSpPr txBox="1"/>
            <p:nvPr/>
          </p:nvSpPr>
          <p:spPr>
            <a:xfrm>
              <a:off x="8404251" y="4150744"/>
              <a:ext cx="1701800" cy="2206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App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A831DDD-447C-6E03-B0B1-30B6902D712C}"/>
                </a:ext>
              </a:extLst>
            </p:cNvPr>
            <p:cNvSpPr txBox="1"/>
            <p:nvPr/>
          </p:nvSpPr>
          <p:spPr>
            <a:xfrm>
              <a:off x="9062665" y="4730427"/>
              <a:ext cx="102415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zh-CN" altLang="en-US" sz="1200" dirty="0">
                  <a:solidFill>
                    <a:schemeClr val="accent1"/>
                  </a:solidFill>
                </a:rPr>
                <a:t>按钮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27830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19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33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33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5" dur="33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330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33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33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3" dur="33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33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2" presetClass="entr" presetSubtype="2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33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0" presetID="2" presetClass="exit" presetSubtype="2" accel="10000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41" dur="33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330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ABAC6BE-DC53-07C6-2CBD-BAEE26603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组合 9">
            <a:extLst>
              <a:ext uri="{FF2B5EF4-FFF2-40B4-BE49-F238E27FC236}">
                <a16:creationId xmlns:a16="http://schemas.microsoft.com/office/drawing/2014/main" id="{9010FF6D-80C7-5D96-3AB4-1F52D5E02CB6}"/>
              </a:ext>
            </a:extLst>
          </p:cNvPr>
          <p:cNvGrpSpPr/>
          <p:nvPr/>
        </p:nvGrpSpPr>
        <p:grpSpPr>
          <a:xfrm>
            <a:off x="353291" y="322119"/>
            <a:ext cx="4746163" cy="5071400"/>
            <a:chOff x="844636" y="567623"/>
            <a:chExt cx="4746163" cy="5071400"/>
          </a:xfrm>
        </p:grpSpPr>
        <p:sp>
          <p:nvSpPr>
            <p:cNvPr id="4" name="!! 背景板">
              <a:extLst>
                <a:ext uri="{FF2B5EF4-FFF2-40B4-BE49-F238E27FC236}">
                  <a16:creationId xmlns:a16="http://schemas.microsoft.com/office/drawing/2014/main" id="{A79E2804-68C4-AB85-963F-58CDCA806EA4}"/>
                </a:ext>
              </a:extLst>
            </p:cNvPr>
            <p:cNvSpPr/>
            <p:nvPr/>
          </p:nvSpPr>
          <p:spPr>
            <a:xfrm>
              <a:off x="844636" y="567623"/>
              <a:ext cx="4746163" cy="5071400"/>
            </a:xfrm>
            <a:prstGeom prst="roundRect">
              <a:avLst>
                <a:gd name="adj" fmla="val 2766"/>
              </a:avLst>
            </a:prstGeom>
            <a:solidFill>
              <a:schemeClr val="tx1">
                <a:lumMod val="90000"/>
                <a:lumOff val="10000"/>
                <a:alpha val="9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5" name="标题">
              <a:extLst>
                <a:ext uri="{FF2B5EF4-FFF2-40B4-BE49-F238E27FC236}">
                  <a16:creationId xmlns:a16="http://schemas.microsoft.com/office/drawing/2014/main" id="{B2876E4B-D682-BA28-87A0-C149BA903CE5}"/>
                </a:ext>
              </a:extLst>
            </p:cNvPr>
            <p:cNvSpPr txBox="1"/>
            <p:nvPr/>
          </p:nvSpPr>
          <p:spPr>
            <a:xfrm>
              <a:off x="1340916" y="867829"/>
              <a:ext cx="3753602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000" dirty="0">
                  <a:solidFill>
                    <a:schemeClr val="bg1"/>
                  </a:solidFill>
                  <a:latin typeface="+mj-ea"/>
                  <a:ea typeface="+mj-ea"/>
                </a:rPr>
                <a:t>卫星软件窗口（标题可选）</a:t>
              </a:r>
            </a:p>
          </p:txBody>
        </p:sp>
      </p:grpSp>
      <p:sp>
        <p:nvSpPr>
          <p:cNvPr id="23" name="!! 背景板">
            <a:extLst>
              <a:ext uri="{FF2B5EF4-FFF2-40B4-BE49-F238E27FC236}">
                <a16:creationId xmlns:a16="http://schemas.microsoft.com/office/drawing/2014/main" id="{11C10CF7-79CC-A17B-904B-AF1437769F50}"/>
              </a:ext>
            </a:extLst>
          </p:cNvPr>
          <p:cNvSpPr/>
          <p:nvPr/>
        </p:nvSpPr>
        <p:spPr>
          <a:xfrm>
            <a:off x="5275118" y="322119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C3519B61-E08D-5DA7-DB0C-A6FD9D9E4F1E}"/>
              </a:ext>
            </a:extLst>
          </p:cNvPr>
          <p:cNvSpPr/>
          <p:nvPr/>
        </p:nvSpPr>
        <p:spPr>
          <a:xfrm>
            <a:off x="6374774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1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527B8197-4ECE-84D3-F7BB-9812CDD55D4A}"/>
              </a:ext>
            </a:extLst>
          </p:cNvPr>
          <p:cNvSpPr/>
          <p:nvPr/>
        </p:nvSpPr>
        <p:spPr>
          <a:xfrm>
            <a:off x="7326081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2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DC6DDCD6-4A6F-1B24-9CA3-8E6B80DD20F8}"/>
              </a:ext>
            </a:extLst>
          </p:cNvPr>
          <p:cNvSpPr/>
          <p:nvPr/>
        </p:nvSpPr>
        <p:spPr>
          <a:xfrm>
            <a:off x="8277388" y="1683057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3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9B3EFB4-4619-95D9-620D-794F450A58C9}"/>
              </a:ext>
            </a:extLst>
          </p:cNvPr>
          <p:cNvSpPr/>
          <p:nvPr/>
        </p:nvSpPr>
        <p:spPr>
          <a:xfrm>
            <a:off x="6382896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4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E22FBB48-B303-548C-0921-05F70EAAC7E7}"/>
              </a:ext>
            </a:extLst>
          </p:cNvPr>
          <p:cNvSpPr/>
          <p:nvPr/>
        </p:nvSpPr>
        <p:spPr>
          <a:xfrm>
            <a:off x="7326081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5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2C255FA8-0074-518E-1E5A-B3D8D4F30F32}"/>
              </a:ext>
            </a:extLst>
          </p:cNvPr>
          <p:cNvSpPr/>
          <p:nvPr/>
        </p:nvSpPr>
        <p:spPr>
          <a:xfrm>
            <a:off x="8285510" y="2538054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6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0EF89A3D-5060-60D9-56A7-2A25E038F188}"/>
              </a:ext>
            </a:extLst>
          </p:cNvPr>
          <p:cNvSpPr/>
          <p:nvPr/>
        </p:nvSpPr>
        <p:spPr>
          <a:xfrm>
            <a:off x="6382896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7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D7AD87F-5B8D-DC1E-4202-F40216D37251}"/>
              </a:ext>
            </a:extLst>
          </p:cNvPr>
          <p:cNvSpPr/>
          <p:nvPr/>
        </p:nvSpPr>
        <p:spPr>
          <a:xfrm>
            <a:off x="7326081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8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4FA43349-1063-9869-0A45-02CD9557AF36}"/>
              </a:ext>
            </a:extLst>
          </p:cNvPr>
          <p:cNvSpPr/>
          <p:nvPr/>
        </p:nvSpPr>
        <p:spPr>
          <a:xfrm>
            <a:off x="8285510" y="3396479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9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pic>
        <p:nvPicPr>
          <p:cNvPr id="61" name="图形 60">
            <a:extLst>
              <a:ext uri="{FF2B5EF4-FFF2-40B4-BE49-F238E27FC236}">
                <a16:creationId xmlns:a16="http://schemas.microsoft.com/office/drawing/2014/main" id="{CAA1967B-A37B-9E9D-E46E-4198BCAFBAE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550224" y="4419073"/>
            <a:ext cx="293336" cy="293336"/>
          </a:xfrm>
          <a:prstGeom prst="rect">
            <a:avLst/>
          </a:prstGeom>
        </p:spPr>
      </p:pic>
      <p:sp>
        <p:nvSpPr>
          <p:cNvPr id="63" name="椭圆 62">
            <a:extLst>
              <a:ext uri="{FF2B5EF4-FFF2-40B4-BE49-F238E27FC236}">
                <a16:creationId xmlns:a16="http://schemas.microsoft.com/office/drawing/2014/main" id="{C22E7E4F-84B1-76AB-8B3A-EF70ADA4B0D2}"/>
              </a:ext>
            </a:extLst>
          </p:cNvPr>
          <p:cNvSpPr/>
          <p:nvPr/>
        </p:nvSpPr>
        <p:spPr>
          <a:xfrm>
            <a:off x="7326080" y="4243623"/>
            <a:ext cx="644236" cy="644236"/>
          </a:xfrm>
          <a:prstGeom prst="ellipse">
            <a:avLst/>
          </a:prstGeom>
          <a:solidFill>
            <a:schemeClr val="bg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400" dirty="0">
                <a:solidFill>
                  <a:schemeClr val="bg1"/>
                </a:solidFill>
              </a:rPr>
              <a:t>0</a:t>
            </a:r>
            <a:endParaRPr lang="zh-CN" altLang="en-US" sz="2400" dirty="0">
              <a:solidFill>
                <a:schemeClr val="bg1"/>
              </a:solidFill>
            </a:endParaRPr>
          </a:p>
        </p:txBody>
      </p:sp>
      <p:sp>
        <p:nvSpPr>
          <p:cNvPr id="65" name="文本框 64">
            <a:extLst>
              <a:ext uri="{FF2B5EF4-FFF2-40B4-BE49-F238E27FC236}">
                <a16:creationId xmlns:a16="http://schemas.microsoft.com/office/drawing/2014/main" id="{A42FFCD7-1275-C330-7BA0-EE03D8708655}"/>
              </a:ext>
            </a:extLst>
          </p:cNvPr>
          <p:cNvSpPr txBox="1"/>
          <p:nvPr/>
        </p:nvSpPr>
        <p:spPr>
          <a:xfrm>
            <a:off x="6599205" y="831418"/>
            <a:ext cx="20979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</a:rPr>
              <a:t>10086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pic>
        <p:nvPicPr>
          <p:cNvPr id="66" name="前景">
            <a:hlinkClick r:id="rId7" action="ppaction://hlinksldjump"/>
            <a:extLst>
              <a:ext uri="{FF2B5EF4-FFF2-40B4-BE49-F238E27FC236}">
                <a16:creationId xmlns:a16="http://schemas.microsoft.com/office/drawing/2014/main" id="{C8A2F0D9-F4A5-5DF0-DB89-929A6D8C496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452836" y="4419073"/>
            <a:ext cx="293336" cy="293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578330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5A96B70-AE9F-8BFD-2AA7-0C20F2A15A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93F3E467-3310-4B27-E679-BB2D8F94309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CACDFA24-3219-1119-93E3-E5CFB361E4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9" name="!! 重启">
            <a:extLst>
              <a:ext uri="{FF2B5EF4-FFF2-40B4-BE49-F238E27FC236}">
                <a16:creationId xmlns:a16="http://schemas.microsoft.com/office/drawing/2014/main" id="{49763E45-C59B-BBC7-3FAD-78486FFED3E4}"/>
              </a:ext>
            </a:extLst>
          </p:cNvPr>
          <p:cNvGrpSpPr/>
          <p:nvPr/>
        </p:nvGrpSpPr>
        <p:grpSpPr>
          <a:xfrm>
            <a:off x="5600700" y="2933700"/>
            <a:ext cx="990600" cy="990600"/>
            <a:chOff x="5078522" y="4722659"/>
            <a:chExt cx="768350" cy="768350"/>
          </a:xfrm>
        </p:grpSpPr>
        <p:sp>
          <p:nvSpPr>
            <p:cNvPr id="10" name="椭圆 9">
              <a:hlinkClick r:id="rId7" action="ppaction://hlinksldjump"/>
              <a:extLst>
                <a:ext uri="{FF2B5EF4-FFF2-40B4-BE49-F238E27FC236}">
                  <a16:creationId xmlns:a16="http://schemas.microsoft.com/office/drawing/2014/main" id="{25070888-87F2-6A90-66F8-1DA76B0788BA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1" name="!! 按钮-重启">
              <a:hlinkClick r:id="rId8" action="ppaction://hlinksldjump"/>
              <a:extLst>
                <a:ext uri="{FF2B5EF4-FFF2-40B4-BE49-F238E27FC236}">
                  <a16:creationId xmlns:a16="http://schemas.microsoft.com/office/drawing/2014/main" id="{B6569F80-0FB6-BF5C-6C48-63548FC6F079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2" name="!! 提示框">
            <a:extLst>
              <a:ext uri="{FF2B5EF4-FFF2-40B4-BE49-F238E27FC236}">
                <a16:creationId xmlns:a16="http://schemas.microsoft.com/office/drawing/2014/main" id="{E5B586A1-7C7D-0016-021C-0FF4B5AF6DDA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D5E170B0-1BA1-2ACF-CDF4-CE3E4BDF3A89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57ADEB6E-91C1-392A-4243-EF00AD3F6230}"/>
                </a:ext>
              </a:extLst>
            </p:cNvPr>
            <p:cNvSpPr txBox="1"/>
            <p:nvPr/>
          </p:nvSpPr>
          <p:spPr>
            <a:xfrm>
              <a:off x="5012459" y="3110342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Leaf OS</a:t>
              </a: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endParaRPr>
            </a:p>
          </p:txBody>
        </p:sp>
        <p:sp>
          <p:nvSpPr>
            <p:cNvPr id="5" name="副标题">
              <a:extLst>
                <a:ext uri="{FF2B5EF4-FFF2-40B4-BE49-F238E27FC236}">
                  <a16:creationId xmlns:a16="http://schemas.microsoft.com/office/drawing/2014/main" id="{AD8D7870-9400-4B4C-082A-3F9B4B2C0C01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正在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重新启动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6" name="!! load">
            <a:extLst>
              <a:ext uri="{FF2B5EF4-FFF2-40B4-BE49-F238E27FC236}">
                <a16:creationId xmlns:a16="http://schemas.microsoft.com/office/drawing/2014/main" id="{D31ADBC2-B1FE-9923-668D-DD87DB9DB17B}"/>
              </a:ext>
            </a:extLst>
          </p:cNvPr>
          <p:cNvGrpSpPr/>
          <p:nvPr/>
        </p:nvGrpSpPr>
        <p:grpSpPr>
          <a:xfrm>
            <a:off x="4306609" y="3182795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DC8301CA-BED9-8296-C240-C4116DB0857B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8" name="弧形 7">
              <a:extLst>
                <a:ext uri="{FF2B5EF4-FFF2-40B4-BE49-F238E27FC236}">
                  <a16:creationId xmlns:a16="http://schemas.microsoft.com/office/drawing/2014/main" id="{C1A44044-D920-12E9-F472-B7E822B4CD02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5337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3000">
        <p159:morph option="byObject"/>
      </p:transition>
    </mc:Choice>
    <mc:Fallback xmlns="">
      <p:transition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6517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2000"/>
    </mc:Choice>
    <mc:Fallback xmlns="">
      <p:transition spd="slow" advClick="0" advTm="200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393DDC-E5E3-7C9E-8E16-EC58237640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 系统引导">
            <a:extLst>
              <a:ext uri="{FF2B5EF4-FFF2-40B4-BE49-F238E27FC236}">
                <a16:creationId xmlns:a16="http://schemas.microsoft.com/office/drawing/2014/main" id="{F2E28407-F1CB-3627-04FA-58D72D304E1B}"/>
              </a:ext>
            </a:extLst>
          </p:cNvPr>
          <p:cNvSpPr txBox="1"/>
          <p:nvPr/>
        </p:nvSpPr>
        <p:spPr>
          <a:xfrm>
            <a:off x="1941032" y="4880513"/>
            <a:ext cx="49885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ea"/>
                <a:ea typeface="+mj-ea"/>
                <a:cs typeface="OPPOSans M" panose="00020600040101010101" pitchFamily="18" charset="-122"/>
              </a:rPr>
              <a:t>Leaf </a:t>
            </a:r>
            <a:r>
              <a:rPr kumimoji="0" lang="zh-CN" altLang="en-US" sz="2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ea"/>
                <a:ea typeface="+mj-ea"/>
                <a:cs typeface="OPPOSans M" panose="00020600040101010101" pitchFamily="18" charset="-122"/>
              </a:rPr>
              <a:t>系统引导</a:t>
            </a:r>
            <a:endParaRPr kumimoji="0" lang="en-US" altLang="zh-CN" sz="2800" b="0" i="0" u="none" strike="noStrike" kern="120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ea"/>
              <a:ea typeface="+mj-ea"/>
              <a:cs typeface="OPPOSans M" panose="00020600040101010101" pitchFamily="18" charset="-122"/>
            </a:endParaRPr>
          </a:p>
        </p:txBody>
      </p:sp>
      <p:sp>
        <p:nvSpPr>
          <p:cNvPr id="5" name="!! LBT版本">
            <a:extLst>
              <a:ext uri="{FF2B5EF4-FFF2-40B4-BE49-F238E27FC236}">
                <a16:creationId xmlns:a16="http://schemas.microsoft.com/office/drawing/2014/main" id="{9A3B9147-1C15-4D4B-E604-AA93EFEFAAED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chemeClr val="bg1"/>
                </a:solidFill>
                <a:latin typeface="+mn-ea"/>
                <a:cs typeface="OPPOSans L" panose="00020600040101010101" pitchFamily="18" charset="-122"/>
              </a:rPr>
              <a:t>正在引导中 </a:t>
            </a:r>
            <a:r>
              <a:rPr lang="en-US" altLang="zh-CN" sz="1400" dirty="0">
                <a:solidFill>
                  <a:schemeClr val="bg1"/>
                </a:solidFill>
                <a:latin typeface="+mn-ea"/>
                <a:cs typeface="OPPOSans L" panose="00020600040101010101" pitchFamily="18" charset="-122"/>
              </a:rPr>
              <a:t>| version LBOOT 3.0 </a:t>
            </a:r>
            <a:endParaRPr lang="en-US" altLang="zh-CN" sz="1400" dirty="0">
              <a:solidFill>
                <a:schemeClr val="bg1">
                  <a:lumMod val="75000"/>
                </a:schemeClr>
              </a:solidFill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  <p:sp>
        <p:nvSpPr>
          <p:cNvPr id="2" name="!! R3">
            <a:extLst>
              <a:ext uri="{FF2B5EF4-FFF2-40B4-BE49-F238E27FC236}">
                <a16:creationId xmlns:a16="http://schemas.microsoft.com/office/drawing/2014/main" id="{50A79340-B224-50E4-AD90-12DE375EB562}"/>
              </a:ext>
            </a:extLst>
          </p:cNvPr>
          <p:cNvSpPr/>
          <p:nvPr/>
        </p:nvSpPr>
        <p:spPr>
          <a:xfrm>
            <a:off x="6022040" y="3357455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!! R1">
            <a:extLst>
              <a:ext uri="{FF2B5EF4-FFF2-40B4-BE49-F238E27FC236}">
                <a16:creationId xmlns:a16="http://schemas.microsoft.com/office/drawing/2014/main" id="{B2E9BEFC-8CA7-0FA4-1EA1-92230BB49115}"/>
              </a:ext>
            </a:extLst>
          </p:cNvPr>
          <p:cNvSpPr/>
          <p:nvPr/>
        </p:nvSpPr>
        <p:spPr>
          <a:xfrm>
            <a:off x="6022040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R2">
            <a:extLst>
              <a:ext uri="{FF2B5EF4-FFF2-40B4-BE49-F238E27FC236}">
                <a16:creationId xmlns:a16="http://schemas.microsoft.com/office/drawing/2014/main" id="{FC5BD17E-A95B-511D-FE6D-2E765DD3BDA5}"/>
              </a:ext>
            </a:extLst>
          </p:cNvPr>
          <p:cNvSpPr/>
          <p:nvPr/>
        </p:nvSpPr>
        <p:spPr>
          <a:xfrm>
            <a:off x="5847080" y="3180080"/>
            <a:ext cx="497840" cy="49784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8418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3000"/>
    </mc:Choice>
    <mc:Fallback xmlns="">
      <p:transition advClick="0" advTm="300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7B69E-1637-37E3-4B8A-E0CE07C30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R3">
            <a:extLst>
              <a:ext uri="{FF2B5EF4-FFF2-40B4-BE49-F238E27FC236}">
                <a16:creationId xmlns:a16="http://schemas.microsoft.com/office/drawing/2014/main" id="{3E0F713E-7730-FB88-9A32-BABDD4F419F4}"/>
              </a:ext>
            </a:extLst>
          </p:cNvPr>
          <p:cNvSpPr/>
          <p:nvPr/>
        </p:nvSpPr>
        <p:spPr>
          <a:xfrm>
            <a:off x="6337299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R2">
            <a:extLst>
              <a:ext uri="{FF2B5EF4-FFF2-40B4-BE49-F238E27FC236}">
                <a16:creationId xmlns:a16="http://schemas.microsoft.com/office/drawing/2014/main" id="{29F4E273-64FD-1DFD-469F-2D5EEF23027F}"/>
              </a:ext>
            </a:extLst>
          </p:cNvPr>
          <p:cNvSpPr/>
          <p:nvPr/>
        </p:nvSpPr>
        <p:spPr>
          <a:xfrm>
            <a:off x="6024562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!! R1">
            <a:extLst>
              <a:ext uri="{FF2B5EF4-FFF2-40B4-BE49-F238E27FC236}">
                <a16:creationId xmlns:a16="http://schemas.microsoft.com/office/drawing/2014/main" id="{90DAA48D-E288-CA93-FB8E-CDB378A6F3B7}"/>
              </a:ext>
            </a:extLst>
          </p:cNvPr>
          <p:cNvSpPr/>
          <p:nvPr/>
        </p:nvSpPr>
        <p:spPr>
          <a:xfrm>
            <a:off x="5711825" y="3357562"/>
            <a:ext cx="142876" cy="142876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OS 版本">
            <a:extLst>
              <a:ext uri="{FF2B5EF4-FFF2-40B4-BE49-F238E27FC236}">
                <a16:creationId xmlns:a16="http://schemas.microsoft.com/office/drawing/2014/main" id="{70488217-2C6D-953C-3DF1-28E9D2735B34}"/>
              </a:ext>
            </a:extLst>
          </p:cNvPr>
          <p:cNvSpPr txBox="1"/>
          <p:nvPr/>
        </p:nvSpPr>
        <p:spPr>
          <a:xfrm>
            <a:off x="1943100" y="4879658"/>
            <a:ext cx="3573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</a:rPr>
              <a:t>Leaf OS 5 Preview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8" name="!! Leaf 版本">
            <a:extLst>
              <a:ext uri="{FF2B5EF4-FFF2-40B4-BE49-F238E27FC236}">
                <a16:creationId xmlns:a16="http://schemas.microsoft.com/office/drawing/2014/main" id="{0A916435-3984-E9B1-036E-B3EB70FC245D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正在启动中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42349380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4000">
        <p159:morph option="byObject"/>
      </p:transition>
    </mc:Choice>
    <mc:Fallback xmlns="">
      <p:transition spd="med" advClick="0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fill="remove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7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8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7" presetClass="emph" presetSubtype="0" fill="remove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1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12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13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4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27" presetClass="emph" presetSubtype="0" fill="remove" grpId="0" nodeType="withEffect">
                                  <p:stCondLst>
                                    <p:cond delay="7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animClr clrSpc="rgb" dir="cw">
                                      <p:cBhvr>
                                        <p:cTn id="17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97979"/>
                                      </p:to>
                                    </p:animClr>
                                    <p:set>
                                      <p:cBhvr>
                                        <p:cTn id="18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9" dur="1000" autoRev="1" fill="remove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27" presetClass="emph" presetSubtype="0" fill="remove" grpId="1" nodeType="withEffect">
                                  <p:stCondLst>
                                    <p:cond delay="35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1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animClr clrSpc="rgb" dir="cw">
                                      <p:cBhvr>
                                        <p:cTn id="22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set>
                                      <p:cBhvr>
                                        <p:cTn id="23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4" dur="1000" autoRev="1" fill="remove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27" presetClass="emph" presetSubtype="0" fill="remove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animClr clrSpc="rgb" dir="cw">
                                      <p:cBhvr>
                                        <p:cTn id="27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7D7D7D"/>
                                      </p:to>
                                    </p:animClr>
                                    <p:set>
                                      <p:cBhvr>
                                        <p:cTn id="28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1000" autoRev="1" fill="remove"/>
                                        <p:tgtEl>
                                          <p:spTgt spid="3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3" grpId="1" animBg="1"/>
      <p:bldP spid="6" grpId="0" animBg="1"/>
      <p:bldP spid="6" grpId="1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5959F9-C572-ED0C-C984-5B973CAD64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 OS 版本">
            <a:extLst>
              <a:ext uri="{FF2B5EF4-FFF2-40B4-BE49-F238E27FC236}">
                <a16:creationId xmlns:a16="http://schemas.microsoft.com/office/drawing/2014/main" id="{1FCFDDEA-6F8B-788E-5F8D-280E92D7C42C}"/>
              </a:ext>
            </a:extLst>
          </p:cNvPr>
          <p:cNvSpPr txBox="1"/>
          <p:nvPr/>
        </p:nvSpPr>
        <p:spPr>
          <a:xfrm>
            <a:off x="1943100" y="4879658"/>
            <a:ext cx="35737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dirty="0">
                <a:solidFill>
                  <a:schemeClr val="bg1"/>
                </a:solidFill>
              </a:rPr>
              <a:t>Leaf OS 5 Preview</a:t>
            </a:r>
            <a:endParaRPr lang="zh-CN" altLang="en-US" sz="2800" dirty="0">
              <a:solidFill>
                <a:schemeClr val="bg1"/>
              </a:solidFill>
            </a:endParaRPr>
          </a:p>
        </p:txBody>
      </p:sp>
      <p:sp>
        <p:nvSpPr>
          <p:cNvPr id="6" name="!! Leaf 版本">
            <a:extLst>
              <a:ext uri="{FF2B5EF4-FFF2-40B4-BE49-F238E27FC236}">
                <a16:creationId xmlns:a16="http://schemas.microsoft.com/office/drawing/2014/main" id="{857F8404-EF6B-6831-FE0C-3F98067FC057}"/>
              </a:ext>
            </a:extLst>
          </p:cNvPr>
          <p:cNvSpPr txBox="1"/>
          <p:nvPr/>
        </p:nvSpPr>
        <p:spPr>
          <a:xfrm>
            <a:off x="1941032" y="5403733"/>
            <a:ext cx="498858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正在启动中</a:t>
            </a:r>
            <a:endParaRPr kumimoji="0" lang="en-US" altLang="zh-CN" sz="14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75000"/>
                </a:srgbClr>
              </a:solidFill>
              <a:effectLst/>
              <a:uLnTx/>
              <a:uFillTx/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  <p:sp>
        <p:nvSpPr>
          <p:cNvPr id="13" name="任意多边形: 形状 12">
            <a:extLst>
              <a:ext uri="{FF2B5EF4-FFF2-40B4-BE49-F238E27FC236}">
                <a16:creationId xmlns:a16="http://schemas.microsoft.com/office/drawing/2014/main" id="{809B1E25-62FB-2C94-73BF-2115F30EDC56}"/>
              </a:ext>
            </a:extLst>
          </p:cNvPr>
          <p:cNvSpPr/>
          <p:nvPr/>
        </p:nvSpPr>
        <p:spPr>
          <a:xfrm>
            <a:off x="5844363" y="3126280"/>
            <a:ext cx="503274" cy="605440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86477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2000">
        <p159:morph option="byObject"/>
      </p:transition>
    </mc:Choice>
    <mc:Fallback xmlns="">
      <p:transition spd="med" advClick="0" advTm="2000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B5D420-DFFE-4855-D820-CFA758FFA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>
            <a:extLst>
              <a:ext uri="{FF2B5EF4-FFF2-40B4-BE49-F238E27FC236}">
                <a16:creationId xmlns:a16="http://schemas.microsoft.com/office/drawing/2014/main" id="{87D41796-64AE-C5B1-AAB1-0F8D52073672}"/>
              </a:ext>
            </a:extLst>
          </p:cNvPr>
          <p:cNvSpPr/>
          <p:nvPr/>
        </p:nvSpPr>
        <p:spPr>
          <a:xfrm>
            <a:off x="0" y="6858000"/>
            <a:ext cx="1219200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!! 圆形1">
            <a:extLst>
              <a:ext uri="{FF2B5EF4-FFF2-40B4-BE49-F238E27FC236}">
                <a16:creationId xmlns:a16="http://schemas.microsoft.com/office/drawing/2014/main" id="{085EDC6E-6E78-495A-D313-620071F92CC3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2">
            <a:extLst>
              <a:ext uri="{FF2B5EF4-FFF2-40B4-BE49-F238E27FC236}">
                <a16:creationId xmlns:a16="http://schemas.microsoft.com/office/drawing/2014/main" id="{FA059299-28AF-5784-F496-D00F3712462E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C9E6D7BB-3488-3077-B692-87FE03BDFF95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31542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000">
        <p159:morph option="byObject"/>
      </p:transition>
    </mc:Choice>
    <mc:Fallback xmlns="">
      <p:transition spd="med" advClick="0" advTm="1000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2B66A-2CA6-6373-9271-9EBBEF122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B64281C8-7779-A38A-64F2-C27EEB58F874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2">
            <a:extLst>
              <a:ext uri="{FF2B5EF4-FFF2-40B4-BE49-F238E27FC236}">
                <a16:creationId xmlns:a16="http://schemas.microsoft.com/office/drawing/2014/main" id="{33912912-95EC-A5AC-3BE2-7CD29AD60F75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A5293979-93FB-B1E5-B07A-D2BC7A34460C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" name="带按钮的无图标提示框">
            <a:extLst>
              <a:ext uri="{FF2B5EF4-FFF2-40B4-BE49-F238E27FC236}">
                <a16:creationId xmlns:a16="http://schemas.microsoft.com/office/drawing/2014/main" id="{1CDCFDAA-49BB-1488-08B0-5E0D5ED5CD2C}"/>
              </a:ext>
            </a:extLst>
          </p:cNvPr>
          <p:cNvGrpSpPr/>
          <p:nvPr/>
        </p:nvGrpSpPr>
        <p:grpSpPr>
          <a:xfrm>
            <a:off x="3813542" y="2595766"/>
            <a:ext cx="4564916" cy="1666468"/>
            <a:chOff x="2912999" y="3341281"/>
            <a:chExt cx="4564916" cy="1666468"/>
          </a:xfrm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84CB9D4A-D289-88A9-7A17-76F52001ED0E}"/>
                </a:ext>
              </a:extLst>
            </p:cNvPr>
            <p:cNvSpPr/>
            <p:nvPr/>
          </p:nvSpPr>
          <p:spPr>
            <a:xfrm>
              <a:off x="2912999" y="3341281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C7374ACB-621C-0A87-5A62-EF7F0FDF77F0}"/>
                </a:ext>
              </a:extLst>
            </p:cNvPr>
            <p:cNvSpPr txBox="1"/>
            <p:nvPr/>
          </p:nvSpPr>
          <p:spPr>
            <a:xfrm>
              <a:off x="3314796" y="3596868"/>
              <a:ext cx="203306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演示</a:t>
              </a:r>
            </a:p>
          </p:txBody>
        </p:sp>
        <p:sp>
          <p:nvSpPr>
            <p:cNvPr id="6" name="副标题">
              <a:extLst>
                <a:ext uri="{FF2B5EF4-FFF2-40B4-BE49-F238E27FC236}">
                  <a16:creationId xmlns:a16="http://schemas.microsoft.com/office/drawing/2014/main" id="{BF9C9285-231D-3115-73BE-FA9893A06A38}"/>
                </a:ext>
              </a:extLst>
            </p:cNvPr>
            <p:cNvSpPr txBox="1"/>
            <p:nvPr/>
          </p:nvSpPr>
          <p:spPr>
            <a:xfrm>
              <a:off x="3314796" y="3915526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是否启动</a:t>
              </a:r>
              <a:r>
                <a:rPr lang="en-US" altLang="zh-CN" sz="1400" dirty="0" err="1">
                  <a:latin typeface="+mn-ea"/>
                </a:rPr>
                <a:t>oobe</a:t>
              </a:r>
              <a:endParaRPr lang="zh-CN" altLang="en-US" sz="1400" dirty="0">
                <a:latin typeface="+mn-ea"/>
              </a:endParaRPr>
            </a:p>
          </p:txBody>
        </p:sp>
        <p:sp>
          <p:nvSpPr>
            <p:cNvPr id="9" name="矩形: 圆角 8">
              <a:hlinkClick r:id="rId2" action="ppaction://hlinksldjump"/>
              <a:extLst>
                <a:ext uri="{FF2B5EF4-FFF2-40B4-BE49-F238E27FC236}">
                  <a16:creationId xmlns:a16="http://schemas.microsoft.com/office/drawing/2014/main" id="{86382A0C-7738-E563-F55D-BD1AE03D9D34}"/>
                </a:ext>
              </a:extLst>
            </p:cNvPr>
            <p:cNvSpPr/>
            <p:nvPr/>
          </p:nvSpPr>
          <p:spPr>
            <a:xfrm>
              <a:off x="6114226" y="449674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</a:p>
          </p:txBody>
        </p:sp>
        <p:sp>
          <p:nvSpPr>
            <p:cNvPr id="11" name="矩形: 圆角 10">
              <a:hlinkClick r:id="rId3" action="ppaction://hlinksldjump"/>
              <a:extLst>
                <a:ext uri="{FF2B5EF4-FFF2-40B4-BE49-F238E27FC236}">
                  <a16:creationId xmlns:a16="http://schemas.microsoft.com/office/drawing/2014/main" id="{1EF53878-0DBF-043E-4D2F-28766E93D611}"/>
                </a:ext>
              </a:extLst>
            </p:cNvPr>
            <p:cNvSpPr/>
            <p:nvPr/>
          </p:nvSpPr>
          <p:spPr>
            <a:xfrm>
              <a:off x="4851768" y="449352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不启动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322208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9577DD1-EEBE-4448-5DCD-EF54762D17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DE26864E-37A1-3BAB-FD49-E64DC115BAD1}"/>
              </a:ext>
            </a:extLst>
          </p:cNvPr>
          <p:cNvSpPr/>
          <p:nvPr/>
        </p:nvSpPr>
        <p:spPr>
          <a:xfrm>
            <a:off x="838200" y="-50419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圆形2">
            <a:extLst>
              <a:ext uri="{FF2B5EF4-FFF2-40B4-BE49-F238E27FC236}">
                <a16:creationId xmlns:a16="http://schemas.microsoft.com/office/drawing/2014/main" id="{3F8B15D9-9FB5-A78B-4D40-DFF44915C7F2}"/>
              </a:ext>
            </a:extLst>
          </p:cNvPr>
          <p:cNvSpPr/>
          <p:nvPr/>
        </p:nvSpPr>
        <p:spPr>
          <a:xfrm>
            <a:off x="203200" y="1447800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D51379DB-2517-ED5B-C188-945BF14524F2}"/>
              </a:ext>
            </a:extLst>
          </p:cNvPr>
          <p:cNvSpPr/>
          <p:nvPr/>
        </p:nvSpPr>
        <p:spPr>
          <a:xfrm>
            <a:off x="1930398" y="447039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1D215AF-861D-5B22-824E-379333BE1AC6}"/>
              </a:ext>
            </a:extLst>
          </p:cNvPr>
          <p:cNvSpPr txBox="1"/>
          <p:nvPr/>
        </p:nvSpPr>
        <p:spPr>
          <a:xfrm>
            <a:off x="4675715" y="3105834"/>
            <a:ext cx="28405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6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欢迎回来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6E12469C-1045-9E81-76FD-8ABBFC0BB979}"/>
              </a:ext>
            </a:extLst>
          </p:cNvPr>
          <p:cNvSpPr txBox="1"/>
          <p:nvPr/>
        </p:nvSpPr>
        <p:spPr>
          <a:xfrm>
            <a:off x="2717796" y="3167389"/>
            <a:ext cx="6756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欢迎使用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Leaf OS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5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 </a:t>
            </a:r>
            <a:r>
              <a:rPr lang="en-US" altLang="zh-CN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For Pad</a:t>
            </a:r>
            <a:endParaRPr lang="zh-CN" altLang="en-US" sz="2800" dirty="0">
              <a:solidFill>
                <a:schemeClr val="bg2"/>
              </a:solidFill>
              <a:effectLst>
                <a:outerShdw blurRad="127000" sx="102000" sy="102000" algn="ctr" rotWithShape="0">
                  <a:prstClr val="black">
                    <a:alpha val="20000"/>
                  </a:prstClr>
                </a:outerShdw>
              </a:effectLst>
              <a:latin typeface="vivo Sans Light" panose="02000400000000000000" pitchFamily="2" charset="-122"/>
              <a:ea typeface="vivo Sans Light" panose="02000400000000000000" pitchFamily="2" charset="-122"/>
              <a:cs typeface="vivo Sans Light" panose="02000400000000000000" pitchFamily="2" charset="-122"/>
            </a:endParaRPr>
          </a:p>
        </p:txBody>
      </p:sp>
      <p:sp>
        <p:nvSpPr>
          <p:cNvPr id="4" name="任意多边形: 形状 3">
            <a:extLst>
              <a:ext uri="{FF2B5EF4-FFF2-40B4-BE49-F238E27FC236}">
                <a16:creationId xmlns:a16="http://schemas.microsoft.com/office/drawing/2014/main" id="{96964B13-B447-79B4-5635-2AD9E32812A2}"/>
              </a:ext>
            </a:extLst>
          </p:cNvPr>
          <p:cNvSpPr/>
          <p:nvPr/>
        </p:nvSpPr>
        <p:spPr>
          <a:xfrm>
            <a:off x="5964721" y="6330447"/>
            <a:ext cx="262554" cy="315854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224531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5000">
        <p159:morph option="byObject"/>
      </p:transition>
    </mc:Choice>
    <mc:Fallback xmlns="">
      <p:transition spd="med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0" fill="hold"/>
                                        <p:tgtEl>
                                          <p:spTgt spid="7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5000" fill="hold"/>
                                        <p:tgtEl>
                                          <p:spTgt spid="3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6" presetClass="emp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0" dur="5000" fill="hold"/>
                                        <p:tgtEl>
                                          <p:spTgt spid="2"/>
                                        </p:tgtEl>
                                      </p:cBhvr>
                                      <p:by x="110000" y="110000"/>
                                    </p:animScale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7" grpId="0" animBg="1"/>
      <p:bldP spid="6" grpId="0"/>
      <p:bldP spid="8" grpId="0"/>
    </p:bldLst>
  </p:timing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E5221A-8E5C-DBE8-167B-D3ED385B2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F81D4FE8-A0F2-EC27-D894-31CCB13471DF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87A6301C-99FC-DDB1-60D9-76E1B3C432AE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693B6BF5-AEAC-F9C8-2467-64787C16421F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7550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0">
        <p159:morph option="byObject"/>
      </p:transition>
    </mc:Choice>
    <mc:Fallback xmlns="">
      <p:transition spd="med" advClick="0" advTm="0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D7BE1-8718-ECB8-2AC2-983546E5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C74C52E4-DF71-55A3-132C-2E0B14EC8C3A}"/>
              </a:ext>
            </a:extLst>
          </p:cNvPr>
          <p:cNvSpPr/>
          <p:nvPr/>
        </p:nvSpPr>
        <p:spPr>
          <a:xfrm>
            <a:off x="838200" y="-11112500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6A5BB74F-030F-46FE-879A-80C8189D9329}"/>
              </a:ext>
            </a:extLst>
          </p:cNvPr>
          <p:cNvSpPr/>
          <p:nvPr/>
        </p:nvSpPr>
        <p:spPr>
          <a:xfrm>
            <a:off x="838200" y="7306129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圆形3">
            <a:extLst>
              <a:ext uri="{FF2B5EF4-FFF2-40B4-BE49-F238E27FC236}">
                <a16:creationId xmlns:a16="http://schemas.microsoft.com/office/drawing/2014/main" id="{BE8A1781-453E-5A8B-4C2A-ABA579BB3941}"/>
              </a:ext>
            </a:extLst>
          </p:cNvPr>
          <p:cNvSpPr/>
          <p:nvPr/>
        </p:nvSpPr>
        <p:spPr>
          <a:xfrm>
            <a:off x="1930399" y="8398328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!! 标题1">
            <a:extLst>
              <a:ext uri="{FF2B5EF4-FFF2-40B4-BE49-F238E27FC236}">
                <a16:creationId xmlns:a16="http://schemas.microsoft.com/office/drawing/2014/main" id="{68970D45-ABBC-90CB-8263-D61D4C112023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选择语言</a:t>
            </a:r>
          </a:p>
        </p:txBody>
      </p:sp>
      <p:sp>
        <p:nvSpPr>
          <p:cNvPr id="12" name="!! 副标题1">
            <a:extLst>
              <a:ext uri="{FF2B5EF4-FFF2-40B4-BE49-F238E27FC236}">
                <a16:creationId xmlns:a16="http://schemas.microsoft.com/office/drawing/2014/main" id="{C43BA51F-2D1E-7AA9-A5E2-610FA40D3A7B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language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3" name="!! 背景板">
            <a:extLst>
              <a:ext uri="{FF2B5EF4-FFF2-40B4-BE49-F238E27FC236}">
                <a16:creationId xmlns:a16="http://schemas.microsoft.com/office/drawing/2014/main" id="{9F65DC05-9ACD-4B11-EC8E-EBABF477C468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!! 简中">
            <a:extLst>
              <a:ext uri="{FF2B5EF4-FFF2-40B4-BE49-F238E27FC236}">
                <a16:creationId xmlns:a16="http://schemas.microsoft.com/office/drawing/2014/main" id="{C8323857-9E54-9BAD-6A29-941F9D57AB95}"/>
              </a:ext>
            </a:extLst>
          </p:cNvPr>
          <p:cNvSpPr/>
          <p:nvPr/>
        </p:nvSpPr>
        <p:spPr>
          <a:xfrm>
            <a:off x="6434668" y="943417"/>
            <a:ext cx="4411132" cy="545100"/>
          </a:xfrm>
          <a:prstGeom prst="roundRect">
            <a:avLst>
              <a:gd name="adj" fmla="val 22880"/>
            </a:avLst>
          </a:prstGeom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/>
            <a:r>
              <a:rPr lang="zh-CN" altLang="en-US" dirty="0"/>
              <a:t>简体中文（</a:t>
            </a:r>
            <a:r>
              <a:rPr lang="en-US" altLang="zh-CN" dirty="0" err="1"/>
              <a:t>zh-cn</a:t>
            </a:r>
            <a:r>
              <a:rPr lang="zh-CN" altLang="en-US" dirty="0"/>
              <a:t>）</a:t>
            </a:r>
          </a:p>
        </p:txBody>
      </p:sp>
      <p:sp>
        <p:nvSpPr>
          <p:cNvPr id="23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B5C7BC53-B641-79D5-F407-DFA0D6EA9ECD}"/>
              </a:ext>
            </a:extLst>
          </p:cNvPr>
          <p:cNvSpPr/>
          <p:nvPr/>
        </p:nvSpPr>
        <p:spPr>
          <a:xfrm>
            <a:off x="7483325" y="54410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继续</a:t>
            </a:r>
          </a:p>
        </p:txBody>
      </p:sp>
    </p:spTree>
    <p:extLst>
      <p:ext uri="{BB962C8B-B14F-4D97-AF65-F5344CB8AC3E}">
        <p14:creationId xmlns:p14="http://schemas.microsoft.com/office/powerpoint/2010/main" val="253572357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15" dur="33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35" presetClass="path" presetSubtype="0" decel="10000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17" dur="33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3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3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1" grpId="1"/>
      <p:bldP spid="12" grpId="0"/>
      <p:bldP spid="12" grpId="1"/>
      <p:bldP spid="13" grpId="0" animBg="1"/>
      <p:bldP spid="18" grpId="0" animBg="1"/>
      <p:bldP spid="2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F7677D-96D6-AC69-5143-E78A23142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86FD92E6-8D71-757F-0250-1953D33DD89C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8" name="!! 简中">
            <a:extLst>
              <a:ext uri="{FF2B5EF4-FFF2-40B4-BE49-F238E27FC236}">
                <a16:creationId xmlns:a16="http://schemas.microsoft.com/office/drawing/2014/main" id="{BE29EE24-898D-293B-40F1-8D06993D2FB0}"/>
              </a:ext>
            </a:extLst>
          </p:cNvPr>
          <p:cNvSpPr/>
          <p:nvPr/>
        </p:nvSpPr>
        <p:spPr>
          <a:xfrm>
            <a:off x="6434668" y="943417"/>
            <a:ext cx="4411132" cy="545100"/>
          </a:xfrm>
          <a:prstGeom prst="roundRect">
            <a:avLst>
              <a:gd name="adj" fmla="val 22880"/>
            </a:avLst>
          </a:prstGeom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72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中国</a:t>
            </a:r>
          </a:p>
        </p:txBody>
      </p:sp>
      <p:sp>
        <p:nvSpPr>
          <p:cNvPr id="14" name="!! 标题1">
            <a:extLst>
              <a:ext uri="{FF2B5EF4-FFF2-40B4-BE49-F238E27FC236}">
                <a16:creationId xmlns:a16="http://schemas.microsoft.com/office/drawing/2014/main" id="{381ECE3B-BBD0-FF6A-0056-9BA86E6118FB}"/>
              </a:ext>
            </a:extLst>
          </p:cNvPr>
          <p:cNvSpPr txBox="1"/>
          <p:nvPr/>
        </p:nvSpPr>
        <p:spPr>
          <a:xfrm>
            <a:off x="1112610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选择语言</a:t>
            </a:r>
          </a:p>
        </p:txBody>
      </p:sp>
      <p:sp>
        <p:nvSpPr>
          <p:cNvPr id="15" name="!! 副标题1">
            <a:extLst>
              <a:ext uri="{FF2B5EF4-FFF2-40B4-BE49-F238E27FC236}">
                <a16:creationId xmlns:a16="http://schemas.microsoft.com/office/drawing/2014/main" id="{8AF064BB-E1A9-2E8E-6F9C-E0D96ECE780F}"/>
              </a:ext>
            </a:extLst>
          </p:cNvPr>
          <p:cNvSpPr txBox="1"/>
          <p:nvPr/>
        </p:nvSpPr>
        <p:spPr>
          <a:xfrm>
            <a:off x="1112610" y="323684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language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6" name="!! 标题2">
            <a:extLst>
              <a:ext uri="{FF2B5EF4-FFF2-40B4-BE49-F238E27FC236}">
                <a16:creationId xmlns:a16="http://schemas.microsoft.com/office/drawing/2014/main" id="{4834B14A-A401-CC33-2FDC-AF1EB589BA50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200" dirty="0">
                <a:latin typeface="+mj-ea"/>
                <a:ea typeface="+mj-ea"/>
              </a:rPr>
              <a:t>选择地区</a:t>
            </a:r>
          </a:p>
        </p:txBody>
      </p:sp>
      <p:sp>
        <p:nvSpPr>
          <p:cNvPr id="17" name="!! 副标题2">
            <a:extLst>
              <a:ext uri="{FF2B5EF4-FFF2-40B4-BE49-F238E27FC236}">
                <a16:creationId xmlns:a16="http://schemas.microsoft.com/office/drawing/2014/main" id="{6CACC87F-EB5E-A336-1A53-736B0D27AB5F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+mn-ea"/>
              </a:rPr>
              <a:t>Select region</a:t>
            </a:r>
            <a:endParaRPr lang="zh-CN" altLang="en-US" sz="2400" dirty="0">
              <a:latin typeface="+mn-ea"/>
            </a:endParaRPr>
          </a:p>
        </p:txBody>
      </p:sp>
      <p:sp>
        <p:nvSpPr>
          <p:cNvPr id="1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9F03694E-F48D-9611-B540-94FFBB7AF228}"/>
              </a:ext>
            </a:extLst>
          </p:cNvPr>
          <p:cNvSpPr/>
          <p:nvPr/>
        </p:nvSpPr>
        <p:spPr>
          <a:xfrm>
            <a:off x="8175812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继续</a:t>
            </a:r>
          </a:p>
        </p:txBody>
      </p:sp>
      <p:sp>
        <p:nvSpPr>
          <p:cNvPr id="20" name="!! 返回">
            <a:hlinkClick r:id="rId3" action="ppaction://hlinksldjump"/>
            <a:extLst>
              <a:ext uri="{FF2B5EF4-FFF2-40B4-BE49-F238E27FC236}">
                <a16:creationId xmlns:a16="http://schemas.microsoft.com/office/drawing/2014/main" id="{5BD91375-AA6D-C065-515E-B43ECC15A4AC}"/>
              </a:ext>
            </a:extLst>
          </p:cNvPr>
          <p:cNvSpPr/>
          <p:nvPr/>
        </p:nvSpPr>
        <p:spPr>
          <a:xfrm>
            <a:off x="6772126" y="5441053"/>
            <a:ext cx="1250005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accent1"/>
                </a:solidFill>
              </a:rPr>
              <a:t>上一步</a:t>
            </a:r>
          </a:p>
        </p:txBody>
      </p:sp>
    </p:spTree>
    <p:extLst>
      <p:ext uri="{BB962C8B-B14F-4D97-AF65-F5344CB8AC3E}">
        <p14:creationId xmlns:p14="http://schemas.microsoft.com/office/powerpoint/2010/main" val="24490385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3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3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44444E-6 L -0.03606 4.44444E-6 " pathEditMode="relative" rAng="0" ptsTypes="AA">
                                      <p:cBhvr>
                                        <p:cTn id="12" dur="33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4.16667E-6 -2.59259E-6 L -0.03632 -2.59259E-6 " pathEditMode="relative" rAng="0" ptsTypes="AA">
                                      <p:cBhvr>
                                        <p:cTn id="14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3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35" presetClass="path" presetSubtype="0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25" dur="33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26" presetID="35" presetClass="path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27" dur="33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E2FBD9-BE5B-5CD7-118A-261DA7235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!! 圆形1">
            <a:extLst>
              <a:ext uri="{FF2B5EF4-FFF2-40B4-BE49-F238E27FC236}">
                <a16:creationId xmlns:a16="http://schemas.microsoft.com/office/drawing/2014/main" id="{D000DCDA-7D19-79C7-E78D-B7D343AEB2DA}"/>
              </a:ext>
            </a:extLst>
          </p:cNvPr>
          <p:cNvSpPr/>
          <p:nvPr/>
        </p:nvSpPr>
        <p:spPr>
          <a:xfrm>
            <a:off x="15465127" y="-205028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!! 圆形2">
            <a:extLst>
              <a:ext uri="{FF2B5EF4-FFF2-40B4-BE49-F238E27FC236}">
                <a16:creationId xmlns:a16="http://schemas.microsoft.com/office/drawing/2014/main" id="{7A2CAA9A-2183-4CEB-F4F0-98F036CFFBCB}"/>
              </a:ext>
            </a:extLst>
          </p:cNvPr>
          <p:cNvSpPr/>
          <p:nvPr/>
        </p:nvSpPr>
        <p:spPr>
          <a:xfrm>
            <a:off x="12854256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3" name="!! 背景板">
            <a:extLst>
              <a:ext uri="{FF2B5EF4-FFF2-40B4-BE49-F238E27FC236}">
                <a16:creationId xmlns:a16="http://schemas.microsoft.com/office/drawing/2014/main" id="{310E68D7-9E7A-F8C1-FAB6-2B52986E4853}"/>
              </a:ext>
            </a:extLst>
          </p:cNvPr>
          <p:cNvSpPr/>
          <p:nvPr/>
        </p:nvSpPr>
        <p:spPr>
          <a:xfrm>
            <a:off x="6096000" y="644068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标题2">
            <a:extLst>
              <a:ext uri="{FF2B5EF4-FFF2-40B4-BE49-F238E27FC236}">
                <a16:creationId xmlns:a16="http://schemas.microsoft.com/office/drawing/2014/main" id="{3783E882-220A-7CAF-F50D-C8663AC1E016}"/>
              </a:ext>
            </a:extLst>
          </p:cNvPr>
          <p:cNvSpPr txBox="1"/>
          <p:nvPr/>
        </p:nvSpPr>
        <p:spPr>
          <a:xfrm>
            <a:off x="1112610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选择地区</a:t>
            </a:r>
          </a:p>
        </p:txBody>
      </p:sp>
      <p:sp>
        <p:nvSpPr>
          <p:cNvPr id="15" name="!! 副标题2">
            <a:extLst>
              <a:ext uri="{FF2B5EF4-FFF2-40B4-BE49-F238E27FC236}">
                <a16:creationId xmlns:a16="http://schemas.microsoft.com/office/drawing/2014/main" id="{C24B6DDF-CB69-0613-C552-688185F514FB}"/>
              </a:ext>
            </a:extLst>
          </p:cNvPr>
          <p:cNvSpPr txBox="1"/>
          <p:nvPr/>
        </p:nvSpPr>
        <p:spPr>
          <a:xfrm>
            <a:off x="1112610" y="323684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Select region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6" name="!! 标题1">
            <a:extLst>
              <a:ext uri="{FF2B5EF4-FFF2-40B4-BE49-F238E27FC236}">
                <a16:creationId xmlns:a16="http://schemas.microsoft.com/office/drawing/2014/main" id="{59C8E81F-986F-8D90-A599-E7C4776BAE51}"/>
              </a:ext>
            </a:extLst>
          </p:cNvPr>
          <p:cNvSpPr txBox="1"/>
          <p:nvPr/>
        </p:nvSpPr>
        <p:spPr>
          <a:xfrm>
            <a:off x="1557867" y="2656778"/>
            <a:ext cx="27143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连接网络</a:t>
            </a:r>
          </a:p>
        </p:txBody>
      </p:sp>
      <p:sp>
        <p:nvSpPr>
          <p:cNvPr id="17" name="!! 副标题1">
            <a:extLst>
              <a:ext uri="{FF2B5EF4-FFF2-40B4-BE49-F238E27FC236}">
                <a16:creationId xmlns:a16="http://schemas.microsoft.com/office/drawing/2014/main" id="{159A85B8-74D5-BFA2-71E4-1D4D27B45BE6}"/>
              </a:ext>
            </a:extLst>
          </p:cNvPr>
          <p:cNvSpPr txBox="1"/>
          <p:nvPr/>
        </p:nvSpPr>
        <p:spPr>
          <a:xfrm>
            <a:off x="1557867" y="3241553"/>
            <a:ext cx="37761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Connect Network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4636BFF5-1D7E-ACA7-82A9-5DE97E7A1DB8}"/>
              </a:ext>
            </a:extLst>
          </p:cNvPr>
          <p:cNvSpPr/>
          <p:nvPr/>
        </p:nvSpPr>
        <p:spPr>
          <a:xfrm>
            <a:off x="8175812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继续</a:t>
            </a:r>
          </a:p>
        </p:txBody>
      </p:sp>
      <p:sp>
        <p:nvSpPr>
          <p:cNvPr id="20" name="!! 返回">
            <a:hlinkClick r:id="rId3" action="ppaction://hlinksldjump"/>
            <a:extLst>
              <a:ext uri="{FF2B5EF4-FFF2-40B4-BE49-F238E27FC236}">
                <a16:creationId xmlns:a16="http://schemas.microsoft.com/office/drawing/2014/main" id="{C310B811-69E9-23D8-36FD-11BD4CA47C8D}"/>
              </a:ext>
            </a:extLst>
          </p:cNvPr>
          <p:cNvSpPr/>
          <p:nvPr/>
        </p:nvSpPr>
        <p:spPr>
          <a:xfrm>
            <a:off x="6772126" y="5441053"/>
            <a:ext cx="1250005" cy="408215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>
            <a:solidFill>
              <a:schemeClr val="accent1"/>
            </a:solidFill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上一步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6999ADC6-2069-2081-F580-FCB4C6257717}"/>
              </a:ext>
            </a:extLst>
          </p:cNvPr>
          <p:cNvSpPr txBox="1"/>
          <p:nvPr/>
        </p:nvSpPr>
        <p:spPr>
          <a:xfrm>
            <a:off x="6782859" y="3410578"/>
            <a:ext cx="37147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正在识别网络</a:t>
            </a:r>
          </a:p>
        </p:txBody>
      </p:sp>
      <p:grpSp>
        <p:nvGrpSpPr>
          <p:cNvPr id="8" name="!! load">
            <a:extLst>
              <a:ext uri="{FF2B5EF4-FFF2-40B4-BE49-F238E27FC236}">
                <a16:creationId xmlns:a16="http://schemas.microsoft.com/office/drawing/2014/main" id="{C60E7BD7-6C28-AFB9-182F-8CC897A13980}"/>
              </a:ext>
            </a:extLst>
          </p:cNvPr>
          <p:cNvGrpSpPr/>
          <p:nvPr/>
        </p:nvGrpSpPr>
        <p:grpSpPr>
          <a:xfrm>
            <a:off x="8517468" y="3084753"/>
            <a:ext cx="245532" cy="245532"/>
            <a:chOff x="7349534" y="4722202"/>
            <a:chExt cx="279398" cy="279398"/>
          </a:xfrm>
        </p:grpSpPr>
        <p:sp>
          <p:nvSpPr>
            <p:cNvPr id="11" name="弧形 10">
              <a:extLst>
                <a:ext uri="{FF2B5EF4-FFF2-40B4-BE49-F238E27FC236}">
                  <a16:creationId xmlns:a16="http://schemas.microsoft.com/office/drawing/2014/main" id="{E9F9E4E9-CECF-4F36-AB75-2BDFB790DB35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2" name="弧形 11">
              <a:extLst>
                <a:ext uri="{FF2B5EF4-FFF2-40B4-BE49-F238E27FC236}">
                  <a16:creationId xmlns:a16="http://schemas.microsoft.com/office/drawing/2014/main" id="{5FDB95B1-F069-1EE8-5F2B-E03B497D99BF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3" name="!! 内容2">
            <a:extLst>
              <a:ext uri="{FF2B5EF4-FFF2-40B4-BE49-F238E27FC236}">
                <a16:creationId xmlns:a16="http://schemas.microsoft.com/office/drawing/2014/main" id="{E759FE7B-BEC4-DBA3-1DA1-AFFC4313F897}"/>
              </a:ext>
            </a:extLst>
          </p:cNvPr>
          <p:cNvSpPr txBox="1"/>
          <p:nvPr/>
        </p:nvSpPr>
        <p:spPr>
          <a:xfrm>
            <a:off x="6786562" y="2039767"/>
            <a:ext cx="816504" cy="21235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类型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名称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状态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zh-CN" altLang="en-US" dirty="0"/>
              <a:t>速度</a:t>
            </a:r>
            <a:endParaRPr lang="en-US" altLang="zh-CN" dirty="0"/>
          </a:p>
          <a:p>
            <a:pPr>
              <a:lnSpc>
                <a:spcPct val="150000"/>
              </a:lnSpc>
            </a:pPr>
            <a:endParaRPr lang="zh-CN" altLang="en-US" dirty="0"/>
          </a:p>
        </p:txBody>
      </p:sp>
      <p:sp>
        <p:nvSpPr>
          <p:cNvPr id="24" name="!! 内容1">
            <a:extLst>
              <a:ext uri="{FF2B5EF4-FFF2-40B4-BE49-F238E27FC236}">
                <a16:creationId xmlns:a16="http://schemas.microsoft.com/office/drawing/2014/main" id="{3AE095A3-CA80-9A27-CC13-0C9919AB3698}"/>
              </a:ext>
            </a:extLst>
          </p:cNvPr>
          <p:cNvSpPr txBox="1"/>
          <p:nvPr/>
        </p:nvSpPr>
        <p:spPr>
          <a:xfrm>
            <a:off x="8109217" y="2039766"/>
            <a:ext cx="2731822" cy="1708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dirty="0"/>
              <a:t>有线连接</a:t>
            </a:r>
            <a:endParaRPr lang="en-US" altLang="zh-CN" dirty="0"/>
          </a:p>
          <a:p>
            <a:pPr>
              <a:lnSpc>
                <a:spcPct val="150000"/>
              </a:lnSpc>
            </a:pPr>
            <a:r>
              <a:rPr lang="en-US" altLang="zh-CN" dirty="0"/>
              <a:t>Virtual Net</a:t>
            </a:r>
          </a:p>
          <a:p>
            <a:pPr>
              <a:lnSpc>
                <a:spcPct val="150000"/>
              </a:lnSpc>
            </a:pPr>
            <a:r>
              <a:rPr lang="zh-CN" altLang="en-US" dirty="0">
                <a:solidFill>
                  <a:srgbClr val="FFC000"/>
                </a:solidFill>
              </a:rPr>
              <a:t>无互联网访问</a:t>
            </a:r>
            <a:endParaRPr lang="en-US" altLang="zh-CN" dirty="0">
              <a:solidFill>
                <a:srgbClr val="FFC000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dirty="0"/>
              <a:t>-</a:t>
            </a:r>
          </a:p>
        </p:txBody>
      </p:sp>
      <p:grpSp>
        <p:nvGrpSpPr>
          <p:cNvPr id="27" name="!! 大标题">
            <a:extLst>
              <a:ext uri="{FF2B5EF4-FFF2-40B4-BE49-F238E27FC236}">
                <a16:creationId xmlns:a16="http://schemas.microsoft.com/office/drawing/2014/main" id="{6CAB6D0E-E845-6B75-CA06-2D6C72E87B4C}"/>
              </a:ext>
            </a:extLst>
          </p:cNvPr>
          <p:cNvGrpSpPr/>
          <p:nvPr/>
        </p:nvGrpSpPr>
        <p:grpSpPr>
          <a:xfrm>
            <a:off x="6744289" y="1287035"/>
            <a:ext cx="1717554" cy="461665"/>
            <a:chOff x="3079753" y="1375827"/>
            <a:chExt cx="726902" cy="461665"/>
          </a:xfrm>
        </p:grpSpPr>
        <p:sp>
          <p:nvSpPr>
            <p:cNvPr id="28" name="!! 标题符">
              <a:extLst>
                <a:ext uri="{FF2B5EF4-FFF2-40B4-BE49-F238E27FC236}">
                  <a16:creationId xmlns:a16="http://schemas.microsoft.com/office/drawing/2014/main" id="{CF9E5415-5F9D-76FD-A8EA-D0368F68B195}"/>
                </a:ext>
              </a:extLst>
            </p:cNvPr>
            <p:cNvSpPr/>
            <p:nvPr/>
          </p:nvSpPr>
          <p:spPr>
            <a:xfrm>
              <a:off x="3121831" y="1685496"/>
              <a:ext cx="643642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9" name="!! 标题">
              <a:extLst>
                <a:ext uri="{FF2B5EF4-FFF2-40B4-BE49-F238E27FC236}">
                  <a16:creationId xmlns:a16="http://schemas.microsoft.com/office/drawing/2014/main" id="{085E6862-A078-33DD-3C3B-5BBB4910D3AA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网络已连接</a:t>
              </a:r>
            </a:p>
          </p:txBody>
        </p:sp>
      </p:grpSp>
      <p:sp>
        <p:nvSpPr>
          <p:cNvPr id="2" name="!! 圆形3">
            <a:extLst>
              <a:ext uri="{FF2B5EF4-FFF2-40B4-BE49-F238E27FC236}">
                <a16:creationId xmlns:a16="http://schemas.microsoft.com/office/drawing/2014/main" id="{4B1656C6-3B14-8CD2-3994-A7FABDF3DDF6}"/>
              </a:ext>
            </a:extLst>
          </p:cNvPr>
          <p:cNvSpPr/>
          <p:nvPr/>
        </p:nvSpPr>
        <p:spPr>
          <a:xfrm>
            <a:off x="12298905" y="-467093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746962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33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3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35" presetClass="pat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75E-6 4.44444E-6 L -0.03606 4.44444E-6 " pathEditMode="relative" rAng="0" ptsTypes="AA">
                                      <p:cBhvr>
                                        <p:cTn id="12" dur="33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4.16667E-6 -2.59259E-6 L -0.03632 -2.59259E-6 " pathEditMode="relative" rAng="0" ptsTypes="AA">
                                      <p:cBhvr>
                                        <p:cTn id="14" dur="33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35" presetClass="path" presetSubtype="0" decel="10000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2.5E-6 -2.59259E-6 L -0.03633 -2.59259E-6 " pathEditMode="relative" rAng="0" ptsTypes="AA">
                                      <p:cBhvr>
                                        <p:cTn id="22" dur="33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23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35" presetClass="path" presetSubtype="0" decel="10000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-2.08333E-6 0 L -0.03607 0 " pathEditMode="relative" rAng="0" ptsTypes="AA">
                                      <p:cBhvr>
                                        <p:cTn id="24" dur="33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810" y="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32" dur="2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33" presetID="10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2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300"/>
                                        <p:tgtEl>
                                          <p:spTgt spid="2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300"/>
                                        <p:tgtEl>
                                          <p:spTgt spid="2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300"/>
                                        <p:tgtEl>
                                          <p:spTgt spid="2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00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21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2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30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  <p:bldP spid="17" grpId="1"/>
      <p:bldP spid="19" grpId="0" animBg="1"/>
      <p:bldP spid="20" grpId="0" animBg="1"/>
      <p:bldP spid="7" grpId="0"/>
      <p:bldP spid="7" grpId="1"/>
      <p:bldP spid="23" grpId="0" build="p" advAuto="100"/>
      <p:bldP spid="24" grpId="0" build="p" advAuto="10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F38F95-2CEE-099F-A5C4-AD7D319C4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!! 圆形1">
            <a:extLst>
              <a:ext uri="{FF2B5EF4-FFF2-40B4-BE49-F238E27FC236}">
                <a16:creationId xmlns:a16="http://schemas.microsoft.com/office/drawing/2014/main" id="{A86B9D50-0F90-7DA2-FE89-549301037EE9}"/>
              </a:ext>
            </a:extLst>
          </p:cNvPr>
          <p:cNvSpPr/>
          <p:nvPr/>
        </p:nvSpPr>
        <p:spPr>
          <a:xfrm>
            <a:off x="-1866630" y="-156719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圆形2">
            <a:extLst>
              <a:ext uri="{FF2B5EF4-FFF2-40B4-BE49-F238E27FC236}">
                <a16:creationId xmlns:a16="http://schemas.microsoft.com/office/drawing/2014/main" id="{4467C29B-2D93-FF17-9343-53D134E905B5}"/>
              </a:ext>
            </a:extLst>
          </p:cNvPr>
          <p:cNvSpPr/>
          <p:nvPr/>
        </p:nvSpPr>
        <p:spPr>
          <a:xfrm>
            <a:off x="5511798" y="-246380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718C9E4-1128-2A5E-2592-15515ED95FB3}"/>
              </a:ext>
            </a:extLst>
          </p:cNvPr>
          <p:cNvSpPr txBox="1"/>
          <p:nvPr/>
        </p:nvSpPr>
        <p:spPr>
          <a:xfrm>
            <a:off x="2717796" y="3167389"/>
            <a:ext cx="67564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800" dirty="0">
                <a:solidFill>
                  <a:schemeClr val="bg2"/>
                </a:solidFill>
                <a:effectLst>
                  <a:outerShdw blurRad="127000" sx="102000" sy="102000" algn="ctr" rotWithShape="0">
                    <a:prstClr val="black">
                      <a:alpha val="20000"/>
                    </a:prstClr>
                  </a:outerShdw>
                </a:effectLst>
                <a:latin typeface="+mj-ea"/>
                <a:ea typeface="+mj-ea"/>
              </a:rPr>
              <a:t>正在设置设备</a:t>
            </a:r>
          </a:p>
        </p:txBody>
      </p:sp>
      <p:sp>
        <p:nvSpPr>
          <p:cNvPr id="18" name="!! 圆形3">
            <a:extLst>
              <a:ext uri="{FF2B5EF4-FFF2-40B4-BE49-F238E27FC236}">
                <a16:creationId xmlns:a16="http://schemas.microsoft.com/office/drawing/2014/main" id="{9F84F66F-EF0C-5486-BA13-6EB631B32E90}"/>
              </a:ext>
            </a:extLst>
          </p:cNvPr>
          <p:cNvSpPr/>
          <p:nvPr/>
        </p:nvSpPr>
        <p:spPr>
          <a:xfrm>
            <a:off x="10830128" y="-47499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68200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5000">
        <p159:morph option="byObject"/>
      </p:transition>
    </mc:Choice>
    <mc:Fallback xmlns="">
      <p:transition spd="med"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" dur="5000" fill="hold"/>
                                        <p:tgtEl>
                                          <p:spTgt spid="3"/>
                                        </p:tgtEl>
                                      </p:cBhvr>
                                      <p:by x="200000" y="200000"/>
                                    </p:animScale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1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6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11" dur="5000" fill="hold"/>
                                        <p:tgtEl>
                                          <p:spTgt spid="18"/>
                                        </p:tgtEl>
                                      </p:cBhvr>
                                      <p:by x="135000" y="13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1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100000">
              <a:schemeClr val="accent3"/>
            </a:gs>
            <a:gs pos="55000">
              <a:schemeClr val="accent4"/>
            </a:gs>
          </a:gsLst>
          <a:lin ang="10800000" scaled="1"/>
          <a:tileRect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67D60C-9A60-BDC1-4EC5-586045A2F1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97FF5362-2270-9706-F279-890003E7A4DB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854B2F09-D3B3-0537-5B9D-48F81BC33327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E041DDFC-47C3-A5AA-42AA-8462C416215C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!! 头像">
            <a:extLst>
              <a:ext uri="{FF2B5EF4-FFF2-40B4-BE49-F238E27FC236}">
                <a16:creationId xmlns:a16="http://schemas.microsoft.com/office/drawing/2014/main" id="{8AFCA0BE-26D0-BE67-BECE-B7C13F4C1574}"/>
              </a:ext>
            </a:extLst>
          </p:cNvPr>
          <p:cNvSpPr/>
          <p:nvPr/>
        </p:nvSpPr>
        <p:spPr>
          <a:xfrm>
            <a:off x="-2706113" y="2208998"/>
            <a:ext cx="2440006" cy="2440006"/>
          </a:xfrm>
          <a:prstGeom prst="donut">
            <a:avLst>
              <a:gd name="adj" fmla="val 7309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!! 头像框">
            <a:extLst>
              <a:ext uri="{FF2B5EF4-FFF2-40B4-BE49-F238E27FC236}">
                <a16:creationId xmlns:a16="http://schemas.microsoft.com/office/drawing/2014/main" id="{BD037649-9988-09B4-92DF-3ACBC6C43CE8}"/>
              </a:ext>
            </a:extLst>
          </p:cNvPr>
          <p:cNvSpPr/>
          <p:nvPr/>
        </p:nvSpPr>
        <p:spPr>
          <a:xfrm rot="10800000">
            <a:off x="-2407731" y="2507380"/>
            <a:ext cx="1843240" cy="184324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B8C534F5-F9DB-9AA3-E5ED-4E2525A5A776}"/>
              </a:ext>
            </a:extLst>
          </p:cNvPr>
          <p:cNvSpPr/>
          <p:nvPr/>
        </p:nvSpPr>
        <p:spPr>
          <a:xfrm>
            <a:off x="12547621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882EC956-B0CB-04E7-8147-B90279928CB7}"/>
              </a:ext>
            </a:extLst>
          </p:cNvPr>
          <p:cNvGrpSpPr/>
          <p:nvPr/>
        </p:nvGrpSpPr>
        <p:grpSpPr>
          <a:xfrm>
            <a:off x="13195910" y="1287035"/>
            <a:ext cx="2044111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DF4DAB95-8E19-5BD9-E6F2-79C9DE9C724B}"/>
                </a:ext>
              </a:extLst>
            </p:cNvPr>
            <p:cNvSpPr/>
            <p:nvPr/>
          </p:nvSpPr>
          <p:spPr>
            <a:xfrm>
              <a:off x="3107206" y="1685496"/>
              <a:ext cx="658803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3213AB44-6B4D-D440-B533-7D0C29DAAC9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欢迎回来</a:t>
              </a:r>
              <a:r>
                <a:rPr lang="zh-CN" altLang="en-US" sz="2400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OPPOSans M"/>
                  <a:ea typeface="OPPOSans M"/>
                </a:rPr>
                <a:t>，夌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</p:grpSp>
      <p:sp>
        <p:nvSpPr>
          <p:cNvPr id="15" name="!! 文本1">
            <a:extLst>
              <a:ext uri="{FF2B5EF4-FFF2-40B4-BE49-F238E27FC236}">
                <a16:creationId xmlns:a16="http://schemas.microsoft.com/office/drawing/2014/main" id="{084BA909-AFC0-997F-1822-513172A9E2D2}"/>
              </a:ext>
            </a:extLst>
          </p:cNvPr>
          <p:cNvSpPr txBox="1"/>
          <p:nvPr/>
        </p:nvSpPr>
        <p:spPr>
          <a:xfrm>
            <a:off x="13195910" y="1777143"/>
            <a:ext cx="224891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400" dirty="0">
                <a:solidFill>
                  <a:schemeClr val="bg1">
                    <a:lumMod val="75000"/>
                  </a:schemeClr>
                </a:solidFill>
              </a:rPr>
              <a:t>已为您自动登录</a:t>
            </a:r>
          </a:p>
        </p:txBody>
      </p: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347C91B-77F9-5D73-7D62-3DBED1119772}"/>
              </a:ext>
            </a:extLst>
          </p:cNvPr>
          <p:cNvSpPr/>
          <p:nvPr/>
        </p:nvSpPr>
        <p:spPr>
          <a:xfrm>
            <a:off x="13899068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</p:spTree>
    <p:extLst>
      <p:ext uri="{BB962C8B-B14F-4D97-AF65-F5344CB8AC3E}">
        <p14:creationId xmlns:p14="http://schemas.microsoft.com/office/powerpoint/2010/main" val="404728845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026 0 L 0.37566 0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646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3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5E-6 0 L 0.37501 0 " pathEditMode="relative" rAng="0" ptsTypes="AA">
                                      <p:cBhvr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8750" y="0"/>
                                    </p:animMotion>
                                  </p:childTnLst>
                                </p:cTn>
                              </p:par>
                              <p:par>
                                <p:cTn id="9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7 0 L -0.52904 0 " pathEditMode="relative" rAng="0" ptsTypes="AA">
                                      <p:cBhvr>
                                        <p:cTn id="10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58" y="0"/>
                                    </p:animMotion>
                                  </p:childTnLst>
                                </p:cTn>
                              </p:par>
                              <p:par>
                                <p:cTn id="11" presetID="35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16667E-6 3.7037E-6 L -0.52865 3.7037E-6 " pathEditMode="relative" rAng="0" ptsTypes="AA">
                                      <p:cBhvr>
                                        <p:cTn id="1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32" y="0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8.33333E-7 -1.48148E-6 L -0.52969 -1.48148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84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35" presetClass="path" presetSubtype="0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5E-6 1.85185E-6 L -0.52956 1.85185E-6 " pathEditMode="relative" rAng="0" ptsTypes="AA">
                                      <p:cBhvr>
                                        <p:cTn id="1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6484" y="0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8" presetClass="emp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9" grpId="1" animBg="1"/>
      <p:bldP spid="10" grpId="0" animBg="1"/>
      <p:bldP spid="15" grpId="0"/>
      <p:bldP spid="16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DC45B8-AF64-D6DA-F639-A4852143F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C1CC6E81-8B20-F4BD-B80F-174C18404CAD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C6797F41-736F-CB76-16A7-D3BE92F4D89E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A54D5256-2C2D-A6C3-92F6-8846D99E1041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9325763C-4758-F56E-FF7F-B86EE05957D9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A5E42CA0-FAE8-03AB-E479-096E6C1CF99C}"/>
              </a:ext>
            </a:extLst>
          </p:cNvPr>
          <p:cNvGrpSpPr/>
          <p:nvPr/>
        </p:nvGrpSpPr>
        <p:grpSpPr>
          <a:xfrm>
            <a:off x="6744289" y="1287035"/>
            <a:ext cx="2945811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24A81FE4-C290-2655-2F05-41F5A5B47C4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4B59DD75-341F-508D-AC32-DDBDF9B75D81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保持最新的系统版本</a:t>
              </a:r>
            </a:p>
          </p:txBody>
        </p:sp>
      </p:grp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613DA69B-85A8-E6D1-2DD0-9891FFCB7AFE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pic>
        <p:nvPicPr>
          <p:cNvPr id="4" name="!! 图标1-2">
            <a:extLst>
              <a:ext uri="{FF2B5EF4-FFF2-40B4-BE49-F238E27FC236}">
                <a16:creationId xmlns:a16="http://schemas.microsoft.com/office/drawing/2014/main" id="{6E98A1ED-850A-BCC4-BF7B-1711DECCF7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507138" y="3999245"/>
            <a:ext cx="1167538" cy="1167538"/>
          </a:xfrm>
          <a:prstGeom prst="rect">
            <a:avLst/>
          </a:prstGeom>
        </p:spPr>
      </p:pic>
      <p:sp>
        <p:nvSpPr>
          <p:cNvPr id="6" name="!! 图标1-1">
            <a:extLst>
              <a:ext uri="{FF2B5EF4-FFF2-40B4-BE49-F238E27FC236}">
                <a16:creationId xmlns:a16="http://schemas.microsoft.com/office/drawing/2014/main" id="{F5CFD69A-880C-B4A8-FC41-219776150269}"/>
              </a:ext>
            </a:extLst>
          </p:cNvPr>
          <p:cNvSpPr/>
          <p:nvPr/>
        </p:nvSpPr>
        <p:spPr>
          <a:xfrm>
            <a:off x="2584009" y="3945890"/>
            <a:ext cx="1013796" cy="79318"/>
          </a:xfrm>
          <a:prstGeom prst="roundRect">
            <a:avLst>
              <a:gd name="adj" fmla="val 50000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!! 遮罩1-1">
            <a:extLst>
              <a:ext uri="{FF2B5EF4-FFF2-40B4-BE49-F238E27FC236}">
                <a16:creationId xmlns:a16="http://schemas.microsoft.com/office/drawing/2014/main" id="{66CC1D7F-D641-A675-4761-EEA0C0CDAB37}"/>
              </a:ext>
            </a:extLst>
          </p:cNvPr>
          <p:cNvSpPr/>
          <p:nvPr/>
        </p:nvSpPr>
        <p:spPr>
          <a:xfrm>
            <a:off x="2382397" y="3945879"/>
            <a:ext cx="1417020" cy="79318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!! 遮罩1-2">
            <a:extLst>
              <a:ext uri="{FF2B5EF4-FFF2-40B4-BE49-F238E27FC236}">
                <a16:creationId xmlns:a16="http://schemas.microsoft.com/office/drawing/2014/main" id="{408F08E1-509F-3817-FCF7-E1629622207C}"/>
              </a:ext>
            </a:extLst>
          </p:cNvPr>
          <p:cNvSpPr/>
          <p:nvPr/>
        </p:nvSpPr>
        <p:spPr>
          <a:xfrm>
            <a:off x="2414146" y="4023437"/>
            <a:ext cx="1353522" cy="110058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!! 头像">
            <a:extLst>
              <a:ext uri="{FF2B5EF4-FFF2-40B4-BE49-F238E27FC236}">
                <a16:creationId xmlns:a16="http://schemas.microsoft.com/office/drawing/2014/main" id="{D453B9BA-B2A0-8F36-816A-57CD7E889A42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7" name="!! 单选框1">
            <a:extLst>
              <a:ext uri="{FF2B5EF4-FFF2-40B4-BE49-F238E27FC236}">
                <a16:creationId xmlns:a16="http://schemas.microsoft.com/office/drawing/2014/main" id="{CC333DC2-8C22-D318-2D0A-48ED62294946}"/>
              </a:ext>
            </a:extLst>
          </p:cNvPr>
          <p:cNvGrpSpPr/>
          <p:nvPr/>
        </p:nvGrpSpPr>
        <p:grpSpPr>
          <a:xfrm>
            <a:off x="6879497" y="2015691"/>
            <a:ext cx="2610106" cy="307777"/>
            <a:chOff x="6879497" y="3107891"/>
            <a:chExt cx="2610106" cy="307777"/>
          </a:xfrm>
        </p:grpSpPr>
        <p:sp>
          <p:nvSpPr>
            <p:cNvPr id="25" name="!! 单选框1">
              <a:extLst>
                <a:ext uri="{FF2B5EF4-FFF2-40B4-BE49-F238E27FC236}">
                  <a16:creationId xmlns:a16="http://schemas.microsoft.com/office/drawing/2014/main" id="{8F7F6164-309C-2541-D5DF-499B44FCD0B0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30" name="!! 单选文本">
              <a:extLst>
                <a:ext uri="{FF2B5EF4-FFF2-40B4-BE49-F238E27FC236}">
                  <a16:creationId xmlns:a16="http://schemas.microsoft.com/office/drawing/2014/main" id="{71AAB0F0-78E1-984C-2D4C-EED583143A89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自动下载并安装更新</a:t>
              </a:r>
            </a:p>
          </p:txBody>
        </p:sp>
      </p:grpSp>
      <p:grpSp>
        <p:nvGrpSpPr>
          <p:cNvPr id="38" name="!! 单选框2">
            <a:extLst>
              <a:ext uri="{FF2B5EF4-FFF2-40B4-BE49-F238E27FC236}">
                <a16:creationId xmlns:a16="http://schemas.microsoft.com/office/drawing/2014/main" id="{516CB864-D15E-E4BD-F28E-F666E34F8207}"/>
              </a:ext>
            </a:extLst>
          </p:cNvPr>
          <p:cNvGrpSpPr/>
          <p:nvPr/>
        </p:nvGrpSpPr>
        <p:grpSpPr>
          <a:xfrm>
            <a:off x="6879497" y="2409630"/>
            <a:ext cx="2610106" cy="307777"/>
            <a:chOff x="6879497" y="3107891"/>
            <a:chExt cx="2610106" cy="307777"/>
          </a:xfrm>
        </p:grpSpPr>
        <p:sp>
          <p:nvSpPr>
            <p:cNvPr id="39" name="!! 单选框1">
              <a:extLst>
                <a:ext uri="{FF2B5EF4-FFF2-40B4-BE49-F238E27FC236}">
                  <a16:creationId xmlns:a16="http://schemas.microsoft.com/office/drawing/2014/main" id="{4D0476EB-4F14-D3EC-4957-FCDCAA730A91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0" name="!! 单选文本">
              <a:extLst>
                <a:ext uri="{FF2B5EF4-FFF2-40B4-BE49-F238E27FC236}">
                  <a16:creationId xmlns:a16="http://schemas.microsoft.com/office/drawing/2014/main" id="{DB32A528-75F1-E4DF-56C4-963BC2386855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仅</a:t>
              </a:r>
              <a:r>
                <a:rPr lang="en-US" altLang="zh-CN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WLAN</a:t>
              </a:r>
              <a:r>
                <a:rPr lang="zh-CN" altLang="en-US" sz="14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下自动下载更新</a:t>
              </a:r>
            </a:p>
          </p:txBody>
        </p:sp>
      </p:grpSp>
      <p:grpSp>
        <p:nvGrpSpPr>
          <p:cNvPr id="47" name="!! 单选框 3">
            <a:extLst>
              <a:ext uri="{FF2B5EF4-FFF2-40B4-BE49-F238E27FC236}">
                <a16:creationId xmlns:a16="http://schemas.microsoft.com/office/drawing/2014/main" id="{53B172A9-7BBF-352E-6BB5-7AC32705F517}"/>
              </a:ext>
            </a:extLst>
          </p:cNvPr>
          <p:cNvGrpSpPr/>
          <p:nvPr/>
        </p:nvGrpSpPr>
        <p:grpSpPr>
          <a:xfrm>
            <a:off x="6879497" y="2797643"/>
            <a:ext cx="2610106" cy="307777"/>
            <a:chOff x="6879497" y="3889843"/>
            <a:chExt cx="2610106" cy="307777"/>
          </a:xfrm>
        </p:grpSpPr>
        <p:sp>
          <p:nvSpPr>
            <p:cNvPr id="42" name="!! 单选框1">
              <a:extLst>
                <a:ext uri="{FF2B5EF4-FFF2-40B4-BE49-F238E27FC236}">
                  <a16:creationId xmlns:a16="http://schemas.microsoft.com/office/drawing/2014/main" id="{4A9993B3-260F-91D4-CC7A-5A109AEBF0AD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!! 单选文本">
              <a:extLst>
                <a:ext uri="{FF2B5EF4-FFF2-40B4-BE49-F238E27FC236}">
                  <a16:creationId xmlns:a16="http://schemas.microsoft.com/office/drawing/2014/main" id="{F8A36AB4-45CD-5000-327C-F391D9D2E22B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/>
                <a:t>手动检测更新</a:t>
              </a: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430F86DD-83C4-582A-4AA4-C788C41B5514}"/>
                </a:ext>
              </a:extLst>
            </p:cNvPr>
            <p:cNvSpPr/>
            <p:nvPr/>
          </p:nvSpPr>
          <p:spPr>
            <a:xfrm>
              <a:off x="6918510" y="3985953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9" name="!! 警告">
            <a:extLst>
              <a:ext uri="{FF2B5EF4-FFF2-40B4-BE49-F238E27FC236}">
                <a16:creationId xmlns:a16="http://schemas.microsoft.com/office/drawing/2014/main" id="{A9D71565-17D0-D29E-9CE8-D87D34FAEB8E}"/>
              </a:ext>
            </a:extLst>
          </p:cNvPr>
          <p:cNvGrpSpPr/>
          <p:nvPr/>
        </p:nvGrpSpPr>
        <p:grpSpPr>
          <a:xfrm>
            <a:off x="4325092" y="269366"/>
            <a:ext cx="3541817" cy="781669"/>
            <a:chOff x="6744289" y="1953066"/>
            <a:chExt cx="3541817" cy="781669"/>
          </a:xfrm>
        </p:grpSpPr>
        <p:sp>
          <p:nvSpPr>
            <p:cNvPr id="14" name="!! 背景">
              <a:extLst>
                <a:ext uri="{FF2B5EF4-FFF2-40B4-BE49-F238E27FC236}">
                  <a16:creationId xmlns:a16="http://schemas.microsoft.com/office/drawing/2014/main" id="{438B8296-21E5-D473-92CF-AF8B33ECCE3E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5" name="!! 标题">
              <a:extLst>
                <a:ext uri="{FF2B5EF4-FFF2-40B4-BE49-F238E27FC236}">
                  <a16:creationId xmlns:a16="http://schemas.microsoft.com/office/drawing/2014/main" id="{711DCF63-541A-115C-24E1-0CA343D10DCA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系统内更新未就绪</a:t>
              </a:r>
            </a:p>
          </p:txBody>
        </p:sp>
        <p:sp>
          <p:nvSpPr>
            <p:cNvPr id="17" name="!! 副标题">
              <a:extLst>
                <a:ext uri="{FF2B5EF4-FFF2-40B4-BE49-F238E27FC236}">
                  <a16:creationId xmlns:a16="http://schemas.microsoft.com/office/drawing/2014/main" id="{A13ED7C5-DEE6-2F86-51E6-37D81BF83D8B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系统处于开发阶段，系统更新功能尚未开发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228592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64" presetClass="path" presetSubtype="0" decel="10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4.375E-6 2.96296E-6 L 4.375E-6 -0.18449 " pathEditMode="relative" rAng="0" ptsTypes="AA">
                                      <p:cBhvr>
                                        <p:cTn id="1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9236"/>
                                    </p:animMotion>
                                  </p:childTnLst>
                                </p:cTn>
                              </p:par>
                              <p:par>
                                <p:cTn id="14" presetID="63" presetClass="path" presetSubtype="0" decel="10000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4.375E-6 0 L 0.12565 0 " pathEditMode="relative" rAng="0" ptsTypes="AA">
                                      <p:cBhvr>
                                        <p:cTn id="15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6276" y="0"/>
                                    </p:animMotion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" presetClass="entr" presetSubtype="1" accel="20000" decel="80000" fill="hold" nodeType="withEffect">
                                  <p:stCondLst>
                                    <p:cond delay="13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1800"/>
                            </p:stCondLst>
                            <p:childTnLst>
                              <p:par>
                                <p:cTn id="30" presetID="2" presetClass="exit" presetSubtype="1" accel="20000" decel="80000" fill="hold" nodeType="afterEffect">
                                  <p:stCondLst>
                                    <p:cond delay="3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1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C64D00-3D08-652D-3218-8D1B9D85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8E9268F8-3AA1-E789-592F-C2B61282DB77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009A22E3-FD92-E3D3-683B-E4EAED1371E5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3F00CECC-92FC-A04E-FFDF-6156D7EB08CE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531AD010-207A-C2A4-B152-A0BCC3DF12B4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2" name="!! 头像">
            <a:extLst>
              <a:ext uri="{FF2B5EF4-FFF2-40B4-BE49-F238E27FC236}">
                <a16:creationId xmlns:a16="http://schemas.microsoft.com/office/drawing/2014/main" id="{9AC24CDA-0249-F866-FFD0-C9F2DFF77E24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大标题">
            <a:extLst>
              <a:ext uri="{FF2B5EF4-FFF2-40B4-BE49-F238E27FC236}">
                <a16:creationId xmlns:a16="http://schemas.microsoft.com/office/drawing/2014/main" id="{44D951B9-F45B-7D95-4D72-603DB7361627}"/>
              </a:ext>
            </a:extLst>
          </p:cNvPr>
          <p:cNvGrpSpPr/>
          <p:nvPr/>
        </p:nvGrpSpPr>
        <p:grpSpPr>
          <a:xfrm>
            <a:off x="6744290" y="1287035"/>
            <a:ext cx="2048344" cy="461665"/>
            <a:chOff x="3079753" y="1375827"/>
            <a:chExt cx="726902" cy="461665"/>
          </a:xfrm>
        </p:grpSpPr>
        <p:sp>
          <p:nvSpPr>
            <p:cNvPr id="8" name="!! 标题符">
              <a:extLst>
                <a:ext uri="{FF2B5EF4-FFF2-40B4-BE49-F238E27FC236}">
                  <a16:creationId xmlns:a16="http://schemas.microsoft.com/office/drawing/2014/main" id="{51E99D4E-C223-036F-AB0A-D03BED3E655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8" name="!! 标题">
              <a:extLst>
                <a:ext uri="{FF2B5EF4-FFF2-40B4-BE49-F238E27FC236}">
                  <a16:creationId xmlns:a16="http://schemas.microsoft.com/office/drawing/2014/main" id="{EB9C4264-152C-0A72-864C-0DD1EAA6D64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设置卫星通话</a:t>
              </a:r>
            </a:p>
          </p:txBody>
        </p:sp>
      </p:grpSp>
      <p:grpSp>
        <p:nvGrpSpPr>
          <p:cNvPr id="23" name="!! load">
            <a:extLst>
              <a:ext uri="{FF2B5EF4-FFF2-40B4-BE49-F238E27FC236}">
                <a16:creationId xmlns:a16="http://schemas.microsoft.com/office/drawing/2014/main" id="{266151B0-3CA4-C1A0-45D0-336415C340EE}"/>
              </a:ext>
            </a:extLst>
          </p:cNvPr>
          <p:cNvGrpSpPr/>
          <p:nvPr/>
        </p:nvGrpSpPr>
        <p:grpSpPr>
          <a:xfrm>
            <a:off x="8517468" y="3325384"/>
            <a:ext cx="245532" cy="245532"/>
            <a:chOff x="7349534" y="4722202"/>
            <a:chExt cx="279398" cy="279398"/>
          </a:xfrm>
        </p:grpSpPr>
        <p:sp>
          <p:nvSpPr>
            <p:cNvPr id="24" name="弧形 23">
              <a:extLst>
                <a:ext uri="{FF2B5EF4-FFF2-40B4-BE49-F238E27FC236}">
                  <a16:creationId xmlns:a16="http://schemas.microsoft.com/office/drawing/2014/main" id="{8825301D-E75F-AE71-2A27-A4E066774E92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381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6" name="弧形 25">
              <a:extLst>
                <a:ext uri="{FF2B5EF4-FFF2-40B4-BE49-F238E27FC236}">
                  <a16:creationId xmlns:a16="http://schemas.microsoft.com/office/drawing/2014/main" id="{DF1B10C5-1FF1-F59B-BC54-A5A39510BA0C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381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  <p:sp>
        <p:nvSpPr>
          <p:cNvPr id="29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E367BCF6-9DE0-227D-29AE-CD42173E43A5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sp>
        <p:nvSpPr>
          <p:cNvPr id="34" name="!! 检测">
            <a:extLst>
              <a:ext uri="{FF2B5EF4-FFF2-40B4-BE49-F238E27FC236}">
                <a16:creationId xmlns:a16="http://schemas.microsoft.com/office/drawing/2014/main" id="{434F3887-B31F-BA1E-4209-1FF49E8ED61D}"/>
              </a:ext>
            </a:extLst>
          </p:cNvPr>
          <p:cNvSpPr txBox="1"/>
          <p:nvPr/>
        </p:nvSpPr>
        <p:spPr>
          <a:xfrm>
            <a:off x="7439666" y="3650073"/>
            <a:ext cx="24079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正在检测设备</a:t>
            </a:r>
          </a:p>
        </p:txBody>
      </p:sp>
    </p:spTree>
    <p:extLst>
      <p:ext uri="{BB962C8B-B14F-4D97-AF65-F5344CB8AC3E}">
        <p14:creationId xmlns:p14="http://schemas.microsoft.com/office/powerpoint/2010/main" val="305621554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 advTm="3000">
        <p159:morph option="byObject"/>
      </p:transition>
    </mc:Choice>
    <mc:Fallback xmlns="">
      <p:transition spd="med"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2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1" presetClass="exit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2000"/>
                            </p:stCondLst>
                            <p:childTnLst>
                              <p:par>
                                <p:cTn id="16" presetID="10" presetClass="entr" presetSubtype="0" fill="hold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1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1201BAE-6BA7-EBE2-A5A2-AC11F0ED6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5D1E70AE-E094-25E5-CD62-6F3F3B44CEC9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D32C60D8-63B4-8842-647D-07DE47A3C555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906A7D8A-7EA3-DBD6-D5B3-FEAD8E79D7C9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A40C3E3B-FFCE-40BC-53B8-B9E199DDF921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BFECC3A6-43D0-99DC-0B44-4F1078078D25}"/>
              </a:ext>
            </a:extLst>
          </p:cNvPr>
          <p:cNvGrpSpPr/>
          <p:nvPr/>
        </p:nvGrpSpPr>
        <p:grpSpPr>
          <a:xfrm>
            <a:off x="6744290" y="1287035"/>
            <a:ext cx="2048344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5B33739B-CAE5-88D8-F72A-43200C796123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785C3F6A-4247-8338-0E71-95D5363CB888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设置卫星通话</a:t>
              </a:r>
            </a:p>
          </p:txBody>
        </p:sp>
      </p:grpSp>
      <p:sp>
        <p:nvSpPr>
          <p:cNvPr id="16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2478F592-F349-3C58-C99C-073EFC59D3BA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下一步</a:t>
            </a:r>
          </a:p>
        </p:txBody>
      </p:sp>
      <p:grpSp>
        <p:nvGrpSpPr>
          <p:cNvPr id="37" name="!! 单选框1">
            <a:extLst>
              <a:ext uri="{FF2B5EF4-FFF2-40B4-BE49-F238E27FC236}">
                <a16:creationId xmlns:a16="http://schemas.microsoft.com/office/drawing/2014/main" id="{8C9C654B-606B-0789-E5B9-4A657DBACAA0}"/>
              </a:ext>
            </a:extLst>
          </p:cNvPr>
          <p:cNvGrpSpPr/>
          <p:nvPr/>
        </p:nvGrpSpPr>
        <p:grpSpPr>
          <a:xfrm>
            <a:off x="6879497" y="2388223"/>
            <a:ext cx="2610106" cy="307777"/>
            <a:chOff x="6879497" y="3107891"/>
            <a:chExt cx="2610106" cy="307777"/>
          </a:xfrm>
        </p:grpSpPr>
        <p:sp>
          <p:nvSpPr>
            <p:cNvPr id="25" name="!! 单选框1">
              <a:extLst>
                <a:ext uri="{FF2B5EF4-FFF2-40B4-BE49-F238E27FC236}">
                  <a16:creationId xmlns:a16="http://schemas.microsoft.com/office/drawing/2014/main" id="{A264E58A-C2A3-42F8-4EA5-8BF2D8A95130}"/>
                </a:ext>
              </a:extLst>
            </p:cNvPr>
            <p:cNvSpPr/>
            <p:nvPr/>
          </p:nvSpPr>
          <p:spPr>
            <a:xfrm>
              <a:off x="6879497" y="3167389"/>
              <a:ext cx="188782" cy="188782"/>
            </a:xfrm>
            <a:prstGeom prst="ellipse">
              <a:avLst/>
            </a:prstGeom>
            <a:solidFill>
              <a:schemeClr val="bg1">
                <a:lumMod val="90000"/>
              </a:schemeClr>
            </a:solidFill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30" name="!! 单选文本">
              <a:extLst>
                <a:ext uri="{FF2B5EF4-FFF2-40B4-BE49-F238E27FC236}">
                  <a16:creationId xmlns:a16="http://schemas.microsoft.com/office/drawing/2014/main" id="{07792955-A882-2DC2-18DE-3824488D2121}"/>
                </a:ext>
              </a:extLst>
            </p:cNvPr>
            <p:cNvSpPr txBox="1"/>
            <p:nvPr/>
          </p:nvSpPr>
          <p:spPr>
            <a:xfrm>
              <a:off x="7081696" y="3107891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50000"/>
                      <a:lumOff val="50000"/>
                    </a:srgb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在信号不良时自动启用</a:t>
              </a:r>
            </a:p>
          </p:txBody>
        </p:sp>
      </p:grpSp>
      <p:grpSp>
        <p:nvGrpSpPr>
          <p:cNvPr id="47" name="!! 单选框 3">
            <a:extLst>
              <a:ext uri="{FF2B5EF4-FFF2-40B4-BE49-F238E27FC236}">
                <a16:creationId xmlns:a16="http://schemas.microsoft.com/office/drawing/2014/main" id="{A9677F22-D130-ED66-73BB-230D56162B9F}"/>
              </a:ext>
            </a:extLst>
          </p:cNvPr>
          <p:cNvGrpSpPr/>
          <p:nvPr/>
        </p:nvGrpSpPr>
        <p:grpSpPr>
          <a:xfrm>
            <a:off x="6879497" y="2763774"/>
            <a:ext cx="2610106" cy="307777"/>
            <a:chOff x="6879497" y="3889843"/>
            <a:chExt cx="2610106" cy="307777"/>
          </a:xfrm>
        </p:grpSpPr>
        <p:sp>
          <p:nvSpPr>
            <p:cNvPr id="42" name="!! 单选框1">
              <a:extLst>
                <a:ext uri="{FF2B5EF4-FFF2-40B4-BE49-F238E27FC236}">
                  <a16:creationId xmlns:a16="http://schemas.microsoft.com/office/drawing/2014/main" id="{5940083E-1ABB-BE43-98C6-8068BEBE2BD7}"/>
                </a:ext>
              </a:extLst>
            </p:cNvPr>
            <p:cNvSpPr/>
            <p:nvPr/>
          </p:nvSpPr>
          <p:spPr>
            <a:xfrm>
              <a:off x="6879497" y="3949341"/>
              <a:ext cx="188782" cy="188782"/>
            </a:xfrm>
            <a:prstGeom prst="ellipse">
              <a:avLst/>
            </a:prstGeom>
            <a:noFill/>
            <a:ln w="28575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3" name="!! 单选文本">
              <a:extLst>
                <a:ext uri="{FF2B5EF4-FFF2-40B4-BE49-F238E27FC236}">
                  <a16:creationId xmlns:a16="http://schemas.microsoft.com/office/drawing/2014/main" id="{BF093C7A-43CF-F897-A244-574A25D8866C}"/>
                </a:ext>
              </a:extLst>
            </p:cNvPr>
            <p:cNvSpPr txBox="1"/>
            <p:nvPr/>
          </p:nvSpPr>
          <p:spPr>
            <a:xfrm>
              <a:off x="7081696" y="3889843"/>
              <a:ext cx="240790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在</a:t>
              </a:r>
              <a:r>
                <a:rPr lang="en-US" altLang="zh-CN" sz="1400" dirty="0">
                  <a:solidFill>
                    <a:srgbClr val="181818"/>
                  </a:solidFill>
                  <a:latin typeface="vivo Sans"/>
                  <a:ea typeface="vivo Sans"/>
                </a:rPr>
                <a:t>“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设置</a:t>
              </a:r>
              <a:r>
                <a:rPr lang="en-US" altLang="zh-CN" sz="1400" dirty="0">
                  <a:solidFill>
                    <a:srgbClr val="181818"/>
                  </a:solidFill>
                  <a:latin typeface="vivo Sans"/>
                  <a:ea typeface="vivo Sans"/>
                </a:rPr>
                <a:t>”</a:t>
              </a:r>
              <a:r>
                <a:rPr lang="zh-CN" altLang="en-US" sz="1400" dirty="0">
                  <a:solidFill>
                    <a:srgbClr val="181818"/>
                  </a:solidFill>
                  <a:latin typeface="vivo Sans"/>
                  <a:ea typeface="vivo Sans"/>
                </a:rPr>
                <a:t>中手动启用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4" name="椭圆 43">
              <a:extLst>
                <a:ext uri="{FF2B5EF4-FFF2-40B4-BE49-F238E27FC236}">
                  <a16:creationId xmlns:a16="http://schemas.microsoft.com/office/drawing/2014/main" id="{F6963B9D-2FE3-3B11-925B-BC36493E193E}"/>
                </a:ext>
              </a:extLst>
            </p:cNvPr>
            <p:cNvSpPr/>
            <p:nvPr/>
          </p:nvSpPr>
          <p:spPr>
            <a:xfrm>
              <a:off x="6918510" y="3985953"/>
              <a:ext cx="115555" cy="115555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8A2C24C0-87D6-5423-FEA2-D32485DC8FE2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grpSp>
        <p:nvGrpSpPr>
          <p:cNvPr id="35" name="!! 图标2-2">
            <a:extLst>
              <a:ext uri="{FF2B5EF4-FFF2-40B4-BE49-F238E27FC236}">
                <a16:creationId xmlns:a16="http://schemas.microsoft.com/office/drawing/2014/main" id="{2F94D1BD-4853-C4CE-3C21-DCCBBED800FE}"/>
              </a:ext>
            </a:extLst>
          </p:cNvPr>
          <p:cNvGrpSpPr/>
          <p:nvPr/>
        </p:nvGrpSpPr>
        <p:grpSpPr>
          <a:xfrm rot="10800000">
            <a:off x="1859376" y="2208998"/>
            <a:ext cx="2440891" cy="2440006"/>
            <a:chOff x="1859376" y="2208998"/>
            <a:chExt cx="2440891" cy="2440006"/>
          </a:xfrm>
        </p:grpSpPr>
        <p:sp>
          <p:nvSpPr>
            <p:cNvPr id="26" name="!! 方位">
              <a:extLst>
                <a:ext uri="{FF2B5EF4-FFF2-40B4-BE49-F238E27FC236}">
                  <a16:creationId xmlns:a16="http://schemas.microsoft.com/office/drawing/2014/main" id="{3B446211-32DD-D53E-6BD2-913A4F155BFC}"/>
                </a:ext>
              </a:extLst>
            </p:cNvPr>
            <p:cNvSpPr/>
            <p:nvPr/>
          </p:nvSpPr>
          <p:spPr>
            <a:xfrm>
              <a:off x="1860261" y="2208998"/>
              <a:ext cx="2440006" cy="2440006"/>
            </a:xfrm>
            <a:prstGeom prst="pie">
              <a:avLst>
                <a:gd name="adj1" fmla="val 13406464"/>
                <a:gd name="adj2" fmla="val 19108174"/>
              </a:avLst>
            </a:prstGeom>
            <a:solidFill>
              <a:schemeClr val="tx2">
                <a:lumMod val="50000"/>
                <a:lumOff val="50000"/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  <p:sp>
          <p:nvSpPr>
            <p:cNvPr id="34" name="!! 头像">
              <a:extLst>
                <a:ext uri="{FF2B5EF4-FFF2-40B4-BE49-F238E27FC236}">
                  <a16:creationId xmlns:a16="http://schemas.microsoft.com/office/drawing/2014/main" id="{1FD84719-8C0F-73A7-CD8F-215E53F904B6}"/>
                </a:ext>
              </a:extLst>
            </p:cNvPr>
            <p:cNvSpPr/>
            <p:nvPr/>
          </p:nvSpPr>
          <p:spPr>
            <a:xfrm>
              <a:off x="1859376" y="2208998"/>
              <a:ext cx="2440006" cy="2440006"/>
            </a:xfrm>
            <a:prstGeom prst="donut">
              <a:avLst>
                <a:gd name="adj" fmla="val 5222"/>
              </a:avLst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31" name="!! 图标2-1">
            <a:extLst>
              <a:ext uri="{FF2B5EF4-FFF2-40B4-BE49-F238E27FC236}">
                <a16:creationId xmlns:a16="http://schemas.microsoft.com/office/drawing/2014/main" id="{16AEFD88-6B35-DCB1-0C49-315E8205F29F}"/>
              </a:ext>
            </a:extLst>
          </p:cNvPr>
          <p:cNvSpPr/>
          <p:nvPr/>
        </p:nvSpPr>
        <p:spPr>
          <a:xfrm>
            <a:off x="2922027" y="3270762"/>
            <a:ext cx="316474" cy="316474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!! 副标题">
            <a:extLst>
              <a:ext uri="{FF2B5EF4-FFF2-40B4-BE49-F238E27FC236}">
                <a16:creationId xmlns:a16="http://schemas.microsoft.com/office/drawing/2014/main" id="{8C8DA68B-BD41-BC2B-D914-0D382E0F4962}"/>
              </a:ext>
            </a:extLst>
          </p:cNvPr>
          <p:cNvSpPr txBox="1"/>
          <p:nvPr/>
        </p:nvSpPr>
        <p:spPr>
          <a:xfrm>
            <a:off x="6749660" y="1863659"/>
            <a:ext cx="24079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设备支持卫星连接</a:t>
            </a:r>
          </a:p>
        </p:txBody>
      </p:sp>
      <p:pic>
        <p:nvPicPr>
          <p:cNvPr id="51" name="!! check">
            <a:extLst>
              <a:ext uri="{FF2B5EF4-FFF2-40B4-BE49-F238E27FC236}">
                <a16:creationId xmlns:a16="http://schemas.microsoft.com/office/drawing/2014/main" id="{02DBAD77-28CB-8321-D658-83829BA09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17570" y="1938532"/>
            <a:ext cx="216514" cy="2165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7775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8" presetClass="emph" presetSubtype="0" decel="44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2" dur="75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100000">
              <a:schemeClr val="accent3"/>
            </a:gs>
            <a:gs pos="55000">
              <a:schemeClr val="accent4"/>
            </a:gs>
          </a:gsLst>
          <a:lin ang="0" scaled="1"/>
        </a:gra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AA30CB-3B36-3923-7556-8E4297225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7915F12A-A24E-C4F3-B91F-D04F41B97D7D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3F024B5A-E404-4115-0B45-0814D1A88D1B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C371C9C3-AA23-3794-EA15-00A2602519CA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13077E81-A74A-026F-FADC-43845683CCBD}"/>
              </a:ext>
            </a:extLst>
          </p:cNvPr>
          <p:cNvSpPr/>
          <p:nvPr/>
        </p:nvSpPr>
        <p:spPr>
          <a:xfrm>
            <a:off x="609600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0BEB6B35-8DF7-6D39-7DCD-CAFD14D91FCC}"/>
              </a:ext>
            </a:extLst>
          </p:cNvPr>
          <p:cNvGrpSpPr/>
          <p:nvPr/>
        </p:nvGrpSpPr>
        <p:grpSpPr>
          <a:xfrm>
            <a:off x="6744290" y="1287035"/>
            <a:ext cx="1442977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0D5E6849-7D2A-0F1B-2554-3D473A31EE3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FDFFB3F4-1BA5-09E9-8FFB-2C42CAB3CA5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准备就绪</a:t>
              </a: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48FF9F6D-8100-3C36-5263-9B0974ADB67D}"/>
              </a:ext>
            </a:extLst>
          </p:cNvPr>
          <p:cNvSpPr/>
          <p:nvPr/>
        </p:nvSpPr>
        <p:spPr>
          <a:xfrm>
            <a:off x="1860261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5" name="!! 图标3">
            <a:extLst>
              <a:ext uri="{FF2B5EF4-FFF2-40B4-BE49-F238E27FC236}">
                <a16:creationId xmlns:a16="http://schemas.microsoft.com/office/drawing/2014/main" id="{41630C84-1EFE-E55F-166A-F78C5967901C}"/>
              </a:ext>
            </a:extLst>
          </p:cNvPr>
          <p:cNvSpPr/>
          <p:nvPr/>
        </p:nvSpPr>
        <p:spPr>
          <a:xfrm>
            <a:off x="2599181" y="3044349"/>
            <a:ext cx="962166" cy="769300"/>
          </a:xfrm>
          <a:custGeom>
            <a:avLst/>
            <a:gdLst>
              <a:gd name="connsiteX0" fmla="*/ 92658 w 109952"/>
              <a:gd name="connsiteY0" fmla="*/ 2941 h 87911"/>
              <a:gd name="connsiteX1" fmla="*/ 92388 w 109952"/>
              <a:gd name="connsiteY1" fmla="*/ 3239 h 87911"/>
              <a:gd name="connsiteX2" fmla="*/ 45391 w 109952"/>
              <a:gd name="connsiteY2" fmla="*/ 63119 h 87911"/>
              <a:gd name="connsiteX3" fmla="*/ 17068 w 109952"/>
              <a:gd name="connsiteY3" fmla="*/ 34782 h 87911"/>
              <a:gd name="connsiteX4" fmla="*/ 2724 w 109952"/>
              <a:gd name="connsiteY4" fmla="*/ 35289 h 87911"/>
              <a:gd name="connsiteX5" fmla="*/ 2724 w 109952"/>
              <a:gd name="connsiteY5" fmla="*/ 49126 h 87911"/>
              <a:gd name="connsiteX6" fmla="*/ 38530 w 109952"/>
              <a:gd name="connsiteY6" fmla="*/ 84946 h 87911"/>
              <a:gd name="connsiteX7" fmla="*/ 52883 w 109952"/>
              <a:gd name="connsiteY7" fmla="*/ 84932 h 87911"/>
              <a:gd name="connsiteX8" fmla="*/ 53131 w 109952"/>
              <a:gd name="connsiteY8" fmla="*/ 84675 h 87911"/>
              <a:gd name="connsiteX9" fmla="*/ 107151 w 109952"/>
              <a:gd name="connsiteY9" fmla="*/ 17150 h 87911"/>
              <a:gd name="connsiteX10" fmla="*/ 106805 w 109952"/>
              <a:gd name="connsiteY10" fmla="*/ 2801 h 87911"/>
              <a:gd name="connsiteX11" fmla="*/ 92658 w 109952"/>
              <a:gd name="connsiteY11" fmla="*/ 2941 h 87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9952" h="87911">
                <a:moveTo>
                  <a:pt x="92658" y="2941"/>
                </a:moveTo>
                <a:cubicBezTo>
                  <a:pt x="92562" y="3035"/>
                  <a:pt x="92472" y="3134"/>
                  <a:pt x="92388" y="3239"/>
                </a:cubicBezTo>
                <a:lnTo>
                  <a:pt x="45391" y="63119"/>
                </a:lnTo>
                <a:lnTo>
                  <a:pt x="17068" y="34782"/>
                </a:lnTo>
                <a:cubicBezTo>
                  <a:pt x="12967" y="30961"/>
                  <a:pt x="6545" y="31188"/>
                  <a:pt x="2724" y="35289"/>
                </a:cubicBezTo>
                <a:cubicBezTo>
                  <a:pt x="-908" y="39186"/>
                  <a:pt x="-908" y="45229"/>
                  <a:pt x="2724" y="49126"/>
                </a:cubicBezTo>
                <a:lnTo>
                  <a:pt x="38530" y="84946"/>
                </a:lnTo>
                <a:cubicBezTo>
                  <a:pt x="42497" y="88905"/>
                  <a:pt x="48923" y="88900"/>
                  <a:pt x="52883" y="84932"/>
                </a:cubicBezTo>
                <a:cubicBezTo>
                  <a:pt x="52967" y="84848"/>
                  <a:pt x="53050" y="84763"/>
                  <a:pt x="53131" y="84675"/>
                </a:cubicBezTo>
                <a:lnTo>
                  <a:pt x="107151" y="17150"/>
                </a:lnTo>
                <a:cubicBezTo>
                  <a:pt x="111017" y="13092"/>
                  <a:pt x="110862" y="6668"/>
                  <a:pt x="106805" y="2801"/>
                </a:cubicBezTo>
                <a:cubicBezTo>
                  <a:pt x="102828" y="-987"/>
                  <a:pt x="96560" y="-925"/>
                  <a:pt x="92658" y="2941"/>
                </a:cubicBezTo>
                <a:close/>
              </a:path>
            </a:pathLst>
          </a:custGeom>
          <a:solidFill>
            <a:schemeClr val="tx2">
              <a:lumMod val="50000"/>
              <a:lumOff val="50000"/>
            </a:schemeClr>
          </a:solidFill>
          <a:ln w="1309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7" name="!! 副标题">
            <a:extLst>
              <a:ext uri="{FF2B5EF4-FFF2-40B4-BE49-F238E27FC236}">
                <a16:creationId xmlns:a16="http://schemas.microsoft.com/office/drawing/2014/main" id="{EF95F44E-032F-4143-B087-3F151BAA05B9}"/>
              </a:ext>
            </a:extLst>
          </p:cNvPr>
          <p:cNvSpPr txBox="1"/>
          <p:nvPr/>
        </p:nvSpPr>
        <p:spPr>
          <a:xfrm>
            <a:off x="6749660" y="1863659"/>
            <a:ext cx="3664340" cy="133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altLang="zh-CN" dirty="0"/>
              <a:t>Leaf OS 5 Preview </a:t>
            </a:r>
            <a:r>
              <a:rPr lang="zh-CN" altLang="en-US" dirty="0"/>
              <a:t>为预览版本，系统尚未完全开发，多数功能存在缺失，</a:t>
            </a:r>
            <a:r>
              <a:rPr lang="en-US" altLang="zh-CN" dirty="0"/>
              <a:t>UI</a:t>
            </a:r>
            <a:r>
              <a:rPr lang="zh-CN" altLang="en-US" dirty="0"/>
              <a:t>与动画可能存有瑕疵，请等待</a:t>
            </a:r>
            <a:r>
              <a:rPr lang="en-US" altLang="zh-CN" dirty="0"/>
              <a:t>Beta</a:t>
            </a:r>
            <a:r>
              <a:rPr lang="zh-CN" altLang="en-US" dirty="0"/>
              <a:t>版本。</a:t>
            </a:r>
          </a:p>
        </p:txBody>
      </p:sp>
      <p:sp>
        <p:nvSpPr>
          <p:cNvPr id="18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A1DD711D-D1C8-A51A-D252-0DF3150E3E15}"/>
              </a:ext>
            </a:extLst>
          </p:cNvPr>
          <p:cNvSpPr/>
          <p:nvPr/>
        </p:nvSpPr>
        <p:spPr>
          <a:xfrm>
            <a:off x="744744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进入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Leaf OS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08234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 advClick="0">
        <p159:morph option="byObject"/>
      </p:transition>
    </mc:Choice>
    <mc:Fallback xmlns=""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D973ED-4B7E-4406-2228-A1921FABF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圆形1">
            <a:extLst>
              <a:ext uri="{FF2B5EF4-FFF2-40B4-BE49-F238E27FC236}">
                <a16:creationId xmlns:a16="http://schemas.microsoft.com/office/drawing/2014/main" id="{A6D3EE9C-C18F-39BE-9F1B-71A0EE30B173}"/>
              </a:ext>
            </a:extLst>
          </p:cNvPr>
          <p:cNvSpPr/>
          <p:nvPr/>
        </p:nvSpPr>
        <p:spPr>
          <a:xfrm>
            <a:off x="-11367851" y="-1828801"/>
            <a:ext cx="10515600" cy="10515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圆形2">
            <a:extLst>
              <a:ext uri="{FF2B5EF4-FFF2-40B4-BE49-F238E27FC236}">
                <a16:creationId xmlns:a16="http://schemas.microsoft.com/office/drawing/2014/main" id="{0265506D-53A4-CA9D-A242-D5E8278B1777}"/>
              </a:ext>
            </a:extLst>
          </p:cNvPr>
          <p:cNvSpPr/>
          <p:nvPr/>
        </p:nvSpPr>
        <p:spPr>
          <a:xfrm>
            <a:off x="12852398" y="-2725411"/>
            <a:ext cx="11785600" cy="11785600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!! 圆形3">
            <a:extLst>
              <a:ext uri="{FF2B5EF4-FFF2-40B4-BE49-F238E27FC236}">
                <a16:creationId xmlns:a16="http://schemas.microsoft.com/office/drawing/2014/main" id="{056E1A1F-B321-28B8-1A4E-93D44795F584}"/>
              </a:ext>
            </a:extLst>
          </p:cNvPr>
          <p:cNvSpPr/>
          <p:nvPr/>
        </p:nvSpPr>
        <p:spPr>
          <a:xfrm>
            <a:off x="14579597" y="-736602"/>
            <a:ext cx="8331202" cy="8331202"/>
          </a:xfrm>
          <a:prstGeom prst="ellipse">
            <a:avLst/>
          </a:prstGeom>
          <a:solidFill>
            <a:schemeClr val="accent3"/>
          </a:solidFill>
          <a:ln>
            <a:noFill/>
          </a:ln>
          <a:effectLst>
            <a:outerShdw blurRad="584200" sx="105000" sy="105000" algn="ctr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!! 背景板">
            <a:extLst>
              <a:ext uri="{FF2B5EF4-FFF2-40B4-BE49-F238E27FC236}">
                <a16:creationId xmlns:a16="http://schemas.microsoft.com/office/drawing/2014/main" id="{B10FA67B-91B4-93C5-FEDC-912721CD216D}"/>
              </a:ext>
            </a:extLst>
          </p:cNvPr>
          <p:cNvSpPr/>
          <p:nvPr/>
        </p:nvSpPr>
        <p:spPr>
          <a:xfrm>
            <a:off x="12660450" y="644069"/>
            <a:ext cx="5088468" cy="5569862"/>
          </a:xfrm>
          <a:prstGeom prst="roundRect">
            <a:avLst>
              <a:gd name="adj" fmla="val 3920"/>
            </a:avLst>
          </a:prstGeom>
          <a:solidFill>
            <a:schemeClr val="bg2"/>
          </a:solidFill>
          <a:ln>
            <a:noFill/>
          </a:ln>
          <a:effectLst>
            <a:outerShdw blurRad="2032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1" name="!! 大标题">
            <a:extLst>
              <a:ext uri="{FF2B5EF4-FFF2-40B4-BE49-F238E27FC236}">
                <a16:creationId xmlns:a16="http://schemas.microsoft.com/office/drawing/2014/main" id="{2806E245-73E6-3AC6-1D93-17D9DCE2EC37}"/>
              </a:ext>
            </a:extLst>
          </p:cNvPr>
          <p:cNvGrpSpPr/>
          <p:nvPr/>
        </p:nvGrpSpPr>
        <p:grpSpPr>
          <a:xfrm>
            <a:off x="13308740" y="1287035"/>
            <a:ext cx="1442977" cy="461665"/>
            <a:chOff x="3079753" y="1375827"/>
            <a:chExt cx="726902" cy="461665"/>
          </a:xfrm>
        </p:grpSpPr>
        <p:sp>
          <p:nvSpPr>
            <p:cNvPr id="12" name="!! 标题符">
              <a:extLst>
                <a:ext uri="{FF2B5EF4-FFF2-40B4-BE49-F238E27FC236}">
                  <a16:creationId xmlns:a16="http://schemas.microsoft.com/office/drawing/2014/main" id="{1DCE463D-035E-D039-620A-3FCF0697EEA4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3" name="!! 标题">
              <a:extLst>
                <a:ext uri="{FF2B5EF4-FFF2-40B4-BE49-F238E27FC236}">
                  <a16:creationId xmlns:a16="http://schemas.microsoft.com/office/drawing/2014/main" id="{D0B26FA8-A701-AFA0-0478-9AE415D0F74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准备就绪</a:t>
              </a:r>
            </a:p>
          </p:txBody>
        </p:sp>
      </p:grpSp>
      <p:sp>
        <p:nvSpPr>
          <p:cNvPr id="3" name="!! 头像">
            <a:extLst>
              <a:ext uri="{FF2B5EF4-FFF2-40B4-BE49-F238E27FC236}">
                <a16:creationId xmlns:a16="http://schemas.microsoft.com/office/drawing/2014/main" id="{242AC42F-47B3-F9D0-C1C4-3DB655614F04}"/>
              </a:ext>
            </a:extLst>
          </p:cNvPr>
          <p:cNvSpPr/>
          <p:nvPr/>
        </p:nvSpPr>
        <p:spPr>
          <a:xfrm>
            <a:off x="-2538496" y="2208998"/>
            <a:ext cx="2440006" cy="2440006"/>
          </a:xfrm>
          <a:prstGeom prst="donut">
            <a:avLst>
              <a:gd name="adj" fmla="val 5222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5" name="!! 图标3">
            <a:extLst>
              <a:ext uri="{FF2B5EF4-FFF2-40B4-BE49-F238E27FC236}">
                <a16:creationId xmlns:a16="http://schemas.microsoft.com/office/drawing/2014/main" id="{418C6097-7AD1-1F28-3EAA-B3E927916B10}"/>
              </a:ext>
            </a:extLst>
          </p:cNvPr>
          <p:cNvSpPr/>
          <p:nvPr/>
        </p:nvSpPr>
        <p:spPr>
          <a:xfrm>
            <a:off x="-1799576" y="3044349"/>
            <a:ext cx="962166" cy="769300"/>
          </a:xfrm>
          <a:custGeom>
            <a:avLst/>
            <a:gdLst>
              <a:gd name="connsiteX0" fmla="*/ 92658 w 109952"/>
              <a:gd name="connsiteY0" fmla="*/ 2941 h 87911"/>
              <a:gd name="connsiteX1" fmla="*/ 92388 w 109952"/>
              <a:gd name="connsiteY1" fmla="*/ 3239 h 87911"/>
              <a:gd name="connsiteX2" fmla="*/ 45391 w 109952"/>
              <a:gd name="connsiteY2" fmla="*/ 63119 h 87911"/>
              <a:gd name="connsiteX3" fmla="*/ 17068 w 109952"/>
              <a:gd name="connsiteY3" fmla="*/ 34782 h 87911"/>
              <a:gd name="connsiteX4" fmla="*/ 2724 w 109952"/>
              <a:gd name="connsiteY4" fmla="*/ 35289 h 87911"/>
              <a:gd name="connsiteX5" fmla="*/ 2724 w 109952"/>
              <a:gd name="connsiteY5" fmla="*/ 49126 h 87911"/>
              <a:gd name="connsiteX6" fmla="*/ 38530 w 109952"/>
              <a:gd name="connsiteY6" fmla="*/ 84946 h 87911"/>
              <a:gd name="connsiteX7" fmla="*/ 52883 w 109952"/>
              <a:gd name="connsiteY7" fmla="*/ 84932 h 87911"/>
              <a:gd name="connsiteX8" fmla="*/ 53131 w 109952"/>
              <a:gd name="connsiteY8" fmla="*/ 84675 h 87911"/>
              <a:gd name="connsiteX9" fmla="*/ 107151 w 109952"/>
              <a:gd name="connsiteY9" fmla="*/ 17150 h 87911"/>
              <a:gd name="connsiteX10" fmla="*/ 106805 w 109952"/>
              <a:gd name="connsiteY10" fmla="*/ 2801 h 87911"/>
              <a:gd name="connsiteX11" fmla="*/ 92658 w 109952"/>
              <a:gd name="connsiteY11" fmla="*/ 2941 h 8791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09952" h="87911">
                <a:moveTo>
                  <a:pt x="92658" y="2941"/>
                </a:moveTo>
                <a:cubicBezTo>
                  <a:pt x="92562" y="3035"/>
                  <a:pt x="92472" y="3134"/>
                  <a:pt x="92388" y="3239"/>
                </a:cubicBezTo>
                <a:lnTo>
                  <a:pt x="45391" y="63119"/>
                </a:lnTo>
                <a:lnTo>
                  <a:pt x="17068" y="34782"/>
                </a:lnTo>
                <a:cubicBezTo>
                  <a:pt x="12967" y="30961"/>
                  <a:pt x="6545" y="31188"/>
                  <a:pt x="2724" y="35289"/>
                </a:cubicBezTo>
                <a:cubicBezTo>
                  <a:pt x="-908" y="39186"/>
                  <a:pt x="-908" y="45229"/>
                  <a:pt x="2724" y="49126"/>
                </a:cubicBezTo>
                <a:lnTo>
                  <a:pt x="38530" y="84946"/>
                </a:lnTo>
                <a:cubicBezTo>
                  <a:pt x="42497" y="88905"/>
                  <a:pt x="48923" y="88900"/>
                  <a:pt x="52883" y="84932"/>
                </a:cubicBezTo>
                <a:cubicBezTo>
                  <a:pt x="52967" y="84848"/>
                  <a:pt x="53050" y="84763"/>
                  <a:pt x="53131" y="84675"/>
                </a:cubicBezTo>
                <a:lnTo>
                  <a:pt x="107151" y="17150"/>
                </a:lnTo>
                <a:cubicBezTo>
                  <a:pt x="111017" y="13092"/>
                  <a:pt x="110862" y="6668"/>
                  <a:pt x="106805" y="2801"/>
                </a:cubicBezTo>
                <a:cubicBezTo>
                  <a:pt x="102828" y="-987"/>
                  <a:pt x="96560" y="-925"/>
                  <a:pt x="92658" y="2941"/>
                </a:cubicBezTo>
                <a:close/>
              </a:path>
            </a:pathLst>
          </a:custGeom>
          <a:solidFill>
            <a:schemeClr val="tx2">
              <a:lumMod val="50000"/>
              <a:lumOff val="50000"/>
            </a:schemeClr>
          </a:solidFill>
          <a:ln w="13097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8" name="!! 继续">
            <a:hlinkClick r:id="" action="ppaction://hlinkshowjump?jump=nextslide"/>
            <a:extLst>
              <a:ext uri="{FF2B5EF4-FFF2-40B4-BE49-F238E27FC236}">
                <a16:creationId xmlns:a16="http://schemas.microsoft.com/office/drawing/2014/main" id="{5D02997F-305B-736A-5323-A2F9A6214A97}"/>
              </a:ext>
            </a:extLst>
          </p:cNvPr>
          <p:cNvSpPr/>
          <p:nvPr/>
        </p:nvSpPr>
        <p:spPr>
          <a:xfrm>
            <a:off x="14011897" y="5441053"/>
            <a:ext cx="2453305" cy="408215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进入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Leaf OS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" name="!! 副标题">
            <a:extLst>
              <a:ext uri="{FF2B5EF4-FFF2-40B4-BE49-F238E27FC236}">
                <a16:creationId xmlns:a16="http://schemas.microsoft.com/office/drawing/2014/main" id="{D61A4475-B90A-B5EF-73F6-2EBBA451DCB1}"/>
              </a:ext>
            </a:extLst>
          </p:cNvPr>
          <p:cNvSpPr txBox="1"/>
          <p:nvPr/>
        </p:nvSpPr>
        <p:spPr>
          <a:xfrm>
            <a:off x="13258314" y="1863659"/>
            <a:ext cx="3664340" cy="1334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4000"/>
              </a:lnSpc>
            </a:pPr>
            <a:r>
              <a:rPr lang="en-US" altLang="zh-CN" dirty="0"/>
              <a:t>Leaf OS 5 Preview </a:t>
            </a:r>
            <a:r>
              <a:rPr lang="zh-CN" altLang="en-US" dirty="0"/>
              <a:t>为预览版本，系统尚未完全开发，多数功能存在缺失，</a:t>
            </a:r>
            <a:r>
              <a:rPr lang="en-US" altLang="zh-CN" dirty="0"/>
              <a:t>UI</a:t>
            </a:r>
            <a:r>
              <a:rPr lang="zh-CN" altLang="en-US" dirty="0"/>
              <a:t>与动画可能存有瑕疵，请等待</a:t>
            </a:r>
            <a:r>
              <a:rPr lang="en-US" altLang="zh-CN" dirty="0"/>
              <a:t>Beta</a:t>
            </a:r>
            <a:r>
              <a:rPr lang="zh-CN" altLang="en-US" dirty="0"/>
              <a:t>版本。</a:t>
            </a:r>
          </a:p>
        </p:txBody>
      </p:sp>
    </p:spTree>
    <p:extLst>
      <p:ext uri="{BB962C8B-B14F-4D97-AF65-F5344CB8AC3E}">
        <p14:creationId xmlns:p14="http://schemas.microsoft.com/office/powerpoint/2010/main" val="862567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1EB037-8B12-575D-7C19-8F32A19EF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B1C65892-76F6-7B78-B91B-CAB03A788B9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2" name="!! dock右">
            <a:extLst>
              <a:ext uri="{FF2B5EF4-FFF2-40B4-BE49-F238E27FC236}">
                <a16:creationId xmlns:a16="http://schemas.microsoft.com/office/drawing/2014/main" id="{247DB8B9-F028-2312-DEDB-244C568E572B}"/>
              </a:ext>
            </a:extLst>
          </p:cNvPr>
          <p:cNvGrpSpPr/>
          <p:nvPr/>
        </p:nvGrpSpPr>
        <p:grpSpPr>
          <a:xfrm>
            <a:off x="4869920" y="695333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9C8F80D2-D36E-859E-EFF7-C98FF714CCCE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CA966D91-347A-2483-3C30-036E1DA55136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40554346-6F5F-65F7-BB15-1629D1793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CB6F4015-03D8-A7FB-5ADD-860DEC8E7A42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FCBAA34B-23C9-39AD-1170-22E490A1062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28477FF0-558B-F98B-1758-5FC72631B55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D12154AA-875E-083A-F155-3849B0EC1E72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4CE3E5E1-95E5-03C6-328C-97D38098CE22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900" dirty="0">
                  <a:solidFill>
                    <a:schemeClr val="bg2"/>
                  </a:solidFill>
                  <a:latin typeface="OPPOSans R"/>
                  <a:ea typeface="OPPOSans R"/>
                </a:rPr>
                <a:t>49</a:t>
              </a: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07F0DE55-AC95-3DA6-D24C-60EC75F3F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3" action="ppaction://hlinksldjump"/>
              <a:extLst>
                <a:ext uri="{FF2B5EF4-FFF2-40B4-BE49-F238E27FC236}">
                  <a16:creationId xmlns:a16="http://schemas.microsoft.com/office/drawing/2014/main" id="{1A49FC3F-F9B1-DEEC-A64A-7AA03CD1A0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67DFDB26-8391-E6F8-8682-D85B13D766F7}"/>
              </a:ext>
            </a:extLst>
          </p:cNvPr>
          <p:cNvGrpSpPr/>
          <p:nvPr/>
        </p:nvGrpSpPr>
        <p:grpSpPr>
          <a:xfrm>
            <a:off x="1659673" y="-1318572"/>
            <a:ext cx="658298" cy="967680"/>
            <a:chOff x="2726128" y="2691285"/>
            <a:chExt cx="527312" cy="775134"/>
          </a:xfrm>
          <a:effectLst/>
        </p:grpSpPr>
        <p:grpSp>
          <p:nvGrpSpPr>
            <p:cNvPr id="14" name="!! 设置">
              <a:extLst>
                <a:ext uri="{FF2B5EF4-FFF2-40B4-BE49-F238E27FC236}">
                  <a16:creationId xmlns:a16="http://schemas.microsoft.com/office/drawing/2014/main" id="{147043BE-71E5-C89D-017A-419957C0EDBE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6" name="背景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62438DB8-23B3-44CE-0058-6BACA5F5C322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7" name="齿轮" descr="单级齿轮 轮廓">
                <a:extLst>
                  <a:ext uri="{FF2B5EF4-FFF2-40B4-BE49-F238E27FC236}">
                    <a16:creationId xmlns:a16="http://schemas.microsoft.com/office/drawing/2014/main" id="{C41B0CDB-CCC8-29F2-F3CF-67E6EDF2FCF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A02D950-4EB8-B4FA-719C-0555CB356C2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09037D6F-61DF-E468-017B-008072FDF7F1}"/>
              </a:ext>
            </a:extLst>
          </p:cNvPr>
          <p:cNvGrpSpPr/>
          <p:nvPr/>
        </p:nvGrpSpPr>
        <p:grpSpPr>
          <a:xfrm>
            <a:off x="3189536" y="-1335069"/>
            <a:ext cx="658298" cy="967680"/>
            <a:chOff x="2726128" y="2691285"/>
            <a:chExt cx="527312" cy="775134"/>
          </a:xfrm>
          <a:effectLst/>
        </p:grpSpPr>
        <p:grpSp>
          <p:nvGrpSpPr>
            <p:cNvPr id="19" name="!! 设置">
              <a:extLst>
                <a:ext uri="{FF2B5EF4-FFF2-40B4-BE49-F238E27FC236}">
                  <a16:creationId xmlns:a16="http://schemas.microsoft.com/office/drawing/2014/main" id="{10799C1C-6B21-9EA2-59F2-4D39456466CB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1" name="背景">
                <a:hlinkClick r:id="rId19" action="ppaction://hlinksldjump"/>
                <a:extLst>
                  <a:ext uri="{FF2B5EF4-FFF2-40B4-BE49-F238E27FC236}">
                    <a16:creationId xmlns:a16="http://schemas.microsoft.com/office/drawing/2014/main" id="{F35C2BCC-3BF6-3E60-D864-71A92445E105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547A9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齿轮">
                <a:extLst>
                  <a:ext uri="{FF2B5EF4-FFF2-40B4-BE49-F238E27FC236}">
                    <a16:creationId xmlns:a16="http://schemas.microsoft.com/office/drawing/2014/main" id="{D0D46B2C-91DD-667F-121F-B02CF6398D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5487CD6C-AB7D-D88A-5D44-FFB2EFFB3011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grpSp>
        <p:nvGrpSpPr>
          <p:cNvPr id="23" name="组合 22">
            <a:extLst>
              <a:ext uri="{FF2B5EF4-FFF2-40B4-BE49-F238E27FC236}">
                <a16:creationId xmlns:a16="http://schemas.microsoft.com/office/drawing/2014/main" id="{C7264ABD-9866-EC44-4FAC-9A88D07026C8}"/>
              </a:ext>
            </a:extLst>
          </p:cNvPr>
          <p:cNvGrpSpPr/>
          <p:nvPr/>
        </p:nvGrpSpPr>
        <p:grpSpPr>
          <a:xfrm>
            <a:off x="4719399" y="-1335069"/>
            <a:ext cx="658298" cy="967680"/>
            <a:chOff x="2726128" y="2691285"/>
            <a:chExt cx="527312" cy="775134"/>
          </a:xfrm>
          <a:effectLst/>
        </p:grpSpPr>
        <p:grpSp>
          <p:nvGrpSpPr>
            <p:cNvPr id="24" name="!! 设置">
              <a:extLst>
                <a:ext uri="{FF2B5EF4-FFF2-40B4-BE49-F238E27FC236}">
                  <a16:creationId xmlns:a16="http://schemas.microsoft.com/office/drawing/2014/main" id="{5579773D-A1A5-8E38-4BE5-62EB73FB4205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6" name="背景">
                <a:hlinkClick r:id="rId22" action="ppaction://hlinksldjump"/>
                <a:extLst>
                  <a:ext uri="{FF2B5EF4-FFF2-40B4-BE49-F238E27FC236}">
                    <a16:creationId xmlns:a16="http://schemas.microsoft.com/office/drawing/2014/main" id="{EBEF6DE9-4DB7-7A94-024C-7DB415E29054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7" name="齿轮">
                <a:extLst>
                  <a:ext uri="{FF2B5EF4-FFF2-40B4-BE49-F238E27FC236}">
                    <a16:creationId xmlns:a16="http://schemas.microsoft.com/office/drawing/2014/main" id="{1F616126-1978-BD2F-79C5-9ABE62FA8CC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072B58BD-FA20-8526-9C03-26CCAAE68AAB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1046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1000">
        <p159:morph option="byObject"/>
      </p:transition>
    </mc:Choice>
    <mc:Fallback xmlns="">
      <p:transition advClick="0" advTm="100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535FF-EE61-AFCC-01A8-3002632D6F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6D8F0AB5-E9DB-3D58-6B42-A2F3937DEB0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!! 背景板">
            <a:extLst>
              <a:ext uri="{FF2B5EF4-FFF2-40B4-BE49-F238E27FC236}">
                <a16:creationId xmlns:a16="http://schemas.microsoft.com/office/drawing/2014/main" id="{D3377D3F-2EE3-E5B5-C41D-6E51D628CA97}"/>
              </a:ext>
            </a:extLst>
          </p:cNvPr>
          <p:cNvSpPr/>
          <p:nvPr/>
        </p:nvSpPr>
        <p:spPr>
          <a:xfrm>
            <a:off x="3573638" y="1621084"/>
            <a:ext cx="5044722" cy="2837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" name="!! dock右">
            <a:extLst>
              <a:ext uri="{FF2B5EF4-FFF2-40B4-BE49-F238E27FC236}">
                <a16:creationId xmlns:a16="http://schemas.microsoft.com/office/drawing/2014/main" id="{4BEF55D3-424D-F112-CE2B-CB1DE4B45EB6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18979DF8-56E2-92EC-FA20-B92E21A1C015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C3838315-77B2-D5DC-F506-4E1981424212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4E74B1E4-961A-09EA-0D7F-9A3FD34960E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BEAA8B25-8709-F97A-DB0C-229EDA741BD5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D442F8E5-F258-7E41-A653-C00052AA08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8B1C596D-4348-F0BD-14D4-878F3B6761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459E901E-299D-6E04-71A2-2FFD799D53E6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</a:t>
              </a:r>
              <a:r>
                <a:rPr lang="en-US" altLang="zh-CN" sz="1050" dirty="0">
                  <a:solidFill>
                    <a:srgbClr val="FFFFFF"/>
                  </a:solidFill>
                  <a:latin typeface="OPPOSans R"/>
                  <a:ea typeface="OPPOSans R"/>
                </a:rPr>
                <a:t>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79B1DB60-D2D8-E432-AA58-829C06BCCFB0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900" dirty="0">
                  <a:solidFill>
                    <a:schemeClr val="bg2"/>
                  </a:solidFill>
                  <a:latin typeface="OPPOSans R"/>
                  <a:ea typeface="OPPOSans R"/>
                </a:rPr>
                <a:t>49</a:t>
              </a: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2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F9AAAF65-A4AD-66A0-59BE-C8366C66D8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4" action="ppaction://hlinksldjump"/>
              <a:extLst>
                <a:ext uri="{FF2B5EF4-FFF2-40B4-BE49-F238E27FC236}">
                  <a16:creationId xmlns:a16="http://schemas.microsoft.com/office/drawing/2014/main" id="{3A2A9481-F5BE-5809-94F5-5E664E1A30D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9" name="!! 通知框1">
            <a:extLst>
              <a:ext uri="{FF2B5EF4-FFF2-40B4-BE49-F238E27FC236}">
                <a16:creationId xmlns:a16="http://schemas.microsoft.com/office/drawing/2014/main" id="{7DD63492-95AE-C252-ED25-DEDBFE9CE293}"/>
              </a:ext>
            </a:extLst>
          </p:cNvPr>
          <p:cNvGrpSpPr/>
          <p:nvPr/>
        </p:nvGrpSpPr>
        <p:grpSpPr>
          <a:xfrm>
            <a:off x="7322079" y="236147"/>
            <a:ext cx="4564916" cy="944954"/>
            <a:chOff x="5801943" y="1589194"/>
            <a:chExt cx="4564916" cy="1120385"/>
          </a:xfrm>
        </p:grpSpPr>
        <p:sp>
          <p:nvSpPr>
            <p:cNvPr id="20" name="!! 弹窗">
              <a:extLst>
                <a:ext uri="{FF2B5EF4-FFF2-40B4-BE49-F238E27FC236}">
                  <a16:creationId xmlns:a16="http://schemas.microsoft.com/office/drawing/2014/main" id="{C186F4C1-C417-C536-CAB6-EA67147F9FEB}"/>
                </a:ext>
              </a:extLst>
            </p:cNvPr>
            <p:cNvSpPr/>
            <p:nvPr/>
          </p:nvSpPr>
          <p:spPr>
            <a:xfrm>
              <a:off x="5801943" y="1589194"/>
              <a:ext cx="4564916" cy="1120385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1" name="标题">
              <a:extLst>
                <a:ext uri="{FF2B5EF4-FFF2-40B4-BE49-F238E27FC236}">
                  <a16:creationId xmlns:a16="http://schemas.microsoft.com/office/drawing/2014/main" id="{B2BE79AF-2EB1-500F-4B38-B44F191609CF}"/>
                </a:ext>
              </a:extLst>
            </p:cNvPr>
            <p:cNvSpPr txBox="1"/>
            <p:nvPr/>
          </p:nvSpPr>
          <p:spPr>
            <a:xfrm>
              <a:off x="6086462" y="1794786"/>
              <a:ext cx="3229042" cy="4014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600" dirty="0">
                  <a:latin typeface="+mj-ea"/>
                  <a:ea typeface="+mj-ea"/>
                </a:rPr>
                <a:t>您正在使用预览版系统</a:t>
              </a:r>
            </a:p>
          </p:txBody>
        </p:sp>
        <p:sp>
          <p:nvSpPr>
            <p:cNvPr id="22" name="内容">
              <a:extLst>
                <a:ext uri="{FF2B5EF4-FFF2-40B4-BE49-F238E27FC236}">
                  <a16:creationId xmlns:a16="http://schemas.microsoft.com/office/drawing/2014/main" id="{F7B7B3DE-CCFA-A1F2-956C-4C97DB0B33F1}"/>
                </a:ext>
              </a:extLst>
            </p:cNvPr>
            <p:cNvSpPr txBox="1"/>
            <p:nvPr/>
          </p:nvSpPr>
          <p:spPr>
            <a:xfrm>
              <a:off x="6086462" y="2140290"/>
              <a:ext cx="2925729" cy="364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此版本的系统尚不完整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5C78CCD7-6DE4-668B-70DB-57DFE59EC651}"/>
                </a:ext>
              </a:extLst>
            </p:cNvPr>
            <p:cNvSpPr txBox="1"/>
            <p:nvPr/>
          </p:nvSpPr>
          <p:spPr>
            <a:xfrm>
              <a:off x="8408381" y="1736815"/>
              <a:ext cx="1701800" cy="31017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altLang="zh-CN" sz="1100" dirty="0">
                  <a:solidFill>
                    <a:schemeClr val="bg1">
                      <a:lumMod val="50000"/>
                    </a:schemeClr>
                  </a:solidFill>
                </a:rPr>
                <a:t>Leaf OS · </a:t>
              </a:r>
              <a:r>
                <a:rPr lang="zh-CN" altLang="en-US" sz="1100" dirty="0">
                  <a:solidFill>
                    <a:schemeClr val="bg1">
                      <a:lumMod val="50000"/>
                    </a:schemeClr>
                  </a:solidFill>
                </a:rPr>
                <a:t>现在</a:t>
              </a:r>
            </a:p>
          </p:txBody>
        </p:sp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5F45A25A-9822-2C26-ABD3-94900ECD9F93}"/>
              </a:ext>
            </a:extLst>
          </p:cNvPr>
          <p:cNvGrpSpPr/>
          <p:nvPr/>
        </p:nvGrpSpPr>
        <p:grpSpPr>
          <a:xfrm>
            <a:off x="1659673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5" name="!! 设置">
              <a:extLst>
                <a:ext uri="{FF2B5EF4-FFF2-40B4-BE49-F238E27FC236}">
                  <a16:creationId xmlns:a16="http://schemas.microsoft.com/office/drawing/2014/main" id="{58B692BB-C670-9BB5-7089-271C1E87A03A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7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A3512617-AD5F-AF58-4D9F-9C51DA739541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8" name="齿轮" descr="单级齿轮 轮廓">
                <a:extLst>
                  <a:ext uri="{FF2B5EF4-FFF2-40B4-BE49-F238E27FC236}">
                    <a16:creationId xmlns:a16="http://schemas.microsoft.com/office/drawing/2014/main" id="{2DC37B08-9C7B-5E4A-CC8A-CD26D9BCF2C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2FDE1D1-AEA0-D064-D646-05775DF6CF5A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9FEEA23-C652-9BBE-B67B-E746F27EC881}"/>
              </a:ext>
            </a:extLst>
          </p:cNvPr>
          <p:cNvGrpSpPr/>
          <p:nvPr/>
        </p:nvGrpSpPr>
        <p:grpSpPr>
          <a:xfrm>
            <a:off x="3189536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24" name="!! 设置">
              <a:extLst>
                <a:ext uri="{FF2B5EF4-FFF2-40B4-BE49-F238E27FC236}">
                  <a16:creationId xmlns:a16="http://schemas.microsoft.com/office/drawing/2014/main" id="{A3D8CC68-E76E-DD27-DA2B-CCEF97DAFD47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6" name="背景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605D9100-7B73-F250-FDBA-A46BF87BE329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547A9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7" name="齿轮">
                <a:extLst>
                  <a:ext uri="{FF2B5EF4-FFF2-40B4-BE49-F238E27FC236}">
                    <a16:creationId xmlns:a16="http://schemas.microsoft.com/office/drawing/2014/main" id="{6FB5606D-C74E-E2CE-CC44-3CEBFDBB81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4B6873D-4EAA-8166-1D3E-0E1C86E8EAA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grpSp>
        <p:nvGrpSpPr>
          <p:cNvPr id="29" name="组合 28">
            <a:extLst>
              <a:ext uri="{FF2B5EF4-FFF2-40B4-BE49-F238E27FC236}">
                <a16:creationId xmlns:a16="http://schemas.microsoft.com/office/drawing/2014/main" id="{A560FB33-F9F8-8D4A-EA28-8F764A19DAB5}"/>
              </a:ext>
            </a:extLst>
          </p:cNvPr>
          <p:cNvGrpSpPr/>
          <p:nvPr/>
        </p:nvGrpSpPr>
        <p:grpSpPr>
          <a:xfrm>
            <a:off x="4719399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30" name="!! 设置">
              <a:extLst>
                <a:ext uri="{FF2B5EF4-FFF2-40B4-BE49-F238E27FC236}">
                  <a16:creationId xmlns:a16="http://schemas.microsoft.com/office/drawing/2014/main" id="{9DBB6799-05E7-DE0F-21A1-F63742F4EB4A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32" name="背景">
                <a:hlinkClick r:id="rId23" action="ppaction://hlinksldjump"/>
                <a:extLst>
                  <a:ext uri="{FF2B5EF4-FFF2-40B4-BE49-F238E27FC236}">
                    <a16:creationId xmlns:a16="http://schemas.microsoft.com/office/drawing/2014/main" id="{A30313F9-F731-282B-EA5B-BD2211E47F1F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3" name="齿轮">
                <a:extLst>
                  <a:ext uri="{FF2B5EF4-FFF2-40B4-BE49-F238E27FC236}">
                    <a16:creationId xmlns:a16="http://schemas.microsoft.com/office/drawing/2014/main" id="{97E3923D-58D7-5D2E-02D0-943FCFE113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4D4E7A83-1C54-328E-DD3E-E03B08BC295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76129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3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3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xit" presetSubtype="2" accel="100000" fill="hold" nodeType="withEffect">
                                  <p:stCondLst>
                                    <p:cond delay="400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10" dur="33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1+ppt_w/2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330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ppt_y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32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7B45EC-8F8B-A203-CE41-B9B0E819C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!! dock右">
            <a:extLst>
              <a:ext uri="{FF2B5EF4-FFF2-40B4-BE49-F238E27FC236}">
                <a16:creationId xmlns:a16="http://schemas.microsoft.com/office/drawing/2014/main" id="{335EF877-497F-A60B-BBFA-50FCE59273F1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9F3D7BDF-3E7C-716C-6770-CE053828439E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D163BEEC-B389-A8EF-D157-030EA3FE8E2B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0302D93E-2F5D-8ACC-CD62-420D22521F5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98A67E5A-D397-72F9-E665-2ABAAC91ED6C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86B9BD0A-E40E-6146-A649-579152C2998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A045361C-6B97-7054-BAB2-DB258B89D752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7E71CFAE-813D-192A-0049-F8B6E9FAF626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AA2EF109-A62C-15E1-0380-C4DB1F69D664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DE7F9EB5-4645-41C1-CDB4-DFA0995F01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extLst>
                <a:ext uri="{FF2B5EF4-FFF2-40B4-BE49-F238E27FC236}">
                  <a16:creationId xmlns:a16="http://schemas.microsoft.com/office/drawing/2014/main" id="{F39B02DB-E1EB-5D7C-B590-C9697A8875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sp>
        <p:nvSpPr>
          <p:cNvPr id="33" name="!! 背景">
            <a:hlinkClick r:id="rId14" action="ppaction://hlinksldjump"/>
            <a:extLst>
              <a:ext uri="{FF2B5EF4-FFF2-40B4-BE49-F238E27FC236}">
                <a16:creationId xmlns:a16="http://schemas.microsoft.com/office/drawing/2014/main" id="{6C085FAF-4AD1-5807-13A5-F6AA3FE5E8C6}"/>
              </a:ext>
            </a:extLst>
          </p:cNvPr>
          <p:cNvSpPr/>
          <p:nvPr/>
        </p:nvSpPr>
        <p:spPr>
          <a:xfrm>
            <a:off x="1659673" y="933566"/>
            <a:ext cx="658298" cy="658298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34" name="!! icon" descr="单级齿轮 轮廓">
            <a:extLst>
              <a:ext uri="{FF2B5EF4-FFF2-40B4-BE49-F238E27FC236}">
                <a16:creationId xmlns:a16="http://schemas.microsoft.com/office/drawing/2014/main" id="{038C7955-5FEC-BEED-5074-E90FB16581E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29811" y="1003704"/>
            <a:ext cx="518022" cy="518022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F78FC935-33CC-C123-DD6E-5EFAD18AAC16}"/>
              </a:ext>
            </a:extLst>
          </p:cNvPr>
          <p:cNvSpPr txBox="1"/>
          <p:nvPr/>
        </p:nvSpPr>
        <p:spPr>
          <a:xfrm>
            <a:off x="1659673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设置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FC40FB1D-156E-7F1D-96D0-556CE927CF79}"/>
              </a:ext>
            </a:extLst>
          </p:cNvPr>
          <p:cNvGrpSpPr/>
          <p:nvPr/>
        </p:nvGrpSpPr>
        <p:grpSpPr>
          <a:xfrm>
            <a:off x="3189536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4" name="!! 设置">
              <a:extLst>
                <a:ext uri="{FF2B5EF4-FFF2-40B4-BE49-F238E27FC236}">
                  <a16:creationId xmlns:a16="http://schemas.microsoft.com/office/drawing/2014/main" id="{C4F478A8-6E8F-A410-2CD0-04E7D01D4D94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6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FB7174FB-7102-15BB-AE33-6990BE7C3B92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547A9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7" name="齿轮">
                <a:extLst>
                  <a:ext uri="{FF2B5EF4-FFF2-40B4-BE49-F238E27FC236}">
                    <a16:creationId xmlns:a16="http://schemas.microsoft.com/office/drawing/2014/main" id="{55F87C6C-9D90-06C3-6597-AD13227AEE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6EA14B2A-6286-2B26-8A1C-7FFEBD624FBE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705BB91A-4485-37A7-CC4F-5C4F2738E4C2}"/>
              </a:ext>
            </a:extLst>
          </p:cNvPr>
          <p:cNvGrpSpPr/>
          <p:nvPr/>
        </p:nvGrpSpPr>
        <p:grpSpPr>
          <a:xfrm>
            <a:off x="4719399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9" name="!! 设置">
              <a:extLst>
                <a:ext uri="{FF2B5EF4-FFF2-40B4-BE49-F238E27FC236}">
                  <a16:creationId xmlns:a16="http://schemas.microsoft.com/office/drawing/2014/main" id="{E239FF4B-4B22-1A1A-6183-5FFAFA1ADC11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1" name="背景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59CED5A6-403D-35BA-9504-7AB1F457EC9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齿轮">
                <a:extLst>
                  <a:ext uri="{FF2B5EF4-FFF2-40B4-BE49-F238E27FC236}">
                    <a16:creationId xmlns:a16="http://schemas.microsoft.com/office/drawing/2014/main" id="{916D9E8B-B425-C88E-8B31-1B8D0EB1F9A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DFD0BE9C-EF07-3343-E948-C02632CFB8F7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95328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5E1D3-EE08-623E-B2F8-29FA69CA7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!! dock右">
            <a:extLst>
              <a:ext uri="{FF2B5EF4-FFF2-40B4-BE49-F238E27FC236}">
                <a16:creationId xmlns:a16="http://schemas.microsoft.com/office/drawing/2014/main" id="{3E7DD35C-3576-AD14-DDCE-87BEE994E365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282227A0-11F7-0BAE-9F66-C2EFC0D16090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DEC9F603-D8A3-00BE-0AA5-7EB6F4C7EAE9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1722EDC7-C021-4378-3D95-3FF3AE82545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97E13FD2-ABA9-3351-56FA-DCA61E39E9DF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7704DD9F-4588-1768-267D-2888A65130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13508591-9A73-FD66-407D-910D2B510A2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1D707C28-1FF6-0671-B834-74F95677CA8F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C868FB68-C2CC-9154-EB39-24DF61612560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0C36A9C5-3370-9F56-910B-FD1479AF0BD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extLst>
                <a:ext uri="{FF2B5EF4-FFF2-40B4-BE49-F238E27FC236}">
                  <a16:creationId xmlns:a16="http://schemas.microsoft.com/office/drawing/2014/main" id="{87EA4688-E9B6-2274-3677-83094DEE09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sp>
        <p:nvSpPr>
          <p:cNvPr id="33" name="!! 背景">
            <a:hlinkClick r:id="rId14" action="ppaction://hlinksldjump"/>
            <a:extLst>
              <a:ext uri="{FF2B5EF4-FFF2-40B4-BE49-F238E27FC236}">
                <a16:creationId xmlns:a16="http://schemas.microsoft.com/office/drawing/2014/main" id="{28C3BCFF-0729-833E-F9DD-18C1ABCE6AEC}"/>
              </a:ext>
            </a:extLst>
          </p:cNvPr>
          <p:cNvSpPr/>
          <p:nvPr/>
        </p:nvSpPr>
        <p:spPr>
          <a:xfrm>
            <a:off x="1659673" y="933566"/>
            <a:ext cx="658298" cy="658298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34" name="!! icon" descr="单级齿轮 轮廓">
            <a:extLst>
              <a:ext uri="{FF2B5EF4-FFF2-40B4-BE49-F238E27FC236}">
                <a16:creationId xmlns:a16="http://schemas.microsoft.com/office/drawing/2014/main" id="{A25ED6A2-1AE0-FDBC-AAAB-1D5D32B28C92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29811" y="1003704"/>
            <a:ext cx="518022" cy="518022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D39B890E-8834-3D37-41FF-6EA1535FCD30}"/>
              </a:ext>
            </a:extLst>
          </p:cNvPr>
          <p:cNvSpPr txBox="1"/>
          <p:nvPr/>
        </p:nvSpPr>
        <p:spPr>
          <a:xfrm>
            <a:off x="1659673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设置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1B0ECBB-D27E-69D4-B06A-E2D410FB9FFB}"/>
              </a:ext>
            </a:extLst>
          </p:cNvPr>
          <p:cNvGrpSpPr/>
          <p:nvPr/>
        </p:nvGrpSpPr>
        <p:grpSpPr>
          <a:xfrm>
            <a:off x="3189536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4" name="!! 设置">
              <a:extLst>
                <a:ext uri="{FF2B5EF4-FFF2-40B4-BE49-F238E27FC236}">
                  <a16:creationId xmlns:a16="http://schemas.microsoft.com/office/drawing/2014/main" id="{680A3855-7381-23AD-8762-055B0990EAEC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6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9C078012-97A1-9987-B4BA-F08FCFB8D5E4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547A9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7" name="齿轮">
                <a:extLst>
                  <a:ext uri="{FF2B5EF4-FFF2-40B4-BE49-F238E27FC236}">
                    <a16:creationId xmlns:a16="http://schemas.microsoft.com/office/drawing/2014/main" id="{E69FECFF-6B6D-D87A-E2D4-C3CD9AA8F7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B71B8B2B-5D68-3172-84D4-1E6E52C3DAA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84732116-B404-AE84-C867-7ED396F25168}"/>
              </a:ext>
            </a:extLst>
          </p:cNvPr>
          <p:cNvGrpSpPr/>
          <p:nvPr/>
        </p:nvGrpSpPr>
        <p:grpSpPr>
          <a:xfrm>
            <a:off x="4719399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9" name="!! 设置">
              <a:extLst>
                <a:ext uri="{FF2B5EF4-FFF2-40B4-BE49-F238E27FC236}">
                  <a16:creationId xmlns:a16="http://schemas.microsoft.com/office/drawing/2014/main" id="{2A25F331-C687-F4CD-96D1-7FF25F09F1B7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1" name="背景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E80F6DB0-D246-8E6D-4CE4-11C37DADE52E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齿轮">
                <a:extLst>
                  <a:ext uri="{FF2B5EF4-FFF2-40B4-BE49-F238E27FC236}">
                    <a16:creationId xmlns:a16="http://schemas.microsoft.com/office/drawing/2014/main" id="{00C5BA2D-9C55-623E-5BD9-5BF07393228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A2CAD5DD-3D5D-530B-62B9-CEC9893F7585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346335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 advClick="0" advTm="0"/>
    </mc:Choice>
    <mc:Fallback>
      <p:transition advClick="0" advTm="0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CA9C2F-F7C3-8A2C-C12F-484A015378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!! dock右">
            <a:extLst>
              <a:ext uri="{FF2B5EF4-FFF2-40B4-BE49-F238E27FC236}">
                <a16:creationId xmlns:a16="http://schemas.microsoft.com/office/drawing/2014/main" id="{E8B65336-68DF-9B95-C292-FE71342E46A0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97D60A5C-A268-771B-1DEB-340CB622A567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5C8912B8-23C0-7803-5F8C-2F7662462FDA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E88BEF46-67B6-D7FD-257F-755AFB05610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D9669B71-F6D8-BB4C-E690-B21B28B2DAD1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2B99C0B1-38AD-4D28-11ED-333E754BEE5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C740A3F3-021F-A69B-C560-72309445F6C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D725935A-56D3-0297-BFB9-B243ACCE8045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EA4A092A-D916-349E-D3CA-1FC63426B645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789A0F24-2D45-E8C2-22E8-9EC07890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extLst>
                <a:ext uri="{FF2B5EF4-FFF2-40B4-BE49-F238E27FC236}">
                  <a16:creationId xmlns:a16="http://schemas.microsoft.com/office/drawing/2014/main" id="{C10A27B8-186A-0D23-C01B-FFD2E4472E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sp>
        <p:nvSpPr>
          <p:cNvPr id="33" name="!! 背景">
            <a:hlinkClick r:id="rId14" action="ppaction://hlinksldjump"/>
            <a:extLst>
              <a:ext uri="{FF2B5EF4-FFF2-40B4-BE49-F238E27FC236}">
                <a16:creationId xmlns:a16="http://schemas.microsoft.com/office/drawing/2014/main" id="{A4A31AFB-61A7-BE6B-B2CD-C8EC0288CB0B}"/>
              </a:ext>
            </a:extLst>
          </p:cNvPr>
          <p:cNvSpPr/>
          <p:nvPr/>
        </p:nvSpPr>
        <p:spPr>
          <a:xfrm>
            <a:off x="1659673" y="933566"/>
            <a:ext cx="658298" cy="658298"/>
          </a:xfrm>
          <a:prstGeom prst="roundRect">
            <a:avLst/>
          </a:prstGeom>
          <a:solidFill>
            <a:schemeClr val="accent4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34" name="!! icon" descr="单级齿轮 轮廓">
            <a:extLst>
              <a:ext uri="{FF2B5EF4-FFF2-40B4-BE49-F238E27FC236}">
                <a16:creationId xmlns:a16="http://schemas.microsoft.com/office/drawing/2014/main" id="{AB268149-6039-3A57-13AB-685B225481DF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729811" y="1003704"/>
            <a:ext cx="518022" cy="518022"/>
          </a:xfrm>
          <a:prstGeom prst="rect">
            <a:avLst/>
          </a:prstGeom>
        </p:spPr>
      </p:pic>
      <p:sp>
        <p:nvSpPr>
          <p:cNvPr id="32" name="文本框 31">
            <a:extLst>
              <a:ext uri="{FF2B5EF4-FFF2-40B4-BE49-F238E27FC236}">
                <a16:creationId xmlns:a16="http://schemas.microsoft.com/office/drawing/2014/main" id="{871A27CD-33DF-59C2-B0E8-0289B6009C20}"/>
              </a:ext>
            </a:extLst>
          </p:cNvPr>
          <p:cNvSpPr txBox="1"/>
          <p:nvPr/>
        </p:nvSpPr>
        <p:spPr>
          <a:xfrm>
            <a:off x="1659673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设置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B9B256F9-23E8-1457-925C-D58768BC0344}"/>
              </a:ext>
            </a:extLst>
          </p:cNvPr>
          <p:cNvGrpSpPr/>
          <p:nvPr/>
        </p:nvGrpSpPr>
        <p:grpSpPr>
          <a:xfrm>
            <a:off x="3189536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4" name="!! 设置">
              <a:extLst>
                <a:ext uri="{FF2B5EF4-FFF2-40B4-BE49-F238E27FC236}">
                  <a16:creationId xmlns:a16="http://schemas.microsoft.com/office/drawing/2014/main" id="{EF5DA963-ABED-58BC-FB36-B3E576F8D83D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6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AC129A0F-DAF6-5D8F-50E5-1B0731223C30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547A9C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7" name="齿轮">
                <a:extLst>
                  <a:ext uri="{FF2B5EF4-FFF2-40B4-BE49-F238E27FC236}">
                    <a16:creationId xmlns:a16="http://schemas.microsoft.com/office/drawing/2014/main" id="{F4B4905F-5F00-E689-9A96-4025E64A69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F701F75C-72B8-BFE1-0CBD-141F1D2DCA3C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grpSp>
        <p:nvGrpSpPr>
          <p:cNvPr id="18" name="组合 17">
            <a:extLst>
              <a:ext uri="{FF2B5EF4-FFF2-40B4-BE49-F238E27FC236}">
                <a16:creationId xmlns:a16="http://schemas.microsoft.com/office/drawing/2014/main" id="{9F0517D4-D4D1-B62B-6233-734F2EC4D638}"/>
              </a:ext>
            </a:extLst>
          </p:cNvPr>
          <p:cNvGrpSpPr/>
          <p:nvPr/>
        </p:nvGrpSpPr>
        <p:grpSpPr>
          <a:xfrm>
            <a:off x="4719399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9" name="!! 设置">
              <a:extLst>
                <a:ext uri="{FF2B5EF4-FFF2-40B4-BE49-F238E27FC236}">
                  <a16:creationId xmlns:a16="http://schemas.microsoft.com/office/drawing/2014/main" id="{8E4C1908-8F7F-0238-A3CC-F914A4C171EA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1" name="背景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B958D1DA-C033-E1DD-F9A9-97BE68980D37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齿轮">
                <a:extLst>
                  <a:ext uri="{FF2B5EF4-FFF2-40B4-BE49-F238E27FC236}">
                    <a16:creationId xmlns:a16="http://schemas.microsoft.com/office/drawing/2014/main" id="{20F1FD00-8780-9399-F71D-28D4308D81C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806B307B-A3EA-CCF3-8507-9C7AC73E2932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245163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C81440-B83F-11D8-DE5B-C96D7F9E6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背景">
            <a:extLst>
              <a:ext uri="{FF2B5EF4-FFF2-40B4-BE49-F238E27FC236}">
                <a16:creationId xmlns:a16="http://schemas.microsoft.com/office/drawing/2014/main" id="{06F115BC-AB04-04F7-0149-49B8CE815F6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5808"/>
            </a:avLst>
          </a:prstGeom>
          <a:solidFill>
            <a:schemeClr val="bg1"/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6" name="!! 图标" descr="单级齿轮 轮廓">
            <a:extLst>
              <a:ext uri="{FF2B5EF4-FFF2-40B4-BE49-F238E27FC236}">
                <a16:creationId xmlns:a16="http://schemas.microsoft.com/office/drawing/2014/main" id="{AA0E716B-AB3B-8C5C-6A68-1ED6B224241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432383" y="2765384"/>
            <a:ext cx="1327232" cy="1327232"/>
          </a:xfrm>
          <a:prstGeom prst="rect">
            <a:avLst/>
          </a:prstGeom>
        </p:spPr>
      </p:pic>
      <p:sp>
        <p:nvSpPr>
          <p:cNvPr id="4" name="!! App名">
            <a:extLst>
              <a:ext uri="{FF2B5EF4-FFF2-40B4-BE49-F238E27FC236}">
                <a16:creationId xmlns:a16="http://schemas.microsoft.com/office/drawing/2014/main" id="{9CAFBB3B-62C4-E884-A4AF-7891817EE708}"/>
              </a:ext>
            </a:extLst>
          </p:cNvPr>
          <p:cNvSpPr txBox="1"/>
          <p:nvPr/>
        </p:nvSpPr>
        <p:spPr>
          <a:xfrm>
            <a:off x="5046561" y="4880565"/>
            <a:ext cx="2095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设置 </a:t>
            </a:r>
            <a:r>
              <a:rPr lang="en-US" altLang="zh-CN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Preview</a:t>
            </a:r>
            <a:endParaRPr lang="zh-CN" altLang="en-US" sz="20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3" name="!! icon" descr="单级齿轮 轮廓">
            <a:extLst>
              <a:ext uri="{FF2B5EF4-FFF2-40B4-BE49-F238E27FC236}">
                <a16:creationId xmlns:a16="http://schemas.microsoft.com/office/drawing/2014/main" id="{2A9A0FA9-C9F0-27D2-95B5-99DC49BC17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48472" y="1583402"/>
            <a:ext cx="3691196" cy="36911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48052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250">
        <p159:morph option="byObject"/>
      </p:transition>
    </mc:Choice>
    <mc:Fallback xmlns="">
      <p:transition spd="med" advClick="0" advTm="12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7.40741E-7 L 0.02174 -7.40741E-7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2E3DB6-5DBB-704F-C53D-349EBD24E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3F16F88-F4B2-28FE-AE91-63289E3FDFE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72A77990-4022-47A0-9E5E-A0C770F37087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786E0983-0DFD-CFC6-1AE3-A08E356CBB9D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B94EFF4F-292F-83EE-2180-85C2F36B1CA6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42995F83-9E93-5CEF-C266-4C8C76179009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E381A5DA-6216-0539-126A-05623A0161D9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A4BBF1CC-BD38-9342-2716-9C15EB4C8316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2171DED9-1572-BFA0-231B-A282ED05437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pic>
        <p:nvPicPr>
          <p:cNvPr id="9" name="!! 图标" descr="单级齿轮 轮廓">
            <a:extLst>
              <a:ext uri="{FF2B5EF4-FFF2-40B4-BE49-F238E27FC236}">
                <a16:creationId xmlns:a16="http://schemas.microsoft.com/office/drawing/2014/main" id="{3D3E1A1E-00B7-5699-9BBB-98347B08D82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229654" y="2765384"/>
            <a:ext cx="1327232" cy="1327232"/>
          </a:xfrm>
          <a:prstGeom prst="rect">
            <a:avLst/>
          </a:prstGeom>
        </p:spPr>
      </p:pic>
      <p:sp>
        <p:nvSpPr>
          <p:cNvPr id="43" name="文本框 42">
            <a:extLst>
              <a:ext uri="{FF2B5EF4-FFF2-40B4-BE49-F238E27FC236}">
                <a16:creationId xmlns:a16="http://schemas.microsoft.com/office/drawing/2014/main" id="{99408DD0-3C7C-0778-8778-A22832F8F1FC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D61FEDF-3625-8DCC-F16D-E1B8BFF390FE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45" name="!! 软件更新">
            <a:extLst>
              <a:ext uri="{FF2B5EF4-FFF2-40B4-BE49-F238E27FC236}">
                <a16:creationId xmlns:a16="http://schemas.microsoft.com/office/drawing/2014/main" id="{0C328C94-A4E1-F3B3-129D-08F98C9297A4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46" name="!! 未选中">
              <a:extLst>
                <a:ext uri="{FF2B5EF4-FFF2-40B4-BE49-F238E27FC236}">
                  <a16:creationId xmlns:a16="http://schemas.microsoft.com/office/drawing/2014/main" id="{BD9A9E34-0CD3-F829-6140-C842DEBE2108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47" name="icon">
              <a:extLst>
                <a:ext uri="{FF2B5EF4-FFF2-40B4-BE49-F238E27FC236}">
                  <a16:creationId xmlns:a16="http://schemas.microsoft.com/office/drawing/2014/main" id="{44056F59-8442-4D8D-BB26-18F12354E3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69" name="!! 更多连接">
            <a:extLst>
              <a:ext uri="{FF2B5EF4-FFF2-40B4-BE49-F238E27FC236}">
                <a16:creationId xmlns:a16="http://schemas.microsoft.com/office/drawing/2014/main" id="{B02A8301-5C63-275F-01D7-B8F6B2EF2123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41" name="!! 未选中">
              <a:hlinkClick r:id="rId12" action="ppaction://hlinksldjump"/>
              <a:extLst>
                <a:ext uri="{FF2B5EF4-FFF2-40B4-BE49-F238E27FC236}">
                  <a16:creationId xmlns:a16="http://schemas.microsoft.com/office/drawing/2014/main" id="{DB8B1776-788E-1E9E-E00C-AD00997F2D2D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68" name="组合 67">
              <a:extLst>
                <a:ext uri="{FF2B5EF4-FFF2-40B4-BE49-F238E27FC236}">
                  <a16:creationId xmlns:a16="http://schemas.microsoft.com/office/drawing/2014/main" id="{8E6B35B1-4679-3F08-6EC7-EA7D1B0AAAAF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66" name="椭圆 65">
                <a:extLst>
                  <a:ext uri="{FF2B5EF4-FFF2-40B4-BE49-F238E27FC236}">
                    <a16:creationId xmlns:a16="http://schemas.microsoft.com/office/drawing/2014/main" id="{A79EEB55-1E06-1D76-CA06-214966059610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7" name="icon">
                <a:extLst>
                  <a:ext uri="{FF2B5EF4-FFF2-40B4-BE49-F238E27FC236}">
                    <a16:creationId xmlns:a16="http://schemas.microsoft.com/office/drawing/2014/main" id="{3551D096-AF8B-8145-174E-511E04D7EA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22" name="!! 蓝牙">
            <a:extLst>
              <a:ext uri="{FF2B5EF4-FFF2-40B4-BE49-F238E27FC236}">
                <a16:creationId xmlns:a16="http://schemas.microsoft.com/office/drawing/2014/main" id="{75B15ABD-F9C1-6C88-B9E5-E15FC0F10CC2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3" name="!! 未选中">
              <a:hlinkClick r:id="rId15" action="ppaction://hlinksldjump"/>
              <a:extLst>
                <a:ext uri="{FF2B5EF4-FFF2-40B4-BE49-F238E27FC236}">
                  <a16:creationId xmlns:a16="http://schemas.microsoft.com/office/drawing/2014/main" id="{C5B8ABEA-BAEC-F46E-644B-87D3308B75EA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877FAD67-A7EB-9949-9D72-2539A52F02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23" name="!! WLAN">
            <a:extLst>
              <a:ext uri="{FF2B5EF4-FFF2-40B4-BE49-F238E27FC236}">
                <a16:creationId xmlns:a16="http://schemas.microsoft.com/office/drawing/2014/main" id="{0AA77C6A-45E5-63F4-1830-48A5017B0B05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54" name="!! WLAN">
              <a:extLst>
                <a:ext uri="{FF2B5EF4-FFF2-40B4-BE49-F238E27FC236}">
                  <a16:creationId xmlns:a16="http://schemas.microsoft.com/office/drawing/2014/main" id="{1BDDC6E2-6FA2-45AE-9F90-653798823D77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6" name="!! 未选中">
                <a:hlinkClick r:id="rId18" action="ppaction://hlinksldjump"/>
                <a:extLst>
                  <a:ext uri="{FF2B5EF4-FFF2-40B4-BE49-F238E27FC236}">
                    <a16:creationId xmlns:a16="http://schemas.microsoft.com/office/drawing/2014/main" id="{A444EB89-07B2-3E5E-FCDD-83A3DC18555C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52" name="icon">
                <a:extLst>
                  <a:ext uri="{FF2B5EF4-FFF2-40B4-BE49-F238E27FC236}">
                    <a16:creationId xmlns:a16="http://schemas.microsoft.com/office/drawing/2014/main" id="{E9309EF1-6CB4-737B-E8CA-45E0EF539C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D50584B4-9E1B-E75D-B25F-7E9E17566C21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21" name="!! 关于">
            <a:extLst>
              <a:ext uri="{FF2B5EF4-FFF2-40B4-BE49-F238E27FC236}">
                <a16:creationId xmlns:a16="http://schemas.microsoft.com/office/drawing/2014/main" id="{4B4BAD8A-20DA-8557-A498-A76FA7E30F4E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49" name="!! 未选中">
              <a:hlinkClick r:id="rId23" action="ppaction://hlinksldjump"/>
              <a:extLst>
                <a:ext uri="{FF2B5EF4-FFF2-40B4-BE49-F238E27FC236}">
                  <a16:creationId xmlns:a16="http://schemas.microsoft.com/office/drawing/2014/main" id="{A4F1D237-B680-C8AB-8971-6AA046DBEAF4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20" name="图形 19">
              <a:extLst>
                <a:ext uri="{FF2B5EF4-FFF2-40B4-BE49-F238E27FC236}">
                  <a16:creationId xmlns:a16="http://schemas.microsoft.com/office/drawing/2014/main" id="{09DBDD2F-40CC-4C4F-117D-7B9A906C72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24" name="!! 关闭按钮">
            <a:extLst>
              <a:ext uri="{FF2B5EF4-FFF2-40B4-BE49-F238E27FC236}">
                <a16:creationId xmlns:a16="http://schemas.microsoft.com/office/drawing/2014/main" id="{129BBDFE-0DEF-F66F-EEAB-5CC2A71E91AF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26" name="矩形: 圆角 25">
              <a:hlinkClick r:id="rId26" action="ppaction://hlinksldjump"/>
              <a:extLst>
                <a:ext uri="{FF2B5EF4-FFF2-40B4-BE49-F238E27FC236}">
                  <a16:creationId xmlns:a16="http://schemas.microsoft.com/office/drawing/2014/main" id="{22F07386-7021-B40B-EEC0-6B738A1A9D8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9" name="图形 28">
              <a:extLst>
                <a:ext uri="{FF2B5EF4-FFF2-40B4-BE49-F238E27FC236}">
                  <a16:creationId xmlns:a16="http://schemas.microsoft.com/office/drawing/2014/main" id="{4187212C-5868-7F20-101C-55E3C26F1842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>
              <a:extLst>
                <a:ext uri="{96DAC541-7B7A-43D3-8B79-37D633B846F1}">
                  <asvg:svgBlip xmlns:asvg="http://schemas.microsoft.com/office/drawing/2016/SVG/main" r:embed="rId2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527669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>
        <p:fade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33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decel="100000" fill="hold" nodeType="withEffect">
                                  <p:stCondLst>
                                    <p:cond delay="30"/>
                                  </p:stCondLst>
                                  <p:childTnLst>
                                    <p:animMotion origin="layout" path="M 1.875E-6 1.11111E-6 L 0.02174 1.11111E-6 " pathEditMode="relative" rAng="0" ptsTypes="AA">
                                      <p:cBhvr>
                                        <p:cTn id="17" dur="330" spd="-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decel="100000" fill="hold" nodeType="withEffect">
                                  <p:stCondLst>
                                    <p:cond delay="60"/>
                                  </p:stCondLst>
                                  <p:childTnLst>
                                    <p:animMotion origin="layout" path="M 1.875E-6 1.11111E-6 L 0.02174 1.11111E-6 " pathEditMode="relative" rAng="0" ptsTypes="AA">
                                      <p:cBhvr>
                                        <p:cTn id="22" dur="33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decel="100000" fill="hold" nodeType="withEffect">
                                  <p:stCondLst>
                                    <p:cond delay="90"/>
                                  </p:stCondLst>
                                  <p:childTnLst>
                                    <p:animMotion origin="layout" path="M 1.875E-6 1.11111E-6 L 0.02174 1.11111E-6 " pathEditMode="relative" rAng="0" ptsTypes="AA">
                                      <p:cBhvr>
                                        <p:cTn id="27" dur="330" spd="-100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63" presetClass="path" presetSubtype="0" decel="10000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35" dur="330" spd="-1000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63" presetClass="path" presetSubtype="0" decel="10000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1.875E-6 1.11111E-6 L 0.02174 1.11111E-6 " pathEditMode="relative" rAng="0" ptsTypes="AA">
                                      <p:cBhvr>
                                        <p:cTn id="40" dur="330" spd="-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/>
      <p:bldP spid="4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BCECD0-0710-6AD3-891E-93084FE7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A72BADD9-4A75-40BE-84B3-FE47E0600053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0560DECC-5057-6B67-203B-04F1E77754E6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D3A15A18-82DE-0949-0022-BE1346E82CF6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304112A2-B89D-5C20-840D-1F1EDCD8A305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1C569EB1-5901-407D-803A-F64606BA8469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8EA38F92-2CB2-CFF3-C887-135D617A4A5E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ECCAE648-7D04-9ADC-2B82-205119A18E6F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D522CF31-6599-3FAB-64CB-F0BD46133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7" name="按钮">
            <a:extLst>
              <a:ext uri="{FF2B5EF4-FFF2-40B4-BE49-F238E27FC236}">
                <a16:creationId xmlns:a16="http://schemas.microsoft.com/office/drawing/2014/main" id="{A0EB4917-98DE-FE77-6CDB-DE82201CFDE8}"/>
              </a:ext>
            </a:extLst>
          </p:cNvPr>
          <p:cNvSpPr/>
          <p:nvPr/>
        </p:nvSpPr>
        <p:spPr>
          <a:xfrm>
            <a:off x="4590470" y="1408477"/>
            <a:ext cx="6605600" cy="545100"/>
          </a:xfrm>
          <a:prstGeom prst="roundRect">
            <a:avLst>
              <a:gd name="adj" fmla="val 2074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 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9" name="!! 按钮背景">
            <a:extLst>
              <a:ext uri="{FF2B5EF4-FFF2-40B4-BE49-F238E27FC236}">
                <a16:creationId xmlns:a16="http://schemas.microsoft.com/office/drawing/2014/main" id="{CF7E33C4-FD0B-6F66-4B59-797199C4A6BA}"/>
              </a:ext>
            </a:extLst>
          </p:cNvPr>
          <p:cNvSpPr/>
          <p:nvPr/>
        </p:nvSpPr>
        <p:spPr>
          <a:xfrm>
            <a:off x="10578109" y="1578568"/>
            <a:ext cx="384048" cy="206561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>
                  <a:lumMod val="90000"/>
                </a:schemeClr>
              </a:solidFill>
            </a:endParaRPr>
          </a:p>
        </p:txBody>
      </p:sp>
      <p:sp>
        <p:nvSpPr>
          <p:cNvPr id="20" name="!! 按钮">
            <a:extLst>
              <a:ext uri="{FF2B5EF4-FFF2-40B4-BE49-F238E27FC236}">
                <a16:creationId xmlns:a16="http://schemas.microsoft.com/office/drawing/2014/main" id="{D949FBCE-20D6-8058-7E25-4A74C3B4D449}"/>
              </a:ext>
            </a:extLst>
          </p:cNvPr>
          <p:cNvSpPr/>
          <p:nvPr/>
        </p:nvSpPr>
        <p:spPr>
          <a:xfrm>
            <a:off x="10608436" y="1609561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72" name="!! 警告">
            <a:extLst>
              <a:ext uri="{FF2B5EF4-FFF2-40B4-BE49-F238E27FC236}">
                <a16:creationId xmlns:a16="http://schemas.microsoft.com/office/drawing/2014/main" id="{8545B8CB-165A-189A-E8BB-18B9458D9AF3}"/>
              </a:ext>
            </a:extLst>
          </p:cNvPr>
          <p:cNvGrpSpPr/>
          <p:nvPr/>
        </p:nvGrpSpPr>
        <p:grpSpPr>
          <a:xfrm>
            <a:off x="4590470" y="2198998"/>
            <a:ext cx="6605600" cy="781669"/>
            <a:chOff x="6744289" y="1953066"/>
            <a:chExt cx="3541817" cy="781669"/>
          </a:xfrm>
        </p:grpSpPr>
        <p:sp>
          <p:nvSpPr>
            <p:cNvPr id="73" name="!! 背景">
              <a:extLst>
                <a:ext uri="{FF2B5EF4-FFF2-40B4-BE49-F238E27FC236}">
                  <a16:creationId xmlns:a16="http://schemas.microsoft.com/office/drawing/2014/main" id="{DEBA84AE-A832-7819-5E7D-CBD2171A0039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74" name="!! 标题">
              <a:extLst>
                <a:ext uri="{FF2B5EF4-FFF2-40B4-BE49-F238E27FC236}">
                  <a16:creationId xmlns:a16="http://schemas.microsoft.com/office/drawing/2014/main" id="{16785A0D-E09B-CD5F-1592-B1B5CC0577F4}"/>
                </a:ext>
              </a:extLst>
            </p:cNvPr>
            <p:cNvSpPr txBox="1"/>
            <p:nvPr/>
          </p:nvSpPr>
          <p:spPr>
            <a:xfrm>
              <a:off x="6846810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WLAN </a:t>
              </a: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不可用</a:t>
              </a:r>
            </a:p>
          </p:txBody>
        </p:sp>
        <p:sp>
          <p:nvSpPr>
            <p:cNvPr id="75" name="!! 副标题">
              <a:extLst>
                <a:ext uri="{FF2B5EF4-FFF2-40B4-BE49-F238E27FC236}">
                  <a16:creationId xmlns:a16="http://schemas.microsoft.com/office/drawing/2014/main" id="{B5B97528-9DEC-B592-80CB-AD4008D79594}"/>
                </a:ext>
              </a:extLst>
            </p:cNvPr>
            <p:cNvSpPr txBox="1"/>
            <p:nvPr/>
          </p:nvSpPr>
          <p:spPr>
            <a:xfrm>
              <a:off x="6846810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当前版本的系统无法使用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endPara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82" name="!! 二级标题">
            <a:extLst>
              <a:ext uri="{FF2B5EF4-FFF2-40B4-BE49-F238E27FC236}">
                <a16:creationId xmlns:a16="http://schemas.microsoft.com/office/drawing/2014/main" id="{3B97547A-CA2C-1D20-0C2F-34BAB225CC9C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WLAN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>
                  <a:lumMod val="75000"/>
                  <a:lumOff val="25000"/>
                </a:srgbClr>
              </a:solidFill>
              <a:effectLst/>
              <a:uLnTx/>
              <a:uFillTx/>
              <a:latin typeface="vivo Sans Medium"/>
              <a:ea typeface="vivo Sans Medium"/>
              <a:cs typeface="+mn-cs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04E78169-FF43-443B-9601-0EB6C04D31DC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5751BAD6-60B5-8254-01E8-2B66B4BC274D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36" name="!! 软件更新">
            <a:extLst>
              <a:ext uri="{FF2B5EF4-FFF2-40B4-BE49-F238E27FC236}">
                <a16:creationId xmlns:a16="http://schemas.microsoft.com/office/drawing/2014/main" id="{48C39BFC-6B22-AC9E-8054-3EE7AA8E1099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37" name="!! 未选中">
              <a:extLst>
                <a:ext uri="{FF2B5EF4-FFF2-40B4-BE49-F238E27FC236}">
                  <a16:creationId xmlns:a16="http://schemas.microsoft.com/office/drawing/2014/main" id="{492E1A0B-73E8-E9B0-4F2D-BCE2AFF12FC3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38" name="icon">
              <a:extLst>
                <a:ext uri="{FF2B5EF4-FFF2-40B4-BE49-F238E27FC236}">
                  <a16:creationId xmlns:a16="http://schemas.microsoft.com/office/drawing/2014/main" id="{49EBE066-B965-96A4-5981-772CF0508F9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39" name="!! 更多连接">
            <a:extLst>
              <a:ext uri="{FF2B5EF4-FFF2-40B4-BE49-F238E27FC236}">
                <a16:creationId xmlns:a16="http://schemas.microsoft.com/office/drawing/2014/main" id="{A3F952AC-21C0-22F5-C41D-4746AC5083E1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40" name="!! 未选中">
              <a:hlinkClick r:id="rId10" action="ppaction://hlinksldjump"/>
              <a:extLst>
                <a:ext uri="{FF2B5EF4-FFF2-40B4-BE49-F238E27FC236}">
                  <a16:creationId xmlns:a16="http://schemas.microsoft.com/office/drawing/2014/main" id="{96DBA699-D7B9-4540-50D1-486C145FA80D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08D24E2F-0866-0230-83FB-741D00087063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42" name="椭圆 41">
                <a:extLst>
                  <a:ext uri="{FF2B5EF4-FFF2-40B4-BE49-F238E27FC236}">
                    <a16:creationId xmlns:a16="http://schemas.microsoft.com/office/drawing/2014/main" id="{A1C2AA96-408C-0C49-D424-EE88443C0811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43" name="icon">
                <a:extLst>
                  <a:ext uri="{FF2B5EF4-FFF2-40B4-BE49-F238E27FC236}">
                    <a16:creationId xmlns:a16="http://schemas.microsoft.com/office/drawing/2014/main" id="{F44351DF-3F69-CC24-8CA2-918EF4087E6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44" name="!! 蓝牙">
            <a:extLst>
              <a:ext uri="{FF2B5EF4-FFF2-40B4-BE49-F238E27FC236}">
                <a16:creationId xmlns:a16="http://schemas.microsoft.com/office/drawing/2014/main" id="{2B80321D-C2DA-6C7B-3B44-144C5A5DC023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45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41802E0F-A11D-2889-DCAF-1DB7621FF89B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46" name="图形 45">
              <a:extLst>
                <a:ext uri="{FF2B5EF4-FFF2-40B4-BE49-F238E27FC236}">
                  <a16:creationId xmlns:a16="http://schemas.microsoft.com/office/drawing/2014/main" id="{2CDEC4F1-511A-5943-884C-A50C2865B06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47" name="!! WLAN">
            <a:extLst>
              <a:ext uri="{FF2B5EF4-FFF2-40B4-BE49-F238E27FC236}">
                <a16:creationId xmlns:a16="http://schemas.microsoft.com/office/drawing/2014/main" id="{165C1262-CE5F-9198-CA5B-8844EED2E404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48" name="!! WLAN">
              <a:extLst>
                <a:ext uri="{FF2B5EF4-FFF2-40B4-BE49-F238E27FC236}">
                  <a16:creationId xmlns:a16="http://schemas.microsoft.com/office/drawing/2014/main" id="{FA19434E-1E8F-6F7B-A194-EFC38CDF2F43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50" name="!! 未选中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C39EBD80-E2B2-AEFF-F45C-151E8FBC59AC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tx1">
                  <a:lumMod val="10000"/>
                  <a:lumOff val="90000"/>
                </a:schemeClr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51" name="icon">
                <a:extLst>
                  <a:ext uri="{FF2B5EF4-FFF2-40B4-BE49-F238E27FC236}">
                    <a16:creationId xmlns:a16="http://schemas.microsoft.com/office/drawing/2014/main" id="{193480B2-89E3-CE6A-CAD0-D6C2D298E8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27049F42-6D8A-2BBA-DBEE-2A454F59CCBD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52" name="!! 关于">
            <a:extLst>
              <a:ext uri="{FF2B5EF4-FFF2-40B4-BE49-F238E27FC236}">
                <a16:creationId xmlns:a16="http://schemas.microsoft.com/office/drawing/2014/main" id="{6AA2E406-E7B9-8519-155A-2C7BEF75E4A5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53" name="!! 未选中">
              <a:hlinkClick r:id="rId21" action="ppaction://hlinksldjump"/>
              <a:extLst>
                <a:ext uri="{FF2B5EF4-FFF2-40B4-BE49-F238E27FC236}">
                  <a16:creationId xmlns:a16="http://schemas.microsoft.com/office/drawing/2014/main" id="{0E937C0B-FEF0-F0C6-8268-78B043304A93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54" name="图形 53">
              <a:extLst>
                <a:ext uri="{FF2B5EF4-FFF2-40B4-BE49-F238E27FC236}">
                  <a16:creationId xmlns:a16="http://schemas.microsoft.com/office/drawing/2014/main" id="{EEB61C28-451B-37A3-F40D-E78EC149871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55" name="!! 关闭按钮">
            <a:extLst>
              <a:ext uri="{FF2B5EF4-FFF2-40B4-BE49-F238E27FC236}">
                <a16:creationId xmlns:a16="http://schemas.microsoft.com/office/drawing/2014/main" id="{4FDAB42E-9CA7-4348-243C-A355270A9E14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56" name="矩形: 圆角 55">
              <a:hlinkClick r:id="rId24" action="ppaction://hlinksldjump"/>
              <a:extLst>
                <a:ext uri="{FF2B5EF4-FFF2-40B4-BE49-F238E27FC236}">
                  <a16:creationId xmlns:a16="http://schemas.microsoft.com/office/drawing/2014/main" id="{11E6A8D4-B1EA-0A88-6F54-FA5A6D5013B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7" name="图形 56">
              <a:extLst>
                <a:ext uri="{FF2B5EF4-FFF2-40B4-BE49-F238E27FC236}">
                  <a16:creationId xmlns:a16="http://schemas.microsoft.com/office/drawing/2014/main" id="{90647903-F96A-2BBA-BBA3-EF891D2EA4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872314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A66301-A94A-43D5-56FE-AFCF67875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C0D81330-70CA-4135-A3CF-782EDD2244EA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64AF770B-F65E-2AEE-1840-D6293F626D7A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0C8589A2-EB7E-C277-ACA2-B3C3FE66A550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5FF05EE6-A410-217F-5008-7EAAAB1D587D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1954F641-E334-C1D2-2FC8-C008BD1AD622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CFEACEE8-6C8C-BEEB-289C-EBA0D202CD31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9EE75FDF-D4F1-8E63-A5EB-51A00027599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E299C930-E8F9-009F-E7CC-29B384FF6B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7" name="按钮">
            <a:extLst>
              <a:ext uri="{FF2B5EF4-FFF2-40B4-BE49-F238E27FC236}">
                <a16:creationId xmlns:a16="http://schemas.microsoft.com/office/drawing/2014/main" id="{0A6257A1-335F-3AE5-4E16-692E12858F87}"/>
              </a:ext>
            </a:extLst>
          </p:cNvPr>
          <p:cNvSpPr/>
          <p:nvPr/>
        </p:nvSpPr>
        <p:spPr>
          <a:xfrm>
            <a:off x="4590470" y="1408477"/>
            <a:ext cx="6605600" cy="545100"/>
          </a:xfrm>
          <a:prstGeom prst="roundRect">
            <a:avLst>
              <a:gd name="adj" fmla="val 2074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7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蓝牙</a:t>
            </a:r>
          </a:p>
        </p:txBody>
      </p:sp>
      <p:sp>
        <p:nvSpPr>
          <p:cNvPr id="19" name="!! 按钮背景">
            <a:extLst>
              <a:ext uri="{FF2B5EF4-FFF2-40B4-BE49-F238E27FC236}">
                <a16:creationId xmlns:a16="http://schemas.microsoft.com/office/drawing/2014/main" id="{BD4FAE62-9DE6-EA80-F718-B21423C7EC10}"/>
              </a:ext>
            </a:extLst>
          </p:cNvPr>
          <p:cNvSpPr/>
          <p:nvPr/>
        </p:nvSpPr>
        <p:spPr>
          <a:xfrm>
            <a:off x="10578109" y="1578568"/>
            <a:ext cx="384048" cy="206561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>
                  <a:lumMod val="9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0" name="!! 按钮">
            <a:extLst>
              <a:ext uri="{FF2B5EF4-FFF2-40B4-BE49-F238E27FC236}">
                <a16:creationId xmlns:a16="http://schemas.microsoft.com/office/drawing/2014/main" id="{ED54C0E0-F1E2-F32B-4D62-E4CAE6B6C507}"/>
              </a:ext>
            </a:extLst>
          </p:cNvPr>
          <p:cNvSpPr/>
          <p:nvPr/>
        </p:nvSpPr>
        <p:spPr>
          <a:xfrm>
            <a:off x="10608436" y="1609561"/>
            <a:ext cx="142932" cy="142932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72" name="!! 警告">
            <a:extLst>
              <a:ext uri="{FF2B5EF4-FFF2-40B4-BE49-F238E27FC236}">
                <a16:creationId xmlns:a16="http://schemas.microsoft.com/office/drawing/2014/main" id="{F7F68E91-F0CD-EC0E-1EAC-08EE203AD1EC}"/>
              </a:ext>
            </a:extLst>
          </p:cNvPr>
          <p:cNvGrpSpPr/>
          <p:nvPr/>
        </p:nvGrpSpPr>
        <p:grpSpPr>
          <a:xfrm>
            <a:off x="4590470" y="2198998"/>
            <a:ext cx="6605600" cy="781669"/>
            <a:chOff x="6744289" y="1953066"/>
            <a:chExt cx="3541817" cy="781669"/>
          </a:xfrm>
        </p:grpSpPr>
        <p:sp>
          <p:nvSpPr>
            <p:cNvPr id="73" name="!! 背景">
              <a:extLst>
                <a:ext uri="{FF2B5EF4-FFF2-40B4-BE49-F238E27FC236}">
                  <a16:creationId xmlns:a16="http://schemas.microsoft.com/office/drawing/2014/main" id="{57D8B22D-91CC-C278-8750-9D27A150F74A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2700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74" name="!! 标题">
              <a:extLst>
                <a:ext uri="{FF2B5EF4-FFF2-40B4-BE49-F238E27FC236}">
                  <a16:creationId xmlns:a16="http://schemas.microsoft.com/office/drawing/2014/main" id="{7A5DCF45-7AEC-FF06-1826-626E415923ED}"/>
                </a:ext>
              </a:extLst>
            </p:cNvPr>
            <p:cNvSpPr txBox="1"/>
            <p:nvPr/>
          </p:nvSpPr>
          <p:spPr>
            <a:xfrm>
              <a:off x="6846810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蓝牙不可用</a:t>
              </a:r>
            </a:p>
          </p:txBody>
        </p:sp>
        <p:sp>
          <p:nvSpPr>
            <p:cNvPr id="75" name="!! 副标题">
              <a:extLst>
                <a:ext uri="{FF2B5EF4-FFF2-40B4-BE49-F238E27FC236}">
                  <a16:creationId xmlns:a16="http://schemas.microsoft.com/office/drawing/2014/main" id="{3FAF7BC2-24D3-7CF5-D241-AF97891C9163}"/>
                </a:ext>
              </a:extLst>
            </p:cNvPr>
            <p:cNvSpPr txBox="1"/>
            <p:nvPr/>
          </p:nvSpPr>
          <p:spPr>
            <a:xfrm>
              <a:off x="6846810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未检测到蓝牙适配器</a:t>
              </a:r>
            </a:p>
          </p:txBody>
        </p:sp>
      </p:grpSp>
      <p:sp>
        <p:nvSpPr>
          <p:cNvPr id="8" name="!! 二级标题">
            <a:extLst>
              <a:ext uri="{FF2B5EF4-FFF2-40B4-BE49-F238E27FC236}">
                <a16:creationId xmlns:a16="http://schemas.microsoft.com/office/drawing/2014/main" id="{1FCBFA58-4F86-269D-579F-6E9B2D926AFD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蓝牙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DEC85C0-9123-13FA-3225-A04FA5C6DF9A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62183BDD-DD31-4355-FF4B-D32039C90827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1" name="!! 软件更新">
            <a:extLst>
              <a:ext uri="{FF2B5EF4-FFF2-40B4-BE49-F238E27FC236}">
                <a16:creationId xmlns:a16="http://schemas.microsoft.com/office/drawing/2014/main" id="{819DB4C3-2567-15D8-BBD5-79CD08228441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2" name="!! 未选中">
              <a:extLst>
                <a:ext uri="{FF2B5EF4-FFF2-40B4-BE49-F238E27FC236}">
                  <a16:creationId xmlns:a16="http://schemas.microsoft.com/office/drawing/2014/main" id="{EB33916C-D593-923A-A912-C3F6347817DA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14" name="icon">
              <a:extLst>
                <a:ext uri="{FF2B5EF4-FFF2-40B4-BE49-F238E27FC236}">
                  <a16:creationId xmlns:a16="http://schemas.microsoft.com/office/drawing/2014/main" id="{4FA5AB8C-1B41-481B-4993-64F486BB0B7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15" name="!! 更多连接">
            <a:extLst>
              <a:ext uri="{FF2B5EF4-FFF2-40B4-BE49-F238E27FC236}">
                <a16:creationId xmlns:a16="http://schemas.microsoft.com/office/drawing/2014/main" id="{09E76E88-6CA9-E518-47D6-6FEA34A33731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16" name="!! 未选中">
              <a:hlinkClick r:id="rId10" action="ppaction://hlinksldjump"/>
              <a:extLst>
                <a:ext uri="{FF2B5EF4-FFF2-40B4-BE49-F238E27FC236}">
                  <a16:creationId xmlns:a16="http://schemas.microsoft.com/office/drawing/2014/main" id="{EFCBDF39-736E-6A80-4E30-C3BA4D5654CB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AA29718E-0B76-0D96-B752-46596E45CC21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22" name="椭圆 21">
                <a:extLst>
                  <a:ext uri="{FF2B5EF4-FFF2-40B4-BE49-F238E27FC236}">
                    <a16:creationId xmlns:a16="http://schemas.microsoft.com/office/drawing/2014/main" id="{92140529-F845-D3F2-8358-DD62DFF01BE4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3" name="icon">
                <a:extLst>
                  <a:ext uri="{FF2B5EF4-FFF2-40B4-BE49-F238E27FC236}">
                    <a16:creationId xmlns:a16="http://schemas.microsoft.com/office/drawing/2014/main" id="{55897848-71F9-956D-0A23-A653D29CF3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24" name="!! 蓝牙">
            <a:extLst>
              <a:ext uri="{FF2B5EF4-FFF2-40B4-BE49-F238E27FC236}">
                <a16:creationId xmlns:a16="http://schemas.microsoft.com/office/drawing/2014/main" id="{21E46834-495D-0C27-D6F7-C856219768AC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26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2F1E2753-68A9-D90D-C603-577CFC2343CE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tx1">
                <a:lumMod val="10000"/>
                <a:lumOff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29" name="图形 28">
              <a:extLst>
                <a:ext uri="{FF2B5EF4-FFF2-40B4-BE49-F238E27FC236}">
                  <a16:creationId xmlns:a16="http://schemas.microsoft.com/office/drawing/2014/main" id="{2F58DE81-F77F-11C2-DC6C-E33C8B2F7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0" name="!! WLAN">
            <a:extLst>
              <a:ext uri="{FF2B5EF4-FFF2-40B4-BE49-F238E27FC236}">
                <a16:creationId xmlns:a16="http://schemas.microsoft.com/office/drawing/2014/main" id="{A5ED03FC-6B5C-2AAD-66F3-922E025FF6C6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31" name="!! WLAN">
              <a:extLst>
                <a:ext uri="{FF2B5EF4-FFF2-40B4-BE49-F238E27FC236}">
                  <a16:creationId xmlns:a16="http://schemas.microsoft.com/office/drawing/2014/main" id="{BCA83C09-42C7-8649-4F9D-461A735872F2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3" name="!! 未选中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302E5596-64B3-6289-BC69-2EF88955CB3D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34" name="icon">
                <a:extLst>
                  <a:ext uri="{FF2B5EF4-FFF2-40B4-BE49-F238E27FC236}">
                    <a16:creationId xmlns:a16="http://schemas.microsoft.com/office/drawing/2014/main" id="{5386ACF8-9932-EC43-AC66-C0FA6BE4AA5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32" name="图形 31">
              <a:extLst>
                <a:ext uri="{FF2B5EF4-FFF2-40B4-BE49-F238E27FC236}">
                  <a16:creationId xmlns:a16="http://schemas.microsoft.com/office/drawing/2014/main" id="{D35CE34F-D974-B4B4-1CE1-069877B0F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35" name="!! 关于">
            <a:extLst>
              <a:ext uri="{FF2B5EF4-FFF2-40B4-BE49-F238E27FC236}">
                <a16:creationId xmlns:a16="http://schemas.microsoft.com/office/drawing/2014/main" id="{5BD7A25B-6686-CB43-EFB6-62AC509E38FE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36" name="!! 未选中">
              <a:hlinkClick r:id="rId21" action="ppaction://hlinksldjump"/>
              <a:extLst>
                <a:ext uri="{FF2B5EF4-FFF2-40B4-BE49-F238E27FC236}">
                  <a16:creationId xmlns:a16="http://schemas.microsoft.com/office/drawing/2014/main" id="{42731C59-1ABC-469E-8F7D-784482EAA685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B55C5339-064A-71DD-B26D-B392FB062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38" name="!! 关闭按钮">
            <a:extLst>
              <a:ext uri="{FF2B5EF4-FFF2-40B4-BE49-F238E27FC236}">
                <a16:creationId xmlns:a16="http://schemas.microsoft.com/office/drawing/2014/main" id="{BC54524F-F548-457E-EBCD-EDE44C414640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39" name="矩形: 圆角 38">
              <a:hlinkClick r:id="rId24" action="ppaction://hlinksldjump"/>
              <a:extLst>
                <a:ext uri="{FF2B5EF4-FFF2-40B4-BE49-F238E27FC236}">
                  <a16:creationId xmlns:a16="http://schemas.microsoft.com/office/drawing/2014/main" id="{3952ABC8-2605-DF3B-2B26-ED3BD4F15383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0" name="图形 39">
              <a:extLst>
                <a:ext uri="{FF2B5EF4-FFF2-40B4-BE49-F238E27FC236}">
                  <a16:creationId xmlns:a16="http://schemas.microsoft.com/office/drawing/2014/main" id="{903C1315-8F11-E0CE-5988-B916CB9126CC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758657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B42B80-6422-A97E-DE33-DE0C6D054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BD75D444-F23B-5C54-1EF9-953AEF33B77B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9B8E07A8-DC7A-C104-BF06-E78D7E2BC539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C71F6AA-7747-46AB-E1AE-8BA1784E636C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8BC56E1D-020D-0D85-E581-322AB47EE3B8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25FF4B99-0CB1-46B0-C257-2B1149FAD0C3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D4B534FB-0B6A-0125-0E51-B846A6094A75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3D00D558-8B6E-21B2-F927-07DB844B179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CDE87E53-DE48-FFAC-0063-6D038DAE8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8" name="!! 网1按钮属性">
            <a:extLst>
              <a:ext uri="{FF2B5EF4-FFF2-40B4-BE49-F238E27FC236}">
                <a16:creationId xmlns:a16="http://schemas.microsoft.com/office/drawing/2014/main" id="{7CF3F587-2EE1-840C-E349-2D50EC47E3BB}"/>
              </a:ext>
            </a:extLst>
          </p:cNvPr>
          <p:cNvGrpSpPr/>
          <p:nvPr/>
        </p:nvGrpSpPr>
        <p:grpSpPr>
          <a:xfrm>
            <a:off x="4590470" y="1408477"/>
            <a:ext cx="6605600" cy="545100"/>
            <a:chOff x="3640667" y="2582968"/>
            <a:chExt cx="4910666" cy="545100"/>
          </a:xfrm>
        </p:grpSpPr>
        <p:sp>
          <p:nvSpPr>
            <p:cNvPr id="9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949A5346-B9AB-BC3A-42CF-EE971F3514A8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以太网</a:t>
              </a:r>
            </a:p>
          </p:txBody>
        </p:sp>
        <p:pic>
          <p:nvPicPr>
            <p:cNvPr id="10" name="图形 9">
              <a:extLst>
                <a:ext uri="{FF2B5EF4-FFF2-40B4-BE49-F238E27FC236}">
                  <a16:creationId xmlns:a16="http://schemas.microsoft.com/office/drawing/2014/main" id="{36C7E9DA-37D1-843E-78C7-AB82AE5B0D8D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grpSp>
        <p:nvGrpSpPr>
          <p:cNvPr id="15" name="!! 网1按钮属性">
            <a:extLst>
              <a:ext uri="{FF2B5EF4-FFF2-40B4-BE49-F238E27FC236}">
                <a16:creationId xmlns:a16="http://schemas.microsoft.com/office/drawing/2014/main" id="{CB79EEF1-2B60-63AB-A6D5-0F5CC4A65D79}"/>
              </a:ext>
            </a:extLst>
          </p:cNvPr>
          <p:cNvGrpSpPr/>
          <p:nvPr/>
        </p:nvGrpSpPr>
        <p:grpSpPr>
          <a:xfrm>
            <a:off x="4590470" y="2101897"/>
            <a:ext cx="6605600" cy="545100"/>
            <a:chOff x="3640667" y="2582968"/>
            <a:chExt cx="4910666" cy="545100"/>
          </a:xfrm>
        </p:grpSpPr>
        <p:sp>
          <p:nvSpPr>
            <p:cNvPr id="16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453099A9-819D-3999-3A37-9DB92D2AEE2F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卫星连接</a:t>
              </a:r>
            </a:p>
          </p:txBody>
        </p:sp>
        <p:pic>
          <p:nvPicPr>
            <p:cNvPr id="21" name="图形 20">
              <a:extLst>
                <a:ext uri="{FF2B5EF4-FFF2-40B4-BE49-F238E27FC236}">
                  <a16:creationId xmlns:a16="http://schemas.microsoft.com/office/drawing/2014/main" id="{159811FE-91D8-20C4-3F1B-C426E6DD996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sp>
        <p:nvSpPr>
          <p:cNvPr id="26" name="!! 二级标题">
            <a:extLst>
              <a:ext uri="{FF2B5EF4-FFF2-40B4-BE49-F238E27FC236}">
                <a16:creationId xmlns:a16="http://schemas.microsoft.com/office/drawing/2014/main" id="{04ECACFC-1216-0E4A-4267-734202562FFC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更多连接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698392-BF75-4B5E-26F8-96DD2960A73E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E473083-10A7-E8A7-BAE3-E72771ACDEE1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1" name="!! 软件更新">
            <a:extLst>
              <a:ext uri="{FF2B5EF4-FFF2-40B4-BE49-F238E27FC236}">
                <a16:creationId xmlns:a16="http://schemas.microsoft.com/office/drawing/2014/main" id="{2B4C5B6A-920E-7DE2-0626-F704517DD37D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2" name="!! 未选中">
              <a:extLst>
                <a:ext uri="{FF2B5EF4-FFF2-40B4-BE49-F238E27FC236}">
                  <a16:creationId xmlns:a16="http://schemas.microsoft.com/office/drawing/2014/main" id="{4FAA11D7-2765-6CA6-B72D-E642B33290DC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14" name="icon">
              <a:extLst>
                <a:ext uri="{FF2B5EF4-FFF2-40B4-BE49-F238E27FC236}">
                  <a16:creationId xmlns:a16="http://schemas.microsoft.com/office/drawing/2014/main" id="{B73A8B00-3CA0-095D-6A82-E95BCD7A11DE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17" name="!! 更多连接">
            <a:extLst>
              <a:ext uri="{FF2B5EF4-FFF2-40B4-BE49-F238E27FC236}">
                <a16:creationId xmlns:a16="http://schemas.microsoft.com/office/drawing/2014/main" id="{3D736DD1-20E2-F00F-1BFB-34D2CDB8138C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18" name="!! 未选中">
              <a:hlinkClick r:id="rId14" action="ppaction://hlinksldjump"/>
              <a:extLst>
                <a:ext uri="{FF2B5EF4-FFF2-40B4-BE49-F238E27FC236}">
                  <a16:creationId xmlns:a16="http://schemas.microsoft.com/office/drawing/2014/main" id="{55DFED75-BB55-EA16-C303-ECF498FB336B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tx1">
                <a:lumMod val="10000"/>
                <a:lumOff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19" name="组合 18">
              <a:extLst>
                <a:ext uri="{FF2B5EF4-FFF2-40B4-BE49-F238E27FC236}">
                  <a16:creationId xmlns:a16="http://schemas.microsoft.com/office/drawing/2014/main" id="{42362A51-774F-ECC4-6564-7C961CC59EEC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20" name="椭圆 19">
                <a:extLst>
                  <a:ext uri="{FF2B5EF4-FFF2-40B4-BE49-F238E27FC236}">
                    <a16:creationId xmlns:a16="http://schemas.microsoft.com/office/drawing/2014/main" id="{2599C0BD-B4C2-352F-FC37-CC5BBCF89FE2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9" name="icon">
                <a:extLst>
                  <a:ext uri="{FF2B5EF4-FFF2-40B4-BE49-F238E27FC236}">
                    <a16:creationId xmlns:a16="http://schemas.microsoft.com/office/drawing/2014/main" id="{1D7D48C6-3D80-06A3-8DFC-6529B5F2644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0" name="!! 蓝牙">
            <a:extLst>
              <a:ext uri="{FF2B5EF4-FFF2-40B4-BE49-F238E27FC236}">
                <a16:creationId xmlns:a16="http://schemas.microsoft.com/office/drawing/2014/main" id="{26EB2E08-0670-992D-D605-4EE16B2D1173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1" name="!! 未选中">
              <a:hlinkClick r:id="rId17" action="ppaction://hlinksldjump"/>
              <a:extLst>
                <a:ext uri="{FF2B5EF4-FFF2-40B4-BE49-F238E27FC236}">
                  <a16:creationId xmlns:a16="http://schemas.microsoft.com/office/drawing/2014/main" id="{8D0381A0-E324-AA21-1A8B-8C315F514D2C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2" name="图形 31">
              <a:extLst>
                <a:ext uri="{FF2B5EF4-FFF2-40B4-BE49-F238E27FC236}">
                  <a16:creationId xmlns:a16="http://schemas.microsoft.com/office/drawing/2014/main" id="{56DAA289-2E74-D41C-B408-4ADC677FD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3" name="!! WLAN">
            <a:extLst>
              <a:ext uri="{FF2B5EF4-FFF2-40B4-BE49-F238E27FC236}">
                <a16:creationId xmlns:a16="http://schemas.microsoft.com/office/drawing/2014/main" id="{D5682258-378E-C6EA-5CD8-52D09A4442ED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34" name="!! WLAN">
              <a:extLst>
                <a:ext uri="{FF2B5EF4-FFF2-40B4-BE49-F238E27FC236}">
                  <a16:creationId xmlns:a16="http://schemas.microsoft.com/office/drawing/2014/main" id="{4A31E3E6-A045-35F1-35CF-6051144850A7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6" name="!! 未选中">
                <a:hlinkClick r:id="rId20" action="ppaction://hlinksldjump"/>
                <a:extLst>
                  <a:ext uri="{FF2B5EF4-FFF2-40B4-BE49-F238E27FC236}">
                    <a16:creationId xmlns:a16="http://schemas.microsoft.com/office/drawing/2014/main" id="{B0F3E592-5665-8B0F-EEE4-6E48C365EFFE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37" name="icon">
                <a:extLst>
                  <a:ext uri="{FF2B5EF4-FFF2-40B4-BE49-F238E27FC236}">
                    <a16:creationId xmlns:a16="http://schemas.microsoft.com/office/drawing/2014/main" id="{74E6A5DC-42A7-6CEA-56D5-66BDB1CFF05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1">
                <a:extLst>
                  <a:ext uri="{96DAC541-7B7A-43D3-8B79-37D633B846F1}">
                    <asvg:svgBlip xmlns:asvg="http://schemas.microsoft.com/office/drawing/2016/SVG/main" r:embed="rId22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9A25F9A7-ECE3-BB5B-BE01-9CA9085A52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38" name="!! 关于">
            <a:extLst>
              <a:ext uri="{FF2B5EF4-FFF2-40B4-BE49-F238E27FC236}">
                <a16:creationId xmlns:a16="http://schemas.microsoft.com/office/drawing/2014/main" id="{3F315239-D227-E115-9F2C-0BC3C0638210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39" name="!! 未选中">
              <a:hlinkClick r:id="rId25" action="ppaction://hlinksldjump"/>
              <a:extLst>
                <a:ext uri="{FF2B5EF4-FFF2-40B4-BE49-F238E27FC236}">
                  <a16:creationId xmlns:a16="http://schemas.microsoft.com/office/drawing/2014/main" id="{DB80F1D1-6F05-D557-9965-789F7F5744DB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0" name="图形 39">
              <a:extLst>
                <a:ext uri="{FF2B5EF4-FFF2-40B4-BE49-F238E27FC236}">
                  <a16:creationId xmlns:a16="http://schemas.microsoft.com/office/drawing/2014/main" id="{DF53874E-7D67-1C13-A359-20EF984CABFA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41" name="!! 关闭按钮">
            <a:extLst>
              <a:ext uri="{FF2B5EF4-FFF2-40B4-BE49-F238E27FC236}">
                <a16:creationId xmlns:a16="http://schemas.microsoft.com/office/drawing/2014/main" id="{91D12600-847D-287F-ADA1-9C55AEF83628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42" name="矩形: 圆角 41">
              <a:hlinkClick r:id="rId28" action="ppaction://hlinksldjump"/>
              <a:extLst>
                <a:ext uri="{FF2B5EF4-FFF2-40B4-BE49-F238E27FC236}">
                  <a16:creationId xmlns:a16="http://schemas.microsoft.com/office/drawing/2014/main" id="{5227F0C0-A107-F72F-38D7-59A5DB03945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3" name="图形 42">
              <a:extLst>
                <a:ext uri="{FF2B5EF4-FFF2-40B4-BE49-F238E27FC236}">
                  <a16:creationId xmlns:a16="http://schemas.microsoft.com/office/drawing/2014/main" id="{BFBD1A63-F253-5DD0-0956-FA861196C1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>
              <a:extLst>
                <a:ext uri="{96DAC541-7B7A-43D3-8B79-37D633B846F1}">
                  <asvg:svgBlip xmlns:asvg="http://schemas.microsoft.com/office/drawing/2016/SVG/main" r:embed="rId30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304358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AC615A-8A73-363C-F605-00D425219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48CD24C3-EBCC-D7A7-CE8A-E3149304A269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97046869-9D8C-7252-8E81-F5E7AD86F999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A396FE3-9707-6C5F-EFFD-C861CF8E8F30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2E56A69F-89E7-F796-2B5C-5B7EAA89E134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497A0F60-3618-2D70-3F27-C1C70A10020F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6C9D6273-D864-AEE5-0DE3-F5CE48738E4A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3B884073-0322-8E77-9999-AEC4419E32F6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BC1F5A62-A45A-EDD9-225A-57E074FC0F6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8" name="!! 网1按钮属性">
            <a:extLst>
              <a:ext uri="{FF2B5EF4-FFF2-40B4-BE49-F238E27FC236}">
                <a16:creationId xmlns:a16="http://schemas.microsoft.com/office/drawing/2014/main" id="{6E825593-A2FE-ADD5-6A32-4F56265DF829}"/>
              </a:ext>
            </a:extLst>
          </p:cNvPr>
          <p:cNvGrpSpPr/>
          <p:nvPr/>
        </p:nvGrpSpPr>
        <p:grpSpPr>
          <a:xfrm>
            <a:off x="4590470" y="1408477"/>
            <a:ext cx="6605600" cy="545100"/>
            <a:chOff x="3640667" y="2582968"/>
            <a:chExt cx="4910666" cy="545100"/>
          </a:xfrm>
        </p:grpSpPr>
        <p:sp>
          <p:nvSpPr>
            <p:cNvPr id="9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C7A0C2D7-A20C-D42C-3CA6-ADF007A4367D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</a:t>
              </a:r>
            </a:p>
          </p:txBody>
        </p:sp>
        <p:pic>
          <p:nvPicPr>
            <p:cNvPr id="10" name="图形 9">
              <a:extLst>
                <a:ext uri="{FF2B5EF4-FFF2-40B4-BE49-F238E27FC236}">
                  <a16:creationId xmlns:a16="http://schemas.microsoft.com/office/drawing/2014/main" id="{179986BA-4BBA-E34F-B63D-60637F2AE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grpSp>
        <p:nvGrpSpPr>
          <p:cNvPr id="15" name="!! 网1按钮属性">
            <a:extLst>
              <a:ext uri="{FF2B5EF4-FFF2-40B4-BE49-F238E27FC236}">
                <a16:creationId xmlns:a16="http://schemas.microsoft.com/office/drawing/2014/main" id="{F048FEBE-B63E-294F-1914-2E46C855FB3D}"/>
              </a:ext>
            </a:extLst>
          </p:cNvPr>
          <p:cNvGrpSpPr/>
          <p:nvPr/>
        </p:nvGrpSpPr>
        <p:grpSpPr>
          <a:xfrm>
            <a:off x="4590470" y="2101897"/>
            <a:ext cx="6605600" cy="545100"/>
            <a:chOff x="3640667" y="2582968"/>
            <a:chExt cx="4910666" cy="545100"/>
          </a:xfrm>
        </p:grpSpPr>
        <p:sp>
          <p:nvSpPr>
            <p:cNvPr id="1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B08C3293-FE27-0733-EAE3-A5A43B63A460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卫星连接</a:t>
              </a:r>
            </a:p>
          </p:txBody>
        </p:sp>
        <p:pic>
          <p:nvPicPr>
            <p:cNvPr id="21" name="图形 20">
              <a:extLst>
                <a:ext uri="{FF2B5EF4-FFF2-40B4-BE49-F238E27FC236}">
                  <a16:creationId xmlns:a16="http://schemas.microsoft.com/office/drawing/2014/main" id="{85F5EFF6-E2B3-EB18-2616-396140DBD7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grpSp>
        <p:nvGrpSpPr>
          <p:cNvPr id="22" name="!! 关闭按钮">
            <a:extLst>
              <a:ext uri="{FF2B5EF4-FFF2-40B4-BE49-F238E27FC236}">
                <a16:creationId xmlns:a16="http://schemas.microsoft.com/office/drawing/2014/main" id="{4AADA6BB-9488-FF60-00B8-EE3E71CD91AC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23" name="矩形: 圆角 22">
              <a:hlinkClick r:id="rId11" action="ppaction://hlinksldjump"/>
              <a:extLst>
                <a:ext uri="{FF2B5EF4-FFF2-40B4-BE49-F238E27FC236}">
                  <a16:creationId xmlns:a16="http://schemas.microsoft.com/office/drawing/2014/main" id="{7674C798-D0B1-1493-1FF2-79DB4286DAB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4" name="图形 23">
              <a:extLst>
                <a:ext uri="{FF2B5EF4-FFF2-40B4-BE49-F238E27FC236}">
                  <a16:creationId xmlns:a16="http://schemas.microsoft.com/office/drawing/2014/main" id="{29DEDE88-D2BC-1CED-89EB-E18CBEC76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sp>
        <p:nvSpPr>
          <p:cNvPr id="26" name="!! 二级标题">
            <a:extLst>
              <a:ext uri="{FF2B5EF4-FFF2-40B4-BE49-F238E27FC236}">
                <a16:creationId xmlns:a16="http://schemas.microsoft.com/office/drawing/2014/main" id="{18B45DF9-0AB3-EE1B-3994-234BCA1CC6AD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更多连接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105F9D-B9D5-F47F-CA40-21A60271F07E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9B9EE8C-4E02-BF3F-4E99-F36915D8A598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2" name="!! 软件更新">
            <a:extLst>
              <a:ext uri="{FF2B5EF4-FFF2-40B4-BE49-F238E27FC236}">
                <a16:creationId xmlns:a16="http://schemas.microsoft.com/office/drawing/2014/main" id="{122EFD25-AFB7-80F7-74C8-EF3CB910619F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4" name="!! 未选中">
              <a:extLst>
                <a:ext uri="{FF2B5EF4-FFF2-40B4-BE49-F238E27FC236}">
                  <a16:creationId xmlns:a16="http://schemas.microsoft.com/office/drawing/2014/main" id="{133E13EF-66B0-22B6-57D8-61CCAD0D2E3E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17" name="icon">
              <a:extLst>
                <a:ext uri="{FF2B5EF4-FFF2-40B4-BE49-F238E27FC236}">
                  <a16:creationId xmlns:a16="http://schemas.microsoft.com/office/drawing/2014/main" id="{4F8A0271-43AE-8EBA-C380-C97CF796E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18" name="!! 更多连接">
            <a:extLst>
              <a:ext uri="{FF2B5EF4-FFF2-40B4-BE49-F238E27FC236}">
                <a16:creationId xmlns:a16="http://schemas.microsoft.com/office/drawing/2014/main" id="{32350325-384C-EA9E-AD37-6E3FC7AE8223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19" name="!! 未选中">
              <a:hlinkClick r:id="rId16" action="ppaction://hlinksldjump"/>
              <a:extLst>
                <a:ext uri="{FF2B5EF4-FFF2-40B4-BE49-F238E27FC236}">
                  <a16:creationId xmlns:a16="http://schemas.microsoft.com/office/drawing/2014/main" id="{F2D624A1-A13A-FD42-065F-43FA19AE9F4F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C441E885-665C-0BFB-B527-C5444EDED291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9452719E-4B78-6A51-0DDE-34ACDACB2CDE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30" name="icon">
                <a:extLst>
                  <a:ext uri="{FF2B5EF4-FFF2-40B4-BE49-F238E27FC236}">
                    <a16:creationId xmlns:a16="http://schemas.microsoft.com/office/drawing/2014/main" id="{99C8E798-8A4F-164C-9936-5DD5A7460D0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6" name="!! 蓝牙">
            <a:extLst>
              <a:ext uri="{FF2B5EF4-FFF2-40B4-BE49-F238E27FC236}">
                <a16:creationId xmlns:a16="http://schemas.microsoft.com/office/drawing/2014/main" id="{DE2939F5-5566-D820-290F-9D2155B3DA74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7" name="!! 未选中">
              <a:hlinkClick r:id="rId19" action="ppaction://hlinksldjump"/>
              <a:extLst>
                <a:ext uri="{FF2B5EF4-FFF2-40B4-BE49-F238E27FC236}">
                  <a16:creationId xmlns:a16="http://schemas.microsoft.com/office/drawing/2014/main" id="{880F4F79-31D3-E11E-FF12-B04C9459A1CF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8515BDF1-FEDE-4BF1-B202-AE0EC24EA4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9" name="!! WLAN">
            <a:extLst>
              <a:ext uri="{FF2B5EF4-FFF2-40B4-BE49-F238E27FC236}">
                <a16:creationId xmlns:a16="http://schemas.microsoft.com/office/drawing/2014/main" id="{8F74EEE6-9DD3-5C95-98E0-9B9B38125394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40" name="!! WLAN">
              <a:extLst>
                <a:ext uri="{FF2B5EF4-FFF2-40B4-BE49-F238E27FC236}">
                  <a16:creationId xmlns:a16="http://schemas.microsoft.com/office/drawing/2014/main" id="{B669A6F6-88F1-3851-B368-F06E448CE753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43" name="!! 未选中">
                <a:hlinkClick r:id="rId22" action="ppaction://hlinksldjump"/>
                <a:extLst>
                  <a:ext uri="{FF2B5EF4-FFF2-40B4-BE49-F238E27FC236}">
                    <a16:creationId xmlns:a16="http://schemas.microsoft.com/office/drawing/2014/main" id="{A974C42A-5E32-78A7-4490-C490F7D73B5E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44" name="icon">
                <a:extLst>
                  <a:ext uri="{FF2B5EF4-FFF2-40B4-BE49-F238E27FC236}">
                    <a16:creationId xmlns:a16="http://schemas.microsoft.com/office/drawing/2014/main" id="{5ACD0CE5-D1DC-B032-A304-157C94F4DE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9AD00C04-362C-949A-A299-5E9131158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45" name="!! 关于">
            <a:extLst>
              <a:ext uri="{FF2B5EF4-FFF2-40B4-BE49-F238E27FC236}">
                <a16:creationId xmlns:a16="http://schemas.microsoft.com/office/drawing/2014/main" id="{D77B7B0D-0879-37BB-76F0-3C8133C75024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46" name="!! 未选中">
              <a:hlinkClick r:id="rId27" action="ppaction://hlinksldjump"/>
              <a:extLst>
                <a:ext uri="{FF2B5EF4-FFF2-40B4-BE49-F238E27FC236}">
                  <a16:creationId xmlns:a16="http://schemas.microsoft.com/office/drawing/2014/main" id="{0265F551-A91F-0F46-BA72-D51A530A29C4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7" name="图形 46">
              <a:extLst>
                <a:ext uri="{FF2B5EF4-FFF2-40B4-BE49-F238E27FC236}">
                  <a16:creationId xmlns:a16="http://schemas.microsoft.com/office/drawing/2014/main" id="{C2B08DF3-0A1F-230B-4621-BABDF6D27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sp>
        <p:nvSpPr>
          <p:cNvPr id="7" name="!! 遮罩2">
            <a:extLst>
              <a:ext uri="{FF2B5EF4-FFF2-40B4-BE49-F238E27FC236}">
                <a16:creationId xmlns:a16="http://schemas.microsoft.com/office/drawing/2014/main" id="{F5D1734D-E6D8-5E76-7BE7-ED22219B6132}"/>
              </a:ext>
            </a:extLst>
          </p:cNvPr>
          <p:cNvSpPr/>
          <p:nvPr/>
        </p:nvSpPr>
        <p:spPr>
          <a:xfrm>
            <a:off x="-10160" y="0"/>
            <a:ext cx="12202159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41" name="组合 40">
            <a:extLst>
              <a:ext uri="{FF2B5EF4-FFF2-40B4-BE49-F238E27FC236}">
                <a16:creationId xmlns:a16="http://schemas.microsoft.com/office/drawing/2014/main" id="{ED057DCC-8FDE-E151-FEC4-48F600CED1DB}"/>
              </a:ext>
            </a:extLst>
          </p:cNvPr>
          <p:cNvGrpSpPr/>
          <p:nvPr/>
        </p:nvGrpSpPr>
        <p:grpSpPr>
          <a:xfrm>
            <a:off x="3383397" y="715165"/>
            <a:ext cx="5404886" cy="5433238"/>
            <a:chOff x="3383397" y="715165"/>
            <a:chExt cx="5404886" cy="5433238"/>
          </a:xfrm>
        </p:grpSpPr>
        <p:pic>
          <p:nvPicPr>
            <p:cNvPr id="31" name="!! 背景2" descr="黑暗里有星球&#10;&#10;AI 生成的内容可能不正确。">
              <a:extLst>
                <a:ext uri="{FF2B5EF4-FFF2-40B4-BE49-F238E27FC236}">
                  <a16:creationId xmlns:a16="http://schemas.microsoft.com/office/drawing/2014/main" id="{0BDA3092-84F2-E0CE-9F8B-25C831157AA2}"/>
                </a:ext>
              </a:extLst>
            </p:cNvPr>
            <p:cNvPicPr/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3114" t="12142" r="33240" b="27730"/>
            <a:stretch/>
          </p:blipFill>
          <p:spPr>
            <a:xfrm>
              <a:off x="3383397" y="715165"/>
              <a:ext cx="5404886" cy="5433238"/>
            </a:xfrm>
            <a:prstGeom prst="roundRect">
              <a:avLst>
                <a:gd name="adj" fmla="val 1913"/>
              </a:avLst>
            </a:prstGeom>
          </p:spPr>
        </p:pic>
        <p:sp>
          <p:nvSpPr>
            <p:cNvPr id="32" name="!! 按钮">
              <a:hlinkClick r:id="rId31" action="ppaction://hlinksldjump"/>
              <a:extLst>
                <a:ext uri="{FF2B5EF4-FFF2-40B4-BE49-F238E27FC236}">
                  <a16:creationId xmlns:a16="http://schemas.microsoft.com/office/drawing/2014/main" id="{CD4282D0-8825-949D-FCC2-6B24A9E3E863}"/>
                </a:ext>
              </a:extLst>
            </p:cNvPr>
            <p:cNvSpPr/>
            <p:nvPr/>
          </p:nvSpPr>
          <p:spPr>
            <a:xfrm>
              <a:off x="4409440" y="4739701"/>
              <a:ext cx="3352800" cy="408215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>
              <a:outerShdw blurRad="889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400" dirty="0">
                  <a:solidFill>
                    <a:schemeClr val="tx1"/>
                  </a:solidFill>
                </a:rPr>
                <a:t>启动卫星连接</a:t>
              </a: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794FE75D-DF8D-BD51-5068-D9D91C1DC712}"/>
                </a:ext>
              </a:extLst>
            </p:cNvPr>
            <p:cNvSpPr txBox="1"/>
            <p:nvPr/>
          </p:nvSpPr>
          <p:spPr>
            <a:xfrm>
              <a:off x="5069958" y="3429000"/>
              <a:ext cx="2052084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2400" dirty="0">
                  <a:solidFill>
                    <a:schemeClr val="bg1"/>
                  </a:solidFill>
                  <a:latin typeface="+mj-ea"/>
                  <a:ea typeface="+mj-ea"/>
                </a:rPr>
                <a:t>卫星连接</a:t>
              </a: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8FC03829-74A6-467A-C4F5-4207CF70A1DF}"/>
                </a:ext>
              </a:extLst>
            </p:cNvPr>
            <p:cNvSpPr txBox="1"/>
            <p:nvPr/>
          </p:nvSpPr>
          <p:spPr>
            <a:xfrm>
              <a:off x="4107994" y="3887619"/>
              <a:ext cx="397601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200" dirty="0">
                  <a:solidFill>
                    <a:schemeClr val="bg1">
                      <a:lumMod val="90000"/>
                    </a:schemeClr>
                  </a:solidFill>
                  <a:latin typeface="+mn-ea"/>
                </a:rPr>
                <a:t>连接卫星时，请确保设备处于户外</a:t>
              </a:r>
              <a:endParaRPr lang="en-US" altLang="zh-CN" sz="1200" dirty="0">
                <a:solidFill>
                  <a:schemeClr val="bg1">
                    <a:lumMod val="90000"/>
                  </a:schemeClr>
                </a:solidFill>
                <a:latin typeface="+mn-ea"/>
              </a:endParaRPr>
            </a:p>
            <a:p>
              <a:pPr algn="ctr"/>
              <a:r>
                <a:rPr lang="zh-CN" altLang="en-US" sz="1200" dirty="0">
                  <a:solidFill>
                    <a:schemeClr val="bg1">
                      <a:lumMod val="90000"/>
                    </a:schemeClr>
                  </a:solidFill>
                  <a:latin typeface="+mn-ea"/>
                </a:rPr>
                <a:t>所有网络连接（包括</a:t>
              </a:r>
              <a:r>
                <a:rPr lang="en-US" altLang="zh-CN" sz="1200" dirty="0">
                  <a:solidFill>
                    <a:schemeClr val="bg1">
                      <a:lumMod val="90000"/>
                    </a:schemeClr>
                  </a:solidFill>
                  <a:latin typeface="+mn-ea"/>
                </a:rPr>
                <a:t>WLAN</a:t>
              </a:r>
              <a:r>
                <a:rPr lang="zh-CN" altLang="en-US" sz="1200" dirty="0">
                  <a:solidFill>
                    <a:schemeClr val="bg1">
                      <a:lumMod val="90000"/>
                    </a:schemeClr>
                  </a:solidFill>
                  <a:latin typeface="+mn-ea"/>
                </a:rPr>
                <a:t>、蓝牙等）将会中断</a:t>
              </a:r>
            </a:p>
          </p:txBody>
        </p:sp>
        <p:sp>
          <p:nvSpPr>
            <p:cNvPr id="35" name="文本框 34">
              <a:hlinkClick r:id="rId16" action="ppaction://hlinksldjump"/>
              <a:extLst>
                <a:ext uri="{FF2B5EF4-FFF2-40B4-BE49-F238E27FC236}">
                  <a16:creationId xmlns:a16="http://schemas.microsoft.com/office/drawing/2014/main" id="{E62502AD-2304-284F-04FA-9958CFEECDA9}"/>
                </a:ext>
              </a:extLst>
            </p:cNvPr>
            <p:cNvSpPr txBox="1"/>
            <p:nvPr/>
          </p:nvSpPr>
          <p:spPr>
            <a:xfrm>
              <a:off x="5777496" y="5289618"/>
              <a:ext cx="61668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sz="1400" dirty="0">
                  <a:solidFill>
                    <a:schemeClr val="bg1"/>
                  </a:solidFill>
                </a:rPr>
                <a:t>返回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994750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33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33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012F13-B8BF-1F01-753D-3C1DF1179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74C7CDC2-3A70-0FB8-FC5C-3AB863A1F19F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FF611148-89D3-825C-523D-EDB6AFDA1400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AA227571-0CF2-F0DD-5017-4C480B907732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8E3673D-FE6F-0766-C42A-186A0D4D4FF3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705B6BBE-6F8B-DB9C-2621-A2399D4C1C59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20A1EC13-0438-AC0A-EC9B-4159749C4400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13AC2A35-688F-D747-C1EB-E4A59C431FC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48E61A0-B74B-4817-B560-47EC309D9E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69" name="!! 二级标题">
            <a:extLst>
              <a:ext uri="{FF2B5EF4-FFF2-40B4-BE49-F238E27FC236}">
                <a16:creationId xmlns:a16="http://schemas.microsoft.com/office/drawing/2014/main" id="{735667C0-2090-152E-ACC3-E649FC0B42CF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以太网</a:t>
            </a:r>
          </a:p>
        </p:txBody>
      </p:sp>
      <p:sp>
        <p:nvSpPr>
          <p:cNvPr id="6" name="!! 以太网1按钮">
            <a:extLst>
              <a:ext uri="{FF2B5EF4-FFF2-40B4-BE49-F238E27FC236}">
                <a16:creationId xmlns:a16="http://schemas.microsoft.com/office/drawing/2014/main" id="{351B3F44-DE00-4C5B-8F79-9D350D4B4A57}"/>
              </a:ext>
            </a:extLst>
          </p:cNvPr>
          <p:cNvSpPr/>
          <p:nvPr/>
        </p:nvSpPr>
        <p:spPr>
          <a:xfrm>
            <a:off x="4590270" y="1408477"/>
            <a:ext cx="6606000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以太网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 1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4" name="!! 网1属性">
            <a:extLst>
              <a:ext uri="{FF2B5EF4-FFF2-40B4-BE49-F238E27FC236}">
                <a16:creationId xmlns:a16="http://schemas.microsoft.com/office/drawing/2014/main" id="{41186419-79F8-320F-8BBE-CCA5DB882D51}"/>
              </a:ext>
            </a:extLst>
          </p:cNvPr>
          <p:cNvGrpSpPr/>
          <p:nvPr/>
        </p:nvGrpSpPr>
        <p:grpSpPr>
          <a:xfrm>
            <a:off x="4590270" y="2115623"/>
            <a:ext cx="6606000" cy="545100"/>
            <a:chOff x="4590270" y="2115623"/>
            <a:chExt cx="6606000" cy="545100"/>
          </a:xfrm>
        </p:grpSpPr>
        <p:sp>
          <p:nvSpPr>
            <p:cNvPr id="11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3F8A05B4-1A78-EEF8-2B06-D0956AA052D9}"/>
                </a:ext>
              </a:extLst>
            </p:cNvPr>
            <p:cNvSpPr/>
            <p:nvPr/>
          </p:nvSpPr>
          <p:spPr>
            <a:xfrm>
              <a:off x="4590270" y="2115623"/>
              <a:ext cx="6606000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 </a:t>
              </a: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1 - </a:t>
              </a: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属性</a:t>
              </a:r>
            </a:p>
          </p:txBody>
        </p:sp>
        <p:pic>
          <p:nvPicPr>
            <p:cNvPr id="23" name="图形 22">
              <a:extLst>
                <a:ext uri="{FF2B5EF4-FFF2-40B4-BE49-F238E27FC236}">
                  <a16:creationId xmlns:a16="http://schemas.microsoft.com/office/drawing/2014/main" id="{180772E6-61AF-4683-606B-BFD0EF619A3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10854346" y="2298247"/>
              <a:ext cx="150972" cy="152400"/>
            </a:xfrm>
            <a:prstGeom prst="rect">
              <a:avLst/>
            </a:prstGeom>
          </p:spPr>
        </p:pic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B73AB3B2-C07D-52D6-2B78-6331D1E6EF25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37EAD7EC-7D46-444A-8088-32AE80180CA5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4" name="!! 软件更新">
            <a:extLst>
              <a:ext uri="{FF2B5EF4-FFF2-40B4-BE49-F238E27FC236}">
                <a16:creationId xmlns:a16="http://schemas.microsoft.com/office/drawing/2014/main" id="{2223D275-CA0D-C779-FDFD-DC9199BC39F0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5" name="!! 未选中">
              <a:extLst>
                <a:ext uri="{FF2B5EF4-FFF2-40B4-BE49-F238E27FC236}">
                  <a16:creationId xmlns:a16="http://schemas.microsoft.com/office/drawing/2014/main" id="{9592D2CA-C833-4C7E-521A-AC2EFA4938B7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16" name="icon">
              <a:extLst>
                <a:ext uri="{FF2B5EF4-FFF2-40B4-BE49-F238E27FC236}">
                  <a16:creationId xmlns:a16="http://schemas.microsoft.com/office/drawing/2014/main" id="{97A59844-60ED-B605-7DE5-DFF731C36B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17" name="!! 更多连接">
            <a:extLst>
              <a:ext uri="{FF2B5EF4-FFF2-40B4-BE49-F238E27FC236}">
                <a16:creationId xmlns:a16="http://schemas.microsoft.com/office/drawing/2014/main" id="{F201CF47-3495-D620-F2E2-874DE0E68D1D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18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6B3BB299-BF8C-1A60-9107-1FBB060C1C97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1" name="组合 20">
              <a:extLst>
                <a:ext uri="{FF2B5EF4-FFF2-40B4-BE49-F238E27FC236}">
                  <a16:creationId xmlns:a16="http://schemas.microsoft.com/office/drawing/2014/main" id="{CA94A4D4-A09B-B383-789D-BCCF5AA694B9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26" name="椭圆 25">
                <a:extLst>
                  <a:ext uri="{FF2B5EF4-FFF2-40B4-BE49-F238E27FC236}">
                    <a16:creationId xmlns:a16="http://schemas.microsoft.com/office/drawing/2014/main" id="{C0272C24-FEF5-02FA-3D96-637EA5D7049C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29" name="icon">
                <a:extLst>
                  <a:ext uri="{FF2B5EF4-FFF2-40B4-BE49-F238E27FC236}">
                    <a16:creationId xmlns:a16="http://schemas.microsoft.com/office/drawing/2014/main" id="{CD1A6B46-3E36-FBE2-EF9D-AC1943B5BF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0" name="!! 蓝牙">
            <a:extLst>
              <a:ext uri="{FF2B5EF4-FFF2-40B4-BE49-F238E27FC236}">
                <a16:creationId xmlns:a16="http://schemas.microsoft.com/office/drawing/2014/main" id="{B2697E2C-7F49-DC4B-7066-2E4357112FB5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1" name="!! 未选中">
              <a:hlinkClick r:id="rId16" action="ppaction://hlinksldjump"/>
              <a:extLst>
                <a:ext uri="{FF2B5EF4-FFF2-40B4-BE49-F238E27FC236}">
                  <a16:creationId xmlns:a16="http://schemas.microsoft.com/office/drawing/2014/main" id="{DB040AED-8097-F778-441F-28F776C4F5AB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2" name="图形 31">
              <a:extLst>
                <a:ext uri="{FF2B5EF4-FFF2-40B4-BE49-F238E27FC236}">
                  <a16:creationId xmlns:a16="http://schemas.microsoft.com/office/drawing/2014/main" id="{6371969D-1129-E17D-4227-F7FC7ED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3" name="!! WLAN">
            <a:extLst>
              <a:ext uri="{FF2B5EF4-FFF2-40B4-BE49-F238E27FC236}">
                <a16:creationId xmlns:a16="http://schemas.microsoft.com/office/drawing/2014/main" id="{17A93469-A8C2-FCC6-8F86-213AED2AE504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34" name="!! WLAN">
              <a:extLst>
                <a:ext uri="{FF2B5EF4-FFF2-40B4-BE49-F238E27FC236}">
                  <a16:creationId xmlns:a16="http://schemas.microsoft.com/office/drawing/2014/main" id="{6CB38686-0D2B-71D6-7769-A5CC3056AE4D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6" name="!! 未选中">
                <a:hlinkClick r:id="rId19" action="ppaction://hlinksldjump"/>
                <a:extLst>
                  <a:ext uri="{FF2B5EF4-FFF2-40B4-BE49-F238E27FC236}">
                    <a16:creationId xmlns:a16="http://schemas.microsoft.com/office/drawing/2014/main" id="{828BC1E8-36A5-7ED6-916B-446DDB7CB85F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37" name="icon">
                <a:extLst>
                  <a:ext uri="{FF2B5EF4-FFF2-40B4-BE49-F238E27FC236}">
                    <a16:creationId xmlns:a16="http://schemas.microsoft.com/office/drawing/2014/main" id="{BAEEE90A-E67E-2C1E-7749-C332372E7D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35" name="图形 34">
              <a:extLst>
                <a:ext uri="{FF2B5EF4-FFF2-40B4-BE49-F238E27FC236}">
                  <a16:creationId xmlns:a16="http://schemas.microsoft.com/office/drawing/2014/main" id="{BFF607F5-50E8-607E-F969-E0EA66D6BA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38" name="!! 关于">
            <a:extLst>
              <a:ext uri="{FF2B5EF4-FFF2-40B4-BE49-F238E27FC236}">
                <a16:creationId xmlns:a16="http://schemas.microsoft.com/office/drawing/2014/main" id="{46BAB5A8-213D-F298-AB00-1D7052A4532C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39" name="!! 未选中">
              <a:hlinkClick r:id="rId24" action="ppaction://hlinksldjump"/>
              <a:extLst>
                <a:ext uri="{FF2B5EF4-FFF2-40B4-BE49-F238E27FC236}">
                  <a16:creationId xmlns:a16="http://schemas.microsoft.com/office/drawing/2014/main" id="{816D5B4E-21F9-FDCF-199A-C205198383CD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0" name="图形 39">
              <a:extLst>
                <a:ext uri="{FF2B5EF4-FFF2-40B4-BE49-F238E27FC236}">
                  <a16:creationId xmlns:a16="http://schemas.microsoft.com/office/drawing/2014/main" id="{6F9AF0EC-1035-D614-61A2-D61375293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41" name="!! 关闭按钮">
            <a:extLst>
              <a:ext uri="{FF2B5EF4-FFF2-40B4-BE49-F238E27FC236}">
                <a16:creationId xmlns:a16="http://schemas.microsoft.com/office/drawing/2014/main" id="{2CBF60E0-B6BF-1073-E47E-40605F05E6A4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42" name="矩形: 圆角 41">
              <a:hlinkClick r:id="rId27" action="ppaction://hlinksldjump"/>
              <a:extLst>
                <a:ext uri="{FF2B5EF4-FFF2-40B4-BE49-F238E27FC236}">
                  <a16:creationId xmlns:a16="http://schemas.microsoft.com/office/drawing/2014/main" id="{B3C7AE1E-69E5-E95D-5F27-DA4755E58A7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3" name="图形 42">
              <a:extLst>
                <a:ext uri="{FF2B5EF4-FFF2-40B4-BE49-F238E27FC236}">
                  <a16:creationId xmlns:a16="http://schemas.microsoft.com/office/drawing/2014/main" id="{F8C6DA11-1F05-C648-851A-4363A5132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63576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B210DF-6189-1142-F0AD-67D71627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4733ACA9-2266-7F1C-7D7B-281EEB708C34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95F60BB2-A6E3-B518-DFE8-608627E59A6B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7A5AF200-AED9-91F8-A2CA-6D5D5922B542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119DA8BD-1566-5C04-9B28-A696DE4C21FB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69A878EB-BD60-EF51-9445-99FB61BC6C9D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80AEF4E6-CC52-F486-0523-F773E7779DCD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9BC6F790-0541-BBC5-5D78-4AAC2BDC1433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4117D58F-6222-5CF2-EA62-467C2B49343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12" name="组合 11">
            <a:extLst>
              <a:ext uri="{FF2B5EF4-FFF2-40B4-BE49-F238E27FC236}">
                <a16:creationId xmlns:a16="http://schemas.microsoft.com/office/drawing/2014/main" id="{37322D92-F909-502D-D05A-AB5CFA5B90FC}"/>
              </a:ext>
            </a:extLst>
          </p:cNvPr>
          <p:cNvGrpSpPr/>
          <p:nvPr/>
        </p:nvGrpSpPr>
        <p:grpSpPr>
          <a:xfrm>
            <a:off x="5194314" y="1442107"/>
            <a:ext cx="5397912" cy="3696787"/>
            <a:chOff x="5118505" y="1442107"/>
            <a:chExt cx="5397912" cy="3696787"/>
          </a:xfrm>
        </p:grpSpPr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B4122CD7-1D16-178D-1EE0-1CD250E46527}"/>
                </a:ext>
              </a:extLst>
            </p:cNvPr>
            <p:cNvSpPr txBox="1"/>
            <p:nvPr/>
          </p:nvSpPr>
          <p:spPr>
            <a:xfrm>
              <a:off x="5132740" y="1442107"/>
              <a:ext cx="137532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50000"/>
                    </a:srgb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50000"/>
                    </a:srgb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1 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50000"/>
                    </a:srgbClr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属性</a:t>
              </a:r>
            </a:p>
          </p:txBody>
        </p:sp>
        <p:sp>
          <p:nvSpPr>
            <p:cNvPr id="8" name="!! 内容2">
              <a:extLst>
                <a:ext uri="{FF2B5EF4-FFF2-40B4-BE49-F238E27FC236}">
                  <a16:creationId xmlns:a16="http://schemas.microsoft.com/office/drawing/2014/main" id="{26DB0983-CF4A-4D2D-A1A2-906CED89C8F2}"/>
                </a:ext>
              </a:extLst>
            </p:cNvPr>
            <p:cNvSpPr txBox="1"/>
            <p:nvPr/>
          </p:nvSpPr>
          <p:spPr>
            <a:xfrm>
              <a:off x="5118505" y="1763611"/>
              <a:ext cx="1824951" cy="337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网络名称：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状态：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传输速度</a:t>
              </a: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(D/U)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IP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分配：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DNS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分配：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IPv4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地址：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子网掩码：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MAC</a:t>
              </a: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地址：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连接端口：</a:t>
              </a:r>
            </a:p>
          </p:txBody>
        </p:sp>
        <p:sp>
          <p:nvSpPr>
            <p:cNvPr id="9" name="!! 内容1">
              <a:extLst>
                <a:ext uri="{FF2B5EF4-FFF2-40B4-BE49-F238E27FC236}">
                  <a16:creationId xmlns:a16="http://schemas.microsoft.com/office/drawing/2014/main" id="{F210B26D-B463-8480-5539-BB2CDF43CEE0}"/>
                </a:ext>
              </a:extLst>
            </p:cNvPr>
            <p:cNvSpPr txBox="1"/>
            <p:nvPr/>
          </p:nvSpPr>
          <p:spPr>
            <a:xfrm>
              <a:off x="7489993" y="1719106"/>
              <a:ext cx="2731822" cy="33752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Virtual Net</a:t>
              </a:r>
            </a:p>
            <a:p>
              <a:pPr>
                <a:lnSpc>
                  <a:spcPct val="150000"/>
                </a:lnSpc>
              </a:pPr>
              <a:r>
                <a:rPr lang="zh-CN" altLang="en-US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可能无互联网访问</a:t>
              </a:r>
              <a:endPara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1000/1000 Mbps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DHCP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DHCP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192.168.1.2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255.255.255.0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C6:01:FE:AC:00:91</a:t>
              </a:r>
            </a:p>
            <a:p>
              <a:pPr>
                <a:lnSpc>
                  <a:spcPct val="150000"/>
                </a:lnSpc>
              </a:pPr>
              <a:r>
                <a:rPr lang="en-US" altLang="zh-CN" sz="16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Inside</a:t>
              </a:r>
            </a:p>
          </p:txBody>
        </p:sp>
        <p:cxnSp>
          <p:nvCxnSpPr>
            <p:cNvPr id="10" name="直接连接符 9">
              <a:extLst>
                <a:ext uri="{FF2B5EF4-FFF2-40B4-BE49-F238E27FC236}">
                  <a16:creationId xmlns:a16="http://schemas.microsoft.com/office/drawing/2014/main" id="{E6CBB3AD-81F2-CD7E-E0CB-707C3A7860CE}"/>
                </a:ext>
              </a:extLst>
            </p:cNvPr>
            <p:cNvCxnSpPr>
              <a:cxnSpLocks/>
            </p:cNvCxnSpPr>
            <p:nvPr/>
          </p:nvCxnSpPr>
          <p:spPr>
            <a:xfrm>
              <a:off x="5210770" y="1719106"/>
              <a:ext cx="5305647" cy="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21" name="!! 二级标题">
            <a:extLst>
              <a:ext uri="{FF2B5EF4-FFF2-40B4-BE49-F238E27FC236}">
                <a16:creationId xmlns:a16="http://schemas.microsoft.com/office/drawing/2014/main" id="{F5B4EADE-0C83-E900-70E4-13E0C1C626F5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以太网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DBE4AF3-D80C-C1AA-1315-FF8FB806752B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FDABC22-2E7A-0824-A515-288E3265D91D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7" name="!! 软件更新">
            <a:extLst>
              <a:ext uri="{FF2B5EF4-FFF2-40B4-BE49-F238E27FC236}">
                <a16:creationId xmlns:a16="http://schemas.microsoft.com/office/drawing/2014/main" id="{88EE7D84-FFA4-0FCB-24B7-EA09A9BE2B16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8" name="!! 未选中">
              <a:extLst>
                <a:ext uri="{FF2B5EF4-FFF2-40B4-BE49-F238E27FC236}">
                  <a16:creationId xmlns:a16="http://schemas.microsoft.com/office/drawing/2014/main" id="{8586ACBF-9BC1-8F50-59E4-145B77015107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23" name="icon">
              <a:extLst>
                <a:ext uri="{FF2B5EF4-FFF2-40B4-BE49-F238E27FC236}">
                  <a16:creationId xmlns:a16="http://schemas.microsoft.com/office/drawing/2014/main" id="{B2C18088-4BC5-3F63-4189-818720C7023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24" name="!! 更多连接">
            <a:extLst>
              <a:ext uri="{FF2B5EF4-FFF2-40B4-BE49-F238E27FC236}">
                <a16:creationId xmlns:a16="http://schemas.microsoft.com/office/drawing/2014/main" id="{F5090664-C990-2655-9E84-8D63B4D4D8C0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26" name="!! 未选中">
              <a:hlinkClick r:id="rId10" action="ppaction://hlinksldjump"/>
              <a:extLst>
                <a:ext uri="{FF2B5EF4-FFF2-40B4-BE49-F238E27FC236}">
                  <a16:creationId xmlns:a16="http://schemas.microsoft.com/office/drawing/2014/main" id="{14682980-FA3A-833D-C2FF-D5CEACBC486A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03BC9515-F97D-25B8-0FC3-12780FC0643B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0C73DE9E-026F-4376-F666-54AAB3A5848E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31" name="icon">
                <a:extLst>
                  <a:ext uri="{FF2B5EF4-FFF2-40B4-BE49-F238E27FC236}">
                    <a16:creationId xmlns:a16="http://schemas.microsoft.com/office/drawing/2014/main" id="{E5351C04-C5E4-EC0C-AB32-A54384863EB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2" name="!! 蓝牙">
            <a:extLst>
              <a:ext uri="{FF2B5EF4-FFF2-40B4-BE49-F238E27FC236}">
                <a16:creationId xmlns:a16="http://schemas.microsoft.com/office/drawing/2014/main" id="{9AA62BD6-5FA0-66A5-BD11-4AB8FEF8C7A6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3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D3E90FCC-F8BE-BA9F-C91F-27AFC6CBE3F2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73EB35D1-5227-57C9-78E7-E922C9D1D7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5" name="!! WLAN">
            <a:extLst>
              <a:ext uri="{FF2B5EF4-FFF2-40B4-BE49-F238E27FC236}">
                <a16:creationId xmlns:a16="http://schemas.microsoft.com/office/drawing/2014/main" id="{4406B93F-0281-B854-F612-1D21F6B38B41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36" name="!! WLAN">
              <a:extLst>
                <a:ext uri="{FF2B5EF4-FFF2-40B4-BE49-F238E27FC236}">
                  <a16:creationId xmlns:a16="http://schemas.microsoft.com/office/drawing/2014/main" id="{216389EF-8FAE-3918-6BB3-C0A4BE956A7C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8" name="!! 未选中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0F55299D-3090-5460-4A87-B75B7B0F7436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39" name="icon">
                <a:extLst>
                  <a:ext uri="{FF2B5EF4-FFF2-40B4-BE49-F238E27FC236}">
                    <a16:creationId xmlns:a16="http://schemas.microsoft.com/office/drawing/2014/main" id="{B0A47B03-57DA-E772-665A-06D2C3D130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6CE3F9F3-9795-0A2F-D3D0-75B9D1AAD1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40" name="!! 关于">
            <a:extLst>
              <a:ext uri="{FF2B5EF4-FFF2-40B4-BE49-F238E27FC236}">
                <a16:creationId xmlns:a16="http://schemas.microsoft.com/office/drawing/2014/main" id="{C2F5E8CC-A0E9-F73B-1B4D-947FA70E9D89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41" name="!! 未选中">
              <a:hlinkClick r:id="rId21" action="ppaction://hlinksldjump"/>
              <a:extLst>
                <a:ext uri="{FF2B5EF4-FFF2-40B4-BE49-F238E27FC236}">
                  <a16:creationId xmlns:a16="http://schemas.microsoft.com/office/drawing/2014/main" id="{D9BE71D0-2E3A-75E5-985E-7DBBEF71153B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277238C3-32CA-B189-7D4C-A4536194BF61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37FFB9A4-24A5-B765-9845-5D24E1CB9A5A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24" action="ppaction://hlinksldjump"/>
              <a:extLst>
                <a:ext uri="{FF2B5EF4-FFF2-40B4-BE49-F238E27FC236}">
                  <a16:creationId xmlns:a16="http://schemas.microsoft.com/office/drawing/2014/main" id="{838905D4-B981-DA8F-B2D6-8F5214642C69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7FB91518-6BFB-946A-FFA8-6290F74CAFC9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96503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56E5FCE-ED6C-35BF-1B25-8C1628377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25CF59DA-CBEC-DB74-E9F6-1F44983FBB39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E4399163-993B-9ACB-ADEE-31DBEDC23074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3AFDB76-4A7D-C840-EAE6-D7F2B52BDBF6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F6B102DC-6C51-B03F-BCF9-6F8CC8214935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B06BABA7-B6E4-AFD5-EFB1-C3F1E8B677B8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0F91C431-3320-0096-F2F8-72FBC946535A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74C4B007-A6F8-137F-F694-94680DB86CF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9445F514-B9AC-2F5A-559F-5034E3D72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11" name="!! 处理器">
            <a:extLst>
              <a:ext uri="{FF2B5EF4-FFF2-40B4-BE49-F238E27FC236}">
                <a16:creationId xmlns:a16="http://schemas.microsoft.com/office/drawing/2014/main" id="{B1DE71BD-010F-CA98-E7BF-4D969972264F}"/>
              </a:ext>
            </a:extLst>
          </p:cNvPr>
          <p:cNvGrpSpPr/>
          <p:nvPr/>
        </p:nvGrpSpPr>
        <p:grpSpPr>
          <a:xfrm>
            <a:off x="4734870" y="3299003"/>
            <a:ext cx="3009516" cy="480844"/>
            <a:chOff x="2646190" y="4215492"/>
            <a:chExt cx="3009516" cy="480844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510790E9-7B56-EB99-C420-E638780B6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9C3B8A2D-1A23-E225-442B-B8DF173B9FCC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C3C3612-2F90-099F-067D-200314C2C94E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 err="1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17" name="!! 设备">
            <a:extLst>
              <a:ext uri="{FF2B5EF4-FFF2-40B4-BE49-F238E27FC236}">
                <a16:creationId xmlns:a16="http://schemas.microsoft.com/office/drawing/2014/main" id="{F84AFC18-D53E-3BC4-5DC9-1777665AA36B}"/>
              </a:ext>
            </a:extLst>
          </p:cNvPr>
          <p:cNvSpPr txBox="1"/>
          <p:nvPr/>
        </p:nvSpPr>
        <p:spPr>
          <a:xfrm>
            <a:off x="4662461" y="2848889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18" name="!! 运行内存">
            <a:extLst>
              <a:ext uri="{FF2B5EF4-FFF2-40B4-BE49-F238E27FC236}">
                <a16:creationId xmlns:a16="http://schemas.microsoft.com/office/drawing/2014/main" id="{29023636-0FF9-9B7A-017B-CD47653FEF27}"/>
              </a:ext>
            </a:extLst>
          </p:cNvPr>
          <p:cNvGrpSpPr/>
          <p:nvPr/>
        </p:nvGrpSpPr>
        <p:grpSpPr>
          <a:xfrm>
            <a:off x="4744528" y="3846942"/>
            <a:ext cx="1769374" cy="480844"/>
            <a:chOff x="2635313" y="4215492"/>
            <a:chExt cx="1769374" cy="480844"/>
          </a:xfrm>
        </p:grpSpPr>
        <p:pic>
          <p:nvPicPr>
            <p:cNvPr id="23" name="图形 22">
              <a:extLst>
                <a:ext uri="{FF2B5EF4-FFF2-40B4-BE49-F238E27FC236}">
                  <a16:creationId xmlns:a16="http://schemas.microsoft.com/office/drawing/2014/main" id="{00476101-7E64-1312-36DD-32321B62F3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C86F55FF-65DE-699D-1D13-6BA7A5BA2565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7A4D30B6-6215-B94B-C34F-8F4B503AFAD2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9" name="!! 存储">
            <a:extLst>
              <a:ext uri="{FF2B5EF4-FFF2-40B4-BE49-F238E27FC236}">
                <a16:creationId xmlns:a16="http://schemas.microsoft.com/office/drawing/2014/main" id="{10D4A264-8C5D-154E-C106-2ED5E13D8FFF}"/>
              </a:ext>
            </a:extLst>
          </p:cNvPr>
          <p:cNvGrpSpPr/>
          <p:nvPr/>
        </p:nvGrpSpPr>
        <p:grpSpPr>
          <a:xfrm>
            <a:off x="9727775" y="3316084"/>
            <a:ext cx="1483257" cy="487932"/>
            <a:chOff x="2660366" y="4215492"/>
            <a:chExt cx="1483257" cy="487932"/>
          </a:xfrm>
        </p:grpSpPr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1A2CE739-5007-5DEE-CAB4-E7B53F8F35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E3AE6C24-24AC-621E-3312-E6E8EA8A39CD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1A039D33-CC04-429E-8851-23D6126BEF54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33" name="!! 系统">
            <a:extLst>
              <a:ext uri="{FF2B5EF4-FFF2-40B4-BE49-F238E27FC236}">
                <a16:creationId xmlns:a16="http://schemas.microsoft.com/office/drawing/2014/main" id="{CC8694CD-76F3-5659-4F27-D5D6410D3013}"/>
              </a:ext>
            </a:extLst>
          </p:cNvPr>
          <p:cNvGrpSpPr/>
          <p:nvPr/>
        </p:nvGrpSpPr>
        <p:grpSpPr>
          <a:xfrm>
            <a:off x="6926815" y="3308829"/>
            <a:ext cx="2356469" cy="480844"/>
            <a:chOff x="2673094" y="4215492"/>
            <a:chExt cx="2356469" cy="480844"/>
          </a:xfrm>
        </p:grpSpPr>
        <p:sp>
          <p:nvSpPr>
            <p:cNvPr id="34" name="图形 18">
              <a:extLst>
                <a:ext uri="{FF2B5EF4-FFF2-40B4-BE49-F238E27FC236}">
                  <a16:creationId xmlns:a16="http://schemas.microsoft.com/office/drawing/2014/main" id="{093CE736-72A4-6D20-DEE4-E9FCFF84E418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5012EC6E-A363-9054-D43F-18857B14DB30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C11E7625-E084-6484-36A2-3A83C54996F1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37" name="!! 电池">
            <a:extLst>
              <a:ext uri="{FF2B5EF4-FFF2-40B4-BE49-F238E27FC236}">
                <a16:creationId xmlns:a16="http://schemas.microsoft.com/office/drawing/2014/main" id="{9821DBC6-BFC8-C3AD-93BC-9BAC0FBCC4A2}"/>
              </a:ext>
            </a:extLst>
          </p:cNvPr>
          <p:cNvGrpSpPr/>
          <p:nvPr/>
        </p:nvGrpSpPr>
        <p:grpSpPr>
          <a:xfrm>
            <a:off x="6935430" y="3827746"/>
            <a:ext cx="1607577" cy="480844"/>
            <a:chOff x="2661454" y="4215492"/>
            <a:chExt cx="1607577" cy="480844"/>
          </a:xfrm>
        </p:grpSpPr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4E2003A2-BB53-3BCC-34B2-C46D0BAF0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4236E22F-5E6E-DAF5-CCFB-C84FBE6D7C63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7C51DE6A-A642-8795-1E23-49BB9679048A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41" name="!! 设备标识">
            <a:extLst>
              <a:ext uri="{FF2B5EF4-FFF2-40B4-BE49-F238E27FC236}">
                <a16:creationId xmlns:a16="http://schemas.microsoft.com/office/drawing/2014/main" id="{59AB9FB0-1B9B-BA77-A2F7-8E596FACA86C}"/>
              </a:ext>
            </a:extLst>
          </p:cNvPr>
          <p:cNvSpPr/>
          <p:nvPr/>
        </p:nvSpPr>
        <p:spPr>
          <a:xfrm>
            <a:off x="6045856" y="2901495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accent1"/>
                </a:solidFill>
              </a:rPr>
              <a:t>Pro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grpSp>
        <p:nvGrpSpPr>
          <p:cNvPr id="42" name="!! 更多信息">
            <a:extLst>
              <a:ext uri="{FF2B5EF4-FFF2-40B4-BE49-F238E27FC236}">
                <a16:creationId xmlns:a16="http://schemas.microsoft.com/office/drawing/2014/main" id="{CCF7FBBB-BD98-C733-8A5E-2B8F056E0683}"/>
              </a:ext>
            </a:extLst>
          </p:cNvPr>
          <p:cNvGrpSpPr/>
          <p:nvPr/>
        </p:nvGrpSpPr>
        <p:grpSpPr>
          <a:xfrm>
            <a:off x="4590470" y="4521890"/>
            <a:ext cx="6605600" cy="545100"/>
            <a:chOff x="3640667" y="2582968"/>
            <a:chExt cx="6605600" cy="545100"/>
          </a:xfrm>
        </p:grpSpPr>
        <p:sp>
          <p:nvSpPr>
            <p:cNvPr id="43" name="按钮">
              <a:hlinkClick r:id="rId16" action="ppaction://hlinksldjump"/>
              <a:extLst>
                <a:ext uri="{FF2B5EF4-FFF2-40B4-BE49-F238E27FC236}">
                  <a16:creationId xmlns:a16="http://schemas.microsoft.com/office/drawing/2014/main" id="{2315A65D-606C-A658-8D4C-1E44A52122BF}"/>
                </a:ext>
              </a:extLst>
            </p:cNvPr>
            <p:cNvSpPr/>
            <p:nvPr/>
          </p:nvSpPr>
          <p:spPr>
            <a:xfrm>
              <a:off x="3640667" y="2582968"/>
              <a:ext cx="6605600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更多信息</a:t>
              </a:r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E860411E-AA4A-AAA7-B609-DF134A203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04543" y="2783777"/>
              <a:ext cx="152400" cy="152400"/>
            </a:xfrm>
            <a:prstGeom prst="rect">
              <a:avLst/>
            </a:prstGeom>
          </p:spPr>
        </p:pic>
      </p:grpSp>
      <p:grpSp>
        <p:nvGrpSpPr>
          <p:cNvPr id="45" name="!! 开源">
            <a:extLst>
              <a:ext uri="{FF2B5EF4-FFF2-40B4-BE49-F238E27FC236}">
                <a16:creationId xmlns:a16="http://schemas.microsoft.com/office/drawing/2014/main" id="{E82BDEDD-4556-4FCB-0C92-4C125EBE1C15}"/>
              </a:ext>
            </a:extLst>
          </p:cNvPr>
          <p:cNvGrpSpPr/>
          <p:nvPr/>
        </p:nvGrpSpPr>
        <p:grpSpPr>
          <a:xfrm>
            <a:off x="4590470" y="5165424"/>
            <a:ext cx="6605600" cy="545100"/>
            <a:chOff x="1945733" y="2582968"/>
            <a:chExt cx="6605600" cy="545100"/>
          </a:xfrm>
        </p:grpSpPr>
        <p:sp>
          <p:nvSpPr>
            <p:cNvPr id="46" name="按钮">
              <a:hlinkClick r:id="rId19" action="ppaction://hlinksldjump"/>
              <a:extLst>
                <a:ext uri="{FF2B5EF4-FFF2-40B4-BE49-F238E27FC236}">
                  <a16:creationId xmlns:a16="http://schemas.microsoft.com/office/drawing/2014/main" id="{30D356AF-F359-F9B0-3050-E74AA4CDEDBA}"/>
                </a:ext>
              </a:extLst>
            </p:cNvPr>
            <p:cNvSpPr/>
            <p:nvPr/>
          </p:nvSpPr>
          <p:spPr>
            <a:xfrm>
              <a:off x="1945733" y="2582968"/>
              <a:ext cx="6605600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开源软件声明</a:t>
              </a:r>
            </a:p>
          </p:txBody>
        </p:sp>
        <p:pic>
          <p:nvPicPr>
            <p:cNvPr id="47" name="图形 46">
              <a:extLst>
                <a:ext uri="{FF2B5EF4-FFF2-40B4-BE49-F238E27FC236}">
                  <a16:creationId xmlns:a16="http://schemas.microsoft.com/office/drawing/2014/main" id="{BB1B3E11-06E3-4E35-07DD-BCCC77FBB7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sp>
        <p:nvSpPr>
          <p:cNvPr id="55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529428B0-339B-1ED9-4AED-25BFEC26AEC9}"/>
              </a:ext>
            </a:extLst>
          </p:cNvPr>
          <p:cNvSpPr/>
          <p:nvPr/>
        </p:nvSpPr>
        <p:spPr>
          <a:xfrm>
            <a:off x="4744528" y="1001074"/>
            <a:ext cx="6451542" cy="1471333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190500" algn="ctr" rotWithShape="0">
              <a:schemeClr val="tx2">
                <a:lumMod val="90000"/>
                <a:lumOff val="10000"/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1905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56" name="!! Leaf">
            <a:extLst>
              <a:ext uri="{FF2B5EF4-FFF2-40B4-BE49-F238E27FC236}">
                <a16:creationId xmlns:a16="http://schemas.microsoft.com/office/drawing/2014/main" id="{B9E60A74-B50D-98FF-9C0A-03DE9BEF39B5}"/>
              </a:ext>
            </a:extLst>
          </p:cNvPr>
          <p:cNvSpPr/>
          <p:nvPr/>
        </p:nvSpPr>
        <p:spPr>
          <a:xfrm>
            <a:off x="7767128" y="1546525"/>
            <a:ext cx="316232" cy="380430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D6B3B15-AC8B-BAC3-87AB-68E5582F0A0C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0D577064-59A8-1D8E-65EE-0F8CDF324190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59" name="!! 软件更新">
            <a:extLst>
              <a:ext uri="{FF2B5EF4-FFF2-40B4-BE49-F238E27FC236}">
                <a16:creationId xmlns:a16="http://schemas.microsoft.com/office/drawing/2014/main" id="{525C9541-1E49-3F29-35B0-CC76DF5ADC21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60" name="!! 未选中">
              <a:extLst>
                <a:ext uri="{FF2B5EF4-FFF2-40B4-BE49-F238E27FC236}">
                  <a16:creationId xmlns:a16="http://schemas.microsoft.com/office/drawing/2014/main" id="{33704048-AEA6-A23F-6322-8251F4695386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61" name="icon">
              <a:extLst>
                <a:ext uri="{FF2B5EF4-FFF2-40B4-BE49-F238E27FC236}">
                  <a16:creationId xmlns:a16="http://schemas.microsoft.com/office/drawing/2014/main" id="{40D8BC00-484C-E220-591C-9D8693F12B35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62" name="!! 更多连接">
            <a:extLst>
              <a:ext uri="{FF2B5EF4-FFF2-40B4-BE49-F238E27FC236}">
                <a16:creationId xmlns:a16="http://schemas.microsoft.com/office/drawing/2014/main" id="{E2EE391E-8C58-8F8F-570C-3D9166D93851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63" name="!! 未选中">
              <a:hlinkClick r:id="rId22" action="ppaction://hlinksldjump"/>
              <a:extLst>
                <a:ext uri="{FF2B5EF4-FFF2-40B4-BE49-F238E27FC236}">
                  <a16:creationId xmlns:a16="http://schemas.microsoft.com/office/drawing/2014/main" id="{44BA5D4F-233C-EE30-9892-3F1B1D39E57E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526E1093-BD95-64C0-3F78-3FC017CE91F4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65" name="椭圆 64">
                <a:extLst>
                  <a:ext uri="{FF2B5EF4-FFF2-40B4-BE49-F238E27FC236}">
                    <a16:creationId xmlns:a16="http://schemas.microsoft.com/office/drawing/2014/main" id="{836EE315-36D9-6F4D-8E03-B39A655610DC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66" name="icon">
                <a:extLst>
                  <a:ext uri="{FF2B5EF4-FFF2-40B4-BE49-F238E27FC236}">
                    <a16:creationId xmlns:a16="http://schemas.microsoft.com/office/drawing/2014/main" id="{2094AB59-C2CC-9119-493B-EDABE6FFB5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67" name="!! 蓝牙">
            <a:extLst>
              <a:ext uri="{FF2B5EF4-FFF2-40B4-BE49-F238E27FC236}">
                <a16:creationId xmlns:a16="http://schemas.microsoft.com/office/drawing/2014/main" id="{810C64A5-1E2B-BF30-7403-4CC598153ABE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68" name="!! 未选中">
              <a:hlinkClick r:id="rId25" action="ppaction://hlinksldjump"/>
              <a:extLst>
                <a:ext uri="{FF2B5EF4-FFF2-40B4-BE49-F238E27FC236}">
                  <a16:creationId xmlns:a16="http://schemas.microsoft.com/office/drawing/2014/main" id="{3C1915F4-BCEC-742C-0B12-AF901639604D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69" name="图形 68">
              <a:extLst>
                <a:ext uri="{FF2B5EF4-FFF2-40B4-BE49-F238E27FC236}">
                  <a16:creationId xmlns:a16="http://schemas.microsoft.com/office/drawing/2014/main" id="{1280D4E3-4BD7-1F51-1858-BDF9DD4C951C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70" name="!! WLAN">
            <a:extLst>
              <a:ext uri="{FF2B5EF4-FFF2-40B4-BE49-F238E27FC236}">
                <a16:creationId xmlns:a16="http://schemas.microsoft.com/office/drawing/2014/main" id="{74296AB6-BAD0-E124-2DA5-6E91CD44C912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71" name="!! WLAN">
              <a:extLst>
                <a:ext uri="{FF2B5EF4-FFF2-40B4-BE49-F238E27FC236}">
                  <a16:creationId xmlns:a16="http://schemas.microsoft.com/office/drawing/2014/main" id="{0C9666B3-BE67-B61C-5A03-67100A269802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73" name="!! 未选中">
                <a:hlinkClick r:id="rId28" action="ppaction://hlinksldjump"/>
                <a:extLst>
                  <a:ext uri="{FF2B5EF4-FFF2-40B4-BE49-F238E27FC236}">
                    <a16:creationId xmlns:a16="http://schemas.microsoft.com/office/drawing/2014/main" id="{B05B48DC-7BE7-9C0B-AA7C-6FA06F55D071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74" name="icon">
                <a:extLst>
                  <a:ext uri="{FF2B5EF4-FFF2-40B4-BE49-F238E27FC236}">
                    <a16:creationId xmlns:a16="http://schemas.microsoft.com/office/drawing/2014/main" id="{0259C313-1818-45B1-A33B-88C5AE42435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72" name="图形 71">
              <a:extLst>
                <a:ext uri="{FF2B5EF4-FFF2-40B4-BE49-F238E27FC236}">
                  <a16:creationId xmlns:a16="http://schemas.microsoft.com/office/drawing/2014/main" id="{B64D0D3D-5788-1F86-5708-3CD010883E1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75" name="!! 关于">
            <a:extLst>
              <a:ext uri="{FF2B5EF4-FFF2-40B4-BE49-F238E27FC236}">
                <a16:creationId xmlns:a16="http://schemas.microsoft.com/office/drawing/2014/main" id="{BDE5C094-E87B-5847-F409-F6847EC01D77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76" name="!! 未选中">
              <a:hlinkClick r:id="rId33" action="ppaction://hlinksldjump"/>
              <a:extLst>
                <a:ext uri="{FF2B5EF4-FFF2-40B4-BE49-F238E27FC236}">
                  <a16:creationId xmlns:a16="http://schemas.microsoft.com/office/drawing/2014/main" id="{F06B9085-9D5B-3E50-E13D-3EA0155A1D52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tx1">
                <a:lumMod val="10000"/>
                <a:lumOff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77" name="图形 76">
              <a:extLst>
                <a:ext uri="{FF2B5EF4-FFF2-40B4-BE49-F238E27FC236}">
                  <a16:creationId xmlns:a16="http://schemas.microsoft.com/office/drawing/2014/main" id="{B4163163-4B71-C9BE-78F3-9BC2638B27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78" name="!! 关闭按钮">
            <a:extLst>
              <a:ext uri="{FF2B5EF4-FFF2-40B4-BE49-F238E27FC236}">
                <a16:creationId xmlns:a16="http://schemas.microsoft.com/office/drawing/2014/main" id="{B88C29D2-1145-15C1-1D53-B5E347588186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79" name="矩形: 圆角 78">
              <a:hlinkClick r:id="rId36" action="ppaction://hlinksldjump"/>
              <a:extLst>
                <a:ext uri="{FF2B5EF4-FFF2-40B4-BE49-F238E27FC236}">
                  <a16:creationId xmlns:a16="http://schemas.microsoft.com/office/drawing/2014/main" id="{E32CA60E-7522-6263-FC3D-B0C28AEC8152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80" name="图形 79">
              <a:extLst>
                <a:ext uri="{FF2B5EF4-FFF2-40B4-BE49-F238E27FC236}">
                  <a16:creationId xmlns:a16="http://schemas.microsoft.com/office/drawing/2014/main" id="{DB97A9DF-1CF2-2512-18A5-AC975DEE4E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4478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7E7094-6051-5C09-FCC4-4B3707618D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DB77A1A-0226-5EB3-C3AB-EDBA59EED0F5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147792A5-8BB8-B122-2054-A651277A7E87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D68831A6-EF73-5F97-8D8B-451D58A5B3F9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3378F872-0744-6732-C371-4B03EF4B0711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5D0FA895-8D1C-6DC2-7F1B-8F8ECEF282C0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CD0C4841-C871-C14B-5BDC-02EAF1BEBF34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CB4AF424-D040-B6C9-546F-9180E0757AC2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E2617C30-0241-9B78-A13A-83E073D993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11" name="!! 处理器">
            <a:extLst>
              <a:ext uri="{FF2B5EF4-FFF2-40B4-BE49-F238E27FC236}">
                <a16:creationId xmlns:a16="http://schemas.microsoft.com/office/drawing/2014/main" id="{C4D7DB7D-3C4A-7CC0-BBC0-45A316371D2B}"/>
              </a:ext>
            </a:extLst>
          </p:cNvPr>
          <p:cNvGrpSpPr/>
          <p:nvPr/>
        </p:nvGrpSpPr>
        <p:grpSpPr>
          <a:xfrm>
            <a:off x="4734870" y="3299003"/>
            <a:ext cx="3009516" cy="480844"/>
            <a:chOff x="2646190" y="4215492"/>
            <a:chExt cx="3009516" cy="480844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6B069718-2047-7C43-F6BD-1D4E295E416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C32FE344-39BE-B9D3-2434-9CA6A310D4F6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A59520F-78AF-2B7B-DB6C-C2DD46F6560B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17" name="!! 设备">
            <a:extLst>
              <a:ext uri="{FF2B5EF4-FFF2-40B4-BE49-F238E27FC236}">
                <a16:creationId xmlns:a16="http://schemas.microsoft.com/office/drawing/2014/main" id="{59868C95-10EE-5096-9C61-47591B3307C3}"/>
              </a:ext>
            </a:extLst>
          </p:cNvPr>
          <p:cNvSpPr txBox="1"/>
          <p:nvPr/>
        </p:nvSpPr>
        <p:spPr>
          <a:xfrm>
            <a:off x="4662461" y="2848889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18" name="!! 运行内存">
            <a:extLst>
              <a:ext uri="{FF2B5EF4-FFF2-40B4-BE49-F238E27FC236}">
                <a16:creationId xmlns:a16="http://schemas.microsoft.com/office/drawing/2014/main" id="{772543A8-C67A-0249-C9B4-EA51146168A2}"/>
              </a:ext>
            </a:extLst>
          </p:cNvPr>
          <p:cNvGrpSpPr/>
          <p:nvPr/>
        </p:nvGrpSpPr>
        <p:grpSpPr>
          <a:xfrm>
            <a:off x="4744528" y="3846942"/>
            <a:ext cx="1769374" cy="480844"/>
            <a:chOff x="2635313" y="4215492"/>
            <a:chExt cx="1769374" cy="480844"/>
          </a:xfrm>
        </p:grpSpPr>
        <p:pic>
          <p:nvPicPr>
            <p:cNvPr id="23" name="图形 22">
              <a:extLst>
                <a:ext uri="{FF2B5EF4-FFF2-40B4-BE49-F238E27FC236}">
                  <a16:creationId xmlns:a16="http://schemas.microsoft.com/office/drawing/2014/main" id="{18E68748-EE39-A035-6300-763D4CAF1C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80051B55-737A-3B52-9F23-CD8ADF7612D8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7C19E3F8-F31B-47E3-6067-CF6557B1437B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9" name="!! 存储">
            <a:extLst>
              <a:ext uri="{FF2B5EF4-FFF2-40B4-BE49-F238E27FC236}">
                <a16:creationId xmlns:a16="http://schemas.microsoft.com/office/drawing/2014/main" id="{E4F1F8D4-B3D1-F3D2-C27A-19F4EE66BD66}"/>
              </a:ext>
            </a:extLst>
          </p:cNvPr>
          <p:cNvGrpSpPr/>
          <p:nvPr/>
        </p:nvGrpSpPr>
        <p:grpSpPr>
          <a:xfrm>
            <a:off x="9727775" y="3316084"/>
            <a:ext cx="1483257" cy="487932"/>
            <a:chOff x="2660366" y="4215492"/>
            <a:chExt cx="1483257" cy="487932"/>
          </a:xfrm>
        </p:grpSpPr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A4461E99-4105-33AA-2D1D-7168EC727C7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31" name="文本框 30">
              <a:extLst>
                <a:ext uri="{FF2B5EF4-FFF2-40B4-BE49-F238E27FC236}">
                  <a16:creationId xmlns:a16="http://schemas.microsoft.com/office/drawing/2014/main" id="{8DB8AA42-5532-6AB7-9229-9ABD3CED2B24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32" name="文本框 31">
              <a:extLst>
                <a:ext uri="{FF2B5EF4-FFF2-40B4-BE49-F238E27FC236}">
                  <a16:creationId xmlns:a16="http://schemas.microsoft.com/office/drawing/2014/main" id="{41F13B46-2BFA-3C9D-CC52-8AE3DC32B7E2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33" name="!! 系统">
            <a:extLst>
              <a:ext uri="{FF2B5EF4-FFF2-40B4-BE49-F238E27FC236}">
                <a16:creationId xmlns:a16="http://schemas.microsoft.com/office/drawing/2014/main" id="{841F841F-F9C1-8FEF-B2CB-44F26C266AB6}"/>
              </a:ext>
            </a:extLst>
          </p:cNvPr>
          <p:cNvGrpSpPr/>
          <p:nvPr/>
        </p:nvGrpSpPr>
        <p:grpSpPr>
          <a:xfrm>
            <a:off x="6926815" y="3308829"/>
            <a:ext cx="2356469" cy="480844"/>
            <a:chOff x="2673094" y="4215492"/>
            <a:chExt cx="2356469" cy="480844"/>
          </a:xfrm>
        </p:grpSpPr>
        <p:sp>
          <p:nvSpPr>
            <p:cNvPr id="34" name="图形 18">
              <a:extLst>
                <a:ext uri="{FF2B5EF4-FFF2-40B4-BE49-F238E27FC236}">
                  <a16:creationId xmlns:a16="http://schemas.microsoft.com/office/drawing/2014/main" id="{E2CA4457-1BE8-BF7E-F53D-F0E4413F1433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35" name="文本框 34">
              <a:extLst>
                <a:ext uri="{FF2B5EF4-FFF2-40B4-BE49-F238E27FC236}">
                  <a16:creationId xmlns:a16="http://schemas.microsoft.com/office/drawing/2014/main" id="{3008669A-3C97-CD4A-5CB3-D3745AEED1C4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36" name="文本框 35">
              <a:extLst>
                <a:ext uri="{FF2B5EF4-FFF2-40B4-BE49-F238E27FC236}">
                  <a16:creationId xmlns:a16="http://schemas.microsoft.com/office/drawing/2014/main" id="{FF9FAE72-BBF3-E66F-B7EB-10D3EC68BF52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37" name="!! 电池">
            <a:extLst>
              <a:ext uri="{FF2B5EF4-FFF2-40B4-BE49-F238E27FC236}">
                <a16:creationId xmlns:a16="http://schemas.microsoft.com/office/drawing/2014/main" id="{5B451A66-0EA5-D3F1-FE25-9C3C15E7A948}"/>
              </a:ext>
            </a:extLst>
          </p:cNvPr>
          <p:cNvGrpSpPr/>
          <p:nvPr/>
        </p:nvGrpSpPr>
        <p:grpSpPr>
          <a:xfrm>
            <a:off x="6935430" y="3827746"/>
            <a:ext cx="1607577" cy="480844"/>
            <a:chOff x="2661454" y="4215492"/>
            <a:chExt cx="1607577" cy="480844"/>
          </a:xfrm>
        </p:grpSpPr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68BAA432-D739-CCE4-2331-AB18D0C5AE3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39" name="文本框 38">
              <a:extLst>
                <a:ext uri="{FF2B5EF4-FFF2-40B4-BE49-F238E27FC236}">
                  <a16:creationId xmlns:a16="http://schemas.microsoft.com/office/drawing/2014/main" id="{E0B81BE1-758E-91A6-576F-C8F0EB26CB50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69B6964-05A7-5A97-2A72-3B98B4E067D9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41" name="!! 设备标识">
            <a:extLst>
              <a:ext uri="{FF2B5EF4-FFF2-40B4-BE49-F238E27FC236}">
                <a16:creationId xmlns:a16="http://schemas.microsoft.com/office/drawing/2014/main" id="{D1035298-1932-C0FD-124A-40A3FBE0549F}"/>
              </a:ext>
            </a:extLst>
          </p:cNvPr>
          <p:cNvSpPr/>
          <p:nvPr/>
        </p:nvSpPr>
        <p:spPr>
          <a:xfrm>
            <a:off x="6045856" y="2901495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Pro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62A8D3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42" name="!! 更多信息">
            <a:extLst>
              <a:ext uri="{FF2B5EF4-FFF2-40B4-BE49-F238E27FC236}">
                <a16:creationId xmlns:a16="http://schemas.microsoft.com/office/drawing/2014/main" id="{7E64ABC9-A570-F263-6EF4-AAAAE7118548}"/>
              </a:ext>
            </a:extLst>
          </p:cNvPr>
          <p:cNvGrpSpPr/>
          <p:nvPr/>
        </p:nvGrpSpPr>
        <p:grpSpPr>
          <a:xfrm>
            <a:off x="4590470" y="4521890"/>
            <a:ext cx="6605600" cy="545100"/>
            <a:chOff x="3640667" y="2582968"/>
            <a:chExt cx="6605600" cy="545100"/>
          </a:xfrm>
        </p:grpSpPr>
        <p:sp>
          <p:nvSpPr>
            <p:cNvPr id="43" name="按钮">
              <a:hlinkClick r:id="rId16" action="ppaction://hlinksldjump"/>
              <a:extLst>
                <a:ext uri="{FF2B5EF4-FFF2-40B4-BE49-F238E27FC236}">
                  <a16:creationId xmlns:a16="http://schemas.microsoft.com/office/drawing/2014/main" id="{9176CF65-329D-A75B-A749-10B139A8A9B4}"/>
                </a:ext>
              </a:extLst>
            </p:cNvPr>
            <p:cNvSpPr/>
            <p:nvPr/>
          </p:nvSpPr>
          <p:spPr>
            <a:xfrm>
              <a:off x="3640667" y="2582968"/>
              <a:ext cx="6605600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更多信息</a:t>
              </a:r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3C18A9EB-6F56-3A68-6D7C-457B206F6F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9904543" y="2783777"/>
              <a:ext cx="152400" cy="152400"/>
            </a:xfrm>
            <a:prstGeom prst="rect">
              <a:avLst/>
            </a:prstGeom>
          </p:spPr>
        </p:pic>
      </p:grpSp>
      <p:grpSp>
        <p:nvGrpSpPr>
          <p:cNvPr id="45" name="!! 开源">
            <a:extLst>
              <a:ext uri="{FF2B5EF4-FFF2-40B4-BE49-F238E27FC236}">
                <a16:creationId xmlns:a16="http://schemas.microsoft.com/office/drawing/2014/main" id="{3E82AF04-C9EA-AD98-2D8C-8FA88DABA241}"/>
              </a:ext>
            </a:extLst>
          </p:cNvPr>
          <p:cNvGrpSpPr/>
          <p:nvPr/>
        </p:nvGrpSpPr>
        <p:grpSpPr>
          <a:xfrm>
            <a:off x="4590470" y="5165424"/>
            <a:ext cx="6605600" cy="545100"/>
            <a:chOff x="1945733" y="2582968"/>
            <a:chExt cx="6605600" cy="545100"/>
          </a:xfrm>
        </p:grpSpPr>
        <p:sp>
          <p:nvSpPr>
            <p:cNvPr id="46" name="按钮">
              <a:hlinkClick r:id="rId19" action="ppaction://hlinksldjump"/>
              <a:extLst>
                <a:ext uri="{FF2B5EF4-FFF2-40B4-BE49-F238E27FC236}">
                  <a16:creationId xmlns:a16="http://schemas.microsoft.com/office/drawing/2014/main" id="{5EFF3D15-F7EE-CE9B-D89C-3D06545E242B}"/>
                </a:ext>
              </a:extLst>
            </p:cNvPr>
            <p:cNvSpPr/>
            <p:nvPr/>
          </p:nvSpPr>
          <p:spPr>
            <a:xfrm>
              <a:off x="1945733" y="2582968"/>
              <a:ext cx="6605600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开源软件声明</a:t>
              </a:r>
            </a:p>
          </p:txBody>
        </p:sp>
        <p:pic>
          <p:nvPicPr>
            <p:cNvPr id="47" name="图形 46">
              <a:extLst>
                <a:ext uri="{FF2B5EF4-FFF2-40B4-BE49-F238E27FC236}">
                  <a16:creationId xmlns:a16="http://schemas.microsoft.com/office/drawing/2014/main" id="{88D1227A-EE7D-B3E5-F472-E82CAB06EB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sp>
        <p:nvSpPr>
          <p:cNvPr id="55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16A4918B-8FDF-DE5B-D6CF-6341F5EB684D}"/>
              </a:ext>
            </a:extLst>
          </p:cNvPr>
          <p:cNvSpPr/>
          <p:nvPr/>
        </p:nvSpPr>
        <p:spPr>
          <a:xfrm>
            <a:off x="4744528" y="1001074"/>
            <a:ext cx="6451542" cy="1471333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190500" algn="ctr" rotWithShape="0">
              <a:schemeClr val="tx2">
                <a:lumMod val="90000"/>
                <a:lumOff val="10000"/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>
                <a:outerShdw blurRad="190500" sx="102000" sy="102000" algn="ctr" rotWithShape="0">
                  <a:prstClr val="black">
                    <a:alpha val="20000"/>
                  </a:prstClr>
                </a:outerShdw>
              </a:effectLst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56" name="!! Leaf">
            <a:extLst>
              <a:ext uri="{FF2B5EF4-FFF2-40B4-BE49-F238E27FC236}">
                <a16:creationId xmlns:a16="http://schemas.microsoft.com/office/drawing/2014/main" id="{FC109BF6-2B27-B41F-2961-1F4A20254743}"/>
              </a:ext>
            </a:extLst>
          </p:cNvPr>
          <p:cNvSpPr/>
          <p:nvPr/>
        </p:nvSpPr>
        <p:spPr>
          <a:xfrm>
            <a:off x="7767128" y="1546525"/>
            <a:ext cx="316232" cy="380430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7C95259E-CB16-6277-51CC-E4B10310C982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网络与连接</a:t>
            </a: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407EC742-124F-0F88-60A1-87FD18D59FA2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系统</a:t>
            </a:r>
          </a:p>
        </p:txBody>
      </p:sp>
      <p:grpSp>
        <p:nvGrpSpPr>
          <p:cNvPr id="59" name="!! 软件更新">
            <a:extLst>
              <a:ext uri="{FF2B5EF4-FFF2-40B4-BE49-F238E27FC236}">
                <a16:creationId xmlns:a16="http://schemas.microsoft.com/office/drawing/2014/main" id="{45A6A16D-BA56-7431-222D-1803272C2C59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60" name="!! 未选中">
              <a:extLst>
                <a:ext uri="{FF2B5EF4-FFF2-40B4-BE49-F238E27FC236}">
                  <a16:creationId xmlns:a16="http://schemas.microsoft.com/office/drawing/2014/main" id="{84B5B6EB-B7EB-5080-157D-125A799EDD60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5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61" name="icon">
              <a:extLst>
                <a:ext uri="{FF2B5EF4-FFF2-40B4-BE49-F238E27FC236}">
                  <a16:creationId xmlns:a16="http://schemas.microsoft.com/office/drawing/2014/main" id="{F4E810E5-45EF-8E2D-1F03-BCC03B5AE5A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62" name="!! 更多连接">
            <a:extLst>
              <a:ext uri="{FF2B5EF4-FFF2-40B4-BE49-F238E27FC236}">
                <a16:creationId xmlns:a16="http://schemas.microsoft.com/office/drawing/2014/main" id="{F41C5061-DAA9-6A3A-3193-16F55A136E20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63" name="!! 未选中">
              <a:hlinkClick r:id="rId22" action="ppaction://hlinksldjump"/>
              <a:extLst>
                <a:ext uri="{FF2B5EF4-FFF2-40B4-BE49-F238E27FC236}">
                  <a16:creationId xmlns:a16="http://schemas.microsoft.com/office/drawing/2014/main" id="{D953E144-1247-1A0E-CC74-CDE8105C9948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64" name="组合 63">
              <a:extLst>
                <a:ext uri="{FF2B5EF4-FFF2-40B4-BE49-F238E27FC236}">
                  <a16:creationId xmlns:a16="http://schemas.microsoft.com/office/drawing/2014/main" id="{BAC33C9C-9875-B49B-9CDA-B6B4D0CDF0E2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65" name="椭圆 64">
                <a:extLst>
                  <a:ext uri="{FF2B5EF4-FFF2-40B4-BE49-F238E27FC236}">
                    <a16:creationId xmlns:a16="http://schemas.microsoft.com/office/drawing/2014/main" id="{17B46CD9-36CA-0B76-9343-50FE2996AF38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5F5F5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endParaRPr>
              </a:p>
            </p:txBody>
          </p:sp>
          <p:pic>
            <p:nvPicPr>
              <p:cNvPr id="66" name="icon">
                <a:extLst>
                  <a:ext uri="{FF2B5EF4-FFF2-40B4-BE49-F238E27FC236}">
                    <a16:creationId xmlns:a16="http://schemas.microsoft.com/office/drawing/2014/main" id="{1D51460A-823C-F6C8-04B6-9C7293C5972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67" name="!! 蓝牙">
            <a:extLst>
              <a:ext uri="{FF2B5EF4-FFF2-40B4-BE49-F238E27FC236}">
                <a16:creationId xmlns:a16="http://schemas.microsoft.com/office/drawing/2014/main" id="{575AFC35-DA89-9D0C-4C70-5929C65FA8AC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68" name="!! 未选中">
              <a:hlinkClick r:id="rId25" action="ppaction://hlinksldjump"/>
              <a:extLst>
                <a:ext uri="{FF2B5EF4-FFF2-40B4-BE49-F238E27FC236}">
                  <a16:creationId xmlns:a16="http://schemas.microsoft.com/office/drawing/2014/main" id="{3F9F3BA7-4FFA-BF64-3265-C72EA42A1045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69" name="图形 68">
              <a:extLst>
                <a:ext uri="{FF2B5EF4-FFF2-40B4-BE49-F238E27FC236}">
                  <a16:creationId xmlns:a16="http://schemas.microsoft.com/office/drawing/2014/main" id="{3C08E6B4-2E2B-D220-4324-8F0F8BBEB9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70" name="!! WLAN">
            <a:extLst>
              <a:ext uri="{FF2B5EF4-FFF2-40B4-BE49-F238E27FC236}">
                <a16:creationId xmlns:a16="http://schemas.microsoft.com/office/drawing/2014/main" id="{5DBEB402-1C0E-9F45-54C6-B45467498AE7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71" name="!! WLAN">
              <a:extLst>
                <a:ext uri="{FF2B5EF4-FFF2-40B4-BE49-F238E27FC236}">
                  <a16:creationId xmlns:a16="http://schemas.microsoft.com/office/drawing/2014/main" id="{5616E736-697D-E06C-E8EA-D65EA425463F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73" name="!! 未选中">
                <a:hlinkClick r:id="rId28" action="ppaction://hlinksldjump"/>
                <a:extLst>
                  <a:ext uri="{FF2B5EF4-FFF2-40B4-BE49-F238E27FC236}">
                    <a16:creationId xmlns:a16="http://schemas.microsoft.com/office/drawing/2014/main" id="{C59FA202-43B1-5833-9A14-F43937318242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1818">
                        <a:lumMod val="90000"/>
                        <a:lumOff val="10000"/>
                      </a:srgb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1818">
                        <a:lumMod val="90000"/>
                        <a:lumOff val="10000"/>
                      </a:srgb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74" name="icon">
                <a:extLst>
                  <a:ext uri="{FF2B5EF4-FFF2-40B4-BE49-F238E27FC236}">
                    <a16:creationId xmlns:a16="http://schemas.microsoft.com/office/drawing/2014/main" id="{57AD7C8C-720D-76FB-397C-3FD54E6DD5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9">
                <a:extLst>
                  <a:ext uri="{96DAC541-7B7A-43D3-8B79-37D633B846F1}">
                    <asvg:svgBlip xmlns:asvg="http://schemas.microsoft.com/office/drawing/2016/SVG/main" r:embed="rId30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72" name="图形 71">
              <a:extLst>
                <a:ext uri="{FF2B5EF4-FFF2-40B4-BE49-F238E27FC236}">
                  <a16:creationId xmlns:a16="http://schemas.microsoft.com/office/drawing/2014/main" id="{2CF47975-2EDB-A0A2-36E8-F8C2A2C5A9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75" name="!! 关于">
            <a:extLst>
              <a:ext uri="{FF2B5EF4-FFF2-40B4-BE49-F238E27FC236}">
                <a16:creationId xmlns:a16="http://schemas.microsoft.com/office/drawing/2014/main" id="{EEF58F70-A22A-038E-3232-32424F64C260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76" name="!! 未选中">
              <a:hlinkClick r:id="rId33" action="ppaction://hlinksldjump"/>
              <a:extLst>
                <a:ext uri="{FF2B5EF4-FFF2-40B4-BE49-F238E27FC236}">
                  <a16:creationId xmlns:a16="http://schemas.microsoft.com/office/drawing/2014/main" id="{6F619CC7-9E1E-D707-A186-81804D0EAF9A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tx1">
                <a:lumMod val="10000"/>
                <a:lumOff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77" name="图形 76">
              <a:extLst>
                <a:ext uri="{FF2B5EF4-FFF2-40B4-BE49-F238E27FC236}">
                  <a16:creationId xmlns:a16="http://schemas.microsoft.com/office/drawing/2014/main" id="{C3A0C148-FAAD-3820-945E-05F905624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78" name="!! 关闭按钮">
            <a:extLst>
              <a:ext uri="{FF2B5EF4-FFF2-40B4-BE49-F238E27FC236}">
                <a16:creationId xmlns:a16="http://schemas.microsoft.com/office/drawing/2014/main" id="{459BD862-2D14-A34D-23F2-88952F58AEB7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79" name="矩形: 圆角 78">
              <a:hlinkClick r:id="rId36" action="ppaction://hlinksldjump"/>
              <a:extLst>
                <a:ext uri="{FF2B5EF4-FFF2-40B4-BE49-F238E27FC236}">
                  <a16:creationId xmlns:a16="http://schemas.microsoft.com/office/drawing/2014/main" id="{75BDCA0B-4560-411B-BC7B-224D05CCD0A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80" name="图形 79">
              <a:extLst>
                <a:ext uri="{FF2B5EF4-FFF2-40B4-BE49-F238E27FC236}">
                  <a16:creationId xmlns:a16="http://schemas.microsoft.com/office/drawing/2014/main" id="{5ED90F9A-881A-E639-C277-45021AF4E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37">
              <a:extLst>
                <a:ext uri="{96DAC541-7B7A-43D3-8B79-37D633B846F1}">
                  <asvg:svgBlip xmlns:asvg="http://schemas.microsoft.com/office/drawing/2016/SVG/main" r:embed="rId3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sp>
        <p:nvSpPr>
          <p:cNvPr id="6" name="!! 遮罩">
            <a:extLst>
              <a:ext uri="{FF2B5EF4-FFF2-40B4-BE49-F238E27FC236}">
                <a16:creationId xmlns:a16="http://schemas.microsoft.com/office/drawing/2014/main" id="{8B8DC8E1-9A0A-8D48-0745-B42354F2FEB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7" name="带按钮的无图标提示框">
            <a:extLst>
              <a:ext uri="{FF2B5EF4-FFF2-40B4-BE49-F238E27FC236}">
                <a16:creationId xmlns:a16="http://schemas.microsoft.com/office/drawing/2014/main" id="{0361C2E8-8AC1-1571-EF23-A6F26765B9F4}"/>
              </a:ext>
            </a:extLst>
          </p:cNvPr>
          <p:cNvGrpSpPr/>
          <p:nvPr/>
        </p:nvGrpSpPr>
        <p:grpSpPr>
          <a:xfrm>
            <a:off x="3813542" y="2595765"/>
            <a:ext cx="4564916" cy="1679429"/>
            <a:chOff x="2912999" y="3341280"/>
            <a:chExt cx="4564916" cy="1679429"/>
          </a:xfrm>
        </p:grpSpPr>
        <p:sp>
          <p:nvSpPr>
            <p:cNvPr id="8" name="!! 弹窗">
              <a:extLst>
                <a:ext uri="{FF2B5EF4-FFF2-40B4-BE49-F238E27FC236}">
                  <a16:creationId xmlns:a16="http://schemas.microsoft.com/office/drawing/2014/main" id="{6AC24E5D-D882-DCF7-B50B-5BDD63C251DE}"/>
                </a:ext>
              </a:extLst>
            </p:cNvPr>
            <p:cNvSpPr/>
            <p:nvPr/>
          </p:nvSpPr>
          <p:spPr>
            <a:xfrm>
              <a:off x="2912999" y="3341280"/>
              <a:ext cx="4564916" cy="1679429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9" name="标题">
              <a:extLst>
                <a:ext uri="{FF2B5EF4-FFF2-40B4-BE49-F238E27FC236}">
                  <a16:creationId xmlns:a16="http://schemas.microsoft.com/office/drawing/2014/main" id="{A0A7DBC8-9F48-FA39-539A-0BB7B1EFF961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即将跳转应用</a:t>
              </a:r>
            </a:p>
          </p:txBody>
        </p:sp>
        <p:sp>
          <p:nvSpPr>
            <p:cNvPr id="10" name="副标题">
              <a:extLst>
                <a:ext uri="{FF2B5EF4-FFF2-40B4-BE49-F238E27FC236}">
                  <a16:creationId xmlns:a16="http://schemas.microsoft.com/office/drawing/2014/main" id="{1A494F61-52B5-2D48-5730-3679D4C00F2F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设置将要跳转至浏览器以访问：</a:t>
              </a:r>
              <a:r>
                <a:rPr lang="en-US" altLang="zh-CN" sz="1400" u="sng" dirty="0">
                  <a:solidFill>
                    <a:schemeClr val="accent1"/>
                  </a:solidFill>
                </a:rPr>
                <a:t>Leaf OS - </a:t>
              </a:r>
              <a:r>
                <a:rPr lang="zh-CN" altLang="en-US" sz="1400" u="sng" dirty="0">
                  <a:solidFill>
                    <a:schemeClr val="accent1"/>
                  </a:solidFill>
                </a:rPr>
                <a:t>开源声明</a:t>
              </a:r>
              <a:r>
                <a:rPr lang="zh-CN" altLang="en-US" sz="1400" u="sng" dirty="0">
                  <a:solidFill>
                    <a:schemeClr val="accent1"/>
                  </a:solidFill>
                  <a:latin typeface="+mn-ea"/>
                </a:rPr>
                <a:t>）</a:t>
              </a:r>
            </a:p>
          </p:txBody>
        </p:sp>
        <p:sp>
          <p:nvSpPr>
            <p:cNvPr id="12" name="矩形: 圆角 11">
              <a:hlinkClick r:id="rId39"/>
              <a:extLst>
                <a:ext uri="{FF2B5EF4-FFF2-40B4-BE49-F238E27FC236}">
                  <a16:creationId xmlns:a16="http://schemas.microsoft.com/office/drawing/2014/main" id="{4266AB4C-2EB4-20EE-00A1-7B0A4783D1CD}"/>
                </a:ext>
              </a:extLst>
            </p:cNvPr>
            <p:cNvSpPr/>
            <p:nvPr/>
          </p:nvSpPr>
          <p:spPr>
            <a:xfrm>
              <a:off x="6105759" y="451883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9" name="矩形: 圆角 18">
              <a:hlinkClick r:id="rId33" action="ppaction://hlinksldjump"/>
              <a:extLst>
                <a:ext uri="{FF2B5EF4-FFF2-40B4-BE49-F238E27FC236}">
                  <a16:creationId xmlns:a16="http://schemas.microsoft.com/office/drawing/2014/main" id="{4B025454-8A78-2563-C984-58CB73CBB232}"/>
                </a:ext>
              </a:extLst>
            </p:cNvPr>
            <p:cNvSpPr/>
            <p:nvPr/>
          </p:nvSpPr>
          <p:spPr>
            <a:xfrm>
              <a:off x="4843301" y="451560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25284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CECBBB9-E2BE-8CF3-2D78-377F90BE9F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D6B1F31-3AAD-C228-E72C-DCA813AE930B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3FCF4561-2B86-B888-8D18-C0DAF007798F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74865F4-20A8-0FB4-8D62-68E01C906D3C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2FA778E9-BBD2-C31C-D9EE-E673192F0FD4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4AF7EBEE-51E8-2CCA-A07C-EED20E0250F8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5D7469AE-8B72-EF31-B807-B6FB6CCD24CF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5C4D18E0-DA72-2827-5E01-82BD789D048D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36AE392F-5DE2-E5D6-8E0F-EB6D89F3E6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19" name="!! 关闭按钮">
            <a:extLst>
              <a:ext uri="{FF2B5EF4-FFF2-40B4-BE49-F238E27FC236}">
                <a16:creationId xmlns:a16="http://schemas.microsoft.com/office/drawing/2014/main" id="{F7036777-350E-AA02-7D9E-3EF730F6A0E8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20" name="矩形: 圆角 19">
              <a:hlinkClick r:id="rId8" action="ppaction://hlinksldjump"/>
              <a:extLst>
                <a:ext uri="{FF2B5EF4-FFF2-40B4-BE49-F238E27FC236}">
                  <a16:creationId xmlns:a16="http://schemas.microsoft.com/office/drawing/2014/main" id="{36E50D0D-C3BD-ABAB-B002-985CDB50A5FA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1B7A7B22-57DE-B7A7-1D40-A1A2B0A0AF4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sp>
        <p:nvSpPr>
          <p:cNvPr id="55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1E02A921-26F5-9E1C-0F10-C1D4F97B93B5}"/>
              </a:ext>
            </a:extLst>
          </p:cNvPr>
          <p:cNvSpPr/>
          <p:nvPr/>
        </p:nvSpPr>
        <p:spPr>
          <a:xfrm>
            <a:off x="4744528" y="1001074"/>
            <a:ext cx="6451542" cy="1471333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>
            <a:outerShdw blurRad="190500" algn="ctr" rotWithShape="0">
              <a:schemeClr val="tx2">
                <a:lumMod val="90000"/>
                <a:lumOff val="10000"/>
                <a:alpha val="20000"/>
              </a:scheme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ea"/>
                <a:ea typeface="+mj-ea"/>
                <a:cs typeface="Sarasa Mono Slab CL" panose="02000509000000000000" pitchFamily="49" charset="-120"/>
              </a:rPr>
              <a:t>Leaf OS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ea"/>
                <a:ea typeface="+mj-ea"/>
                <a:cs typeface="vivo Sans" panose="02000500000000000000" pitchFamily="2" charset="-122"/>
              </a:rPr>
              <a:t> 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5</a:t>
            </a:r>
            <a:r>
              <a:rPr kumimoji="0" lang="en-US" altLang="zh-CN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 </a:t>
            </a:r>
            <a:r>
              <a:rPr kumimoji="0" lang="en-US" altLang="zh-CN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Preview</a:t>
            </a:r>
            <a:endParaRPr kumimoji="0" lang="zh-CN" altLang="en-US" sz="3200" b="0" i="0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60F4A143-A7C1-FA1F-299F-C89CCC972BE1}"/>
              </a:ext>
            </a:extLst>
          </p:cNvPr>
          <p:cNvSpPr txBox="1"/>
          <p:nvPr/>
        </p:nvSpPr>
        <p:spPr>
          <a:xfrm>
            <a:off x="4797715" y="2859209"/>
            <a:ext cx="1375321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型号代码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L310PA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AABFD37-C54A-10CF-9760-6166E0DF0D54}"/>
              </a:ext>
            </a:extLst>
          </p:cNvPr>
          <p:cNvSpPr txBox="1"/>
          <p:nvPr/>
        </p:nvSpPr>
        <p:spPr>
          <a:xfrm>
            <a:off x="7882272" y="2859209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机型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Pad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72A953F0-5CB2-9F2A-F8CF-040B7992AF1D}"/>
              </a:ext>
            </a:extLst>
          </p:cNvPr>
          <p:cNvSpPr txBox="1"/>
          <p:nvPr/>
        </p:nvSpPr>
        <p:spPr>
          <a:xfrm>
            <a:off x="4797715" y="3404014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系统版本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5.0.0.preview.2507a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5DE9297-B13E-3D65-561C-A5D5950AD0F2}"/>
              </a:ext>
            </a:extLst>
          </p:cNvPr>
          <p:cNvSpPr txBox="1"/>
          <p:nvPr/>
        </p:nvSpPr>
        <p:spPr>
          <a:xfrm>
            <a:off x="7882272" y="4075818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项目成立日期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2025-06-29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5722CB95-C136-4410-C89D-A3BFA7075C36}"/>
              </a:ext>
            </a:extLst>
          </p:cNvPr>
          <p:cNvSpPr txBox="1"/>
          <p:nvPr/>
        </p:nvSpPr>
        <p:spPr>
          <a:xfrm>
            <a:off x="4797715" y="4075818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编译时间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2025</a:t>
            </a:r>
            <a:r>
              <a:rPr lang="en-US" altLang="zh-CN" sz="1600" dirty="0">
                <a:latin typeface="vivo Sans"/>
                <a:ea typeface="vivo Sans"/>
              </a:rPr>
              <a:t>-07-14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9BC10EB2-5EAC-B8A5-9A3A-553D59213908}"/>
              </a:ext>
            </a:extLst>
          </p:cNvPr>
          <p:cNvSpPr txBox="1"/>
          <p:nvPr/>
        </p:nvSpPr>
        <p:spPr>
          <a:xfrm>
            <a:off x="7882272" y="4625712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2502 (18526.20086)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A5A26A6-1033-1F1F-3D1A-9D03CB68B634}"/>
              </a:ext>
            </a:extLst>
          </p:cNvPr>
          <p:cNvSpPr txBox="1"/>
          <p:nvPr/>
        </p:nvSpPr>
        <p:spPr>
          <a:xfrm>
            <a:off x="4797715" y="4625712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Microsoft PowerPoint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cxnSp>
        <p:nvCxnSpPr>
          <p:cNvPr id="48" name="直接连接符 47">
            <a:extLst>
              <a:ext uri="{FF2B5EF4-FFF2-40B4-BE49-F238E27FC236}">
                <a16:creationId xmlns:a16="http://schemas.microsoft.com/office/drawing/2014/main" id="{20B4B54E-5ADF-0E25-0C94-D079E116BF4F}"/>
              </a:ext>
            </a:extLst>
          </p:cNvPr>
          <p:cNvCxnSpPr>
            <a:cxnSpLocks/>
          </p:cNvCxnSpPr>
          <p:nvPr/>
        </p:nvCxnSpPr>
        <p:spPr>
          <a:xfrm>
            <a:off x="4797715" y="4007569"/>
            <a:ext cx="631330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49" name="文本框 48">
            <a:extLst>
              <a:ext uri="{FF2B5EF4-FFF2-40B4-BE49-F238E27FC236}">
                <a16:creationId xmlns:a16="http://schemas.microsoft.com/office/drawing/2014/main" id="{E5459898-C7EA-D3D8-701B-485CC096C612}"/>
              </a:ext>
            </a:extLst>
          </p:cNvPr>
          <p:cNvSpPr txBox="1"/>
          <p:nvPr/>
        </p:nvSpPr>
        <p:spPr>
          <a:xfrm>
            <a:off x="7882272" y="3405634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限制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演示</a:t>
            </a:r>
          </a:p>
        </p:txBody>
      </p:sp>
      <p:cxnSp>
        <p:nvCxnSpPr>
          <p:cNvPr id="50" name="直接连接符 49">
            <a:extLst>
              <a:ext uri="{FF2B5EF4-FFF2-40B4-BE49-F238E27FC236}">
                <a16:creationId xmlns:a16="http://schemas.microsoft.com/office/drawing/2014/main" id="{1D5DE3D6-2C67-DCFC-6DB2-F4004586D2CF}"/>
              </a:ext>
            </a:extLst>
          </p:cNvPr>
          <p:cNvCxnSpPr>
            <a:cxnSpLocks/>
          </p:cNvCxnSpPr>
          <p:nvPr/>
        </p:nvCxnSpPr>
        <p:spPr>
          <a:xfrm>
            <a:off x="4797715" y="5261405"/>
            <a:ext cx="6313308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F03E2475-C195-DD0C-4D8F-5F45B0A1BC69}"/>
              </a:ext>
            </a:extLst>
          </p:cNvPr>
          <p:cNvSpPr txBox="1"/>
          <p:nvPr/>
        </p:nvSpPr>
        <p:spPr>
          <a:xfrm>
            <a:off x="7882272" y="5309591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特别鸣谢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i="0" dirty="0">
                <a:solidFill>
                  <a:srgbClr val="13181D"/>
                </a:solidFill>
                <a:effectLst/>
                <a:latin typeface="-apple-system"/>
              </a:rPr>
              <a:t>亥鸥</a:t>
            </a:r>
            <a:r>
              <a:rPr lang="en-US" altLang="zh-CN" sz="1600" i="0" dirty="0">
                <a:solidFill>
                  <a:srgbClr val="13181D"/>
                </a:solidFill>
                <a:effectLst/>
                <a:latin typeface="+mn-ea"/>
              </a:rPr>
              <a:t>_HYO</a:t>
            </a:r>
            <a:endParaRPr kumimoji="0" lang="zh-CN" altLang="en-US" sz="16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2EB3DC8B-F833-5CEC-4D7D-40BC9E9D8DFC}"/>
              </a:ext>
            </a:extLst>
          </p:cNvPr>
          <p:cNvSpPr txBox="1"/>
          <p:nvPr/>
        </p:nvSpPr>
        <p:spPr>
          <a:xfrm>
            <a:off x="4797715" y="5309591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作者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dirty="0">
                <a:latin typeface="vivo Sans"/>
                <a:ea typeface="vivo Sans"/>
              </a:rPr>
              <a:t>雨夌</a:t>
            </a:r>
            <a:endParaRPr kumimoji="0" lang="zh-CN" altLang="en-US" sz="16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FCA12372-C683-31A9-38D2-671770D3E6A9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5671E304-4C6F-635C-64D8-63EB40257F1B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64" name="!! 软件更新">
            <a:extLst>
              <a:ext uri="{FF2B5EF4-FFF2-40B4-BE49-F238E27FC236}">
                <a16:creationId xmlns:a16="http://schemas.microsoft.com/office/drawing/2014/main" id="{CDE703D0-7845-9EC0-3B0B-B8FE518678B2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65" name="!! 未选中">
              <a:extLst>
                <a:ext uri="{FF2B5EF4-FFF2-40B4-BE49-F238E27FC236}">
                  <a16:creationId xmlns:a16="http://schemas.microsoft.com/office/drawing/2014/main" id="{575F1CDB-5C26-944C-14DD-1F3ED0E8D308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66" name="icon">
              <a:extLst>
                <a:ext uri="{FF2B5EF4-FFF2-40B4-BE49-F238E27FC236}">
                  <a16:creationId xmlns:a16="http://schemas.microsoft.com/office/drawing/2014/main" id="{911030A8-B8C2-410C-F41E-4D567CB15E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67" name="!! 更多连接">
            <a:extLst>
              <a:ext uri="{FF2B5EF4-FFF2-40B4-BE49-F238E27FC236}">
                <a16:creationId xmlns:a16="http://schemas.microsoft.com/office/drawing/2014/main" id="{502FE370-2CC0-9C21-F460-7C8A186081FE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68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0B32E76A-AE9E-B85F-19F0-9879ACDBE157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22EF2D70-C170-E71A-B7A7-0A548739197E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70" name="椭圆 69">
                <a:extLst>
                  <a:ext uri="{FF2B5EF4-FFF2-40B4-BE49-F238E27FC236}">
                    <a16:creationId xmlns:a16="http://schemas.microsoft.com/office/drawing/2014/main" id="{AED7A08C-D8C5-9A49-F9DA-5CF5B21181C5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71" name="icon">
                <a:extLst>
                  <a:ext uri="{FF2B5EF4-FFF2-40B4-BE49-F238E27FC236}">
                    <a16:creationId xmlns:a16="http://schemas.microsoft.com/office/drawing/2014/main" id="{3083060D-97C7-0208-A208-360D0B01B5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72" name="!! 蓝牙">
            <a:extLst>
              <a:ext uri="{FF2B5EF4-FFF2-40B4-BE49-F238E27FC236}">
                <a16:creationId xmlns:a16="http://schemas.microsoft.com/office/drawing/2014/main" id="{59197375-76AD-9223-3BA8-EB0905DC2EEC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73" name="!! 未选中">
              <a:hlinkClick r:id="rId16" action="ppaction://hlinksldjump"/>
              <a:extLst>
                <a:ext uri="{FF2B5EF4-FFF2-40B4-BE49-F238E27FC236}">
                  <a16:creationId xmlns:a16="http://schemas.microsoft.com/office/drawing/2014/main" id="{C5F10C17-4B16-0CE2-8275-ECEDE497F491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74" name="图形 73">
              <a:extLst>
                <a:ext uri="{FF2B5EF4-FFF2-40B4-BE49-F238E27FC236}">
                  <a16:creationId xmlns:a16="http://schemas.microsoft.com/office/drawing/2014/main" id="{51019077-7E5D-2112-CE0B-E5D6C599B31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75" name="!! WLAN">
            <a:extLst>
              <a:ext uri="{FF2B5EF4-FFF2-40B4-BE49-F238E27FC236}">
                <a16:creationId xmlns:a16="http://schemas.microsoft.com/office/drawing/2014/main" id="{F670FDBF-043A-87FC-D3E7-73E5B524F8CB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76" name="!! WLAN">
              <a:extLst>
                <a:ext uri="{FF2B5EF4-FFF2-40B4-BE49-F238E27FC236}">
                  <a16:creationId xmlns:a16="http://schemas.microsoft.com/office/drawing/2014/main" id="{BD3EAC2D-AE66-8606-BC5D-4FC2C2EE0EA1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78" name="!! 未选中">
                <a:hlinkClick r:id="rId19" action="ppaction://hlinksldjump"/>
                <a:extLst>
                  <a:ext uri="{FF2B5EF4-FFF2-40B4-BE49-F238E27FC236}">
                    <a16:creationId xmlns:a16="http://schemas.microsoft.com/office/drawing/2014/main" id="{BE42EFC6-A1AA-4D60-0D9F-4B7F7C0D7951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79" name="icon">
                <a:extLst>
                  <a:ext uri="{FF2B5EF4-FFF2-40B4-BE49-F238E27FC236}">
                    <a16:creationId xmlns:a16="http://schemas.microsoft.com/office/drawing/2014/main" id="{3FF08C8D-A332-C0EA-43D4-98266A8BC1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77" name="图形 76">
              <a:extLst>
                <a:ext uri="{FF2B5EF4-FFF2-40B4-BE49-F238E27FC236}">
                  <a16:creationId xmlns:a16="http://schemas.microsoft.com/office/drawing/2014/main" id="{1E85E8AB-E4FE-BC15-FB85-BE6C1839A7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80" name="!! 关于">
            <a:extLst>
              <a:ext uri="{FF2B5EF4-FFF2-40B4-BE49-F238E27FC236}">
                <a16:creationId xmlns:a16="http://schemas.microsoft.com/office/drawing/2014/main" id="{0B96D13D-801D-07D0-2DF4-7B0E20DF9738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81" name="!! 未选中">
              <a:hlinkClick r:id="rId24" action="ppaction://hlinksldjump"/>
              <a:extLst>
                <a:ext uri="{FF2B5EF4-FFF2-40B4-BE49-F238E27FC236}">
                  <a16:creationId xmlns:a16="http://schemas.microsoft.com/office/drawing/2014/main" id="{77722850-B8F9-2A48-2B55-5A47B1432745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tx1">
                <a:lumMod val="10000"/>
                <a:lumOff val="90000"/>
              </a:schemeClr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82" name="图形 81">
              <a:extLst>
                <a:ext uri="{FF2B5EF4-FFF2-40B4-BE49-F238E27FC236}">
                  <a16:creationId xmlns:a16="http://schemas.microsoft.com/office/drawing/2014/main" id="{40B6F891-5F1B-FDC0-4B90-59FDC926F4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73520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580F1D-EA98-E364-04CD-27A39EF28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C8E56897-FABF-8252-0B59-8D20CEF72FFF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B1AC2BA7-AEE1-FBF9-6B63-121C7A339EBC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626A71D4-F98F-EBBE-7911-FF3B705ECF37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C45CD427-7F5C-B545-0BFA-726A8BC8586F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45A29FF8-BE27-5C31-D4EE-33E27D920A27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9D4CF376-5A13-FBA9-4A24-8E1B3EF980E0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26DEDFE1-2065-6118-F3B1-5DD70B89055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5814E83D-2EE1-47BB-51F9-51C15E9FC65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15" name="文本框 14">
            <a:extLst>
              <a:ext uri="{FF2B5EF4-FFF2-40B4-BE49-F238E27FC236}">
                <a16:creationId xmlns:a16="http://schemas.microsoft.com/office/drawing/2014/main" id="{F5BA04D9-A43D-4E4B-27C8-C118786F1438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网络与连接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E8E192F-8FB3-ED0D-B28E-93BE222AA4AB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系统</a:t>
            </a:r>
          </a:p>
        </p:txBody>
      </p:sp>
      <p:grpSp>
        <p:nvGrpSpPr>
          <p:cNvPr id="17" name="!! 软件更新">
            <a:extLst>
              <a:ext uri="{FF2B5EF4-FFF2-40B4-BE49-F238E27FC236}">
                <a16:creationId xmlns:a16="http://schemas.microsoft.com/office/drawing/2014/main" id="{B192FD8C-AC8D-7487-6FF2-FDE5863AF1E3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8" name="!! 未选中">
              <a:extLst>
                <a:ext uri="{FF2B5EF4-FFF2-40B4-BE49-F238E27FC236}">
                  <a16:creationId xmlns:a16="http://schemas.microsoft.com/office/drawing/2014/main" id="{820BD960-D9E7-14FB-67B1-C4BAC9D81555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5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23" name="icon">
              <a:extLst>
                <a:ext uri="{FF2B5EF4-FFF2-40B4-BE49-F238E27FC236}">
                  <a16:creationId xmlns:a16="http://schemas.microsoft.com/office/drawing/2014/main" id="{A53A0740-9650-705B-A5CE-6B14D2EE0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24" name="!! 更多连接">
            <a:extLst>
              <a:ext uri="{FF2B5EF4-FFF2-40B4-BE49-F238E27FC236}">
                <a16:creationId xmlns:a16="http://schemas.microsoft.com/office/drawing/2014/main" id="{D5A6A4C1-5D6E-E0BD-A059-2B63E35D2841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26" name="!! 未选中">
              <a:hlinkClick r:id="rId10" action="ppaction://hlinksldjump"/>
              <a:extLst>
                <a:ext uri="{FF2B5EF4-FFF2-40B4-BE49-F238E27FC236}">
                  <a16:creationId xmlns:a16="http://schemas.microsoft.com/office/drawing/2014/main" id="{9730A1C5-C9A4-0429-02F4-D46406286847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9" name="组合 28">
              <a:extLst>
                <a:ext uri="{FF2B5EF4-FFF2-40B4-BE49-F238E27FC236}">
                  <a16:creationId xmlns:a16="http://schemas.microsoft.com/office/drawing/2014/main" id="{A7F3D6A3-0B00-F182-0D76-7237005DE8FB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30" name="椭圆 29">
                <a:extLst>
                  <a:ext uri="{FF2B5EF4-FFF2-40B4-BE49-F238E27FC236}">
                    <a16:creationId xmlns:a16="http://schemas.microsoft.com/office/drawing/2014/main" id="{02DDA737-964A-7F6C-B89F-9234F2237A97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5F5F5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endParaRPr>
              </a:p>
            </p:txBody>
          </p:sp>
          <p:pic>
            <p:nvPicPr>
              <p:cNvPr id="31" name="icon">
                <a:extLst>
                  <a:ext uri="{FF2B5EF4-FFF2-40B4-BE49-F238E27FC236}">
                    <a16:creationId xmlns:a16="http://schemas.microsoft.com/office/drawing/2014/main" id="{927F16B9-237E-0055-26C6-3C60C8C0B0E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2" name="!! 蓝牙">
            <a:extLst>
              <a:ext uri="{FF2B5EF4-FFF2-40B4-BE49-F238E27FC236}">
                <a16:creationId xmlns:a16="http://schemas.microsoft.com/office/drawing/2014/main" id="{4491869D-E09C-2E63-CBC4-F50F00B45BFD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3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CCCD4677-BA75-4D50-7D72-055FC972CB6F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725A88B0-8A14-2ED3-2504-71EBD39291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5" name="!! WLAN">
            <a:extLst>
              <a:ext uri="{FF2B5EF4-FFF2-40B4-BE49-F238E27FC236}">
                <a16:creationId xmlns:a16="http://schemas.microsoft.com/office/drawing/2014/main" id="{6D1A9E13-0D49-5192-2FD8-0E088BAA0ED9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36" name="!! WLAN">
              <a:extLst>
                <a:ext uri="{FF2B5EF4-FFF2-40B4-BE49-F238E27FC236}">
                  <a16:creationId xmlns:a16="http://schemas.microsoft.com/office/drawing/2014/main" id="{32C09466-394C-4D53-E57D-4A1C4F9CA629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38" name="!! 未选中">
                <a:hlinkClick r:id="rId16" action="ppaction://hlinksldjump"/>
                <a:extLst>
                  <a:ext uri="{FF2B5EF4-FFF2-40B4-BE49-F238E27FC236}">
                    <a16:creationId xmlns:a16="http://schemas.microsoft.com/office/drawing/2014/main" id="{29D23CFA-8D7C-E68E-838D-A06D80D19639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1818">
                        <a:lumMod val="90000"/>
                        <a:lumOff val="10000"/>
                      </a:srgb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181818">
                        <a:lumMod val="90000"/>
                        <a:lumOff val="10000"/>
                      </a:srgb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39" name="icon">
                <a:extLst>
                  <a:ext uri="{FF2B5EF4-FFF2-40B4-BE49-F238E27FC236}">
                    <a16:creationId xmlns:a16="http://schemas.microsoft.com/office/drawing/2014/main" id="{AA696F9D-B49A-463B-6667-57817F56CA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37" name="图形 36">
              <a:extLst>
                <a:ext uri="{FF2B5EF4-FFF2-40B4-BE49-F238E27FC236}">
                  <a16:creationId xmlns:a16="http://schemas.microsoft.com/office/drawing/2014/main" id="{3542B71B-7AE0-EF28-E5C3-9E122E7296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40" name="!! 关于">
            <a:extLst>
              <a:ext uri="{FF2B5EF4-FFF2-40B4-BE49-F238E27FC236}">
                <a16:creationId xmlns:a16="http://schemas.microsoft.com/office/drawing/2014/main" id="{8EC2DC8A-078D-AA31-7659-C45FE10043C5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41" name="!! 未选中">
              <a:hlinkClick r:id="rId21" action="ppaction://hlinksldjump"/>
              <a:extLst>
                <a:ext uri="{FF2B5EF4-FFF2-40B4-BE49-F238E27FC236}">
                  <a16:creationId xmlns:a16="http://schemas.microsoft.com/office/drawing/2014/main" id="{07195735-B792-DCDD-21EF-3EC9E7754DE0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>
                      <a:lumMod val="90000"/>
                      <a:lumOff val="10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A7688506-6EDB-5E8B-FFE7-97449F97A9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4212CC5E-880D-93F3-086C-4EE2585D5C35}"/>
              </a:ext>
            </a:extLst>
          </p:cNvPr>
          <p:cNvGrpSpPr/>
          <p:nvPr/>
        </p:nvGrpSpPr>
        <p:grpSpPr>
          <a:xfrm>
            <a:off x="7402866" y="1246429"/>
            <a:ext cx="980808" cy="980808"/>
            <a:chOff x="7332875" y="1296357"/>
            <a:chExt cx="980808" cy="980808"/>
          </a:xfrm>
        </p:grpSpPr>
        <p:sp>
          <p:nvSpPr>
            <p:cNvPr id="11" name="!! 背景">
              <a:hlinkClick r:id="rId24" action="ppaction://hlinksldjump"/>
              <a:extLst>
                <a:ext uri="{FF2B5EF4-FFF2-40B4-BE49-F238E27FC236}">
                  <a16:creationId xmlns:a16="http://schemas.microsoft.com/office/drawing/2014/main" id="{46C56BBF-370D-2685-B3F7-EE4F2E2D4C50}"/>
                </a:ext>
              </a:extLst>
            </p:cNvPr>
            <p:cNvSpPr/>
            <p:nvPr/>
          </p:nvSpPr>
          <p:spPr>
            <a:xfrm>
              <a:off x="7332875" y="1296357"/>
              <a:ext cx="980808" cy="980808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  <a:effectLst>
              <a:outerShdw blurRad="1905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4" name="icon">
              <a:extLst>
                <a:ext uri="{FF2B5EF4-FFF2-40B4-BE49-F238E27FC236}">
                  <a16:creationId xmlns:a16="http://schemas.microsoft.com/office/drawing/2014/main" id="{237EB526-2419-ABF3-5E82-0C80212C90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7446309" y="1409791"/>
              <a:ext cx="753940" cy="753940"/>
            </a:xfrm>
            <a:prstGeom prst="rect">
              <a:avLst/>
            </a:prstGeom>
          </p:spPr>
        </p:pic>
      </p:grpSp>
      <p:sp>
        <p:nvSpPr>
          <p:cNvPr id="43" name="文本框 42">
            <a:extLst>
              <a:ext uri="{FF2B5EF4-FFF2-40B4-BE49-F238E27FC236}">
                <a16:creationId xmlns:a16="http://schemas.microsoft.com/office/drawing/2014/main" id="{0E403C5A-D0DA-D516-A89F-84A2DFF60806}"/>
              </a:ext>
            </a:extLst>
          </p:cNvPr>
          <p:cNvSpPr txBox="1"/>
          <p:nvPr/>
        </p:nvSpPr>
        <p:spPr>
          <a:xfrm>
            <a:off x="7304691" y="2348691"/>
            <a:ext cx="1177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/>
              <a:t>设置</a:t>
            </a: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D57826E9-5CEF-73EC-B743-005C452EA971}"/>
              </a:ext>
            </a:extLst>
          </p:cNvPr>
          <p:cNvSpPr txBox="1"/>
          <p:nvPr/>
        </p:nvSpPr>
        <p:spPr>
          <a:xfrm>
            <a:off x="6616264" y="2784389"/>
            <a:ext cx="2554012" cy="28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App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版本：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1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.1.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20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.preview</a:t>
            </a: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B84169A7-26E6-F915-10EE-613597A6264D}"/>
              </a:ext>
            </a:extLst>
          </p:cNvPr>
          <p:cNvSpPr txBox="1"/>
          <p:nvPr/>
        </p:nvSpPr>
        <p:spPr>
          <a:xfrm>
            <a:off x="6505721" y="6220046"/>
            <a:ext cx="2775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© 2025 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</a:rPr>
              <a:t>雨夌 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All Rights Reserved.</a:t>
            </a:r>
            <a:endParaRPr lang="zh-CN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7960F687-5D4C-ABF2-C154-DC82AE4B7D76}"/>
              </a:ext>
            </a:extLst>
          </p:cNvPr>
          <p:cNvSpPr txBox="1"/>
          <p:nvPr/>
        </p:nvSpPr>
        <p:spPr>
          <a:xfrm>
            <a:off x="6616264" y="3016087"/>
            <a:ext cx="2554012" cy="28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UI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版本：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5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.1.0</a:t>
            </a:r>
          </a:p>
        </p:txBody>
      </p:sp>
      <p:grpSp>
        <p:nvGrpSpPr>
          <p:cNvPr id="47" name="!! 关闭按钮">
            <a:extLst>
              <a:ext uri="{FF2B5EF4-FFF2-40B4-BE49-F238E27FC236}">
                <a16:creationId xmlns:a16="http://schemas.microsoft.com/office/drawing/2014/main" id="{00C06825-EDEF-10A6-DE1E-19385D0485E2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48" name="矩形: 圆角 47">
              <a:hlinkClick r:id="rId27" action="ppaction://hlinksldjump"/>
              <a:extLst>
                <a:ext uri="{FF2B5EF4-FFF2-40B4-BE49-F238E27FC236}">
                  <a16:creationId xmlns:a16="http://schemas.microsoft.com/office/drawing/2014/main" id="{187FD17F-C412-B74E-2902-C9CECF06128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accent1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4063F5D5-FCD9-2094-924B-CF3491BA27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33634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EA2DD3-1947-B5F3-390C-297256A8D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45685F3F-2482-9607-986A-21EABC994A7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6C2DF6D1-5AF3-64BD-A88F-C4DD62E93E94}"/>
              </a:ext>
            </a:extLst>
          </p:cNvPr>
          <p:cNvGrpSpPr/>
          <p:nvPr/>
        </p:nvGrpSpPr>
        <p:grpSpPr>
          <a:xfrm>
            <a:off x="5688576" y="931625"/>
            <a:ext cx="814848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E46FD4A6-5B35-B28E-9C12-231E10F3AC7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EE0C66E2-F672-68DB-3366-9BB32FF0A50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</a:t>
              </a:r>
            </a:p>
          </p:txBody>
        </p:sp>
      </p:grpSp>
      <p:grpSp>
        <p:nvGrpSpPr>
          <p:cNvPr id="37" name="!! 关于设备按钮">
            <a:extLst>
              <a:ext uri="{FF2B5EF4-FFF2-40B4-BE49-F238E27FC236}">
                <a16:creationId xmlns:a16="http://schemas.microsoft.com/office/drawing/2014/main" id="{86C922AC-0027-670F-BAAB-D07DB84728B1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052365"/>
            <a:chExt cx="4910666" cy="545100"/>
          </a:xfrm>
        </p:grpSpPr>
        <p:sp>
          <p:nvSpPr>
            <p:cNvPr id="29" name="按钮">
              <a:hlinkClick r:id="rId6" action="ppaction://hlinksldjump"/>
              <a:extLst>
                <a:ext uri="{FF2B5EF4-FFF2-40B4-BE49-F238E27FC236}">
                  <a16:creationId xmlns:a16="http://schemas.microsoft.com/office/drawing/2014/main" id="{19190D63-39D4-F8A2-1BFC-0F290ABC1298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/>
                  </a:solidFill>
                </a:rPr>
                <a:t>       关于设备</a:t>
              </a:r>
            </a:p>
          </p:txBody>
        </p:sp>
        <p:pic>
          <p:nvPicPr>
            <p:cNvPr id="30" name="图标">
              <a:extLst>
                <a:ext uri="{FF2B5EF4-FFF2-40B4-BE49-F238E27FC236}">
                  <a16:creationId xmlns:a16="http://schemas.microsoft.com/office/drawing/2014/main" id="{77A49CB2-B67A-8042-B44E-13FC20804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8" name="!! 网络连接按钮">
            <a:extLst>
              <a:ext uri="{FF2B5EF4-FFF2-40B4-BE49-F238E27FC236}">
                <a16:creationId xmlns:a16="http://schemas.microsoft.com/office/drawing/2014/main" id="{330C2B22-1085-335C-B423-82CC07C5DDD8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2052365"/>
            <a:chExt cx="4910666" cy="545100"/>
          </a:xfrm>
        </p:grpSpPr>
        <p:sp>
          <p:nvSpPr>
            <p:cNvPr id="39" name="按钮">
              <a:hlinkClick r:id="rId9" action="ppaction://hlinksldjump"/>
              <a:extLst>
                <a:ext uri="{FF2B5EF4-FFF2-40B4-BE49-F238E27FC236}">
                  <a16:creationId xmlns:a16="http://schemas.microsoft.com/office/drawing/2014/main" id="{7235BE52-D1D4-8CAB-14A2-4A4BAC99C39A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600" dirty="0">
                  <a:solidFill>
                    <a:schemeClr val="tx1"/>
                  </a:solidFill>
                </a:rPr>
                <a:t>       网络连接</a:t>
              </a:r>
            </a:p>
          </p:txBody>
        </p:sp>
        <p:pic>
          <p:nvPicPr>
            <p:cNvPr id="40" name="图标">
              <a:extLst>
                <a:ext uri="{FF2B5EF4-FFF2-40B4-BE49-F238E27FC236}">
                  <a16:creationId xmlns:a16="http://schemas.microsoft.com/office/drawing/2014/main" id="{B87D650B-3A16-3529-FE51-08A12D1956F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6" name="!! 返回按钮">
            <a:extLst>
              <a:ext uri="{FF2B5EF4-FFF2-40B4-BE49-F238E27FC236}">
                <a16:creationId xmlns:a16="http://schemas.microsoft.com/office/drawing/2014/main" id="{A7E4FB0F-AD44-6B2D-2F2D-54ED9386A97B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9A7A6F91-A013-83E1-66B4-581669822FD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3E30B1D0-B5CC-2270-326A-84693E3293D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007E0AB1-5410-CB1E-DEEF-06617EC9B1B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14" action="ppaction://hlinksldjump"/>
              <a:extLst>
                <a:ext uri="{FF2B5EF4-FFF2-40B4-BE49-F238E27FC236}">
                  <a16:creationId xmlns:a16="http://schemas.microsoft.com/office/drawing/2014/main" id="{77D5CA3F-D89E-687A-E176-D46E710DDD5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10330918-6550-C87C-1D4A-E02E66776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AC00D161-974F-56D4-AF85-FCCC3AF5CEB4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7" action="ppaction://hlinksldjump"/>
              <a:extLst>
                <a:ext uri="{FF2B5EF4-FFF2-40B4-BE49-F238E27FC236}">
                  <a16:creationId xmlns:a16="http://schemas.microsoft.com/office/drawing/2014/main" id="{29B0380C-0742-AE7D-1500-EA54F2CBCF9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B08891B7-86CB-D806-07BC-B64702C4B07D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13949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2796E2-2F44-C3C1-B83E-6BB781B951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82C2223D-680C-B1D0-E558-36EEB2EF63C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CD5456A8-5612-90A2-3412-7B193914FC32}"/>
              </a:ext>
            </a:extLst>
          </p:cNvPr>
          <p:cNvGrpSpPr/>
          <p:nvPr/>
        </p:nvGrpSpPr>
        <p:grpSpPr>
          <a:xfrm>
            <a:off x="5688576" y="931625"/>
            <a:ext cx="814848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9F200FF8-C690-CBA5-2B5E-B34CB7312A66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38ACFD5-A73D-3A3C-CD11-BE78A229A379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设置</a:t>
              </a:r>
            </a:p>
          </p:txBody>
        </p:sp>
      </p:grpSp>
      <p:grpSp>
        <p:nvGrpSpPr>
          <p:cNvPr id="37" name="!! 关于设备按钮">
            <a:extLst>
              <a:ext uri="{FF2B5EF4-FFF2-40B4-BE49-F238E27FC236}">
                <a16:creationId xmlns:a16="http://schemas.microsoft.com/office/drawing/2014/main" id="{B0A8DF43-4CB8-CAD8-EAB5-6D10E34CEB36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052365"/>
            <a:chExt cx="4910666" cy="545100"/>
          </a:xfrm>
        </p:grpSpPr>
        <p:sp>
          <p:nvSpPr>
            <p:cNvPr id="29" name="按钮">
              <a:hlinkClick r:id="rId5" action="ppaction://hlinksldjump"/>
              <a:extLst>
                <a:ext uri="{FF2B5EF4-FFF2-40B4-BE49-F238E27FC236}">
                  <a16:creationId xmlns:a16="http://schemas.microsoft.com/office/drawing/2014/main" id="{E7B3DE59-DA81-DC76-4970-E1A67E38999D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       关于设备</a:t>
              </a:r>
            </a:p>
          </p:txBody>
        </p:sp>
        <p:pic>
          <p:nvPicPr>
            <p:cNvPr id="30" name="图标">
              <a:extLst>
                <a:ext uri="{FF2B5EF4-FFF2-40B4-BE49-F238E27FC236}">
                  <a16:creationId xmlns:a16="http://schemas.microsoft.com/office/drawing/2014/main" id="{9911E651-0E4F-B7C2-3E8D-EC7E1068E1B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8" name="!! 网络连接按钮">
            <a:extLst>
              <a:ext uri="{FF2B5EF4-FFF2-40B4-BE49-F238E27FC236}">
                <a16:creationId xmlns:a16="http://schemas.microsoft.com/office/drawing/2014/main" id="{E32E194D-0B9F-6466-6B65-F824EAA5BBC0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2052365"/>
            <a:chExt cx="4910666" cy="545100"/>
          </a:xfrm>
        </p:grpSpPr>
        <p:sp>
          <p:nvSpPr>
            <p:cNvPr id="39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D312E5DC-72E5-D194-7B84-139BD8525827}"/>
                </a:ext>
              </a:extLst>
            </p:cNvPr>
            <p:cNvSpPr/>
            <p:nvPr/>
          </p:nvSpPr>
          <p:spPr>
            <a:xfrm>
              <a:off x="3640667" y="2052365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       网络连接</a:t>
              </a:r>
            </a:p>
          </p:txBody>
        </p:sp>
        <p:pic>
          <p:nvPicPr>
            <p:cNvPr id="40" name="图标">
              <a:extLst>
                <a:ext uri="{FF2B5EF4-FFF2-40B4-BE49-F238E27FC236}">
                  <a16:creationId xmlns:a16="http://schemas.microsoft.com/office/drawing/2014/main" id="{90820352-B022-F65E-5AFB-85840C5B1C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3832404" y="2214411"/>
              <a:ext cx="221008" cy="221008"/>
            </a:xfrm>
            <a:prstGeom prst="rect">
              <a:avLst/>
            </a:prstGeom>
          </p:spPr>
        </p:pic>
      </p:grpSp>
      <p:grpSp>
        <p:nvGrpSpPr>
          <p:cNvPr id="36" name="!! 返回按钮">
            <a:extLst>
              <a:ext uri="{FF2B5EF4-FFF2-40B4-BE49-F238E27FC236}">
                <a16:creationId xmlns:a16="http://schemas.microsoft.com/office/drawing/2014/main" id="{582533F9-7F6B-B0C8-FA4F-B5D352CA0E1F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41" name="矩形: 圆角 40">
              <a:extLst>
                <a:ext uri="{FF2B5EF4-FFF2-40B4-BE49-F238E27FC236}">
                  <a16:creationId xmlns:a16="http://schemas.microsoft.com/office/drawing/2014/main" id="{07F74006-074D-A7D1-2C86-E2B7F7CEADC3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1">
                <a:lumMod val="7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CB851A43-A1E2-5FA6-2546-D5532075B2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9B05D3C0-9325-32B8-7DDE-3E53D0E5D417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13" action="ppaction://hlinksldjump"/>
              <a:extLst>
                <a:ext uri="{FF2B5EF4-FFF2-40B4-BE49-F238E27FC236}">
                  <a16:creationId xmlns:a16="http://schemas.microsoft.com/office/drawing/2014/main" id="{5BA7D758-999C-B1D4-66A5-A2FE166326C0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4C6F809A-E1A8-FC0B-2596-378AE57EFB2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3E564D7D-00C2-B476-E1D5-88AD6DA3BC0C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6" action="ppaction://hlinksldjump"/>
              <a:extLst>
                <a:ext uri="{FF2B5EF4-FFF2-40B4-BE49-F238E27FC236}">
                  <a16:creationId xmlns:a16="http://schemas.microsoft.com/office/drawing/2014/main" id="{8A479BF8-7E32-A2F8-58EC-5DC6B79B8BC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92720C07-77F3-9E91-4CB3-FDBF9F5DD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291240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>
        <p:fade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507127E-BDD6-9EB0-9F07-663E217DF2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94FA9F2-9278-6F24-D76A-134BD312E37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3">
            <a:extLst>
              <a:ext uri="{FF2B5EF4-FFF2-40B4-BE49-F238E27FC236}">
                <a16:creationId xmlns:a16="http://schemas.microsoft.com/office/drawing/2014/main" id="{F76B4C8C-0CEA-5FAA-BC20-961E77E29CA6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82EAB2EF-201A-7177-C487-DABCE29B43D5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3D673313-70D2-F1CB-4CE8-2244CF438CC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网络连接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F2A691A0-7245-8ED2-56E0-3077C6E85395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8D7116A7-8A25-288B-0F9A-462F68E3FF99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6C8BEF80-76C9-7A83-C05D-32AB5FE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1" name="!! WLAN按钮">
            <a:extLst>
              <a:ext uri="{FF2B5EF4-FFF2-40B4-BE49-F238E27FC236}">
                <a16:creationId xmlns:a16="http://schemas.microsoft.com/office/drawing/2014/main" id="{F1A58660-D320-2FCB-799E-99AFFD9B4A8A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1875822"/>
            <a:chExt cx="4910666" cy="545100"/>
          </a:xfrm>
        </p:grpSpPr>
        <p:sp>
          <p:nvSpPr>
            <p:cNvPr id="4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36B30E9D-8067-BDC0-8007-7C0C9DB9DAC9}"/>
                </a:ext>
              </a:extLst>
            </p:cNvPr>
            <p:cNvSpPr/>
            <p:nvPr/>
          </p:nvSpPr>
          <p:spPr>
            <a:xfrm>
              <a:off x="3640667" y="1875822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endPara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1E864633-1BF7-0C31-3363-9301F0553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072172"/>
              <a:ext cx="152400" cy="152400"/>
            </a:xfrm>
            <a:prstGeom prst="rect">
              <a:avLst/>
            </a:prstGeom>
          </p:spPr>
        </p:pic>
      </p:grpSp>
      <p:grpSp>
        <p:nvGrpSpPr>
          <p:cNvPr id="52" name="!! 有线连接按钮">
            <a:extLst>
              <a:ext uri="{FF2B5EF4-FFF2-40B4-BE49-F238E27FC236}">
                <a16:creationId xmlns:a16="http://schemas.microsoft.com/office/drawing/2014/main" id="{09F895A6-EA3C-951A-CA4E-B08E1ADF6C9B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43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2BA8AC99-64EB-C643-08A4-81FEED2A08D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有线连接</a:t>
              </a:r>
            </a:p>
          </p:txBody>
        </p:sp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EB976B59-721E-22FB-6BD4-F7864482F00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789EE27D-71E0-FF14-4342-43616BA4E7A2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12" action="ppaction://hlinksldjump"/>
              <a:extLst>
                <a:ext uri="{FF2B5EF4-FFF2-40B4-BE49-F238E27FC236}">
                  <a16:creationId xmlns:a16="http://schemas.microsoft.com/office/drawing/2014/main" id="{7B8B82EF-42C9-7FE3-39D3-354257AF9F0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78E4BD75-CA73-2F6A-5BD1-1995A1640628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2" name="!! 有线连接按钮">
            <a:extLst>
              <a:ext uri="{FF2B5EF4-FFF2-40B4-BE49-F238E27FC236}">
                <a16:creationId xmlns:a16="http://schemas.microsoft.com/office/drawing/2014/main" id="{D1E38AC5-17F6-F88F-327E-D5BDF8798367}"/>
              </a:ext>
            </a:extLst>
          </p:cNvPr>
          <p:cNvGrpSpPr/>
          <p:nvPr/>
        </p:nvGrpSpPr>
        <p:grpSpPr>
          <a:xfrm>
            <a:off x="3640667" y="3290114"/>
            <a:ext cx="4910666" cy="545100"/>
            <a:chOff x="3640667" y="2582968"/>
            <a:chExt cx="4910666" cy="545100"/>
          </a:xfrm>
        </p:grpSpPr>
        <p:sp>
          <p:nvSpPr>
            <p:cNvPr id="3" name="按钮">
              <a:hlinkClick r:id="rId15" action="ppaction://hlinksldjump"/>
              <a:extLst>
                <a:ext uri="{FF2B5EF4-FFF2-40B4-BE49-F238E27FC236}">
                  <a16:creationId xmlns:a16="http://schemas.microsoft.com/office/drawing/2014/main" id="{6AD6457F-875E-51C8-94A1-9B4311FA109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卫星连接</a:t>
              </a: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45752836-DF3E-EFD4-C34E-8E40F5C359C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" name="!! info按钮">
            <a:extLst>
              <a:ext uri="{FF2B5EF4-FFF2-40B4-BE49-F238E27FC236}">
                <a16:creationId xmlns:a16="http://schemas.microsoft.com/office/drawing/2014/main" id="{EF90D85D-D9DD-1BEA-C624-4460C539765A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6" name="矩形: 圆角 5">
              <a:hlinkClick r:id="rId16" action="ppaction://hlinksldjump"/>
              <a:extLst>
                <a:ext uri="{FF2B5EF4-FFF2-40B4-BE49-F238E27FC236}">
                  <a16:creationId xmlns:a16="http://schemas.microsoft.com/office/drawing/2014/main" id="{D9318FE4-8290-B420-DDD1-EC9A4CC8CCE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4F2A3AA9-31E3-2DD8-3317-45D753104A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88719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37267A-EEEA-3190-96E2-64AD26F98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52943435-8657-D1A7-3CE6-892DB976E3E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3">
            <a:extLst>
              <a:ext uri="{FF2B5EF4-FFF2-40B4-BE49-F238E27FC236}">
                <a16:creationId xmlns:a16="http://schemas.microsoft.com/office/drawing/2014/main" id="{C3DA862A-C6AF-9A4F-B3CD-19636564A8AD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56C9CF3-BE10-E08C-21F5-A0D713D3C398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D68A9DA2-917F-5842-43D5-81845D1A29BC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2400" dirty="0">
                  <a:solidFill>
                    <a:srgbClr val="000000">
                      <a:lumMod val="75000"/>
                      <a:lumOff val="25000"/>
                    </a:srgbClr>
                  </a:solidFill>
                  <a:latin typeface="+mj-ea"/>
                  <a:ea typeface="+mj-ea"/>
                </a:rPr>
                <a:t>网络连接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9191E232-EBC5-A3CB-FD45-18FE67A319CB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80B03517-3C6A-5A19-53C2-1588C5E93FA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BB5BE038-5BBE-532C-688A-DF30D55A4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1" name="!! WLAN按钮">
            <a:extLst>
              <a:ext uri="{FF2B5EF4-FFF2-40B4-BE49-F238E27FC236}">
                <a16:creationId xmlns:a16="http://schemas.microsoft.com/office/drawing/2014/main" id="{7657958F-F012-F45A-C363-81EA12A82C24}"/>
              </a:ext>
            </a:extLst>
          </p:cNvPr>
          <p:cNvGrpSpPr/>
          <p:nvPr/>
        </p:nvGrpSpPr>
        <p:grpSpPr>
          <a:xfrm>
            <a:off x="3640667" y="1875822"/>
            <a:ext cx="4910666" cy="545100"/>
            <a:chOff x="3640667" y="1875822"/>
            <a:chExt cx="4910666" cy="545100"/>
          </a:xfrm>
        </p:grpSpPr>
        <p:sp>
          <p:nvSpPr>
            <p:cNvPr id="4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CA6DE132-099F-536A-8D99-BF2D45880DE4}"/>
                </a:ext>
              </a:extLst>
            </p:cNvPr>
            <p:cNvSpPr/>
            <p:nvPr/>
          </p:nvSpPr>
          <p:spPr>
            <a:xfrm>
              <a:off x="3640667" y="1875822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en-US" altLang="zh-CN" sz="1600" dirty="0">
                  <a:solidFill>
                    <a:schemeClr val="tx1"/>
                  </a:solidFill>
                </a:rPr>
                <a:t>WLAN</a:t>
              </a:r>
              <a:endParaRPr lang="zh-CN" altLang="en-US" sz="1600" dirty="0">
                <a:solidFill>
                  <a:schemeClr val="tx1"/>
                </a:solidFill>
              </a:endParaRPr>
            </a:p>
          </p:txBody>
        </p:sp>
        <p:pic>
          <p:nvPicPr>
            <p:cNvPr id="49" name="图形 48">
              <a:extLst>
                <a:ext uri="{FF2B5EF4-FFF2-40B4-BE49-F238E27FC236}">
                  <a16:creationId xmlns:a16="http://schemas.microsoft.com/office/drawing/2014/main" id="{3DADEFB0-28B1-A897-595B-DC887A20537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072172"/>
              <a:ext cx="152400" cy="152400"/>
            </a:xfrm>
            <a:prstGeom prst="rect">
              <a:avLst/>
            </a:prstGeom>
          </p:spPr>
        </p:pic>
      </p:grpSp>
      <p:grpSp>
        <p:nvGrpSpPr>
          <p:cNvPr id="52" name="!! 有线连接按钮">
            <a:extLst>
              <a:ext uri="{FF2B5EF4-FFF2-40B4-BE49-F238E27FC236}">
                <a16:creationId xmlns:a16="http://schemas.microsoft.com/office/drawing/2014/main" id="{39821A30-C613-8E85-F0C6-C3C2B25E18DE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43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B44C8DA0-1BAC-8181-E143-FAAF7671DAF0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有线连接</a:t>
              </a:r>
            </a:p>
          </p:txBody>
        </p:sp>
        <p:pic>
          <p:nvPicPr>
            <p:cNvPr id="50" name="图形 49">
              <a:extLst>
                <a:ext uri="{FF2B5EF4-FFF2-40B4-BE49-F238E27FC236}">
                  <a16:creationId xmlns:a16="http://schemas.microsoft.com/office/drawing/2014/main" id="{4D181B0E-1CDC-AD04-986E-EF2D55B82F0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61F25307-6A06-438F-B199-B86DE206C5E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12" action="ppaction://hlinksldjump"/>
              <a:extLst>
                <a:ext uri="{FF2B5EF4-FFF2-40B4-BE49-F238E27FC236}">
                  <a16:creationId xmlns:a16="http://schemas.microsoft.com/office/drawing/2014/main" id="{D57D6902-2CEE-1F63-4232-6E6D5C8E89F7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A2697F46-3522-4D8E-38EE-CD3EF9F8B6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2" name="!! 有线连接按钮">
            <a:extLst>
              <a:ext uri="{FF2B5EF4-FFF2-40B4-BE49-F238E27FC236}">
                <a16:creationId xmlns:a16="http://schemas.microsoft.com/office/drawing/2014/main" id="{2A692656-5938-2B7C-7E9F-7F545FDFFB22}"/>
              </a:ext>
            </a:extLst>
          </p:cNvPr>
          <p:cNvGrpSpPr/>
          <p:nvPr/>
        </p:nvGrpSpPr>
        <p:grpSpPr>
          <a:xfrm>
            <a:off x="3640667" y="3290114"/>
            <a:ext cx="4910666" cy="545100"/>
            <a:chOff x="3640667" y="2582968"/>
            <a:chExt cx="4910666" cy="545100"/>
          </a:xfrm>
        </p:grpSpPr>
        <p:sp>
          <p:nvSpPr>
            <p:cNvPr id="3" name="按钮">
              <a:hlinkClick r:id="rId15" action="ppaction://hlinksldjump"/>
              <a:extLst>
                <a:ext uri="{FF2B5EF4-FFF2-40B4-BE49-F238E27FC236}">
                  <a16:creationId xmlns:a16="http://schemas.microsoft.com/office/drawing/2014/main" id="{348740EB-3CD0-8FBC-6816-5069188F3D9E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卫星连接</a:t>
              </a: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DCCE696F-C49D-78A4-B5D0-0BE5EEF7141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5" name="!! info按钮">
            <a:extLst>
              <a:ext uri="{FF2B5EF4-FFF2-40B4-BE49-F238E27FC236}">
                <a16:creationId xmlns:a16="http://schemas.microsoft.com/office/drawing/2014/main" id="{641C6EF2-ACFC-03C3-EDDD-C001EABFEBF8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6" name="矩形: 圆角 5">
              <a:hlinkClick r:id="rId16" action="ppaction://hlinksldjump"/>
              <a:extLst>
                <a:ext uri="{FF2B5EF4-FFF2-40B4-BE49-F238E27FC236}">
                  <a16:creationId xmlns:a16="http://schemas.microsoft.com/office/drawing/2014/main" id="{E28F9882-A3FA-53A3-0432-731019E102DE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36C3AEBD-6B49-BC83-A88F-AA7E09183C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80033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57C5B6-509D-CEA0-51B7-578E894951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58E2B04B-B0B3-51E0-CC5F-1808BA8B43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4">
            <a:extLst>
              <a:ext uri="{FF2B5EF4-FFF2-40B4-BE49-F238E27FC236}">
                <a16:creationId xmlns:a16="http://schemas.microsoft.com/office/drawing/2014/main" id="{8EB22FE7-E2D0-AE46-1D01-75123E2A6D0D}"/>
              </a:ext>
            </a:extLst>
          </p:cNvPr>
          <p:cNvGrpSpPr/>
          <p:nvPr/>
        </p:nvGrpSpPr>
        <p:grpSpPr>
          <a:xfrm>
            <a:off x="5486400" y="931625"/>
            <a:ext cx="121920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6D8A451-D6CA-4917-BFF5-0B403D1DCE07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614325BE-FBF7-44E8-5A3D-F20E2554528B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WLAN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C9AFDC3E-F705-9290-3E7A-E3636C1F4D9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0659B5B-2D96-95E9-5C6A-254793F6FEF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3F9AD5D5-F6AF-FBF6-8D9A-6C73310AD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46" name="按钮">
            <a:extLst>
              <a:ext uri="{FF2B5EF4-FFF2-40B4-BE49-F238E27FC236}">
                <a16:creationId xmlns:a16="http://schemas.microsoft.com/office/drawing/2014/main" id="{52042BCE-B9C5-E5F2-AD36-240AE7EC6548}"/>
              </a:ext>
            </a:extLst>
          </p:cNvPr>
          <p:cNvSpPr/>
          <p:nvPr/>
        </p:nvSpPr>
        <p:spPr>
          <a:xfrm>
            <a:off x="3640667" y="270640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1">
              <a:lumMod val="90000"/>
            </a:schemeClr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50000"/>
                  </a:scheme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开关</a:t>
            </a:r>
          </a:p>
        </p:txBody>
      </p: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9FC3EBBF-48DB-AA80-E8BE-6920E9390C4F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9B0DB1DF-0AED-52F0-1F03-C9BE271E4CB3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86128D1C-D0D2-233A-B944-D4FF00BA8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7" name="!! 开关1背景">
            <a:extLst>
              <a:ext uri="{FF2B5EF4-FFF2-40B4-BE49-F238E27FC236}">
                <a16:creationId xmlns:a16="http://schemas.microsoft.com/office/drawing/2014/main" id="{49678BC8-AF87-28FA-C590-3A651B87DACE}"/>
              </a:ext>
            </a:extLst>
          </p:cNvPr>
          <p:cNvSpPr/>
          <p:nvPr/>
        </p:nvSpPr>
        <p:spPr>
          <a:xfrm>
            <a:off x="7966380" y="2888165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开关1">
            <a:extLst>
              <a:ext uri="{FF2B5EF4-FFF2-40B4-BE49-F238E27FC236}">
                <a16:creationId xmlns:a16="http://schemas.microsoft.com/office/drawing/2014/main" id="{70FBE2F5-73D4-43BF-64E9-BBC19B660A07}"/>
              </a:ext>
            </a:extLst>
          </p:cNvPr>
          <p:cNvSpPr/>
          <p:nvPr/>
        </p:nvSpPr>
        <p:spPr>
          <a:xfrm>
            <a:off x="8000062" y="2911809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9" name="!! 无线模块警告">
            <a:extLst>
              <a:ext uri="{FF2B5EF4-FFF2-40B4-BE49-F238E27FC236}">
                <a16:creationId xmlns:a16="http://schemas.microsoft.com/office/drawing/2014/main" id="{84744AC7-0298-BD53-D21D-C778A97082D9}"/>
              </a:ext>
            </a:extLst>
          </p:cNvPr>
          <p:cNvGrpSpPr/>
          <p:nvPr/>
        </p:nvGrpSpPr>
        <p:grpSpPr>
          <a:xfrm>
            <a:off x="3663253" y="1801856"/>
            <a:ext cx="4888080" cy="781669"/>
            <a:chOff x="6744289" y="1953066"/>
            <a:chExt cx="3541817" cy="781669"/>
          </a:xfrm>
        </p:grpSpPr>
        <p:sp>
          <p:nvSpPr>
            <p:cNvPr id="10" name="!! 背景">
              <a:extLst>
                <a:ext uri="{FF2B5EF4-FFF2-40B4-BE49-F238E27FC236}">
                  <a16:creationId xmlns:a16="http://schemas.microsoft.com/office/drawing/2014/main" id="{F553A8CA-CBAE-66A8-9315-6934AB5FFD3C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1" name="!! 标题">
              <a:extLst>
                <a:ext uri="{FF2B5EF4-FFF2-40B4-BE49-F238E27FC236}">
                  <a16:creationId xmlns:a16="http://schemas.microsoft.com/office/drawing/2014/main" id="{3F4E174B-D70E-9BD7-63E5-77CBEC4A69E6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无线模块无法使用</a:t>
              </a:r>
            </a:p>
          </p:txBody>
        </p:sp>
        <p:sp>
          <p:nvSpPr>
            <p:cNvPr id="12" name="!! 副标题">
              <a:extLst>
                <a:ext uri="{FF2B5EF4-FFF2-40B4-BE49-F238E27FC236}">
                  <a16:creationId xmlns:a16="http://schemas.microsoft.com/office/drawing/2014/main" id="{BE126504-0644-6CC6-B193-24BB601F17C7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由于系统的特殊性质，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无法使用</a:t>
              </a:r>
            </a:p>
          </p:txBody>
        </p:sp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35092055-4268-933A-1846-45060D025C79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1" action="ppaction://hlinksldjump"/>
              <a:extLst>
                <a:ext uri="{FF2B5EF4-FFF2-40B4-BE49-F238E27FC236}">
                  <a16:creationId xmlns:a16="http://schemas.microsoft.com/office/drawing/2014/main" id="{92EF834D-BC85-2462-40CF-2342519C181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2999FA27-1D09-4F33-E1C4-76F7EA0B3E4B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165019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F395C7-3E2C-131C-111B-0C6B0CC16F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089546E2-FBC3-9773-C3D2-89214E34B3D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4">
            <a:extLst>
              <a:ext uri="{FF2B5EF4-FFF2-40B4-BE49-F238E27FC236}">
                <a16:creationId xmlns:a16="http://schemas.microsoft.com/office/drawing/2014/main" id="{0B932712-C5A0-FCDF-2B67-125BEBD027DD}"/>
              </a:ext>
            </a:extLst>
          </p:cNvPr>
          <p:cNvGrpSpPr/>
          <p:nvPr/>
        </p:nvGrpSpPr>
        <p:grpSpPr>
          <a:xfrm>
            <a:off x="5486400" y="931625"/>
            <a:ext cx="121920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C0493B4-99D0-E1E0-9093-F61787D0FDEE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505F2C2-01E8-8BD2-FE15-37E88C074261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WLAN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A35CFDFD-5A07-4DFD-5957-8A938003532C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F53A435D-6035-9A1F-2589-C8148A3B9EB2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E91654CB-AEC7-4CFE-2696-9DB836740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46" name="按钮">
            <a:extLst>
              <a:ext uri="{FF2B5EF4-FFF2-40B4-BE49-F238E27FC236}">
                <a16:creationId xmlns:a16="http://schemas.microsoft.com/office/drawing/2014/main" id="{B904145B-4DCE-FE11-2093-3F2DDDC3D2BB}"/>
              </a:ext>
            </a:extLst>
          </p:cNvPr>
          <p:cNvSpPr/>
          <p:nvPr/>
        </p:nvSpPr>
        <p:spPr>
          <a:xfrm>
            <a:off x="3640667" y="270640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tx1">
              <a:lumMod val="10000"/>
              <a:lumOff val="90000"/>
            </a:schemeClr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 </a:t>
            </a: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开关</a:t>
            </a:r>
          </a:p>
        </p:txBody>
      </p: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1AE53535-9E5D-90A0-62CC-AB067C240918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116FFCCF-49BA-6007-B0F2-9FED01937FB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CBBC3722-A3BF-0938-D6B8-52D61D5402E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7" name="!! 开关1背景">
            <a:extLst>
              <a:ext uri="{FF2B5EF4-FFF2-40B4-BE49-F238E27FC236}">
                <a16:creationId xmlns:a16="http://schemas.microsoft.com/office/drawing/2014/main" id="{67BB929E-2F27-D396-4ED7-8713D66FACFD}"/>
              </a:ext>
            </a:extLst>
          </p:cNvPr>
          <p:cNvSpPr/>
          <p:nvPr/>
        </p:nvSpPr>
        <p:spPr>
          <a:xfrm>
            <a:off x="7966380" y="2888165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90000"/>
            </a:schemeClr>
          </a:solidFill>
          <a:ln w="127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开关1">
            <a:extLst>
              <a:ext uri="{FF2B5EF4-FFF2-40B4-BE49-F238E27FC236}">
                <a16:creationId xmlns:a16="http://schemas.microsoft.com/office/drawing/2014/main" id="{F892FB16-AE09-F301-97A3-6D9BC034696B}"/>
              </a:ext>
            </a:extLst>
          </p:cNvPr>
          <p:cNvSpPr/>
          <p:nvPr/>
        </p:nvSpPr>
        <p:spPr>
          <a:xfrm>
            <a:off x="8000062" y="2911809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>
              <a:lumMod val="5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9" name="!! 无线模块警告">
            <a:extLst>
              <a:ext uri="{FF2B5EF4-FFF2-40B4-BE49-F238E27FC236}">
                <a16:creationId xmlns:a16="http://schemas.microsoft.com/office/drawing/2014/main" id="{CB8B5EE2-C09C-DD99-BD03-60C2A6469B5F}"/>
              </a:ext>
            </a:extLst>
          </p:cNvPr>
          <p:cNvGrpSpPr/>
          <p:nvPr/>
        </p:nvGrpSpPr>
        <p:grpSpPr>
          <a:xfrm>
            <a:off x="3663253" y="1801856"/>
            <a:ext cx="4888080" cy="781669"/>
            <a:chOff x="6744289" y="1953066"/>
            <a:chExt cx="3541817" cy="781669"/>
          </a:xfrm>
        </p:grpSpPr>
        <p:sp>
          <p:nvSpPr>
            <p:cNvPr id="10" name="!! 背景">
              <a:extLst>
                <a:ext uri="{FF2B5EF4-FFF2-40B4-BE49-F238E27FC236}">
                  <a16:creationId xmlns:a16="http://schemas.microsoft.com/office/drawing/2014/main" id="{ADF60D89-49C7-13CB-31B7-AC74059D5143}"/>
                </a:ext>
              </a:extLst>
            </p:cNvPr>
            <p:cNvSpPr/>
            <p:nvPr/>
          </p:nvSpPr>
          <p:spPr>
            <a:xfrm>
              <a:off x="6744289" y="1953066"/>
              <a:ext cx="3541817" cy="781669"/>
            </a:xfrm>
            <a:prstGeom prst="roundRect">
              <a:avLst>
                <a:gd name="adj" fmla="val 8838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accent6"/>
              </a:solidFill>
            </a:ln>
            <a:effectLst>
              <a:outerShdw blurRad="127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F5252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sp>
          <p:nvSpPr>
            <p:cNvPr id="11" name="!! 标题">
              <a:extLst>
                <a:ext uri="{FF2B5EF4-FFF2-40B4-BE49-F238E27FC236}">
                  <a16:creationId xmlns:a16="http://schemas.microsoft.com/office/drawing/2014/main" id="{31E3642B-04C7-2503-54E6-5FD6FB079ED5}"/>
                </a:ext>
              </a:extLst>
            </p:cNvPr>
            <p:cNvSpPr txBox="1"/>
            <p:nvPr/>
          </p:nvSpPr>
          <p:spPr>
            <a:xfrm>
              <a:off x="6879497" y="2081312"/>
              <a:ext cx="242656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无线模块无法使用</a:t>
              </a:r>
            </a:p>
          </p:txBody>
        </p:sp>
        <p:sp>
          <p:nvSpPr>
            <p:cNvPr id="12" name="!! 副标题">
              <a:extLst>
                <a:ext uri="{FF2B5EF4-FFF2-40B4-BE49-F238E27FC236}">
                  <a16:creationId xmlns:a16="http://schemas.microsoft.com/office/drawing/2014/main" id="{F2ACBD2C-B9EC-5CE0-23BD-417CA809CF0C}"/>
                </a:ext>
              </a:extLst>
            </p:cNvPr>
            <p:cNvSpPr txBox="1"/>
            <p:nvPr/>
          </p:nvSpPr>
          <p:spPr>
            <a:xfrm>
              <a:off x="6879497" y="2343837"/>
              <a:ext cx="32170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由于系统的特殊性质，</a:t>
              </a:r>
              <a:r>
                <a:rPr kumimoji="0" lang="en-US" altLang="zh-CN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WLAN</a:t>
              </a: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无法使用</a:t>
              </a:r>
            </a:p>
          </p:txBody>
        </p:sp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80F32E86-A4BE-71AB-646F-FEEDEF7F0CDF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1" action="ppaction://hlinksldjump"/>
              <a:extLst>
                <a:ext uri="{FF2B5EF4-FFF2-40B4-BE49-F238E27FC236}">
                  <a16:creationId xmlns:a16="http://schemas.microsoft.com/office/drawing/2014/main" id="{8B936DDD-3DE9-DD98-22BF-19E2855BF09A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9B3B61F4-00AC-A5C8-86B7-5AFC4AD74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6615951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DAA630-9D94-8F5D-835C-2AEE7D420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E4C9EEF5-C922-BA60-B3D1-0B8A735BDBF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5">
            <a:extLst>
              <a:ext uri="{FF2B5EF4-FFF2-40B4-BE49-F238E27FC236}">
                <a16:creationId xmlns:a16="http://schemas.microsoft.com/office/drawing/2014/main" id="{B59132B3-F33D-AD75-939D-639452AFBE16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634BE54-935C-4EF1-F7EF-074655B9B0FF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FC2A278C-5BC1-1814-C38B-609BAD716726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有线连接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98A41CAC-2455-CE28-B674-27FEF6661765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216BF40F-F91B-5F48-F578-2880B79E349D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6AF6CF1-B7B4-7648-16EC-1B236E12DCE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BA4685BB-4687-F4AA-98A2-A5CD9C3C89D0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067DDF6C-9DC2-3772-6A3C-40CB31FB27D2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F385CF70-E40A-3564-8B49-9B98D203671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4" name="!! 以太网1按钮">
            <a:extLst>
              <a:ext uri="{FF2B5EF4-FFF2-40B4-BE49-F238E27FC236}">
                <a16:creationId xmlns:a16="http://schemas.microsoft.com/office/drawing/2014/main" id="{404E9255-B3C0-7013-72DA-436B477B6489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以太网</a:t>
            </a: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 1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5275E8A-230F-1356-1A38-3E3356A202BE}"/>
              </a:ext>
            </a:extLst>
          </p:cNvPr>
          <p:cNvSpPr txBox="1"/>
          <p:nvPr/>
        </p:nvSpPr>
        <p:spPr>
          <a:xfrm>
            <a:off x="7654379" y="2017567"/>
            <a:ext cx="7467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已连接</a:t>
            </a:r>
          </a:p>
        </p:txBody>
      </p:sp>
      <p:grpSp>
        <p:nvGrpSpPr>
          <p:cNvPr id="7" name="!! 网1按钮属性">
            <a:extLst>
              <a:ext uri="{FF2B5EF4-FFF2-40B4-BE49-F238E27FC236}">
                <a16:creationId xmlns:a16="http://schemas.microsoft.com/office/drawing/2014/main" id="{C896EDDE-D7B0-3BF6-5B0B-D886EDAF266D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8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89C9DB0D-98F7-EB73-68D5-2380D00C3F17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 </a:t>
              </a:r>
              <a:r>
                <a:rPr kumimoji="0" lang="en-US" altLang="zh-CN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1 - </a:t>
              </a: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属性</a:t>
              </a:r>
            </a:p>
          </p:txBody>
        </p:sp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4FEC0347-48FA-A13C-6245-DCE22DA1B24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803BC8A1-AADD-0425-D6A3-8222D6A2BA90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4" action="ppaction://hlinksldjump"/>
              <a:extLst>
                <a:ext uri="{FF2B5EF4-FFF2-40B4-BE49-F238E27FC236}">
                  <a16:creationId xmlns:a16="http://schemas.microsoft.com/office/drawing/2014/main" id="{801DCC51-D8F1-0D86-A29A-2EECC252FBF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7570F4BF-D32E-1D78-F3B1-3C01C8DD90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78453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FBF4B5-7272-9CEE-4221-7D5DA378E1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0AD8309D-9DE5-D22B-FB89-777F0E26D02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5">
            <a:extLst>
              <a:ext uri="{FF2B5EF4-FFF2-40B4-BE49-F238E27FC236}">
                <a16:creationId xmlns:a16="http://schemas.microsoft.com/office/drawing/2014/main" id="{E2A012BF-BF79-7466-110B-4327FF11C3C0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DD43B7D1-2827-9B2E-17BB-C648BFF2D562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99EB261-87A5-17E4-F592-2A0F45F5B220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有线连接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0B3B29DA-CA24-B855-4D7A-47F7D698279C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6F2284A1-6001-5F81-AF45-FE72CB3C704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6B4A288F-7FE8-A4AB-221A-875D2AACB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A1598BEE-6EDF-3076-B919-824B94857E8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75AF1346-0BF2-491B-F4DC-B74C4FA5E498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823321A5-EB55-A37A-835B-3FDA8204F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4" name="!! 以太网1按钮">
            <a:extLst>
              <a:ext uri="{FF2B5EF4-FFF2-40B4-BE49-F238E27FC236}">
                <a16:creationId xmlns:a16="http://schemas.microsoft.com/office/drawing/2014/main" id="{A3403D75-DDB8-292E-0DF3-038AF907250C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/>
            <a:r>
              <a:rPr lang="zh-CN" altLang="en-US" sz="1600" dirty="0">
                <a:solidFill>
                  <a:schemeClr val="tx1"/>
                </a:solidFill>
              </a:rPr>
              <a:t>以太网</a:t>
            </a:r>
            <a:r>
              <a:rPr lang="en-US" altLang="zh-CN" sz="1600" dirty="0">
                <a:solidFill>
                  <a:schemeClr val="tx1"/>
                </a:solidFill>
              </a:rPr>
              <a:t> 1</a:t>
            </a:r>
            <a:endParaRPr lang="zh-CN" altLang="en-US" sz="1600" dirty="0">
              <a:solidFill>
                <a:schemeClr val="tx1"/>
              </a:solidFill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7E496E9-84A3-E881-D537-57691219BE23}"/>
              </a:ext>
            </a:extLst>
          </p:cNvPr>
          <p:cNvSpPr txBox="1"/>
          <p:nvPr/>
        </p:nvSpPr>
        <p:spPr>
          <a:xfrm>
            <a:off x="7654379" y="2017567"/>
            <a:ext cx="74676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zh-CN" altLang="en-US" sz="1100" dirty="0">
                <a:solidFill>
                  <a:schemeClr val="accent1"/>
                </a:solidFill>
              </a:rPr>
              <a:t>已连接</a:t>
            </a:r>
          </a:p>
        </p:txBody>
      </p:sp>
      <p:grpSp>
        <p:nvGrpSpPr>
          <p:cNvPr id="7" name="!! 网1按钮属性">
            <a:extLst>
              <a:ext uri="{FF2B5EF4-FFF2-40B4-BE49-F238E27FC236}">
                <a16:creationId xmlns:a16="http://schemas.microsoft.com/office/drawing/2014/main" id="{7CF972EA-AFD0-1B6F-AE6B-7967D2BF16DF}"/>
              </a:ext>
            </a:extLst>
          </p:cNvPr>
          <p:cNvGrpSpPr/>
          <p:nvPr/>
        </p:nvGrpSpPr>
        <p:grpSpPr>
          <a:xfrm>
            <a:off x="3640667" y="2582968"/>
            <a:ext cx="4910666" cy="545100"/>
            <a:chOff x="3640667" y="2582968"/>
            <a:chExt cx="4910666" cy="545100"/>
          </a:xfrm>
        </p:grpSpPr>
        <p:sp>
          <p:nvSpPr>
            <p:cNvPr id="8" name="按钮">
              <a:hlinkClick r:id="rId11" action="ppaction://hlinksldjump"/>
              <a:extLst>
                <a:ext uri="{FF2B5EF4-FFF2-40B4-BE49-F238E27FC236}">
                  <a16:creationId xmlns:a16="http://schemas.microsoft.com/office/drawing/2014/main" id="{D5BB5540-4289-BE1C-07B0-A4C87269FADA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以太网 </a:t>
              </a:r>
              <a:r>
                <a:rPr lang="en-US" altLang="zh-CN" sz="1600" dirty="0">
                  <a:solidFill>
                    <a:schemeClr val="tx1"/>
                  </a:solidFill>
                </a:rPr>
                <a:t>1 - </a:t>
              </a:r>
              <a:r>
                <a:rPr lang="zh-CN" altLang="en-US" sz="1600" dirty="0">
                  <a:solidFill>
                    <a:schemeClr val="tx1"/>
                  </a:solidFill>
                </a:rPr>
                <a:t>属性</a:t>
              </a:r>
            </a:p>
          </p:txBody>
        </p:sp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1BE46EE9-4CC2-1533-6132-D0F9F071F0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2" name="!! info按钮">
            <a:extLst>
              <a:ext uri="{FF2B5EF4-FFF2-40B4-BE49-F238E27FC236}">
                <a16:creationId xmlns:a16="http://schemas.microsoft.com/office/drawing/2014/main" id="{301D95CB-363E-C99F-0EC6-C2289D89ED1B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" name="矩形: 圆角 2">
              <a:hlinkClick r:id="rId14" action="ppaction://hlinksldjump"/>
              <a:extLst>
                <a:ext uri="{FF2B5EF4-FFF2-40B4-BE49-F238E27FC236}">
                  <a16:creationId xmlns:a16="http://schemas.microsoft.com/office/drawing/2014/main" id="{28FB7B57-A239-9B47-175D-19B966910A9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27C7E723-D0E3-FA2D-EA9A-921048E8DF5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95730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8FFC5-1E34-05A2-FAF0-FC5D3FB78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694C9A0B-1F8C-2953-13C0-DF7807BC2E3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820E01D9-8EDB-F156-33B6-023623AD20C1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73F97D99-1D1F-63EF-D73E-3BE7D96650C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3A30434-29CE-5C35-2D0D-468B96D08C1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以太网 </a:t>
              </a:r>
              <a:r>
                <a:rPr kumimoji="0" lang="en-US" altLang="zh-CN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1</a:t>
              </a:r>
              <a:endPara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+mj-ea"/>
                <a:ea typeface="+mj-ea"/>
                <a:cs typeface="+mn-cs"/>
              </a:endParaRP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5A23AF13-2BEF-3A9F-F9E6-FD485CAB25B2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9AE45FC-F847-B629-44EF-B9F033906AB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02B5E849-92ED-5831-F069-CEC98AEFD0E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A88EC22D-7FE7-169D-8978-BB053228C66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8" action="ppaction://hlinksldjump"/>
              <a:extLst>
                <a:ext uri="{FF2B5EF4-FFF2-40B4-BE49-F238E27FC236}">
                  <a16:creationId xmlns:a16="http://schemas.microsoft.com/office/drawing/2014/main" id="{0FC4059F-45CA-1E10-F375-0F914C4778C4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09DA6A7B-3B8D-8E4E-2082-29121E54D9C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B1622D8C-B479-948E-2596-ACD57CDC19E4}"/>
              </a:ext>
            </a:extLst>
          </p:cNvPr>
          <p:cNvSpPr txBox="1"/>
          <p:nvPr/>
        </p:nvSpPr>
        <p:spPr>
          <a:xfrm>
            <a:off x="3691928" y="1772974"/>
            <a:ext cx="137532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以太网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1 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属性</a:t>
            </a:r>
          </a:p>
        </p:txBody>
      </p:sp>
      <p:sp>
        <p:nvSpPr>
          <p:cNvPr id="2" name="!! 内容2">
            <a:extLst>
              <a:ext uri="{FF2B5EF4-FFF2-40B4-BE49-F238E27FC236}">
                <a16:creationId xmlns:a16="http://schemas.microsoft.com/office/drawing/2014/main" id="{78BC9AF9-5AE5-FE3E-D4DF-5288852C3D32}"/>
              </a:ext>
            </a:extLst>
          </p:cNvPr>
          <p:cNvSpPr txBox="1"/>
          <p:nvPr/>
        </p:nvSpPr>
        <p:spPr>
          <a:xfrm>
            <a:off x="3691928" y="2079653"/>
            <a:ext cx="1824951" cy="337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网络名称：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状态：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传输速度</a:t>
            </a: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(D/U)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IP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DNS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分配：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IPv4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地址：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子网掩码：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MAC</a:t>
            </a: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地址：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连接端口：</a:t>
            </a:r>
          </a:p>
        </p:txBody>
      </p:sp>
      <p:sp>
        <p:nvSpPr>
          <p:cNvPr id="3" name="!! 内容1">
            <a:extLst>
              <a:ext uri="{FF2B5EF4-FFF2-40B4-BE49-F238E27FC236}">
                <a16:creationId xmlns:a16="http://schemas.microsoft.com/office/drawing/2014/main" id="{AAA3D1A0-8FA4-B152-D50F-C0554F574F3B}"/>
              </a:ext>
            </a:extLst>
          </p:cNvPr>
          <p:cNvSpPr txBox="1"/>
          <p:nvPr/>
        </p:nvSpPr>
        <p:spPr>
          <a:xfrm>
            <a:off x="5606128" y="2079652"/>
            <a:ext cx="2731822" cy="33752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Virtual Net</a:t>
            </a:r>
          </a:p>
          <a:p>
            <a:pPr>
              <a:lnSpc>
                <a:spcPct val="150000"/>
              </a:lnSpc>
            </a:pPr>
            <a:r>
              <a:rPr lang="zh-CN" altLang="en-US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可能无互联网访问</a:t>
            </a:r>
            <a:endParaRPr lang="en-US" altLang="zh-CN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1000/1000 Mbps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DHCP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DHCP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192.168.1.2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255.255.255.0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C6:01:FE:AC:00:91</a:t>
            </a:r>
          </a:p>
          <a:p>
            <a:pPr>
              <a:lnSpc>
                <a:spcPct val="150000"/>
              </a:lnSpc>
            </a:pPr>
            <a:r>
              <a:rPr lang="en-US" altLang="zh-CN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Inside</a:t>
            </a:r>
          </a:p>
        </p:txBody>
      </p:sp>
      <p:cxnSp>
        <p:nvCxnSpPr>
          <p:cNvPr id="10" name="直接连接符 9">
            <a:extLst>
              <a:ext uri="{FF2B5EF4-FFF2-40B4-BE49-F238E27FC236}">
                <a16:creationId xmlns:a16="http://schemas.microsoft.com/office/drawing/2014/main" id="{FA4B79C7-7323-03BB-2DE6-4A1765DF3A39}"/>
              </a:ext>
            </a:extLst>
          </p:cNvPr>
          <p:cNvCxnSpPr/>
          <p:nvPr/>
        </p:nvCxnSpPr>
        <p:spPr>
          <a:xfrm>
            <a:off x="3691928" y="2057400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grpSp>
        <p:nvGrpSpPr>
          <p:cNvPr id="4" name="!! info按钮">
            <a:extLst>
              <a:ext uri="{FF2B5EF4-FFF2-40B4-BE49-F238E27FC236}">
                <a16:creationId xmlns:a16="http://schemas.microsoft.com/office/drawing/2014/main" id="{0ABB5250-A800-C769-4FCC-BC7BF4B2A130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5" name="矩形: 圆角 4">
              <a:hlinkClick r:id="rId11" action="ppaction://hlinksldjump"/>
              <a:extLst>
                <a:ext uri="{FF2B5EF4-FFF2-40B4-BE49-F238E27FC236}">
                  <a16:creationId xmlns:a16="http://schemas.microsoft.com/office/drawing/2014/main" id="{4856F98E-4DAA-1E75-94BA-21781A5A1468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D34B901-C813-6BC8-43C9-B0F2C9DA856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4292220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4B8D99-4E1B-C1FA-A292-712E1FE51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2E357242-E5F6-A5AD-2D5E-5E7ECF675A5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A6A46FB1-827A-91BD-30B0-3AE916D4FC5B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58E4CB2-F9AC-3AA9-9AB4-AA35B013A84A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4619860-E826-A922-9790-6FCFC0FFC17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C808C58D-D217-70E7-B423-F817B281C3BB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" name="!! 处理器">
            <a:extLst>
              <a:ext uri="{FF2B5EF4-FFF2-40B4-BE49-F238E27FC236}">
                <a16:creationId xmlns:a16="http://schemas.microsoft.com/office/drawing/2014/main" id="{534DE579-421D-0333-4261-64DEC3D65E49}"/>
              </a:ext>
            </a:extLst>
          </p:cNvPr>
          <p:cNvGrpSpPr/>
          <p:nvPr/>
        </p:nvGrpSpPr>
        <p:grpSpPr>
          <a:xfrm>
            <a:off x="3809840" y="3554188"/>
            <a:ext cx="3009516" cy="480844"/>
            <a:chOff x="2646190" y="4215492"/>
            <a:chExt cx="3009516" cy="480844"/>
          </a:xfrm>
        </p:grpSpPr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16F4CB4A-A9DF-DF3F-111F-F9271041349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D088A46E-BA10-D330-D87A-A73E9B57BC61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C82F7AC1-5498-53D3-6C5A-3628F3671244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7" name="!! 设备">
            <a:extLst>
              <a:ext uri="{FF2B5EF4-FFF2-40B4-BE49-F238E27FC236}">
                <a16:creationId xmlns:a16="http://schemas.microsoft.com/office/drawing/2014/main" id="{A2C32E11-FEA4-0B71-BDC5-6471E5A4E449}"/>
              </a:ext>
            </a:extLst>
          </p:cNvPr>
          <p:cNvSpPr txBox="1"/>
          <p:nvPr/>
        </p:nvSpPr>
        <p:spPr>
          <a:xfrm>
            <a:off x="3737431" y="3104074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8" name="!! 运行内存">
            <a:extLst>
              <a:ext uri="{FF2B5EF4-FFF2-40B4-BE49-F238E27FC236}">
                <a16:creationId xmlns:a16="http://schemas.microsoft.com/office/drawing/2014/main" id="{59F3224B-EB1A-4253-726C-E7A668EB68AD}"/>
              </a:ext>
            </a:extLst>
          </p:cNvPr>
          <p:cNvGrpSpPr/>
          <p:nvPr/>
        </p:nvGrpSpPr>
        <p:grpSpPr>
          <a:xfrm>
            <a:off x="3819498" y="4102127"/>
            <a:ext cx="1769374" cy="480844"/>
            <a:chOff x="2635313" y="4215492"/>
            <a:chExt cx="1769374" cy="480844"/>
          </a:xfrm>
        </p:grpSpPr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B00122C9-F1E1-D25A-BF5D-194823019E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70452B79-78C6-3B43-F1E4-696AF3ACE019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4C316AFE-58E8-9F85-10D2-E0210D0C2955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2" name="!! 存储">
            <a:extLst>
              <a:ext uri="{FF2B5EF4-FFF2-40B4-BE49-F238E27FC236}">
                <a16:creationId xmlns:a16="http://schemas.microsoft.com/office/drawing/2014/main" id="{D63412D3-A461-BF1C-0E13-0430FD783BB2}"/>
              </a:ext>
            </a:extLst>
          </p:cNvPr>
          <p:cNvGrpSpPr/>
          <p:nvPr/>
        </p:nvGrpSpPr>
        <p:grpSpPr>
          <a:xfrm>
            <a:off x="3828396" y="4644655"/>
            <a:ext cx="1483257" cy="487932"/>
            <a:chOff x="2660366" y="4215492"/>
            <a:chExt cx="1483257" cy="487932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F567DE68-8D55-CDE3-E8B1-AC9687CF7E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04EB8D92-8E82-02D2-CF21-DEC51112E784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09529880-1469-D553-CA6C-34B6E7B8FD04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7" name="!! 系统">
            <a:extLst>
              <a:ext uri="{FF2B5EF4-FFF2-40B4-BE49-F238E27FC236}">
                <a16:creationId xmlns:a16="http://schemas.microsoft.com/office/drawing/2014/main" id="{04867A70-DA21-132E-750B-D69F8A0078A6}"/>
              </a:ext>
            </a:extLst>
          </p:cNvPr>
          <p:cNvGrpSpPr/>
          <p:nvPr/>
        </p:nvGrpSpPr>
        <p:grpSpPr>
          <a:xfrm>
            <a:off x="6193171" y="3564014"/>
            <a:ext cx="2356469" cy="480844"/>
            <a:chOff x="2673094" y="4215492"/>
            <a:chExt cx="2356469" cy="480844"/>
          </a:xfrm>
        </p:grpSpPr>
        <p:sp>
          <p:nvSpPr>
            <p:cNvPr id="18" name="图形 18">
              <a:extLst>
                <a:ext uri="{FF2B5EF4-FFF2-40B4-BE49-F238E27FC236}">
                  <a16:creationId xmlns:a16="http://schemas.microsoft.com/office/drawing/2014/main" id="{4B6D94BE-BD82-03FE-EA48-93A44D608571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A0E317E9-D10D-A9FD-F46F-EE466764B9B8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86F7715-977F-0B25-A845-F090B41DB323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1" name="!! 电池">
            <a:extLst>
              <a:ext uri="{FF2B5EF4-FFF2-40B4-BE49-F238E27FC236}">
                <a16:creationId xmlns:a16="http://schemas.microsoft.com/office/drawing/2014/main" id="{7EE02968-18D0-AAA5-80F6-1F0A96566ECE}"/>
              </a:ext>
            </a:extLst>
          </p:cNvPr>
          <p:cNvGrpSpPr/>
          <p:nvPr/>
        </p:nvGrpSpPr>
        <p:grpSpPr>
          <a:xfrm>
            <a:off x="6201786" y="4082931"/>
            <a:ext cx="1607577" cy="480844"/>
            <a:chOff x="2661454" y="4215492"/>
            <a:chExt cx="1607577" cy="480844"/>
          </a:xfrm>
        </p:grpSpPr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FC446135-5297-16FF-DD05-A931D89957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17F5C80F-86BE-6DBB-D75F-8739B1531FB9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23797417-2549-3D15-26DF-39261F07B5BD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31" name="Leaf">
            <a:extLst>
              <a:ext uri="{FF2B5EF4-FFF2-40B4-BE49-F238E27FC236}">
                <a16:creationId xmlns:a16="http://schemas.microsoft.com/office/drawing/2014/main" id="{241712C8-FB34-FB49-3B07-8A03E85ED402}"/>
              </a:ext>
            </a:extLst>
          </p:cNvPr>
          <p:cNvSpPr/>
          <p:nvPr/>
        </p:nvSpPr>
        <p:spPr>
          <a:xfrm>
            <a:off x="5935998" y="2147556"/>
            <a:ext cx="320004" cy="306934"/>
          </a:xfrm>
          <a:custGeom>
            <a:avLst/>
            <a:gdLst>
              <a:gd name="connsiteX0" fmla="*/ 128499 w 276466"/>
              <a:gd name="connsiteY0" fmla="*/ 23363 h 265174"/>
              <a:gd name="connsiteX1" fmla="*/ 19469 w 276466"/>
              <a:gd name="connsiteY1" fmla="*/ 132392 h 265174"/>
              <a:gd name="connsiteX2" fmla="*/ 33098 w 276466"/>
              <a:gd name="connsiteY2" fmla="*/ 184960 h 265174"/>
              <a:gd name="connsiteX3" fmla="*/ 59966 w 276466"/>
              <a:gd name="connsiteY3" fmla="*/ 158482 h 265174"/>
              <a:gd name="connsiteX4" fmla="*/ 137455 w 276466"/>
              <a:gd name="connsiteY4" fmla="*/ 95011 h 265174"/>
              <a:gd name="connsiteX5" fmla="*/ 142517 w 276466"/>
              <a:gd name="connsiteY5" fmla="*/ 93064 h 265174"/>
              <a:gd name="connsiteX6" fmla="*/ 150304 w 276466"/>
              <a:gd name="connsiteY6" fmla="*/ 100852 h 265174"/>
              <a:gd name="connsiteX7" fmla="*/ 147189 w 276466"/>
              <a:gd name="connsiteY7" fmla="*/ 107082 h 265174"/>
              <a:gd name="connsiteX8" fmla="*/ 147189 w 276466"/>
              <a:gd name="connsiteY8" fmla="*/ 107082 h 265174"/>
              <a:gd name="connsiteX9" fmla="*/ 35434 w 276466"/>
              <a:gd name="connsiteY9" fmla="*/ 205598 h 265174"/>
              <a:gd name="connsiteX10" fmla="*/ 29204 w 276466"/>
              <a:gd name="connsiteY10" fmla="*/ 212607 h 265174"/>
              <a:gd name="connsiteX11" fmla="*/ 29204 w 276466"/>
              <a:gd name="connsiteY11" fmla="*/ 212607 h 265174"/>
              <a:gd name="connsiteX12" fmla="*/ 0 w 276466"/>
              <a:gd name="connsiteY12" fmla="*/ 265174 h 265174"/>
              <a:gd name="connsiteX13" fmla="*/ 23363 w 276466"/>
              <a:gd name="connsiteY13" fmla="*/ 265174 h 265174"/>
              <a:gd name="connsiteX14" fmla="*/ 57630 w 276466"/>
              <a:gd name="connsiteY14" fmla="*/ 215722 h 265174"/>
              <a:gd name="connsiteX15" fmla="*/ 128499 w 276466"/>
              <a:gd name="connsiteY15" fmla="*/ 241811 h 265174"/>
              <a:gd name="connsiteX16" fmla="*/ 182624 w 276466"/>
              <a:gd name="connsiteY16" fmla="*/ 227404 h 265174"/>
              <a:gd name="connsiteX17" fmla="*/ 182624 w 276466"/>
              <a:gd name="connsiteY17" fmla="*/ 227404 h 265174"/>
              <a:gd name="connsiteX18" fmla="*/ 276467 w 276466"/>
              <a:gd name="connsiteY18" fmla="*/ 0 h 265174"/>
              <a:gd name="connsiteX19" fmla="*/ 128499 w 276466"/>
              <a:gd name="connsiteY19" fmla="*/ 23363 h 265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76466" h="265174">
                <a:moveTo>
                  <a:pt x="128499" y="23363"/>
                </a:moveTo>
                <a:cubicBezTo>
                  <a:pt x="68143" y="23363"/>
                  <a:pt x="19469" y="72037"/>
                  <a:pt x="19469" y="132392"/>
                </a:cubicBezTo>
                <a:cubicBezTo>
                  <a:pt x="19469" y="151473"/>
                  <a:pt x="24532" y="169384"/>
                  <a:pt x="33098" y="184960"/>
                </a:cubicBezTo>
                <a:cubicBezTo>
                  <a:pt x="41275" y="176393"/>
                  <a:pt x="50231" y="167827"/>
                  <a:pt x="59966" y="158482"/>
                </a:cubicBezTo>
                <a:cubicBezTo>
                  <a:pt x="84498" y="135508"/>
                  <a:pt x="113312" y="112144"/>
                  <a:pt x="137455" y="95011"/>
                </a:cubicBezTo>
                <a:cubicBezTo>
                  <a:pt x="139012" y="93843"/>
                  <a:pt x="140570" y="93064"/>
                  <a:pt x="142517" y="93064"/>
                </a:cubicBezTo>
                <a:cubicBezTo>
                  <a:pt x="146800" y="93064"/>
                  <a:pt x="150304" y="96569"/>
                  <a:pt x="150304" y="100852"/>
                </a:cubicBezTo>
                <a:cubicBezTo>
                  <a:pt x="150304" y="103578"/>
                  <a:pt x="149136" y="105525"/>
                  <a:pt x="147189" y="107082"/>
                </a:cubicBezTo>
                <a:lnTo>
                  <a:pt x="147189" y="107082"/>
                </a:lnTo>
                <a:cubicBezTo>
                  <a:pt x="112534" y="132003"/>
                  <a:pt x="66586" y="170553"/>
                  <a:pt x="35434" y="205598"/>
                </a:cubicBezTo>
                <a:cubicBezTo>
                  <a:pt x="35434" y="205598"/>
                  <a:pt x="31151" y="210270"/>
                  <a:pt x="29204" y="212607"/>
                </a:cubicBezTo>
                <a:lnTo>
                  <a:pt x="29204" y="212607"/>
                </a:lnTo>
                <a:cubicBezTo>
                  <a:pt x="11682" y="233244"/>
                  <a:pt x="0" y="251935"/>
                  <a:pt x="0" y="265174"/>
                </a:cubicBezTo>
                <a:lnTo>
                  <a:pt x="23363" y="265174"/>
                </a:lnTo>
                <a:cubicBezTo>
                  <a:pt x="23363" y="256608"/>
                  <a:pt x="36992" y="237917"/>
                  <a:pt x="57630" y="215722"/>
                </a:cubicBezTo>
                <a:cubicBezTo>
                  <a:pt x="76710" y="232076"/>
                  <a:pt x="101241" y="241811"/>
                  <a:pt x="128499" y="241811"/>
                </a:cubicBezTo>
                <a:cubicBezTo>
                  <a:pt x="147968" y="241811"/>
                  <a:pt x="166659" y="236749"/>
                  <a:pt x="182624" y="227404"/>
                </a:cubicBezTo>
                <a:lnTo>
                  <a:pt x="182624" y="227404"/>
                </a:lnTo>
                <a:cubicBezTo>
                  <a:pt x="265953" y="181066"/>
                  <a:pt x="276467" y="95790"/>
                  <a:pt x="276467" y="0"/>
                </a:cubicBezTo>
                <a:cubicBezTo>
                  <a:pt x="276467" y="0"/>
                  <a:pt x="185739" y="24921"/>
                  <a:pt x="128499" y="23363"/>
                </a:cubicBezTo>
                <a:close/>
              </a:path>
            </a:pathLst>
          </a:custGeom>
          <a:solidFill>
            <a:schemeClr val="bg1"/>
          </a:solidFill>
          <a:ln w="387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等线" panose="0211000402020202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26" name="!! 设备标识">
            <a:extLst>
              <a:ext uri="{FF2B5EF4-FFF2-40B4-BE49-F238E27FC236}">
                <a16:creationId xmlns:a16="http://schemas.microsoft.com/office/drawing/2014/main" id="{ED065FDA-5E59-C0EA-20DA-5CD523DD28C0}"/>
              </a:ext>
            </a:extLst>
          </p:cNvPr>
          <p:cNvSpPr/>
          <p:nvPr/>
        </p:nvSpPr>
        <p:spPr>
          <a:xfrm>
            <a:off x="5142085" y="3156680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Pro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62A8D3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3BDEEB01-FEAC-2AE7-1E35-6705B50F753A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14" action="ppaction://hlinksldjump"/>
              <a:extLst>
                <a:ext uri="{FF2B5EF4-FFF2-40B4-BE49-F238E27FC236}">
                  <a16:creationId xmlns:a16="http://schemas.microsoft.com/office/drawing/2014/main" id="{59181631-8932-270F-9FA3-687E41BAC090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46BE08F7-AFE1-9CDB-97DA-717090B7893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ACA7B7EF-BD16-D052-451D-825225511AC2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008DAAE7-1F1F-1223-F9CB-9ED8E5A440EE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A32C989B-FE49-B2DB-7EEA-1C80A411458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39" name="!! 网1按钮属性">
            <a:extLst>
              <a:ext uri="{FF2B5EF4-FFF2-40B4-BE49-F238E27FC236}">
                <a16:creationId xmlns:a16="http://schemas.microsoft.com/office/drawing/2014/main" id="{05CE3C35-A169-6498-7E9C-C0A0636A49A1}"/>
              </a:ext>
            </a:extLst>
          </p:cNvPr>
          <p:cNvGrpSpPr/>
          <p:nvPr/>
        </p:nvGrpSpPr>
        <p:grpSpPr>
          <a:xfrm>
            <a:off x="3640667" y="5341408"/>
            <a:ext cx="4910666" cy="545100"/>
            <a:chOff x="3640667" y="2582968"/>
            <a:chExt cx="4910666" cy="545100"/>
          </a:xfrm>
        </p:grpSpPr>
        <p:sp>
          <p:nvSpPr>
            <p:cNvPr id="40" name="按钮">
              <a:hlinkClick r:id="rId19" action="ppaction://hlinksldjump"/>
              <a:extLst>
                <a:ext uri="{FF2B5EF4-FFF2-40B4-BE49-F238E27FC236}">
                  <a16:creationId xmlns:a16="http://schemas.microsoft.com/office/drawing/2014/main" id="{8A5293D5-7753-D01A-B266-2DDBCAF0F1F9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更多信息</a:t>
              </a:r>
            </a:p>
          </p:txBody>
        </p:sp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E2F722B6-CD7B-D7C1-F014-4EFFC03E70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29" name="!! info按钮">
            <a:extLst>
              <a:ext uri="{FF2B5EF4-FFF2-40B4-BE49-F238E27FC236}">
                <a16:creationId xmlns:a16="http://schemas.microsoft.com/office/drawing/2014/main" id="{39F4106C-3AD7-001F-BE02-EB31EB876562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30" name="矩形: 圆角 29">
              <a:hlinkClick r:id="rId22" action="ppaction://hlinksldjump"/>
              <a:extLst>
                <a:ext uri="{FF2B5EF4-FFF2-40B4-BE49-F238E27FC236}">
                  <a16:creationId xmlns:a16="http://schemas.microsoft.com/office/drawing/2014/main" id="{C1B3A649-7CD3-01B7-A2BA-BF86F5DFC08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3" name="图形 32">
              <a:extLst>
                <a:ext uri="{FF2B5EF4-FFF2-40B4-BE49-F238E27FC236}">
                  <a16:creationId xmlns:a16="http://schemas.microsoft.com/office/drawing/2014/main" id="{3A28FF84-02AF-6161-9C51-E6E869F3CD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129963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 dir="r"/>
      </p:transition>
    </mc:Choice>
    <mc:Fallback xmlns="">
      <p:transition advClick="0">
        <p:fade/>
      </p:transition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420D4B-C6AE-1FF5-3AC4-359D5F2913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9130FECA-9BF6-8893-2492-3F26CF88E18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2B49B87A-776E-4930-FFCE-AC140C7B8322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550189C0-3D71-FD06-4D34-6B6798A7D3BE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A7C1A1BB-F3C8-F6A1-10B4-FCBF98547C97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6" action="ppaction://hlinksldjump"/>
            <a:extLst>
              <a:ext uri="{FF2B5EF4-FFF2-40B4-BE49-F238E27FC236}">
                <a16:creationId xmlns:a16="http://schemas.microsoft.com/office/drawing/2014/main" id="{AD9F5C51-569B-F253-CE59-40003EAB05AF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" name="!! 处理器">
            <a:extLst>
              <a:ext uri="{FF2B5EF4-FFF2-40B4-BE49-F238E27FC236}">
                <a16:creationId xmlns:a16="http://schemas.microsoft.com/office/drawing/2014/main" id="{E0C6644E-2E80-B121-B872-43779964BC5B}"/>
              </a:ext>
            </a:extLst>
          </p:cNvPr>
          <p:cNvGrpSpPr/>
          <p:nvPr/>
        </p:nvGrpSpPr>
        <p:grpSpPr>
          <a:xfrm>
            <a:off x="3809840" y="3554188"/>
            <a:ext cx="3009516" cy="480844"/>
            <a:chOff x="2646190" y="4215492"/>
            <a:chExt cx="3009516" cy="480844"/>
          </a:xfrm>
        </p:grpSpPr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E36A9323-D7C3-9B61-4C5F-1D12D4CF84A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E01CABE3-70EE-D59D-67BC-5C735F9D229F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ACE8971-5124-04EE-9553-212CC99ACB7B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 err="1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7" name="!! 设备">
            <a:extLst>
              <a:ext uri="{FF2B5EF4-FFF2-40B4-BE49-F238E27FC236}">
                <a16:creationId xmlns:a16="http://schemas.microsoft.com/office/drawing/2014/main" id="{EA3D4EB2-185F-1D21-48BF-A1CE3EDF5A9A}"/>
              </a:ext>
            </a:extLst>
          </p:cNvPr>
          <p:cNvSpPr txBox="1"/>
          <p:nvPr/>
        </p:nvSpPr>
        <p:spPr>
          <a:xfrm>
            <a:off x="3737431" y="3104074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8" name="!! 运行内存">
            <a:extLst>
              <a:ext uri="{FF2B5EF4-FFF2-40B4-BE49-F238E27FC236}">
                <a16:creationId xmlns:a16="http://schemas.microsoft.com/office/drawing/2014/main" id="{F644331F-B862-6FD3-247A-0D2AD89F10AA}"/>
              </a:ext>
            </a:extLst>
          </p:cNvPr>
          <p:cNvGrpSpPr/>
          <p:nvPr/>
        </p:nvGrpSpPr>
        <p:grpSpPr>
          <a:xfrm>
            <a:off x="3819498" y="4102127"/>
            <a:ext cx="1769374" cy="480844"/>
            <a:chOff x="2635313" y="4215492"/>
            <a:chExt cx="1769374" cy="480844"/>
          </a:xfrm>
        </p:grpSpPr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C0131C2C-AAE8-8715-DEE6-F777B40A5D4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F7C6A4BD-430A-3BB4-BDC6-3E6E9E322FF0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2565F705-E664-F06C-37F5-490FB29FA405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2" name="!! 存储">
            <a:extLst>
              <a:ext uri="{FF2B5EF4-FFF2-40B4-BE49-F238E27FC236}">
                <a16:creationId xmlns:a16="http://schemas.microsoft.com/office/drawing/2014/main" id="{49A62D6B-7398-3BA0-A372-AAEE3967433F}"/>
              </a:ext>
            </a:extLst>
          </p:cNvPr>
          <p:cNvGrpSpPr/>
          <p:nvPr/>
        </p:nvGrpSpPr>
        <p:grpSpPr>
          <a:xfrm>
            <a:off x="3828396" y="4644655"/>
            <a:ext cx="1483257" cy="487932"/>
            <a:chOff x="2660366" y="4215492"/>
            <a:chExt cx="1483257" cy="487932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E3662B9C-6956-87FD-2EB9-494F3AF2F2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4537E9A4-5AFC-9821-800C-E8FF26C4EB68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E6B727FA-7CFF-50EE-AA65-3C567CF1C702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7" name="!! 系统">
            <a:extLst>
              <a:ext uri="{FF2B5EF4-FFF2-40B4-BE49-F238E27FC236}">
                <a16:creationId xmlns:a16="http://schemas.microsoft.com/office/drawing/2014/main" id="{A74E91EC-BF56-04D6-1EDB-627013F029FE}"/>
              </a:ext>
            </a:extLst>
          </p:cNvPr>
          <p:cNvGrpSpPr/>
          <p:nvPr/>
        </p:nvGrpSpPr>
        <p:grpSpPr>
          <a:xfrm>
            <a:off x="6193171" y="3564014"/>
            <a:ext cx="2356469" cy="480844"/>
            <a:chOff x="2673094" y="4215492"/>
            <a:chExt cx="2356469" cy="480844"/>
          </a:xfrm>
        </p:grpSpPr>
        <p:sp>
          <p:nvSpPr>
            <p:cNvPr id="18" name="图形 18">
              <a:extLst>
                <a:ext uri="{FF2B5EF4-FFF2-40B4-BE49-F238E27FC236}">
                  <a16:creationId xmlns:a16="http://schemas.microsoft.com/office/drawing/2014/main" id="{9B1D7D0F-2F87-1107-85B7-B73A04BD8BBE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614952A9-8CC2-E9A6-F5E5-7319CAB258A3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E9C90897-20CF-B172-BB06-0D8786E28FA0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1" name="!! 电池">
            <a:extLst>
              <a:ext uri="{FF2B5EF4-FFF2-40B4-BE49-F238E27FC236}">
                <a16:creationId xmlns:a16="http://schemas.microsoft.com/office/drawing/2014/main" id="{3B8E6184-EC63-3F85-4BE1-8D262543BB10}"/>
              </a:ext>
            </a:extLst>
          </p:cNvPr>
          <p:cNvGrpSpPr/>
          <p:nvPr/>
        </p:nvGrpSpPr>
        <p:grpSpPr>
          <a:xfrm>
            <a:off x="6201786" y="4082931"/>
            <a:ext cx="1607577" cy="480844"/>
            <a:chOff x="2661454" y="4215492"/>
            <a:chExt cx="1607577" cy="480844"/>
          </a:xfrm>
        </p:grpSpPr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E0D2781C-7731-4507-FC8D-3F90CF84C2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4E8A7233-C97E-B957-2767-B85D8C13D96F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1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191D2C92-F5D8-287B-4254-E13D3551CCC0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dirty="0"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lang="zh-CN" altLang="en-US" sz="1400" dirty="0"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26" name="!! 设备标识">
            <a:extLst>
              <a:ext uri="{FF2B5EF4-FFF2-40B4-BE49-F238E27FC236}">
                <a16:creationId xmlns:a16="http://schemas.microsoft.com/office/drawing/2014/main" id="{7C248AA9-32EC-30BD-D472-8D80098DB597}"/>
              </a:ext>
            </a:extLst>
          </p:cNvPr>
          <p:cNvSpPr/>
          <p:nvPr/>
        </p:nvSpPr>
        <p:spPr>
          <a:xfrm>
            <a:off x="5142085" y="3156680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solidFill>
                  <a:schemeClr val="accent1"/>
                </a:solidFill>
              </a:rPr>
              <a:t>Pro</a:t>
            </a:r>
            <a:endParaRPr lang="zh-CN" altLang="en-US" sz="1200" dirty="0">
              <a:solidFill>
                <a:schemeClr val="accent1"/>
              </a:solidFill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59028B19-FBE9-50DE-9CA4-9F4A4745264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15" action="ppaction://hlinksldjump"/>
              <a:extLst>
                <a:ext uri="{FF2B5EF4-FFF2-40B4-BE49-F238E27FC236}">
                  <a16:creationId xmlns:a16="http://schemas.microsoft.com/office/drawing/2014/main" id="{68130217-42CA-7E7B-3103-82674270D8D7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F02626FE-7BE7-D842-B19B-DC15A3C5D6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32A16D3F-A227-C71D-5B62-F0D150351AB8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D834DB61-FF10-6B5D-2753-46AFDA3828D0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84D8A8A-0225-7910-374B-D09A9B161F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39" name="!! 网1按钮属性">
            <a:extLst>
              <a:ext uri="{FF2B5EF4-FFF2-40B4-BE49-F238E27FC236}">
                <a16:creationId xmlns:a16="http://schemas.microsoft.com/office/drawing/2014/main" id="{39602498-A076-302C-B484-B34E55404318}"/>
              </a:ext>
            </a:extLst>
          </p:cNvPr>
          <p:cNvGrpSpPr/>
          <p:nvPr/>
        </p:nvGrpSpPr>
        <p:grpSpPr>
          <a:xfrm>
            <a:off x="3640667" y="5341408"/>
            <a:ext cx="4910666" cy="545100"/>
            <a:chOff x="3640667" y="2582968"/>
            <a:chExt cx="4910666" cy="545100"/>
          </a:xfrm>
        </p:grpSpPr>
        <p:sp>
          <p:nvSpPr>
            <p:cNvPr id="40" name="按钮">
              <a:hlinkClick r:id="rId20" action="ppaction://hlinksldjump"/>
              <a:extLst>
                <a:ext uri="{FF2B5EF4-FFF2-40B4-BE49-F238E27FC236}">
                  <a16:creationId xmlns:a16="http://schemas.microsoft.com/office/drawing/2014/main" id="{8AE8D51B-994D-B9BE-DC57-54FC0BA25706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更多信息</a:t>
              </a:r>
            </a:p>
          </p:txBody>
        </p:sp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D83DEA7B-81A1-0E50-D796-3ABA4CEEDF2B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29" name="!! 网1按钮属性">
            <a:extLst>
              <a:ext uri="{FF2B5EF4-FFF2-40B4-BE49-F238E27FC236}">
                <a16:creationId xmlns:a16="http://schemas.microsoft.com/office/drawing/2014/main" id="{84525FBA-B5E7-32A8-BA7C-8B6503BF7138}"/>
              </a:ext>
            </a:extLst>
          </p:cNvPr>
          <p:cNvGrpSpPr/>
          <p:nvPr/>
        </p:nvGrpSpPr>
        <p:grpSpPr>
          <a:xfrm>
            <a:off x="3640667" y="6025550"/>
            <a:ext cx="4910666" cy="545100"/>
            <a:chOff x="3640667" y="2582968"/>
            <a:chExt cx="4910666" cy="545100"/>
          </a:xfrm>
        </p:grpSpPr>
        <p:sp>
          <p:nvSpPr>
            <p:cNvPr id="30" name="按钮">
              <a:hlinkClick r:id="rId23" action="ppaction://hlinksldjump"/>
              <a:extLst>
                <a:ext uri="{FF2B5EF4-FFF2-40B4-BE49-F238E27FC236}">
                  <a16:creationId xmlns:a16="http://schemas.microsoft.com/office/drawing/2014/main" id="{86F9B62E-DA7B-C15D-AFF3-33D85488DFC8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/>
              <a:r>
                <a:rPr lang="zh-CN" altLang="en-US" sz="1600" dirty="0">
                  <a:solidFill>
                    <a:schemeClr val="tx1"/>
                  </a:solidFill>
                </a:rPr>
                <a:t>开源软件声明</a:t>
              </a:r>
            </a:p>
          </p:txBody>
        </p:sp>
        <p:pic>
          <p:nvPicPr>
            <p:cNvPr id="33" name="图形 32">
              <a:extLst>
                <a:ext uri="{FF2B5EF4-FFF2-40B4-BE49-F238E27FC236}">
                  <a16:creationId xmlns:a16="http://schemas.microsoft.com/office/drawing/2014/main" id="{9DE436E1-B2B0-38A9-356A-32F156719B2D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sp>
        <p:nvSpPr>
          <p:cNvPr id="42" name="!! Leaf">
            <a:extLst>
              <a:ext uri="{FF2B5EF4-FFF2-40B4-BE49-F238E27FC236}">
                <a16:creationId xmlns:a16="http://schemas.microsoft.com/office/drawing/2014/main" id="{4ECE82E4-00B7-DA22-1102-0F3EFF9D02A4}"/>
              </a:ext>
            </a:extLst>
          </p:cNvPr>
          <p:cNvSpPr/>
          <p:nvPr/>
        </p:nvSpPr>
        <p:spPr>
          <a:xfrm>
            <a:off x="5949313" y="2109170"/>
            <a:ext cx="316232" cy="380430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grpSp>
        <p:nvGrpSpPr>
          <p:cNvPr id="31" name="!! info按钮">
            <a:extLst>
              <a:ext uri="{FF2B5EF4-FFF2-40B4-BE49-F238E27FC236}">
                <a16:creationId xmlns:a16="http://schemas.microsoft.com/office/drawing/2014/main" id="{5ECDCD38-77D3-B5EE-0257-72CB70DCE0D7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43" name="矩形: 圆角 42">
              <a:hlinkClick r:id="rId24" action="ppaction://hlinksldjump"/>
              <a:extLst>
                <a:ext uri="{FF2B5EF4-FFF2-40B4-BE49-F238E27FC236}">
                  <a16:creationId xmlns:a16="http://schemas.microsoft.com/office/drawing/2014/main" id="{EDCCED02-2E2F-9D51-8DF8-E1B688722D09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4" name="图形 43">
              <a:extLst>
                <a:ext uri="{FF2B5EF4-FFF2-40B4-BE49-F238E27FC236}">
                  <a16:creationId xmlns:a16="http://schemas.microsoft.com/office/drawing/2014/main" id="{7C515EAE-3DA6-941D-8C59-ED7F268B2B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511626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AFFBEB-E9BF-69E6-803C-B2510C4C1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AAA3ED7B-1BF0-B3D1-7FEB-5DBB18C5201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35E17FBE-B35A-7B3F-46D5-FB04644DAF28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C16D31DF-4854-1DD1-4981-90EC40998C20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414C9040-3999-FA64-EAB5-3E326965DF72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5" action="ppaction://hlinksldjump"/>
            <a:extLst>
              <a:ext uri="{FF2B5EF4-FFF2-40B4-BE49-F238E27FC236}">
                <a16:creationId xmlns:a16="http://schemas.microsoft.com/office/drawing/2014/main" id="{31C95339-69F6-D74F-A75B-82034B8E93D3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" name="!! 处理器">
            <a:extLst>
              <a:ext uri="{FF2B5EF4-FFF2-40B4-BE49-F238E27FC236}">
                <a16:creationId xmlns:a16="http://schemas.microsoft.com/office/drawing/2014/main" id="{E8C14D79-925E-04AE-E115-0556F5219B7F}"/>
              </a:ext>
            </a:extLst>
          </p:cNvPr>
          <p:cNvGrpSpPr/>
          <p:nvPr/>
        </p:nvGrpSpPr>
        <p:grpSpPr>
          <a:xfrm>
            <a:off x="3809840" y="3554188"/>
            <a:ext cx="3009516" cy="480844"/>
            <a:chOff x="2646190" y="4215492"/>
            <a:chExt cx="3009516" cy="480844"/>
          </a:xfrm>
        </p:grpSpPr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69A5389C-46FB-2237-C98B-21DAD92DF0C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2646190" y="4254755"/>
              <a:ext cx="373814" cy="373814"/>
            </a:xfrm>
            <a:prstGeom prst="rect">
              <a:avLst/>
            </a:prstGeom>
          </p:spPr>
        </p:pic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E31C412B-4C6E-C37A-C0CB-DEF749A8F5E9}"/>
                </a:ext>
              </a:extLst>
            </p:cNvPr>
            <p:cNvSpPr txBox="1"/>
            <p:nvPr/>
          </p:nvSpPr>
          <p:spPr>
            <a:xfrm>
              <a:off x="3061859" y="4215492"/>
              <a:ext cx="143185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处理器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5CD62BB2-83F4-2388-6ED1-48340E8E6D32}"/>
                </a:ext>
              </a:extLst>
            </p:cNvPr>
            <p:cNvSpPr txBox="1"/>
            <p:nvPr/>
          </p:nvSpPr>
          <p:spPr>
            <a:xfrm>
              <a:off x="3061857" y="4388559"/>
              <a:ext cx="259384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 err="1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Trdom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 4+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7" name="!! 设备">
            <a:extLst>
              <a:ext uri="{FF2B5EF4-FFF2-40B4-BE49-F238E27FC236}">
                <a16:creationId xmlns:a16="http://schemas.microsoft.com/office/drawing/2014/main" id="{CCF0AA94-8DBF-BE75-800D-FDDA29DA8B7B}"/>
              </a:ext>
            </a:extLst>
          </p:cNvPr>
          <p:cNvSpPr txBox="1"/>
          <p:nvPr/>
        </p:nvSpPr>
        <p:spPr>
          <a:xfrm>
            <a:off x="3737431" y="3104074"/>
            <a:ext cx="30027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rPr>
              <a:t>Tree Pad 3</a:t>
            </a:r>
          </a:p>
        </p:txBody>
      </p:sp>
      <p:grpSp>
        <p:nvGrpSpPr>
          <p:cNvPr id="8" name="!! 运行内存">
            <a:extLst>
              <a:ext uri="{FF2B5EF4-FFF2-40B4-BE49-F238E27FC236}">
                <a16:creationId xmlns:a16="http://schemas.microsoft.com/office/drawing/2014/main" id="{1691DDC5-27C7-7375-DF13-D83201956219}"/>
              </a:ext>
            </a:extLst>
          </p:cNvPr>
          <p:cNvGrpSpPr/>
          <p:nvPr/>
        </p:nvGrpSpPr>
        <p:grpSpPr>
          <a:xfrm>
            <a:off x="3819498" y="4102127"/>
            <a:ext cx="1769374" cy="480844"/>
            <a:chOff x="2635313" y="4215492"/>
            <a:chExt cx="1769374" cy="480844"/>
          </a:xfrm>
        </p:grpSpPr>
        <p:pic>
          <p:nvPicPr>
            <p:cNvPr id="9" name="图形 8">
              <a:extLst>
                <a:ext uri="{FF2B5EF4-FFF2-40B4-BE49-F238E27FC236}">
                  <a16:creationId xmlns:a16="http://schemas.microsoft.com/office/drawing/2014/main" id="{9AEC3A4B-95CC-E59C-8B1C-5BAFCF2E428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635313" y="4270019"/>
              <a:ext cx="343286" cy="343286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9038FB02-4207-9A0F-00F1-2F08E4221D41}"/>
                </a:ext>
              </a:extLst>
            </p:cNvPr>
            <p:cNvSpPr txBox="1"/>
            <p:nvPr/>
          </p:nvSpPr>
          <p:spPr>
            <a:xfrm>
              <a:off x="3037742" y="4215492"/>
              <a:ext cx="83781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运行内存</a:t>
              </a:r>
            </a:p>
          </p:txBody>
        </p:sp>
        <p:sp>
          <p:nvSpPr>
            <p:cNvPr id="11" name="文本框 10">
              <a:extLst>
                <a:ext uri="{FF2B5EF4-FFF2-40B4-BE49-F238E27FC236}">
                  <a16:creationId xmlns:a16="http://schemas.microsoft.com/office/drawing/2014/main" id="{FB7F8666-0435-BD11-81DF-2407B05FBC6C}"/>
                </a:ext>
              </a:extLst>
            </p:cNvPr>
            <p:cNvSpPr txBox="1"/>
            <p:nvPr/>
          </p:nvSpPr>
          <p:spPr>
            <a:xfrm>
              <a:off x="3033506" y="4388559"/>
              <a:ext cx="1371181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16 GB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2" name="!! 存储">
            <a:extLst>
              <a:ext uri="{FF2B5EF4-FFF2-40B4-BE49-F238E27FC236}">
                <a16:creationId xmlns:a16="http://schemas.microsoft.com/office/drawing/2014/main" id="{468B98E2-793C-84AB-21AC-D5BB3CED9F0E}"/>
              </a:ext>
            </a:extLst>
          </p:cNvPr>
          <p:cNvGrpSpPr/>
          <p:nvPr/>
        </p:nvGrpSpPr>
        <p:grpSpPr>
          <a:xfrm>
            <a:off x="3828396" y="4644655"/>
            <a:ext cx="1483257" cy="487932"/>
            <a:chOff x="2660366" y="4215492"/>
            <a:chExt cx="1483257" cy="487932"/>
          </a:xfrm>
        </p:grpSpPr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2FC66E21-4F6B-A75B-0E96-D2BA29E968E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660366" y="4276019"/>
              <a:ext cx="373814" cy="373814"/>
            </a:xfrm>
            <a:prstGeom prst="rect">
              <a:avLst/>
            </a:prstGeom>
          </p:spPr>
        </p:pic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B7C6F049-AF7D-7461-25CB-28765E811CBF}"/>
                </a:ext>
              </a:extLst>
            </p:cNvPr>
            <p:cNvSpPr txBox="1"/>
            <p:nvPr/>
          </p:nvSpPr>
          <p:spPr>
            <a:xfrm>
              <a:off x="3061859" y="4215492"/>
              <a:ext cx="660973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存储</a:t>
              </a:r>
            </a:p>
          </p:txBody>
        </p: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C16B5053-73C2-0C3B-99F9-17879C10A84D}"/>
                </a:ext>
              </a:extLst>
            </p:cNvPr>
            <p:cNvSpPr txBox="1"/>
            <p:nvPr/>
          </p:nvSpPr>
          <p:spPr>
            <a:xfrm>
              <a:off x="3061858" y="4395647"/>
              <a:ext cx="108176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2 TB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17" name="!! 系统">
            <a:extLst>
              <a:ext uri="{FF2B5EF4-FFF2-40B4-BE49-F238E27FC236}">
                <a16:creationId xmlns:a16="http://schemas.microsoft.com/office/drawing/2014/main" id="{A6ABC80F-EB9B-4E3F-B175-46321EC2A381}"/>
              </a:ext>
            </a:extLst>
          </p:cNvPr>
          <p:cNvGrpSpPr/>
          <p:nvPr/>
        </p:nvGrpSpPr>
        <p:grpSpPr>
          <a:xfrm>
            <a:off x="6193171" y="3564014"/>
            <a:ext cx="2356469" cy="480844"/>
            <a:chOff x="2673094" y="4215492"/>
            <a:chExt cx="2356469" cy="480844"/>
          </a:xfrm>
        </p:grpSpPr>
        <p:sp>
          <p:nvSpPr>
            <p:cNvPr id="18" name="图形 18">
              <a:extLst>
                <a:ext uri="{FF2B5EF4-FFF2-40B4-BE49-F238E27FC236}">
                  <a16:creationId xmlns:a16="http://schemas.microsoft.com/office/drawing/2014/main" id="{5B50C4F4-35B2-7CE0-A79E-13AFD6007239}"/>
                </a:ext>
              </a:extLst>
            </p:cNvPr>
            <p:cNvSpPr/>
            <p:nvPr/>
          </p:nvSpPr>
          <p:spPr>
            <a:xfrm>
              <a:off x="2673094" y="4288389"/>
              <a:ext cx="320004" cy="306934"/>
            </a:xfrm>
            <a:custGeom>
              <a:avLst/>
              <a:gdLst>
                <a:gd name="connsiteX0" fmla="*/ 128499 w 276466"/>
                <a:gd name="connsiteY0" fmla="*/ 23363 h 265174"/>
                <a:gd name="connsiteX1" fmla="*/ 19469 w 276466"/>
                <a:gd name="connsiteY1" fmla="*/ 132392 h 265174"/>
                <a:gd name="connsiteX2" fmla="*/ 33098 w 276466"/>
                <a:gd name="connsiteY2" fmla="*/ 184960 h 265174"/>
                <a:gd name="connsiteX3" fmla="*/ 59966 w 276466"/>
                <a:gd name="connsiteY3" fmla="*/ 158482 h 265174"/>
                <a:gd name="connsiteX4" fmla="*/ 137455 w 276466"/>
                <a:gd name="connsiteY4" fmla="*/ 95011 h 265174"/>
                <a:gd name="connsiteX5" fmla="*/ 142517 w 276466"/>
                <a:gd name="connsiteY5" fmla="*/ 93064 h 265174"/>
                <a:gd name="connsiteX6" fmla="*/ 150304 w 276466"/>
                <a:gd name="connsiteY6" fmla="*/ 100852 h 265174"/>
                <a:gd name="connsiteX7" fmla="*/ 147189 w 276466"/>
                <a:gd name="connsiteY7" fmla="*/ 107082 h 265174"/>
                <a:gd name="connsiteX8" fmla="*/ 147189 w 276466"/>
                <a:gd name="connsiteY8" fmla="*/ 107082 h 265174"/>
                <a:gd name="connsiteX9" fmla="*/ 35434 w 276466"/>
                <a:gd name="connsiteY9" fmla="*/ 205598 h 265174"/>
                <a:gd name="connsiteX10" fmla="*/ 29204 w 276466"/>
                <a:gd name="connsiteY10" fmla="*/ 212607 h 265174"/>
                <a:gd name="connsiteX11" fmla="*/ 29204 w 276466"/>
                <a:gd name="connsiteY11" fmla="*/ 212607 h 265174"/>
                <a:gd name="connsiteX12" fmla="*/ 0 w 276466"/>
                <a:gd name="connsiteY12" fmla="*/ 265174 h 265174"/>
                <a:gd name="connsiteX13" fmla="*/ 23363 w 276466"/>
                <a:gd name="connsiteY13" fmla="*/ 265174 h 265174"/>
                <a:gd name="connsiteX14" fmla="*/ 57630 w 276466"/>
                <a:gd name="connsiteY14" fmla="*/ 215722 h 265174"/>
                <a:gd name="connsiteX15" fmla="*/ 128499 w 276466"/>
                <a:gd name="connsiteY15" fmla="*/ 241811 h 265174"/>
                <a:gd name="connsiteX16" fmla="*/ 182624 w 276466"/>
                <a:gd name="connsiteY16" fmla="*/ 227404 h 265174"/>
                <a:gd name="connsiteX17" fmla="*/ 182624 w 276466"/>
                <a:gd name="connsiteY17" fmla="*/ 227404 h 265174"/>
                <a:gd name="connsiteX18" fmla="*/ 276467 w 276466"/>
                <a:gd name="connsiteY18" fmla="*/ 0 h 265174"/>
                <a:gd name="connsiteX19" fmla="*/ 128499 w 276466"/>
                <a:gd name="connsiteY19" fmla="*/ 23363 h 2651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76466" h="265174">
                  <a:moveTo>
                    <a:pt x="128499" y="23363"/>
                  </a:moveTo>
                  <a:cubicBezTo>
                    <a:pt x="68143" y="23363"/>
                    <a:pt x="19469" y="72037"/>
                    <a:pt x="19469" y="132392"/>
                  </a:cubicBezTo>
                  <a:cubicBezTo>
                    <a:pt x="19469" y="151473"/>
                    <a:pt x="24532" y="169384"/>
                    <a:pt x="33098" y="184960"/>
                  </a:cubicBezTo>
                  <a:cubicBezTo>
                    <a:pt x="41275" y="176393"/>
                    <a:pt x="50231" y="167827"/>
                    <a:pt x="59966" y="158482"/>
                  </a:cubicBezTo>
                  <a:cubicBezTo>
                    <a:pt x="84498" y="135508"/>
                    <a:pt x="113312" y="112144"/>
                    <a:pt x="137455" y="95011"/>
                  </a:cubicBezTo>
                  <a:cubicBezTo>
                    <a:pt x="139012" y="93843"/>
                    <a:pt x="140570" y="93064"/>
                    <a:pt x="142517" y="93064"/>
                  </a:cubicBezTo>
                  <a:cubicBezTo>
                    <a:pt x="146800" y="93064"/>
                    <a:pt x="150304" y="96569"/>
                    <a:pt x="150304" y="100852"/>
                  </a:cubicBezTo>
                  <a:cubicBezTo>
                    <a:pt x="150304" y="103578"/>
                    <a:pt x="149136" y="105525"/>
                    <a:pt x="147189" y="107082"/>
                  </a:cubicBezTo>
                  <a:lnTo>
                    <a:pt x="147189" y="107082"/>
                  </a:lnTo>
                  <a:cubicBezTo>
                    <a:pt x="112534" y="132003"/>
                    <a:pt x="66586" y="170553"/>
                    <a:pt x="35434" y="205598"/>
                  </a:cubicBezTo>
                  <a:cubicBezTo>
                    <a:pt x="35434" y="205598"/>
                    <a:pt x="31151" y="210270"/>
                    <a:pt x="29204" y="212607"/>
                  </a:cubicBezTo>
                  <a:lnTo>
                    <a:pt x="29204" y="212607"/>
                  </a:lnTo>
                  <a:cubicBezTo>
                    <a:pt x="11682" y="233244"/>
                    <a:pt x="0" y="251935"/>
                    <a:pt x="0" y="265174"/>
                  </a:cubicBezTo>
                  <a:lnTo>
                    <a:pt x="23363" y="265174"/>
                  </a:lnTo>
                  <a:cubicBezTo>
                    <a:pt x="23363" y="256608"/>
                    <a:pt x="36992" y="237917"/>
                    <a:pt x="57630" y="215722"/>
                  </a:cubicBezTo>
                  <a:cubicBezTo>
                    <a:pt x="76710" y="232076"/>
                    <a:pt x="101241" y="241811"/>
                    <a:pt x="128499" y="241811"/>
                  </a:cubicBezTo>
                  <a:cubicBezTo>
                    <a:pt x="147968" y="241811"/>
                    <a:pt x="166659" y="236749"/>
                    <a:pt x="182624" y="227404"/>
                  </a:cubicBezTo>
                  <a:lnTo>
                    <a:pt x="182624" y="227404"/>
                  </a:lnTo>
                  <a:cubicBezTo>
                    <a:pt x="265953" y="181066"/>
                    <a:pt x="276467" y="95790"/>
                    <a:pt x="276467" y="0"/>
                  </a:cubicBezTo>
                  <a:cubicBezTo>
                    <a:pt x="276467" y="0"/>
                    <a:pt x="185739" y="24921"/>
                    <a:pt x="128499" y="23363"/>
                  </a:cubicBezTo>
                  <a:close/>
                </a:path>
              </a:pathLst>
            </a:custGeom>
            <a:solidFill>
              <a:schemeClr val="tx1">
                <a:lumMod val="75000"/>
                <a:lumOff val="25000"/>
              </a:schemeClr>
            </a:solidFill>
            <a:ln w="3870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等线" panose="02110004020202020204"/>
                <a:ea typeface="等线" panose="02010600030101010101" pitchFamily="2" charset="-122"/>
                <a:cs typeface="+mn-cs"/>
              </a:endParaRPr>
            </a:p>
          </p:txBody>
        </p: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397BAB7B-E95A-7805-CC80-1F5052E0E84C}"/>
                </a:ext>
              </a:extLst>
            </p:cNvPr>
            <p:cNvSpPr txBox="1"/>
            <p:nvPr/>
          </p:nvSpPr>
          <p:spPr>
            <a:xfrm>
              <a:off x="3061859" y="4215492"/>
              <a:ext cx="80250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系统</a:t>
              </a:r>
            </a:p>
          </p:txBody>
        </p: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ACF5CDB9-5BFB-3326-632A-C1AB255DCA8C}"/>
                </a:ext>
              </a:extLst>
            </p:cNvPr>
            <p:cNvSpPr txBox="1"/>
            <p:nvPr/>
          </p:nvSpPr>
          <p:spPr>
            <a:xfrm>
              <a:off x="3061858" y="4388559"/>
              <a:ext cx="196770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Leaf OS 5 Preview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grpSp>
        <p:nvGrpSpPr>
          <p:cNvPr id="21" name="!! 电池">
            <a:extLst>
              <a:ext uri="{FF2B5EF4-FFF2-40B4-BE49-F238E27FC236}">
                <a16:creationId xmlns:a16="http://schemas.microsoft.com/office/drawing/2014/main" id="{ABB82B91-D443-EE9D-659F-C02CE218EBAB}"/>
              </a:ext>
            </a:extLst>
          </p:cNvPr>
          <p:cNvGrpSpPr/>
          <p:nvPr/>
        </p:nvGrpSpPr>
        <p:grpSpPr>
          <a:xfrm>
            <a:off x="6201786" y="4082931"/>
            <a:ext cx="1607577" cy="480844"/>
            <a:chOff x="2661454" y="4215492"/>
            <a:chExt cx="1607577" cy="480844"/>
          </a:xfrm>
        </p:grpSpPr>
        <p:pic>
          <p:nvPicPr>
            <p:cNvPr id="22" name="图形 21">
              <a:extLst>
                <a:ext uri="{FF2B5EF4-FFF2-40B4-BE49-F238E27FC236}">
                  <a16:creationId xmlns:a16="http://schemas.microsoft.com/office/drawing/2014/main" id="{578527BB-7230-9B78-B31F-1C2D560EB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661454" y="4278328"/>
              <a:ext cx="343286" cy="343286"/>
            </a:xfrm>
            <a:prstGeom prst="rect">
              <a:avLst/>
            </a:prstGeom>
          </p:spPr>
        </p:pic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694A55F3-33BE-F891-39A2-1AB2513FCBBE}"/>
                </a:ext>
              </a:extLst>
            </p:cNvPr>
            <p:cNvSpPr txBox="1"/>
            <p:nvPr/>
          </p:nvSpPr>
          <p:spPr>
            <a:xfrm>
              <a:off x="3033507" y="4215492"/>
              <a:ext cx="821019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电池容量</a:t>
              </a:r>
            </a:p>
          </p:txBody>
        </p:sp>
        <p:sp>
          <p:nvSpPr>
            <p:cNvPr id="24" name="文本框 23">
              <a:extLst>
                <a:ext uri="{FF2B5EF4-FFF2-40B4-BE49-F238E27FC236}">
                  <a16:creationId xmlns:a16="http://schemas.microsoft.com/office/drawing/2014/main" id="{F939F4A6-D516-F531-D45A-9918A83D7C1E}"/>
                </a:ext>
              </a:extLst>
            </p:cNvPr>
            <p:cNvSpPr txBox="1"/>
            <p:nvPr/>
          </p:nvSpPr>
          <p:spPr>
            <a:xfrm>
              <a:off x="3033506" y="4388559"/>
              <a:ext cx="123552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12880 mAh </a:t>
              </a:r>
              <a:endPara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  <p:sp>
        <p:nvSpPr>
          <p:cNvPr id="26" name="!! 设备标识">
            <a:extLst>
              <a:ext uri="{FF2B5EF4-FFF2-40B4-BE49-F238E27FC236}">
                <a16:creationId xmlns:a16="http://schemas.microsoft.com/office/drawing/2014/main" id="{67103043-CDA0-37A0-2058-0F206B737C61}"/>
              </a:ext>
            </a:extLst>
          </p:cNvPr>
          <p:cNvSpPr/>
          <p:nvPr/>
        </p:nvSpPr>
        <p:spPr>
          <a:xfrm>
            <a:off x="5142085" y="3156680"/>
            <a:ext cx="446787" cy="242790"/>
          </a:xfrm>
          <a:prstGeom prst="roundRect">
            <a:avLst>
              <a:gd name="adj" fmla="val 15801"/>
            </a:avLst>
          </a:prstGeom>
          <a:noFill/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62A8D3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Pro</a:t>
            </a:r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srgbClr val="62A8D3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F50D2B33-F32C-4058-BAEF-DC78F28366B2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14" action="ppaction://hlinksldjump"/>
              <a:extLst>
                <a:ext uri="{FF2B5EF4-FFF2-40B4-BE49-F238E27FC236}">
                  <a16:creationId xmlns:a16="http://schemas.microsoft.com/office/drawing/2014/main" id="{92BF98D3-5660-C723-E0B1-64B8AFA882D8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6320FAB3-8D2C-C13C-1271-48326D1ED2F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E931804F-C929-4C22-8DF6-B4C004F856CD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89258CE8-FA9D-FE2D-D390-7A67C60E2B2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C3141514-3DA9-ADCF-2924-CE0A9EBDFF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39" name="!! 网1按钮属性">
            <a:extLst>
              <a:ext uri="{FF2B5EF4-FFF2-40B4-BE49-F238E27FC236}">
                <a16:creationId xmlns:a16="http://schemas.microsoft.com/office/drawing/2014/main" id="{8D8FE40C-3343-8F21-0442-0144ADB8834C}"/>
              </a:ext>
            </a:extLst>
          </p:cNvPr>
          <p:cNvGrpSpPr/>
          <p:nvPr/>
        </p:nvGrpSpPr>
        <p:grpSpPr>
          <a:xfrm>
            <a:off x="3640667" y="5341408"/>
            <a:ext cx="4910666" cy="545100"/>
            <a:chOff x="3640667" y="2582968"/>
            <a:chExt cx="4910666" cy="545100"/>
          </a:xfrm>
        </p:grpSpPr>
        <p:sp>
          <p:nvSpPr>
            <p:cNvPr id="40" name="按钮">
              <a:hlinkClick r:id="rId19" action="ppaction://hlinksldjump"/>
              <a:extLst>
                <a:ext uri="{FF2B5EF4-FFF2-40B4-BE49-F238E27FC236}">
                  <a16:creationId xmlns:a16="http://schemas.microsoft.com/office/drawing/2014/main" id="{631E74D2-67A8-5713-99ED-BF7485E112D6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更多信息</a:t>
              </a:r>
            </a:p>
          </p:txBody>
        </p:sp>
        <p:pic>
          <p:nvPicPr>
            <p:cNvPr id="41" name="图形 40">
              <a:extLst>
                <a:ext uri="{FF2B5EF4-FFF2-40B4-BE49-F238E27FC236}">
                  <a16:creationId xmlns:a16="http://schemas.microsoft.com/office/drawing/2014/main" id="{E7362702-9A88-5CF0-E9A5-D48BC42FEF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29" name="!! 网1按钮属性">
            <a:extLst>
              <a:ext uri="{FF2B5EF4-FFF2-40B4-BE49-F238E27FC236}">
                <a16:creationId xmlns:a16="http://schemas.microsoft.com/office/drawing/2014/main" id="{06A7A52A-8FC5-3B94-B602-6D1783803190}"/>
              </a:ext>
            </a:extLst>
          </p:cNvPr>
          <p:cNvGrpSpPr/>
          <p:nvPr/>
        </p:nvGrpSpPr>
        <p:grpSpPr>
          <a:xfrm>
            <a:off x="3640667" y="6025550"/>
            <a:ext cx="4910666" cy="545100"/>
            <a:chOff x="3640667" y="2582968"/>
            <a:chExt cx="4910666" cy="545100"/>
          </a:xfrm>
        </p:grpSpPr>
        <p:sp>
          <p:nvSpPr>
            <p:cNvPr id="30" name="按钮">
              <a:hlinkClick r:id="rId22"/>
              <a:extLst>
                <a:ext uri="{FF2B5EF4-FFF2-40B4-BE49-F238E27FC236}">
                  <a16:creationId xmlns:a16="http://schemas.microsoft.com/office/drawing/2014/main" id="{ADCBF5E1-FDD8-67C1-D1FC-91329222AF12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开源软件声明</a:t>
              </a:r>
            </a:p>
          </p:txBody>
        </p:sp>
        <p:pic>
          <p:nvPicPr>
            <p:cNvPr id="33" name="图形 32">
              <a:extLst>
                <a:ext uri="{FF2B5EF4-FFF2-40B4-BE49-F238E27FC236}">
                  <a16:creationId xmlns:a16="http://schemas.microsoft.com/office/drawing/2014/main" id="{964EDE87-A2B8-2973-EDFA-5C46C85705BB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8223650" y="2779318"/>
              <a:ext cx="152400" cy="152400"/>
            </a:xfrm>
            <a:prstGeom prst="rect">
              <a:avLst/>
            </a:prstGeom>
          </p:spPr>
        </p:pic>
      </p:grpSp>
      <p:grpSp>
        <p:nvGrpSpPr>
          <p:cNvPr id="49" name="!! info按钮">
            <a:extLst>
              <a:ext uri="{FF2B5EF4-FFF2-40B4-BE49-F238E27FC236}">
                <a16:creationId xmlns:a16="http://schemas.microsoft.com/office/drawing/2014/main" id="{49400621-8828-E400-7FCB-3A536F65D25D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50" name="矩形: 圆角 49">
              <a:hlinkClick r:id="rId23" action="ppaction://hlinksldjump"/>
              <a:extLst>
                <a:ext uri="{FF2B5EF4-FFF2-40B4-BE49-F238E27FC236}">
                  <a16:creationId xmlns:a16="http://schemas.microsoft.com/office/drawing/2014/main" id="{6E7A4B3A-BBFF-EB9A-6D00-1898E368DA8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1" name="图形 50">
              <a:extLst>
                <a:ext uri="{FF2B5EF4-FFF2-40B4-BE49-F238E27FC236}">
                  <a16:creationId xmlns:a16="http://schemas.microsoft.com/office/drawing/2014/main" id="{F50AFCC1-11FF-CB8A-B1F7-51F44C4C8E81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sp>
        <p:nvSpPr>
          <p:cNvPr id="42" name="!! Leaf">
            <a:extLst>
              <a:ext uri="{FF2B5EF4-FFF2-40B4-BE49-F238E27FC236}">
                <a16:creationId xmlns:a16="http://schemas.microsoft.com/office/drawing/2014/main" id="{D0F9975A-6BCB-2043-6A75-D67C8E847D52}"/>
              </a:ext>
            </a:extLst>
          </p:cNvPr>
          <p:cNvSpPr/>
          <p:nvPr/>
        </p:nvSpPr>
        <p:spPr>
          <a:xfrm>
            <a:off x="5949313" y="2109170"/>
            <a:ext cx="316232" cy="380430"/>
          </a:xfrm>
          <a:custGeom>
            <a:avLst/>
            <a:gdLst>
              <a:gd name="connsiteX0" fmla="*/ 1005449 w 1266824"/>
              <a:gd name="connsiteY0" fmla="*/ 1142267 h 1524000"/>
              <a:gd name="connsiteX1" fmla="*/ 1266825 w 1266824"/>
              <a:gd name="connsiteY1" fmla="*/ 0 h 1524000"/>
              <a:gd name="connsiteX2" fmla="*/ 172089 w 1266824"/>
              <a:gd name="connsiteY2" fmla="*/ 310440 h 1524000"/>
              <a:gd name="connsiteX3" fmla="*/ 743 w 1266824"/>
              <a:gd name="connsiteY3" fmla="*/ 696717 h 1524000"/>
              <a:gd name="connsiteX4" fmla="*/ 118704 w 1266824"/>
              <a:gd name="connsiteY4" fmla="*/ 1080649 h 1524000"/>
              <a:gd name="connsiteX5" fmla="*/ 140278 w 1266824"/>
              <a:gd name="connsiteY5" fmla="*/ 1077306 h 1524000"/>
              <a:gd name="connsiteX6" fmla="*/ 679770 w 1266824"/>
              <a:gd name="connsiteY6" fmla="*/ 487492 h 1524000"/>
              <a:gd name="connsiteX7" fmla="*/ 873512 w 1266824"/>
              <a:gd name="connsiteY7" fmla="*/ 526049 h 1524000"/>
              <a:gd name="connsiteX8" fmla="*/ 225315 w 1266824"/>
              <a:gd name="connsiteY8" fmla="*/ 1156335 h 1524000"/>
              <a:gd name="connsiteX9" fmla="*/ 140278 w 1266824"/>
              <a:gd name="connsiteY9" fmla="*/ 1524000 h 1524000"/>
              <a:gd name="connsiteX10" fmla="*/ 199596 w 1266824"/>
              <a:gd name="connsiteY10" fmla="*/ 1524000 h 1524000"/>
              <a:gd name="connsiteX11" fmla="*/ 249625 w 1266824"/>
              <a:gd name="connsiteY11" fmla="*/ 1476451 h 1524000"/>
              <a:gd name="connsiteX12" fmla="*/ 312675 w 1266824"/>
              <a:gd name="connsiteY12" fmla="*/ 1245003 h 1524000"/>
              <a:gd name="connsiteX13" fmla="*/ 618641 w 1266824"/>
              <a:gd name="connsiteY13" fmla="*/ 1313517 h 1524000"/>
              <a:gd name="connsiteX14" fmla="*/ 1005449 w 1266824"/>
              <a:gd name="connsiteY14" fmla="*/ 1142267 h 152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66824" h="1524000">
                <a:moveTo>
                  <a:pt x="1005449" y="1142267"/>
                </a:moveTo>
                <a:cubicBezTo>
                  <a:pt x="1272045" y="876058"/>
                  <a:pt x="1265577" y="32682"/>
                  <a:pt x="1266825" y="0"/>
                </a:cubicBezTo>
                <a:cubicBezTo>
                  <a:pt x="1233859" y="1542"/>
                  <a:pt x="433460" y="49457"/>
                  <a:pt x="172089" y="310440"/>
                </a:cubicBezTo>
                <a:cubicBezTo>
                  <a:pt x="69106" y="413615"/>
                  <a:pt x="8061" y="551232"/>
                  <a:pt x="743" y="696717"/>
                </a:cubicBezTo>
                <a:cubicBezTo>
                  <a:pt x="-6200" y="834768"/>
                  <a:pt x="35702" y="970607"/>
                  <a:pt x="118704" y="1080649"/>
                </a:cubicBezTo>
                <a:cubicBezTo>
                  <a:pt x="124655" y="1088536"/>
                  <a:pt x="136818" y="1086564"/>
                  <a:pt x="140278" y="1077306"/>
                </a:cubicBezTo>
                <a:cubicBezTo>
                  <a:pt x="237560" y="817096"/>
                  <a:pt x="431763" y="606430"/>
                  <a:pt x="679770" y="487492"/>
                </a:cubicBezTo>
                <a:cubicBezTo>
                  <a:pt x="745235" y="456097"/>
                  <a:pt x="822118" y="474764"/>
                  <a:pt x="873512" y="526049"/>
                </a:cubicBezTo>
                <a:cubicBezTo>
                  <a:pt x="570576" y="623785"/>
                  <a:pt x="331009" y="857061"/>
                  <a:pt x="225315" y="1156335"/>
                </a:cubicBezTo>
                <a:cubicBezTo>
                  <a:pt x="184694" y="1259205"/>
                  <a:pt x="146737" y="1416063"/>
                  <a:pt x="140278" y="1524000"/>
                </a:cubicBezTo>
                <a:lnTo>
                  <a:pt x="199596" y="1524000"/>
                </a:lnTo>
                <a:cubicBezTo>
                  <a:pt x="225899" y="1524000"/>
                  <a:pt x="247057" y="1502636"/>
                  <a:pt x="249625" y="1476451"/>
                </a:cubicBezTo>
                <a:cubicBezTo>
                  <a:pt x="257588" y="1395279"/>
                  <a:pt x="284227" y="1313536"/>
                  <a:pt x="312675" y="1245003"/>
                </a:cubicBezTo>
                <a:cubicBezTo>
                  <a:pt x="406183" y="1294438"/>
                  <a:pt x="512174" y="1318889"/>
                  <a:pt x="618641" y="1313517"/>
                </a:cubicBezTo>
                <a:cubicBezTo>
                  <a:pt x="764351" y="1306163"/>
                  <a:pt x="902163" y="1245146"/>
                  <a:pt x="1005449" y="1142267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1" name="!! 遮罩">
            <a:extLst>
              <a:ext uri="{FF2B5EF4-FFF2-40B4-BE49-F238E27FC236}">
                <a16:creationId xmlns:a16="http://schemas.microsoft.com/office/drawing/2014/main" id="{46902CC2-C71D-C318-4149-F094488ED5B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43" name="带按钮的无图标提示框">
            <a:extLst>
              <a:ext uri="{FF2B5EF4-FFF2-40B4-BE49-F238E27FC236}">
                <a16:creationId xmlns:a16="http://schemas.microsoft.com/office/drawing/2014/main" id="{C07BF466-B695-D86F-1E24-A0BB9D9488CA}"/>
              </a:ext>
            </a:extLst>
          </p:cNvPr>
          <p:cNvGrpSpPr/>
          <p:nvPr/>
        </p:nvGrpSpPr>
        <p:grpSpPr>
          <a:xfrm>
            <a:off x="3813542" y="2595765"/>
            <a:ext cx="4564916" cy="1679429"/>
            <a:chOff x="2912999" y="3341280"/>
            <a:chExt cx="4564916" cy="1679429"/>
          </a:xfrm>
        </p:grpSpPr>
        <p:sp>
          <p:nvSpPr>
            <p:cNvPr id="44" name="!! 弹窗">
              <a:extLst>
                <a:ext uri="{FF2B5EF4-FFF2-40B4-BE49-F238E27FC236}">
                  <a16:creationId xmlns:a16="http://schemas.microsoft.com/office/drawing/2014/main" id="{1294772E-E198-5832-E131-CB5772696282}"/>
                </a:ext>
              </a:extLst>
            </p:cNvPr>
            <p:cNvSpPr/>
            <p:nvPr/>
          </p:nvSpPr>
          <p:spPr>
            <a:xfrm>
              <a:off x="2912999" y="3341280"/>
              <a:ext cx="4564916" cy="1679429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5" name="标题">
              <a:extLst>
                <a:ext uri="{FF2B5EF4-FFF2-40B4-BE49-F238E27FC236}">
                  <a16:creationId xmlns:a16="http://schemas.microsoft.com/office/drawing/2014/main" id="{B282F241-4522-2C68-BE8B-A90E2032BB16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即将跳转应用</a:t>
              </a:r>
            </a:p>
          </p:txBody>
        </p:sp>
        <p:sp>
          <p:nvSpPr>
            <p:cNvPr id="46" name="副标题">
              <a:extLst>
                <a:ext uri="{FF2B5EF4-FFF2-40B4-BE49-F238E27FC236}">
                  <a16:creationId xmlns:a16="http://schemas.microsoft.com/office/drawing/2014/main" id="{EAF14858-F87E-DC0F-643B-08ADD74F28E5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设置将要跳转至浏览器以访问：</a:t>
              </a:r>
              <a:r>
                <a:rPr lang="en-US" altLang="zh-CN" sz="1400" u="sng" dirty="0">
                  <a:solidFill>
                    <a:schemeClr val="accent1"/>
                  </a:solidFill>
                </a:rPr>
                <a:t>Leaf OS - </a:t>
              </a:r>
              <a:r>
                <a:rPr lang="zh-CN" altLang="en-US" sz="1400" u="sng" dirty="0">
                  <a:solidFill>
                    <a:schemeClr val="accent1"/>
                  </a:solidFill>
                </a:rPr>
                <a:t>开源声明</a:t>
              </a:r>
              <a:r>
                <a:rPr lang="zh-CN" altLang="en-US" sz="1400" u="sng" dirty="0">
                  <a:solidFill>
                    <a:schemeClr val="accent1"/>
                  </a:solidFill>
                  <a:latin typeface="+mn-ea"/>
                </a:rPr>
                <a:t>）</a:t>
              </a:r>
            </a:p>
          </p:txBody>
        </p:sp>
        <p:sp>
          <p:nvSpPr>
            <p:cNvPr id="47" name="矩形: 圆角 46">
              <a:hlinkClick r:id="rId22"/>
              <a:extLst>
                <a:ext uri="{FF2B5EF4-FFF2-40B4-BE49-F238E27FC236}">
                  <a16:creationId xmlns:a16="http://schemas.microsoft.com/office/drawing/2014/main" id="{D19EF605-C8F5-05D8-46FD-4E0E03588BE5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6105759" y="451883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48" name="矩形: 圆角 47">
              <a:hlinkClick r:id="rId26" action="ppaction://hlinksldjump"/>
              <a:extLst>
                <a:ext uri="{FF2B5EF4-FFF2-40B4-BE49-F238E27FC236}">
                  <a16:creationId xmlns:a16="http://schemas.microsoft.com/office/drawing/2014/main" id="{C6E59024-B235-50B3-166B-F6224106FF78}"/>
                </a:ext>
              </a:extLst>
            </p:cNvPr>
            <p:cNvSpPr/>
            <p:nvPr/>
          </p:nvSpPr>
          <p:spPr>
            <a:xfrm>
              <a:off x="4843301" y="4515609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07096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EEC140-3468-93A8-7F7E-76EFF18B4C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16FA9233-0E18-BF84-DA00-BDA3ABDA927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2">
            <a:extLst>
              <a:ext uri="{FF2B5EF4-FFF2-40B4-BE49-F238E27FC236}">
                <a16:creationId xmlns:a16="http://schemas.microsoft.com/office/drawing/2014/main" id="{BEFEB77B-91AD-19BE-A78E-EEED6B76484F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584700B-8130-440A-5654-A75B2AFB7002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63D2601B-4BAA-221B-3FEB-8056DCE80F9E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关于设备</a:t>
              </a:r>
            </a:p>
          </p:txBody>
        </p:sp>
      </p:grpSp>
      <p:sp>
        <p:nvSpPr>
          <p:cNvPr id="2" name="!! 背景">
            <a:hlinkClick r:id="rId6" action="ppaction://hlinksldjump"/>
            <a:extLst>
              <a:ext uri="{FF2B5EF4-FFF2-40B4-BE49-F238E27FC236}">
                <a16:creationId xmlns:a16="http://schemas.microsoft.com/office/drawing/2014/main" id="{D3BDF484-491C-FF8F-E241-FDC1BC83C9DF}"/>
              </a:ext>
            </a:extLst>
          </p:cNvPr>
          <p:cNvSpPr/>
          <p:nvPr/>
        </p:nvSpPr>
        <p:spPr>
          <a:xfrm>
            <a:off x="3718560" y="1763390"/>
            <a:ext cx="4754880" cy="1075267"/>
          </a:xfrm>
          <a:prstGeom prst="roundRect">
            <a:avLst>
              <a:gd name="adj" fmla="val 8482"/>
            </a:avLst>
          </a:prstGeom>
          <a:gradFill flip="none" rotWithShape="1">
            <a:gsLst>
              <a:gs pos="28000">
                <a:schemeClr val="accent1"/>
              </a:gs>
              <a:gs pos="100000">
                <a:schemeClr val="accent2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ea"/>
                <a:ea typeface="+mj-ea"/>
                <a:cs typeface="Sarasa Mono Slab CL" panose="02000509000000000000" pitchFamily="49" charset="-120"/>
              </a:rPr>
              <a:t>Leaf OS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+mj-ea"/>
                <a:ea typeface="+mj-ea"/>
                <a:cs typeface="vivo Sans" panose="02000500000000000000" pitchFamily="2" charset="-122"/>
              </a:rPr>
              <a:t> 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Light" panose="02000400000000000000" pitchFamily="2" charset="-122"/>
                <a:ea typeface="vivo Sans Light" panose="02000400000000000000" pitchFamily="2" charset="-122"/>
                <a:cs typeface="vivo Sans Light" panose="02000400000000000000" pitchFamily="2" charset="-122"/>
              </a:rPr>
              <a:t>5</a:t>
            </a:r>
            <a:r>
              <a:rPr kumimoji="0" lang="en-US" altLang="zh-CN" sz="2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chemeClr val="accent3"/>
                </a:solidFill>
                <a:effectLst/>
                <a:uLnTx/>
                <a:uFillTx/>
                <a:latin typeface="vivo Sans" panose="02000500000000000000" pitchFamily="2" charset="-122"/>
                <a:ea typeface="vivo Sans" panose="02000500000000000000" pitchFamily="2" charset="-122"/>
                <a:cs typeface="vivo Sans" panose="02000500000000000000" pitchFamily="2" charset="-122"/>
              </a:rPr>
              <a:t>Preview</a:t>
            </a:r>
            <a:endParaRPr kumimoji="0" lang="zh-CN" altLang="en-US" sz="2400" b="0" i="0" u="none" strike="noStrike" kern="1200" cap="none" spc="0" normalizeH="0" baseline="0" noProof="0" dirty="0">
              <a:ln>
                <a:noFill/>
              </a:ln>
              <a:solidFill>
                <a:schemeClr val="accent3"/>
              </a:solidFill>
              <a:effectLst/>
              <a:uLnTx/>
              <a:uFillTx/>
              <a:latin typeface="vivo Sans" panose="02000500000000000000" pitchFamily="2" charset="-122"/>
              <a:ea typeface="vivo Sans" panose="02000500000000000000" pitchFamily="2" charset="-122"/>
              <a:cs typeface="vivo Sans" panose="02000500000000000000" pitchFamily="2" charset="-122"/>
            </a:endParaRPr>
          </a:p>
        </p:txBody>
      </p:sp>
      <p:grpSp>
        <p:nvGrpSpPr>
          <p:cNvPr id="35" name="!! 返回按钮">
            <a:extLst>
              <a:ext uri="{FF2B5EF4-FFF2-40B4-BE49-F238E27FC236}">
                <a16:creationId xmlns:a16="http://schemas.microsoft.com/office/drawing/2014/main" id="{6DB7900F-1583-9CAF-B8BD-5B07FA96C7C3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2" name="矩形: 圆角 31">
              <a:hlinkClick r:id="rId7" action="ppaction://hlinksldjump"/>
              <a:extLst>
                <a:ext uri="{FF2B5EF4-FFF2-40B4-BE49-F238E27FC236}">
                  <a16:creationId xmlns:a16="http://schemas.microsoft.com/office/drawing/2014/main" id="{C209C157-FC26-E8CA-AE83-A5916DEFC815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48D00AEC-2FE4-F387-0ACA-7328167D50AB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D5B4F192-9F3C-371D-6863-AD529F489360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10E1E98D-9EC1-C839-8D8B-77ACAB72D58A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93F41CBA-9A1B-B31D-3909-B7F318AF88D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4AA85DE6-FD1D-3775-DDC2-3BAA21BC6EBC}"/>
              </a:ext>
            </a:extLst>
          </p:cNvPr>
          <p:cNvSpPr txBox="1"/>
          <p:nvPr/>
        </p:nvSpPr>
        <p:spPr>
          <a:xfrm>
            <a:off x="3691928" y="3050594"/>
            <a:ext cx="1375321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型号代码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L310PA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0FD465BE-423B-9E5B-AEF7-7E9766FFB127}"/>
              </a:ext>
            </a:extLst>
          </p:cNvPr>
          <p:cNvSpPr txBox="1"/>
          <p:nvPr/>
        </p:nvSpPr>
        <p:spPr>
          <a:xfrm>
            <a:off x="6096000" y="3050594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机型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Pad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00F0AEC8-2784-AF87-E37F-CCDCE002C2D9}"/>
              </a:ext>
            </a:extLst>
          </p:cNvPr>
          <p:cNvSpPr txBox="1"/>
          <p:nvPr/>
        </p:nvSpPr>
        <p:spPr>
          <a:xfrm>
            <a:off x="3691928" y="3595399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系统版本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5.0.0.preview.2507a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08301708-E882-76BC-FFA2-4026612C8B99}"/>
              </a:ext>
            </a:extLst>
          </p:cNvPr>
          <p:cNvSpPr txBox="1"/>
          <p:nvPr/>
        </p:nvSpPr>
        <p:spPr>
          <a:xfrm>
            <a:off x="6096000" y="4267203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项目成立日期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2025-06-29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8A30E31C-3906-BB1B-C7F0-48F94D7F3B82}"/>
              </a:ext>
            </a:extLst>
          </p:cNvPr>
          <p:cNvSpPr txBox="1"/>
          <p:nvPr/>
        </p:nvSpPr>
        <p:spPr>
          <a:xfrm>
            <a:off x="3691928" y="4267203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编译时间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2025</a:t>
            </a:r>
            <a:r>
              <a:rPr lang="en-US" altLang="zh-CN" sz="1600" dirty="0">
                <a:latin typeface="vivo Sans"/>
                <a:ea typeface="vivo Sans"/>
              </a:rPr>
              <a:t>-07-14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399368AC-EE5C-BFF6-1C59-90DA67CA9244}"/>
              </a:ext>
            </a:extLst>
          </p:cNvPr>
          <p:cNvSpPr txBox="1"/>
          <p:nvPr/>
        </p:nvSpPr>
        <p:spPr>
          <a:xfrm>
            <a:off x="6096000" y="4817097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内核版本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2502 (18526.20086)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89FD1256-CE96-5233-A0E5-C4C1FBB8B50C}"/>
              </a:ext>
            </a:extLst>
          </p:cNvPr>
          <p:cNvSpPr txBox="1"/>
          <p:nvPr/>
        </p:nvSpPr>
        <p:spPr>
          <a:xfrm>
            <a:off x="3691928" y="4817097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内核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CN" sz="1600" dirty="0">
                <a:latin typeface="vivo Sans"/>
                <a:ea typeface="vivo Sans"/>
              </a:rPr>
              <a:t>Microsoft PowerPoint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cxnSp>
        <p:nvCxnSpPr>
          <p:cNvPr id="3" name="直接连接符 2">
            <a:extLst>
              <a:ext uri="{FF2B5EF4-FFF2-40B4-BE49-F238E27FC236}">
                <a16:creationId xmlns:a16="http://schemas.microsoft.com/office/drawing/2014/main" id="{04504B7F-79C9-9366-334F-940A8FB35171}"/>
              </a:ext>
            </a:extLst>
          </p:cNvPr>
          <p:cNvCxnSpPr/>
          <p:nvPr/>
        </p:nvCxnSpPr>
        <p:spPr>
          <a:xfrm>
            <a:off x="3652736" y="4198954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16A0E674-EAE9-2071-5EBB-01DDAF2214C7}"/>
              </a:ext>
            </a:extLst>
          </p:cNvPr>
          <p:cNvSpPr txBox="1"/>
          <p:nvPr/>
        </p:nvSpPr>
        <p:spPr>
          <a:xfrm>
            <a:off x="6096000" y="3597019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限制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vivo Sans"/>
                <a:ea typeface="vivo Sans"/>
                <a:cs typeface="+mn-cs"/>
              </a:rPr>
              <a:t>演示</a:t>
            </a:r>
          </a:p>
        </p:txBody>
      </p:sp>
      <p:cxnSp>
        <p:nvCxnSpPr>
          <p:cNvPr id="4" name="直接连接符 3">
            <a:extLst>
              <a:ext uri="{FF2B5EF4-FFF2-40B4-BE49-F238E27FC236}">
                <a16:creationId xmlns:a16="http://schemas.microsoft.com/office/drawing/2014/main" id="{4808B96A-824A-8D51-FF4C-903333013A19}"/>
              </a:ext>
            </a:extLst>
          </p:cNvPr>
          <p:cNvCxnSpPr/>
          <p:nvPr/>
        </p:nvCxnSpPr>
        <p:spPr>
          <a:xfrm>
            <a:off x="3652736" y="5452790"/>
            <a:ext cx="4729760" cy="0"/>
          </a:xfrm>
          <a:prstGeom prst="line">
            <a:avLst/>
          </a:prstGeom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6" name="文本框 5">
            <a:extLst>
              <a:ext uri="{FF2B5EF4-FFF2-40B4-BE49-F238E27FC236}">
                <a16:creationId xmlns:a16="http://schemas.microsoft.com/office/drawing/2014/main" id="{5525C194-5959-DF8F-C977-4C08BA20F7A7}"/>
              </a:ext>
            </a:extLst>
          </p:cNvPr>
          <p:cNvSpPr txBox="1"/>
          <p:nvPr/>
        </p:nvSpPr>
        <p:spPr>
          <a:xfrm>
            <a:off x="6096000" y="5500976"/>
            <a:ext cx="2404072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特别鸣谢</a:t>
            </a:r>
            <a:endParaRPr kumimoji="0" lang="en-US" altLang="zh-CN" sz="120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i="0" dirty="0">
                <a:solidFill>
                  <a:srgbClr val="13181D"/>
                </a:solidFill>
                <a:effectLst/>
                <a:latin typeface="-apple-system"/>
              </a:rPr>
              <a:t>亥鸥</a:t>
            </a:r>
            <a:r>
              <a:rPr lang="en-US" altLang="zh-CN" sz="1600" i="0" dirty="0">
                <a:solidFill>
                  <a:srgbClr val="13181D"/>
                </a:solidFill>
                <a:effectLst/>
                <a:latin typeface="+mn-ea"/>
              </a:rPr>
              <a:t>_HYO</a:t>
            </a:r>
            <a:endParaRPr kumimoji="0" lang="zh-CN" altLang="en-US" sz="160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5B2BB4DF-F081-DBCC-FC69-0DD510775016}"/>
              </a:ext>
            </a:extLst>
          </p:cNvPr>
          <p:cNvSpPr txBox="1"/>
          <p:nvPr/>
        </p:nvSpPr>
        <p:spPr>
          <a:xfrm>
            <a:off x="3691928" y="5500976"/>
            <a:ext cx="2325688" cy="54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作者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1600" dirty="0">
                <a:latin typeface="vivo Sans"/>
                <a:ea typeface="vivo Sans"/>
              </a:rPr>
              <a:t>雨夌</a:t>
            </a:r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8" name="!! info按钮">
            <a:extLst>
              <a:ext uri="{FF2B5EF4-FFF2-40B4-BE49-F238E27FC236}">
                <a16:creationId xmlns:a16="http://schemas.microsoft.com/office/drawing/2014/main" id="{5AFEF6ED-F689-A9FD-948E-72A372B16E92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9" name="矩形: 圆角 8">
              <a:hlinkClick r:id="rId12" action="ppaction://hlinksldjump"/>
              <a:extLst>
                <a:ext uri="{FF2B5EF4-FFF2-40B4-BE49-F238E27FC236}">
                  <a16:creationId xmlns:a16="http://schemas.microsoft.com/office/drawing/2014/main" id="{9CE3593E-6283-A9C9-9C3B-64B3DC3E1E5A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0" name="图形 9">
              <a:extLst>
                <a:ext uri="{FF2B5EF4-FFF2-40B4-BE49-F238E27FC236}">
                  <a16:creationId xmlns:a16="http://schemas.microsoft.com/office/drawing/2014/main" id="{C4EB29E5-5CD5-BA8D-2ADB-383CCF8FA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>
              <a:extLst>
                <a:ext uri="{96DAC541-7B7A-43D3-8B79-37D633B846F1}">
                  <asvg:svgBlip xmlns:asvg="http://schemas.microsoft.com/office/drawing/2016/SVG/main" r:embed="rId14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66686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DA340D-EE96-0BC1-C798-5F21938AD8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0A98B482-61A3-9CCC-38F4-CA990CCA347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10">
            <a:extLst>
              <a:ext uri="{FF2B5EF4-FFF2-40B4-BE49-F238E27FC236}">
                <a16:creationId xmlns:a16="http://schemas.microsoft.com/office/drawing/2014/main" id="{BB47DB5C-859C-A22E-0D7F-960B7FBF4AD5}"/>
              </a:ext>
            </a:extLst>
          </p:cNvPr>
          <p:cNvGrpSpPr/>
          <p:nvPr/>
        </p:nvGrpSpPr>
        <p:grpSpPr>
          <a:xfrm>
            <a:off x="5688576" y="931625"/>
            <a:ext cx="814848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53BEDEB-8630-39FE-C382-6AA6C12C3D70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29A35B2F-B071-18CF-06FB-A340FDD0EC45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关于</a:t>
              </a:r>
            </a:p>
          </p:txBody>
        </p:sp>
      </p:grpSp>
      <p:grpSp>
        <p:nvGrpSpPr>
          <p:cNvPr id="43" name="!! 关闭按钮">
            <a:extLst>
              <a:ext uri="{FF2B5EF4-FFF2-40B4-BE49-F238E27FC236}">
                <a16:creationId xmlns:a16="http://schemas.microsoft.com/office/drawing/2014/main" id="{32AEA170-4F2E-1EA4-30AF-4BB8B04A0D9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44" name="矩形: 圆角 43">
              <a:hlinkClick r:id="rId5" action="ppaction://hlinksldjump"/>
              <a:extLst>
                <a:ext uri="{FF2B5EF4-FFF2-40B4-BE49-F238E27FC236}">
                  <a16:creationId xmlns:a16="http://schemas.microsoft.com/office/drawing/2014/main" id="{BFEBA469-AC57-5FFD-FB5F-49D8B3906D9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5" name="图形 44">
              <a:extLst>
                <a:ext uri="{FF2B5EF4-FFF2-40B4-BE49-F238E27FC236}">
                  <a16:creationId xmlns:a16="http://schemas.microsoft.com/office/drawing/2014/main" id="{F568F31F-B73B-D8DC-CC14-9606DF57BB0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2" name="!! 返回按钮">
            <a:extLst>
              <a:ext uri="{FF2B5EF4-FFF2-40B4-BE49-F238E27FC236}">
                <a16:creationId xmlns:a16="http://schemas.microsoft.com/office/drawing/2014/main" id="{924F2B70-ADF5-1D82-0287-29E617F0037A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3" name="矩形: 圆角 2">
              <a:hlinkClick r:id="rId8" action="ppaction://hlinksldjump"/>
              <a:extLst>
                <a:ext uri="{FF2B5EF4-FFF2-40B4-BE49-F238E27FC236}">
                  <a16:creationId xmlns:a16="http://schemas.microsoft.com/office/drawing/2014/main" id="{A7D06D03-3270-46C4-F26D-84B442BCAC11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pic>
          <p:nvPicPr>
            <p:cNvPr id="4" name="图形 3">
              <a:extLst>
                <a:ext uri="{FF2B5EF4-FFF2-40B4-BE49-F238E27FC236}">
                  <a16:creationId xmlns:a16="http://schemas.microsoft.com/office/drawing/2014/main" id="{88737189-BDED-F6F9-1A32-D0D021B2DED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grpSp>
        <p:nvGrpSpPr>
          <p:cNvPr id="5" name="组合 4">
            <a:extLst>
              <a:ext uri="{FF2B5EF4-FFF2-40B4-BE49-F238E27FC236}">
                <a16:creationId xmlns:a16="http://schemas.microsoft.com/office/drawing/2014/main" id="{DB9D094F-6A16-1F41-4295-55B2F95311F7}"/>
              </a:ext>
            </a:extLst>
          </p:cNvPr>
          <p:cNvGrpSpPr/>
          <p:nvPr/>
        </p:nvGrpSpPr>
        <p:grpSpPr>
          <a:xfrm>
            <a:off x="5605596" y="1957629"/>
            <a:ext cx="980808" cy="980808"/>
            <a:chOff x="7332875" y="1296357"/>
            <a:chExt cx="980808" cy="980808"/>
          </a:xfrm>
        </p:grpSpPr>
        <p:sp>
          <p:nvSpPr>
            <p:cNvPr id="6" name="!! 背景">
              <a:hlinkClick r:id="rId11" action="ppaction://hlinksldjump"/>
              <a:extLst>
                <a:ext uri="{FF2B5EF4-FFF2-40B4-BE49-F238E27FC236}">
                  <a16:creationId xmlns:a16="http://schemas.microsoft.com/office/drawing/2014/main" id="{01AF4C8F-7242-4FF1-F9A6-05028577EE90}"/>
                </a:ext>
              </a:extLst>
            </p:cNvPr>
            <p:cNvSpPr/>
            <p:nvPr/>
          </p:nvSpPr>
          <p:spPr>
            <a:xfrm>
              <a:off x="7332875" y="1296357"/>
              <a:ext cx="980808" cy="980808"/>
            </a:xfrm>
            <a:prstGeom prst="roundRect">
              <a:avLst/>
            </a:prstGeom>
            <a:solidFill>
              <a:schemeClr val="accent4">
                <a:lumMod val="50000"/>
              </a:schemeClr>
            </a:solidFill>
            <a:ln>
              <a:noFill/>
            </a:ln>
            <a:effectLst>
              <a:outerShdw blurRad="1905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7" name="icon">
              <a:extLst>
                <a:ext uri="{FF2B5EF4-FFF2-40B4-BE49-F238E27FC236}">
                  <a16:creationId xmlns:a16="http://schemas.microsoft.com/office/drawing/2014/main" id="{204083C2-5587-1F42-4850-6FA005F846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7445716" y="1409198"/>
              <a:ext cx="755126" cy="755126"/>
            </a:xfrm>
            <a:prstGeom prst="rect">
              <a:avLst/>
            </a:prstGeom>
          </p:spPr>
        </p:pic>
      </p:grpSp>
      <p:sp>
        <p:nvSpPr>
          <p:cNvPr id="8" name="文本框 7">
            <a:extLst>
              <a:ext uri="{FF2B5EF4-FFF2-40B4-BE49-F238E27FC236}">
                <a16:creationId xmlns:a16="http://schemas.microsoft.com/office/drawing/2014/main" id="{7FC7C795-1BE6-05D7-0C58-A8700DF9A3A3}"/>
              </a:ext>
            </a:extLst>
          </p:cNvPr>
          <p:cNvSpPr txBox="1"/>
          <p:nvPr/>
        </p:nvSpPr>
        <p:spPr>
          <a:xfrm>
            <a:off x="5507421" y="3200712"/>
            <a:ext cx="1177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/>
              <a:t>设置</a:t>
            </a: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C00105A-C424-B05E-95AA-DEC0DD6215EC}"/>
              </a:ext>
            </a:extLst>
          </p:cNvPr>
          <p:cNvSpPr txBox="1"/>
          <p:nvPr/>
        </p:nvSpPr>
        <p:spPr>
          <a:xfrm>
            <a:off x="4818994" y="3636410"/>
            <a:ext cx="2554012" cy="28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版本：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1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.0.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10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.preview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693984A-A0BA-E73D-42A2-FF1C275648C6}"/>
              </a:ext>
            </a:extLst>
          </p:cNvPr>
          <p:cNvSpPr txBox="1"/>
          <p:nvPr/>
        </p:nvSpPr>
        <p:spPr>
          <a:xfrm>
            <a:off x="4708451" y="6220046"/>
            <a:ext cx="2775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© 2025 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</a:rPr>
              <a:t>雨夌 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All Rights Reserved.</a:t>
            </a:r>
            <a:endParaRPr lang="zh-CN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grpSp>
        <p:nvGrpSpPr>
          <p:cNvPr id="11" name="!! info按钮">
            <a:extLst>
              <a:ext uri="{FF2B5EF4-FFF2-40B4-BE49-F238E27FC236}">
                <a16:creationId xmlns:a16="http://schemas.microsoft.com/office/drawing/2014/main" id="{F7CD7DEF-99DA-FBCE-9A87-36369D060A90}"/>
              </a:ext>
            </a:extLst>
          </p:cNvPr>
          <p:cNvGrpSpPr/>
          <p:nvPr/>
        </p:nvGrpSpPr>
        <p:grpSpPr>
          <a:xfrm>
            <a:off x="7730540" y="1047495"/>
            <a:ext cx="290510" cy="290510"/>
            <a:chOff x="2328464" y="3107859"/>
            <a:chExt cx="583223" cy="583223"/>
          </a:xfrm>
        </p:grpSpPr>
        <p:sp>
          <p:nvSpPr>
            <p:cNvPr id="12" name="矩形: 圆角 11">
              <a:hlinkClick r:id="rId14" action="ppaction://hlinksldjump"/>
              <a:extLst>
                <a:ext uri="{FF2B5EF4-FFF2-40B4-BE49-F238E27FC236}">
                  <a16:creationId xmlns:a16="http://schemas.microsoft.com/office/drawing/2014/main" id="{42EE4834-FA8C-D4D7-4BC6-4189D6B1D9E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4" name="图形 13">
              <a:extLst>
                <a:ext uri="{FF2B5EF4-FFF2-40B4-BE49-F238E27FC236}">
                  <a16:creationId xmlns:a16="http://schemas.microsoft.com/office/drawing/2014/main" id="{829F714D-DEDA-AC22-CABF-67EB53F7B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6220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01F97-F3D6-A6D6-A368-4ABF27522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2BD93356-1D78-2491-4A99-0323DBBD9ED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1E359924-63E1-D2F0-4C79-EF931E1518C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7" name="!! 关机">
            <a:extLst>
              <a:ext uri="{FF2B5EF4-FFF2-40B4-BE49-F238E27FC236}">
                <a16:creationId xmlns:a16="http://schemas.microsoft.com/office/drawing/2014/main" id="{05C51728-FF5E-0BB6-39EF-18E7FB2D0333}"/>
              </a:ext>
            </a:extLst>
          </p:cNvPr>
          <p:cNvGrpSpPr/>
          <p:nvPr/>
        </p:nvGrpSpPr>
        <p:grpSpPr>
          <a:xfrm>
            <a:off x="4317365" y="3044825"/>
            <a:ext cx="768350" cy="768350"/>
            <a:chOff x="3873499" y="4722659"/>
            <a:chExt cx="768350" cy="768350"/>
          </a:xfrm>
        </p:grpSpPr>
        <p:sp>
          <p:nvSpPr>
            <p:cNvPr id="35" name="椭圆 34">
              <a:extLst>
                <a:ext uri="{FF2B5EF4-FFF2-40B4-BE49-F238E27FC236}">
                  <a16:creationId xmlns:a16="http://schemas.microsoft.com/office/drawing/2014/main" id="{C9AF216B-61E9-0DC7-64B2-23B027A72991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5" name="!! 按钮-关机">
              <a:extLst>
                <a:ext uri="{FF2B5EF4-FFF2-40B4-BE49-F238E27FC236}">
                  <a16:creationId xmlns:a16="http://schemas.microsoft.com/office/drawing/2014/main" id="{5F68CE7C-4785-C159-2766-F37D46B227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38" name="!! 重启">
            <a:extLst>
              <a:ext uri="{FF2B5EF4-FFF2-40B4-BE49-F238E27FC236}">
                <a16:creationId xmlns:a16="http://schemas.microsoft.com/office/drawing/2014/main" id="{E8298683-55AE-05CC-D989-DE172365A95B}"/>
              </a:ext>
            </a:extLst>
          </p:cNvPr>
          <p:cNvGrpSpPr/>
          <p:nvPr/>
        </p:nvGrpSpPr>
        <p:grpSpPr>
          <a:xfrm>
            <a:off x="5711825" y="3044825"/>
            <a:ext cx="768350" cy="768350"/>
            <a:chOff x="5078522" y="4722659"/>
            <a:chExt cx="768350" cy="768350"/>
          </a:xfrm>
        </p:grpSpPr>
        <p:sp>
          <p:nvSpPr>
            <p:cNvPr id="36" name="椭圆 35">
              <a:extLst>
                <a:ext uri="{FF2B5EF4-FFF2-40B4-BE49-F238E27FC236}">
                  <a16:creationId xmlns:a16="http://schemas.microsoft.com/office/drawing/2014/main" id="{DED29F4E-8E37-E935-9F2C-D04D785748B3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26" name="!! 按钮-重启">
              <a:hlinkClick r:id="rId8" action="ppaction://hlinksldjump"/>
              <a:extLst>
                <a:ext uri="{FF2B5EF4-FFF2-40B4-BE49-F238E27FC236}">
                  <a16:creationId xmlns:a16="http://schemas.microsoft.com/office/drawing/2014/main" id="{7D8A3CB9-F69E-4D27-3C43-150BBF30231F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43" name="!! 取消">
            <a:extLst>
              <a:ext uri="{FF2B5EF4-FFF2-40B4-BE49-F238E27FC236}">
                <a16:creationId xmlns:a16="http://schemas.microsoft.com/office/drawing/2014/main" id="{E1754506-F77E-81D4-1399-E6C7CB97E370}"/>
              </a:ext>
            </a:extLst>
          </p:cNvPr>
          <p:cNvGrpSpPr/>
          <p:nvPr/>
        </p:nvGrpSpPr>
        <p:grpSpPr>
          <a:xfrm>
            <a:off x="7106285" y="3044825"/>
            <a:ext cx="768350" cy="768350"/>
            <a:chOff x="7589108" y="3216636"/>
            <a:chExt cx="768350" cy="768350"/>
          </a:xfrm>
        </p:grpSpPr>
        <p:sp>
          <p:nvSpPr>
            <p:cNvPr id="40" name="椭圆 39">
              <a:extLst>
                <a:ext uri="{FF2B5EF4-FFF2-40B4-BE49-F238E27FC236}">
                  <a16:creationId xmlns:a16="http://schemas.microsoft.com/office/drawing/2014/main" id="{9624BB16-1373-055E-7E96-96DCAF589C37}"/>
                </a:ext>
              </a:extLst>
            </p:cNvPr>
            <p:cNvSpPr/>
            <p:nvPr/>
          </p:nvSpPr>
          <p:spPr>
            <a:xfrm>
              <a:off x="7589108" y="3216636"/>
              <a:ext cx="768350" cy="768350"/>
            </a:xfrm>
            <a:prstGeom prst="ellipse">
              <a:avLst/>
            </a:prstGeom>
            <a:solidFill>
              <a:schemeClr val="bg1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83E26B1C-0921-05C7-4683-92237FC1A368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7638000" y="3265528"/>
              <a:ext cx="670566" cy="67056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38162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 advTm="0">
        <p159:morph option="byObject"/>
      </p:transition>
    </mc:Choice>
    <mc:Fallback xmlns="">
      <p:transition advClick="0" advTm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91667E-6 0 L 0.11432 0.2044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716" y="1020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2044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20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91667E-6 0 L -0.11432 0.20463 " pathEditMode="relative" rAng="0" ptsTypes="AA">
                                      <p:cBhvr>
                                        <p:cTn id="19" dur="500" spd="-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716" y="1023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BACB24-CAF3-1904-3D66-086D0DE89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42F1B054-B2B7-76CB-ACF6-29AB817BAB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DB40A390-F9FC-ACA3-C3C3-78EA690F1D7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7" name="!! 关机">
            <a:extLst>
              <a:ext uri="{FF2B5EF4-FFF2-40B4-BE49-F238E27FC236}">
                <a16:creationId xmlns:a16="http://schemas.microsoft.com/office/drawing/2014/main" id="{BD1B4B71-F73B-D2BB-DD52-BC0DB23B989D}"/>
              </a:ext>
            </a:extLst>
          </p:cNvPr>
          <p:cNvGrpSpPr/>
          <p:nvPr/>
        </p:nvGrpSpPr>
        <p:grpSpPr>
          <a:xfrm>
            <a:off x="4317365" y="3044825"/>
            <a:ext cx="768350" cy="768350"/>
            <a:chOff x="3873499" y="4722659"/>
            <a:chExt cx="768350" cy="768350"/>
          </a:xfrm>
        </p:grpSpPr>
        <p:sp>
          <p:nvSpPr>
            <p:cNvPr id="35" name="椭圆 34">
              <a:hlinkClick r:id="rId6" action="ppaction://hlinksldjump"/>
              <a:extLst>
                <a:ext uri="{FF2B5EF4-FFF2-40B4-BE49-F238E27FC236}">
                  <a16:creationId xmlns:a16="http://schemas.microsoft.com/office/drawing/2014/main" id="{E211F856-33C4-A948-5778-59EE9FE92CB8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5" name="!! 按钮-关机">
              <a:extLst>
                <a:ext uri="{FF2B5EF4-FFF2-40B4-BE49-F238E27FC236}">
                  <a16:creationId xmlns:a16="http://schemas.microsoft.com/office/drawing/2014/main" id="{33E38AA5-4944-B9E2-8590-3F068E6B8CC4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38" name="!! 重启">
            <a:extLst>
              <a:ext uri="{FF2B5EF4-FFF2-40B4-BE49-F238E27FC236}">
                <a16:creationId xmlns:a16="http://schemas.microsoft.com/office/drawing/2014/main" id="{0617B9EC-2566-472C-2BA3-956AC31AD1AF}"/>
              </a:ext>
            </a:extLst>
          </p:cNvPr>
          <p:cNvGrpSpPr/>
          <p:nvPr/>
        </p:nvGrpSpPr>
        <p:grpSpPr>
          <a:xfrm>
            <a:off x="5711825" y="3044825"/>
            <a:ext cx="768350" cy="768350"/>
            <a:chOff x="5078522" y="4722659"/>
            <a:chExt cx="768350" cy="768350"/>
          </a:xfrm>
        </p:grpSpPr>
        <p:sp>
          <p:nvSpPr>
            <p:cNvPr id="36" name="椭圆 35">
              <a:hlinkClick r:id="rId9" action="ppaction://hlinksldjump"/>
              <a:extLst>
                <a:ext uri="{FF2B5EF4-FFF2-40B4-BE49-F238E27FC236}">
                  <a16:creationId xmlns:a16="http://schemas.microsoft.com/office/drawing/2014/main" id="{BE6F16C8-903D-6275-6F04-89C855D48D54}"/>
                </a:ext>
              </a:extLst>
            </p:cNvPr>
            <p:cNvSpPr/>
            <p:nvPr/>
          </p:nvSpPr>
          <p:spPr>
            <a:xfrm>
              <a:off x="5078522" y="4722659"/>
              <a:ext cx="768350" cy="76835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26" name="!! 按钮-重启">
              <a:hlinkClick r:id="rId10" action="ppaction://hlinksldjump"/>
              <a:extLst>
                <a:ext uri="{FF2B5EF4-FFF2-40B4-BE49-F238E27FC236}">
                  <a16:creationId xmlns:a16="http://schemas.microsoft.com/office/drawing/2014/main" id="{B5CA1FB4-D44E-5B97-3397-3B9FEAB08FF1}"/>
                </a:ext>
              </a:extLst>
            </p:cNvPr>
            <p:cNvSpPr/>
            <p:nvPr/>
          </p:nvSpPr>
          <p:spPr>
            <a:xfrm>
              <a:off x="5241383" y="4885463"/>
              <a:ext cx="442628" cy="442742"/>
            </a:xfrm>
            <a:custGeom>
              <a:avLst/>
              <a:gdLst>
                <a:gd name="T0" fmla="*/ 4417 w 8147"/>
                <a:gd name="T1" fmla="*/ 1971 h 8148"/>
                <a:gd name="T2" fmla="*/ 4122 w 8147"/>
                <a:gd name="T3" fmla="*/ 0 h 8148"/>
                <a:gd name="T4" fmla="*/ 3622 w 8147"/>
                <a:gd name="T5" fmla="*/ 228 h 8148"/>
                <a:gd name="T6" fmla="*/ 3917 w 8147"/>
                <a:gd name="T7" fmla="*/ 2197 h 8148"/>
                <a:gd name="T8" fmla="*/ 4122 w 8147"/>
                <a:gd name="T9" fmla="*/ 2198 h 8148"/>
                <a:gd name="T10" fmla="*/ 2410 w 8147"/>
                <a:gd name="T11" fmla="*/ 2962 h 8148"/>
                <a:gd name="T12" fmla="*/ 2781 w 8147"/>
                <a:gd name="T13" fmla="*/ 2713 h 8148"/>
                <a:gd name="T14" fmla="*/ 1596 w 8147"/>
                <a:gd name="T15" fmla="*/ 1112 h 8148"/>
                <a:gd name="T16" fmla="*/ 1081 w 8147"/>
                <a:gd name="T17" fmla="*/ 1305 h 8148"/>
                <a:gd name="T18" fmla="*/ 2266 w 8147"/>
                <a:gd name="T19" fmla="*/ 2905 h 8148"/>
                <a:gd name="T20" fmla="*/ 2197 w 8147"/>
                <a:gd name="T21" fmla="*/ 4026 h 8148"/>
                <a:gd name="T22" fmla="*/ 227 w 8147"/>
                <a:gd name="T23" fmla="*/ 3731 h 8148"/>
                <a:gd name="T24" fmla="*/ 0 w 8147"/>
                <a:gd name="T25" fmla="*/ 4231 h 8148"/>
                <a:gd name="T26" fmla="*/ 1969 w 8147"/>
                <a:gd name="T27" fmla="*/ 4526 h 8148"/>
                <a:gd name="T28" fmla="*/ 2711 w 8147"/>
                <a:gd name="T29" fmla="*/ 5366 h 8148"/>
                <a:gd name="T30" fmla="*/ 1109 w 8147"/>
                <a:gd name="T31" fmla="*/ 6550 h 8148"/>
                <a:gd name="T32" fmla="*/ 1301 w 8147"/>
                <a:gd name="T33" fmla="*/ 7065 h 8148"/>
                <a:gd name="T34" fmla="*/ 1527 w 8147"/>
                <a:gd name="T35" fmla="*/ 7168 h 8148"/>
                <a:gd name="T36" fmla="*/ 2902 w 8147"/>
                <a:gd name="T37" fmla="*/ 5881 h 8148"/>
                <a:gd name="T38" fmla="*/ 2856 w 8147"/>
                <a:gd name="T39" fmla="*/ 5512 h 8148"/>
                <a:gd name="T40" fmla="*/ 4230 w 8147"/>
                <a:gd name="T41" fmla="*/ 5951 h 8148"/>
                <a:gd name="T42" fmla="*/ 3730 w 8147"/>
                <a:gd name="T43" fmla="*/ 6178 h 8148"/>
                <a:gd name="T44" fmla="*/ 4025 w 8147"/>
                <a:gd name="T45" fmla="*/ 8148 h 8148"/>
                <a:gd name="T46" fmla="*/ 4525 w 8147"/>
                <a:gd name="T47" fmla="*/ 7920 h 8148"/>
                <a:gd name="T48" fmla="*/ 4230 w 8147"/>
                <a:gd name="T49" fmla="*/ 5951 h 8148"/>
                <a:gd name="T50" fmla="*/ 5736 w 8147"/>
                <a:gd name="T51" fmla="*/ 5187 h 8148"/>
                <a:gd name="T52" fmla="*/ 5365 w 8147"/>
                <a:gd name="T53" fmla="*/ 5436 h 8148"/>
                <a:gd name="T54" fmla="*/ 6550 w 8147"/>
                <a:gd name="T55" fmla="*/ 7037 h 8148"/>
                <a:gd name="T56" fmla="*/ 6918 w 8147"/>
                <a:gd name="T57" fmla="*/ 6991 h 8148"/>
                <a:gd name="T58" fmla="*/ 7111 w 8147"/>
                <a:gd name="T59" fmla="*/ 6476 h 8148"/>
                <a:gd name="T60" fmla="*/ 7920 w 8147"/>
                <a:gd name="T61" fmla="*/ 3623 h 8148"/>
                <a:gd name="T62" fmla="*/ 5949 w 8147"/>
                <a:gd name="T63" fmla="*/ 3918 h 8148"/>
                <a:gd name="T64" fmla="*/ 6177 w 8147"/>
                <a:gd name="T65" fmla="*/ 4418 h 8148"/>
                <a:gd name="T66" fmla="*/ 8147 w 8147"/>
                <a:gd name="T67" fmla="*/ 4123 h 8148"/>
                <a:gd name="T68" fmla="*/ 7920 w 8147"/>
                <a:gd name="T69" fmla="*/ 3623 h 8148"/>
                <a:gd name="T70" fmla="*/ 5661 w 8147"/>
                <a:gd name="T71" fmla="*/ 2885 h 8148"/>
                <a:gd name="T72" fmla="*/ 7036 w 8147"/>
                <a:gd name="T73" fmla="*/ 1597 h 8148"/>
                <a:gd name="T74" fmla="*/ 6844 w 8147"/>
                <a:gd name="T75" fmla="*/ 1082 h 8148"/>
                <a:gd name="T76" fmla="*/ 5242 w 8147"/>
                <a:gd name="T77" fmla="*/ 2266 h 8148"/>
                <a:gd name="T78" fmla="*/ 5435 w 8147"/>
                <a:gd name="T79" fmla="*/ 2782 h 81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8147" h="8148">
                  <a:moveTo>
                    <a:pt x="4122" y="2198"/>
                  </a:moveTo>
                  <a:cubicBezTo>
                    <a:pt x="4287" y="2198"/>
                    <a:pt x="4417" y="2098"/>
                    <a:pt x="4417" y="1971"/>
                  </a:cubicBezTo>
                  <a:lnTo>
                    <a:pt x="4417" y="228"/>
                  </a:lnTo>
                  <a:cubicBezTo>
                    <a:pt x="4417" y="101"/>
                    <a:pt x="4289" y="0"/>
                    <a:pt x="4122" y="0"/>
                  </a:cubicBezTo>
                  <a:lnTo>
                    <a:pt x="3917" y="0"/>
                  </a:lnTo>
                  <a:cubicBezTo>
                    <a:pt x="3752" y="0"/>
                    <a:pt x="3622" y="100"/>
                    <a:pt x="3622" y="228"/>
                  </a:cubicBezTo>
                  <a:lnTo>
                    <a:pt x="3622" y="1970"/>
                  </a:lnTo>
                  <a:cubicBezTo>
                    <a:pt x="3622" y="2097"/>
                    <a:pt x="3751" y="2197"/>
                    <a:pt x="3917" y="2197"/>
                  </a:cubicBezTo>
                  <a:lnTo>
                    <a:pt x="4122" y="2197"/>
                  </a:lnTo>
                  <a:lnTo>
                    <a:pt x="4122" y="2198"/>
                  </a:lnTo>
                  <a:close/>
                  <a:moveTo>
                    <a:pt x="2266" y="2905"/>
                  </a:moveTo>
                  <a:cubicBezTo>
                    <a:pt x="2302" y="2941"/>
                    <a:pt x="2349" y="2960"/>
                    <a:pt x="2410" y="2962"/>
                  </a:cubicBezTo>
                  <a:cubicBezTo>
                    <a:pt x="2487" y="2962"/>
                    <a:pt x="2570" y="2925"/>
                    <a:pt x="2636" y="2858"/>
                  </a:cubicBezTo>
                  <a:lnTo>
                    <a:pt x="2781" y="2713"/>
                  </a:lnTo>
                  <a:cubicBezTo>
                    <a:pt x="2897" y="2597"/>
                    <a:pt x="2919" y="2435"/>
                    <a:pt x="2827" y="2343"/>
                  </a:cubicBezTo>
                  <a:lnTo>
                    <a:pt x="1596" y="1112"/>
                  </a:lnTo>
                  <a:cubicBezTo>
                    <a:pt x="1506" y="1022"/>
                    <a:pt x="1344" y="1042"/>
                    <a:pt x="1226" y="1159"/>
                  </a:cubicBezTo>
                  <a:lnTo>
                    <a:pt x="1081" y="1305"/>
                  </a:lnTo>
                  <a:cubicBezTo>
                    <a:pt x="965" y="1421"/>
                    <a:pt x="943" y="1583"/>
                    <a:pt x="1035" y="1675"/>
                  </a:cubicBezTo>
                  <a:lnTo>
                    <a:pt x="2266" y="2905"/>
                  </a:lnTo>
                  <a:close/>
                  <a:moveTo>
                    <a:pt x="2197" y="4231"/>
                  </a:moveTo>
                  <a:lnTo>
                    <a:pt x="2197" y="4026"/>
                  </a:lnTo>
                  <a:cubicBezTo>
                    <a:pt x="2197" y="3861"/>
                    <a:pt x="2097" y="3731"/>
                    <a:pt x="1969" y="3731"/>
                  </a:cubicBezTo>
                  <a:lnTo>
                    <a:pt x="227" y="3731"/>
                  </a:lnTo>
                  <a:cubicBezTo>
                    <a:pt x="100" y="3731"/>
                    <a:pt x="0" y="3861"/>
                    <a:pt x="0" y="4026"/>
                  </a:cubicBezTo>
                  <a:lnTo>
                    <a:pt x="0" y="4231"/>
                  </a:lnTo>
                  <a:cubicBezTo>
                    <a:pt x="0" y="4396"/>
                    <a:pt x="100" y="4526"/>
                    <a:pt x="227" y="4526"/>
                  </a:cubicBezTo>
                  <a:lnTo>
                    <a:pt x="1969" y="4526"/>
                  </a:lnTo>
                  <a:cubicBezTo>
                    <a:pt x="2096" y="4524"/>
                    <a:pt x="2197" y="4396"/>
                    <a:pt x="2197" y="4231"/>
                  </a:cubicBezTo>
                  <a:close/>
                  <a:moveTo>
                    <a:pt x="2711" y="5366"/>
                  </a:moveTo>
                  <a:cubicBezTo>
                    <a:pt x="2595" y="5250"/>
                    <a:pt x="2432" y="5230"/>
                    <a:pt x="2341" y="5318"/>
                  </a:cubicBezTo>
                  <a:lnTo>
                    <a:pt x="1109" y="6550"/>
                  </a:lnTo>
                  <a:cubicBezTo>
                    <a:pt x="1019" y="6640"/>
                    <a:pt x="1040" y="6802"/>
                    <a:pt x="1156" y="6920"/>
                  </a:cubicBezTo>
                  <a:lnTo>
                    <a:pt x="1301" y="7065"/>
                  </a:lnTo>
                  <a:cubicBezTo>
                    <a:pt x="1351" y="7115"/>
                    <a:pt x="1411" y="7148"/>
                    <a:pt x="1472" y="7162"/>
                  </a:cubicBezTo>
                  <a:cubicBezTo>
                    <a:pt x="1491" y="7166"/>
                    <a:pt x="1510" y="7168"/>
                    <a:pt x="1527" y="7168"/>
                  </a:cubicBezTo>
                  <a:cubicBezTo>
                    <a:pt x="1583" y="7168"/>
                    <a:pt x="1634" y="7148"/>
                    <a:pt x="1671" y="7112"/>
                  </a:cubicBezTo>
                  <a:lnTo>
                    <a:pt x="2902" y="5881"/>
                  </a:lnTo>
                  <a:cubicBezTo>
                    <a:pt x="2938" y="5845"/>
                    <a:pt x="2960" y="5793"/>
                    <a:pt x="2960" y="5738"/>
                  </a:cubicBezTo>
                  <a:cubicBezTo>
                    <a:pt x="2960" y="5661"/>
                    <a:pt x="2922" y="5578"/>
                    <a:pt x="2856" y="5512"/>
                  </a:cubicBezTo>
                  <a:lnTo>
                    <a:pt x="2711" y="5366"/>
                  </a:lnTo>
                  <a:close/>
                  <a:moveTo>
                    <a:pt x="4230" y="5951"/>
                  </a:moveTo>
                  <a:lnTo>
                    <a:pt x="4025" y="5951"/>
                  </a:lnTo>
                  <a:cubicBezTo>
                    <a:pt x="3860" y="5951"/>
                    <a:pt x="3730" y="6051"/>
                    <a:pt x="3730" y="6178"/>
                  </a:cubicBezTo>
                  <a:lnTo>
                    <a:pt x="3730" y="7920"/>
                  </a:lnTo>
                  <a:cubicBezTo>
                    <a:pt x="3730" y="8047"/>
                    <a:pt x="3859" y="8148"/>
                    <a:pt x="4025" y="8148"/>
                  </a:cubicBezTo>
                  <a:lnTo>
                    <a:pt x="4230" y="8148"/>
                  </a:lnTo>
                  <a:cubicBezTo>
                    <a:pt x="4395" y="8148"/>
                    <a:pt x="4525" y="8048"/>
                    <a:pt x="4525" y="7920"/>
                  </a:cubicBezTo>
                  <a:lnTo>
                    <a:pt x="4525" y="6178"/>
                  </a:lnTo>
                  <a:cubicBezTo>
                    <a:pt x="4523" y="6051"/>
                    <a:pt x="4395" y="5951"/>
                    <a:pt x="4230" y="5951"/>
                  </a:cubicBezTo>
                  <a:close/>
                  <a:moveTo>
                    <a:pt x="5880" y="5243"/>
                  </a:moveTo>
                  <a:cubicBezTo>
                    <a:pt x="5844" y="5207"/>
                    <a:pt x="5792" y="5187"/>
                    <a:pt x="5736" y="5187"/>
                  </a:cubicBezTo>
                  <a:cubicBezTo>
                    <a:pt x="5658" y="5187"/>
                    <a:pt x="5576" y="5224"/>
                    <a:pt x="5510" y="5291"/>
                  </a:cubicBezTo>
                  <a:lnTo>
                    <a:pt x="5365" y="5436"/>
                  </a:lnTo>
                  <a:cubicBezTo>
                    <a:pt x="5248" y="5552"/>
                    <a:pt x="5227" y="5714"/>
                    <a:pt x="5318" y="5806"/>
                  </a:cubicBezTo>
                  <a:lnTo>
                    <a:pt x="6550" y="7037"/>
                  </a:lnTo>
                  <a:cubicBezTo>
                    <a:pt x="6587" y="7075"/>
                    <a:pt x="6638" y="7093"/>
                    <a:pt x="6692" y="7093"/>
                  </a:cubicBezTo>
                  <a:cubicBezTo>
                    <a:pt x="6767" y="7093"/>
                    <a:pt x="6851" y="7058"/>
                    <a:pt x="6918" y="6991"/>
                  </a:cubicBezTo>
                  <a:lnTo>
                    <a:pt x="7063" y="6846"/>
                  </a:lnTo>
                  <a:cubicBezTo>
                    <a:pt x="7180" y="6730"/>
                    <a:pt x="7201" y="6567"/>
                    <a:pt x="7111" y="6476"/>
                  </a:cubicBezTo>
                  <a:lnTo>
                    <a:pt x="5880" y="5243"/>
                  </a:lnTo>
                  <a:close/>
                  <a:moveTo>
                    <a:pt x="7920" y="3623"/>
                  </a:moveTo>
                  <a:lnTo>
                    <a:pt x="6177" y="3623"/>
                  </a:lnTo>
                  <a:cubicBezTo>
                    <a:pt x="6050" y="3623"/>
                    <a:pt x="5949" y="3753"/>
                    <a:pt x="5949" y="3918"/>
                  </a:cubicBezTo>
                  <a:lnTo>
                    <a:pt x="5949" y="4123"/>
                  </a:lnTo>
                  <a:cubicBezTo>
                    <a:pt x="5949" y="4288"/>
                    <a:pt x="6049" y="4418"/>
                    <a:pt x="6177" y="4418"/>
                  </a:cubicBezTo>
                  <a:lnTo>
                    <a:pt x="7919" y="4418"/>
                  </a:lnTo>
                  <a:cubicBezTo>
                    <a:pt x="8046" y="4418"/>
                    <a:pt x="8147" y="4288"/>
                    <a:pt x="8147" y="4123"/>
                  </a:cubicBezTo>
                  <a:lnTo>
                    <a:pt x="8147" y="3918"/>
                  </a:lnTo>
                  <a:cubicBezTo>
                    <a:pt x="8147" y="3753"/>
                    <a:pt x="8047" y="3623"/>
                    <a:pt x="7920" y="3623"/>
                  </a:cubicBezTo>
                  <a:close/>
                  <a:moveTo>
                    <a:pt x="5435" y="2782"/>
                  </a:moveTo>
                  <a:cubicBezTo>
                    <a:pt x="5502" y="2849"/>
                    <a:pt x="5586" y="2885"/>
                    <a:pt x="5661" y="2885"/>
                  </a:cubicBezTo>
                  <a:cubicBezTo>
                    <a:pt x="5716" y="2885"/>
                    <a:pt x="5766" y="2866"/>
                    <a:pt x="5804" y="2828"/>
                  </a:cubicBezTo>
                  <a:lnTo>
                    <a:pt x="7036" y="1597"/>
                  </a:lnTo>
                  <a:cubicBezTo>
                    <a:pt x="7126" y="1507"/>
                    <a:pt x="7105" y="1344"/>
                    <a:pt x="6989" y="1227"/>
                  </a:cubicBezTo>
                  <a:lnTo>
                    <a:pt x="6844" y="1082"/>
                  </a:lnTo>
                  <a:cubicBezTo>
                    <a:pt x="6727" y="966"/>
                    <a:pt x="6565" y="944"/>
                    <a:pt x="6474" y="1034"/>
                  </a:cubicBezTo>
                  <a:lnTo>
                    <a:pt x="5242" y="2266"/>
                  </a:lnTo>
                  <a:cubicBezTo>
                    <a:pt x="5152" y="2356"/>
                    <a:pt x="5172" y="2518"/>
                    <a:pt x="5290" y="2636"/>
                  </a:cubicBezTo>
                  <a:lnTo>
                    <a:pt x="5435" y="2782"/>
                  </a:lnTo>
                  <a:close/>
                </a:path>
              </a:pathLst>
            </a:custGeom>
            <a:solidFill>
              <a:schemeClr val="bg1"/>
            </a:solidFill>
            <a:ln w="31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grpSp>
        <p:nvGrpSpPr>
          <p:cNvPr id="43" name="!! 取消">
            <a:extLst>
              <a:ext uri="{FF2B5EF4-FFF2-40B4-BE49-F238E27FC236}">
                <a16:creationId xmlns:a16="http://schemas.microsoft.com/office/drawing/2014/main" id="{E6323E56-9AC1-6F16-D596-E26B4729DA13}"/>
              </a:ext>
            </a:extLst>
          </p:cNvPr>
          <p:cNvGrpSpPr/>
          <p:nvPr/>
        </p:nvGrpSpPr>
        <p:grpSpPr>
          <a:xfrm>
            <a:off x="7106285" y="3044825"/>
            <a:ext cx="768350" cy="768350"/>
            <a:chOff x="7589108" y="3216636"/>
            <a:chExt cx="768350" cy="768350"/>
          </a:xfrm>
        </p:grpSpPr>
        <p:sp>
          <p:nvSpPr>
            <p:cNvPr id="40" name="椭圆 39">
              <a:hlinkClick r:id="rId11" action="ppaction://hlinksldjump"/>
              <a:extLst>
                <a:ext uri="{FF2B5EF4-FFF2-40B4-BE49-F238E27FC236}">
                  <a16:creationId xmlns:a16="http://schemas.microsoft.com/office/drawing/2014/main" id="{7CCAE3D4-056D-284F-6D05-696E9D74BE31}"/>
                </a:ext>
              </a:extLst>
            </p:cNvPr>
            <p:cNvSpPr/>
            <p:nvPr/>
          </p:nvSpPr>
          <p:spPr>
            <a:xfrm>
              <a:off x="7589108" y="3216636"/>
              <a:ext cx="768350" cy="768350"/>
            </a:xfrm>
            <a:prstGeom prst="ellipse">
              <a:avLst/>
            </a:prstGeom>
            <a:solidFill>
              <a:schemeClr val="bg1">
                <a:lumMod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23CF4FAA-61B1-434B-7BA4-0F50FDB48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7638000" y="3265528"/>
              <a:ext cx="670566" cy="670566"/>
            </a:xfrm>
            <a:prstGeom prst="rect">
              <a:avLst/>
            </a:prstGeom>
          </p:spPr>
        </p:pic>
      </p:grpSp>
      <p:sp>
        <p:nvSpPr>
          <p:cNvPr id="3" name="文本框 2">
            <a:extLst>
              <a:ext uri="{FF2B5EF4-FFF2-40B4-BE49-F238E27FC236}">
                <a16:creationId xmlns:a16="http://schemas.microsoft.com/office/drawing/2014/main" id="{6803833D-D6B5-5D5F-3531-8971F500D1F6}"/>
              </a:ext>
            </a:extLst>
          </p:cNvPr>
          <p:cNvSpPr txBox="1"/>
          <p:nvPr/>
        </p:nvSpPr>
        <p:spPr>
          <a:xfrm>
            <a:off x="425497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关机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B8335B9-D33A-B658-26D9-EF7185FBCA0B}"/>
              </a:ext>
            </a:extLst>
          </p:cNvPr>
          <p:cNvSpPr txBox="1"/>
          <p:nvPr/>
        </p:nvSpPr>
        <p:spPr>
          <a:xfrm>
            <a:off x="564943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重启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83E09535-8C19-56A5-40D5-8305547170F4}"/>
              </a:ext>
            </a:extLst>
          </p:cNvPr>
          <p:cNvSpPr txBox="1"/>
          <p:nvPr/>
        </p:nvSpPr>
        <p:spPr>
          <a:xfrm>
            <a:off x="7043892" y="3834439"/>
            <a:ext cx="8931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取消</a:t>
            </a:r>
          </a:p>
        </p:txBody>
      </p:sp>
    </p:spTree>
    <p:extLst>
      <p:ext uri="{BB962C8B-B14F-4D97-AF65-F5344CB8AC3E}">
        <p14:creationId xmlns:p14="http://schemas.microsoft.com/office/powerpoint/2010/main" val="1472379349"/>
      </p:ext>
    </p:extLst>
  </p:cSld>
  <p:clrMapOvr>
    <a:masterClrMapping/>
  </p:clrMapOvr>
  <p:transition advClick="0">
    <p:split orient="vert"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72B1FF-45C6-682F-1833-24E77BED3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C7FE0F3A-BC23-D3D6-E0C8-2B609537745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3" name="!! 遮罩">
            <a:extLst>
              <a:ext uri="{FF2B5EF4-FFF2-40B4-BE49-F238E27FC236}">
                <a16:creationId xmlns:a16="http://schemas.microsoft.com/office/drawing/2014/main" id="{AF94F267-B3E6-0F6B-3CE2-76B3D2173DB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67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!! 关机">
            <a:extLst>
              <a:ext uri="{FF2B5EF4-FFF2-40B4-BE49-F238E27FC236}">
                <a16:creationId xmlns:a16="http://schemas.microsoft.com/office/drawing/2014/main" id="{4760683A-B0E2-61DD-AFCE-BD5573511223}"/>
              </a:ext>
            </a:extLst>
          </p:cNvPr>
          <p:cNvGrpSpPr/>
          <p:nvPr/>
        </p:nvGrpSpPr>
        <p:grpSpPr>
          <a:xfrm>
            <a:off x="4236720" y="2964180"/>
            <a:ext cx="929640" cy="929640"/>
            <a:chOff x="3873499" y="4722659"/>
            <a:chExt cx="768350" cy="768350"/>
          </a:xfrm>
        </p:grpSpPr>
        <p:sp>
          <p:nvSpPr>
            <p:cNvPr id="18" name="椭圆 17">
              <a:hlinkClick r:id="rId7" action="ppaction://hlinksldjump"/>
              <a:extLst>
                <a:ext uri="{FF2B5EF4-FFF2-40B4-BE49-F238E27FC236}">
                  <a16:creationId xmlns:a16="http://schemas.microsoft.com/office/drawing/2014/main" id="{C6117451-D640-4CE3-7255-5CA00E87885F}"/>
                </a:ext>
              </a:extLst>
            </p:cNvPr>
            <p:cNvSpPr/>
            <p:nvPr/>
          </p:nvSpPr>
          <p:spPr>
            <a:xfrm>
              <a:off x="3873499" y="4722659"/>
              <a:ext cx="768350" cy="768350"/>
            </a:xfrm>
            <a:prstGeom prst="ellipse">
              <a:avLst/>
            </a:prstGeom>
            <a:solidFill>
              <a:schemeClr val="accent5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9" name="!! 按钮-关机">
              <a:extLst>
                <a:ext uri="{FF2B5EF4-FFF2-40B4-BE49-F238E27FC236}">
                  <a16:creationId xmlns:a16="http://schemas.microsoft.com/office/drawing/2014/main" id="{3749A472-4E2B-8947-CC77-F92225340D5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3964736" y="4815296"/>
              <a:ext cx="585876" cy="585872"/>
            </a:xfrm>
            <a:prstGeom prst="rect">
              <a:avLst/>
            </a:prstGeom>
          </p:spPr>
        </p:pic>
      </p:grpSp>
      <p:grpSp>
        <p:nvGrpSpPr>
          <p:cNvPr id="6" name="!! 提示框">
            <a:extLst>
              <a:ext uri="{FF2B5EF4-FFF2-40B4-BE49-F238E27FC236}">
                <a16:creationId xmlns:a16="http://schemas.microsoft.com/office/drawing/2014/main" id="{86B5C16F-02CE-6640-F170-365BCB3D5A25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10" name="!! 弹窗">
              <a:extLst>
                <a:ext uri="{FF2B5EF4-FFF2-40B4-BE49-F238E27FC236}">
                  <a16:creationId xmlns:a16="http://schemas.microsoft.com/office/drawing/2014/main" id="{7B867DDA-F312-EADB-8887-88DF68E06957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1" name="标题">
              <a:extLst>
                <a:ext uri="{FF2B5EF4-FFF2-40B4-BE49-F238E27FC236}">
                  <a16:creationId xmlns:a16="http://schemas.microsoft.com/office/drawing/2014/main" id="{40C7A5F2-557B-40DB-C9A6-5BACB822032E}"/>
                </a:ext>
              </a:extLst>
            </p:cNvPr>
            <p:cNvSpPr txBox="1"/>
            <p:nvPr/>
          </p:nvSpPr>
          <p:spPr>
            <a:xfrm>
              <a:off x="5012459" y="3110342"/>
              <a:ext cx="120502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+mj-ea"/>
                  <a:ea typeface="+mj-ea"/>
                </a:rPr>
                <a:t>Leaf OS</a:t>
              </a:r>
              <a:endParaRPr lang="zh-CN" altLang="en-US" dirty="0">
                <a:latin typeface="+mj-ea"/>
                <a:ea typeface="+mj-ea"/>
              </a:endParaRPr>
            </a:p>
          </p:txBody>
        </p:sp>
        <p:sp>
          <p:nvSpPr>
            <p:cNvPr id="12" name="副标题">
              <a:extLst>
                <a:ext uri="{FF2B5EF4-FFF2-40B4-BE49-F238E27FC236}">
                  <a16:creationId xmlns:a16="http://schemas.microsoft.com/office/drawing/2014/main" id="{2B7B04EE-76A1-BEBB-2FEF-3BCE542A276A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正在关机</a:t>
              </a:r>
            </a:p>
          </p:txBody>
        </p:sp>
      </p:grpSp>
      <p:grpSp>
        <p:nvGrpSpPr>
          <p:cNvPr id="14" name="!! load">
            <a:extLst>
              <a:ext uri="{FF2B5EF4-FFF2-40B4-BE49-F238E27FC236}">
                <a16:creationId xmlns:a16="http://schemas.microsoft.com/office/drawing/2014/main" id="{493792FD-8C57-8354-3E0F-E17534D466E7}"/>
              </a:ext>
            </a:extLst>
          </p:cNvPr>
          <p:cNvGrpSpPr/>
          <p:nvPr/>
        </p:nvGrpSpPr>
        <p:grpSpPr>
          <a:xfrm>
            <a:off x="4306609" y="3176448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15" name="弧形 14">
              <a:extLst>
                <a:ext uri="{FF2B5EF4-FFF2-40B4-BE49-F238E27FC236}">
                  <a16:creationId xmlns:a16="http://schemas.microsoft.com/office/drawing/2014/main" id="{BB534408-396D-79D2-528C-18E831FD061F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弧形 15">
              <a:extLst>
                <a:ext uri="{FF2B5EF4-FFF2-40B4-BE49-F238E27FC236}">
                  <a16:creationId xmlns:a16="http://schemas.microsoft.com/office/drawing/2014/main" id="{021FDD1E-112C-5728-3CEE-DCAF770846A0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956068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 advTm="5000">
        <p159:morph option="byObject"/>
      </p:transition>
    </mc:Choice>
    <mc:Fallback xmlns="">
      <p:transition advClick="0" advTm="5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1.66667E-6 0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extLst>
    <p:ext uri="{6950BFC3-D8DA-4A85-94F7-54DA5524770B}">
      <p188:commentRel xmlns:p188="http://schemas.microsoft.com/office/powerpoint/2018/8/main" r:id="rId3"/>
    </p:ext>
  </p:extLs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772E7-AFBB-3CF7-98CB-AF911174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框 1">
            <a:extLst>
              <a:ext uri="{FF2B5EF4-FFF2-40B4-BE49-F238E27FC236}">
                <a16:creationId xmlns:a16="http://schemas.microsoft.com/office/drawing/2014/main" id="{00251E49-A966-9FEB-F298-66E41864CDBA}"/>
              </a:ext>
            </a:extLst>
          </p:cNvPr>
          <p:cNvSpPr txBox="1"/>
          <p:nvPr/>
        </p:nvSpPr>
        <p:spPr>
          <a:xfrm>
            <a:off x="3985256" y="4774353"/>
            <a:ext cx="42214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solidFill>
                  <a:schemeClr val="bg1"/>
                </a:solidFill>
              </a:rPr>
              <a:t>Leaf OS </a:t>
            </a:r>
            <a:r>
              <a:rPr lang="zh-CN" altLang="en-US" dirty="0">
                <a:solidFill>
                  <a:schemeClr val="bg1"/>
                </a:solidFill>
              </a:rPr>
              <a:t>已安全关闭，可手动退出</a:t>
            </a:r>
          </a:p>
        </p:txBody>
      </p:sp>
      <p:sp>
        <p:nvSpPr>
          <p:cNvPr id="3" name="!! 按钮">
            <a:hlinkClick r:id="rId4" action="ppaction://hlinksldjump"/>
            <a:extLst>
              <a:ext uri="{FF2B5EF4-FFF2-40B4-BE49-F238E27FC236}">
                <a16:creationId xmlns:a16="http://schemas.microsoft.com/office/drawing/2014/main" id="{AEC01939-F2CA-72AC-CD32-15292FDBAF8E}"/>
              </a:ext>
            </a:extLst>
          </p:cNvPr>
          <p:cNvSpPr/>
          <p:nvPr/>
        </p:nvSpPr>
        <p:spPr>
          <a:xfrm>
            <a:off x="4939089" y="5406054"/>
            <a:ext cx="2313818" cy="408215"/>
          </a:xfrm>
          <a:prstGeom prst="roundRect">
            <a:avLst>
              <a:gd name="adj" fmla="val 50000"/>
            </a:avLst>
          </a:prstGeom>
          <a:solidFill>
            <a:schemeClr val="bg1">
              <a:lumMod val="25000"/>
            </a:schemeClr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再次开机</a:t>
            </a:r>
          </a:p>
        </p:txBody>
      </p:sp>
    </p:spTree>
    <p:extLst>
      <p:ext uri="{BB962C8B-B14F-4D97-AF65-F5344CB8AC3E}">
        <p14:creationId xmlns:p14="http://schemas.microsoft.com/office/powerpoint/2010/main" val="5049875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0" advClick="0">
        <p:fade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C401949-E21F-2C54-8293-3A8D89C3A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320B2DD-4AC0-3A0A-A6A4-0A4F5C7E3A0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D0268FED-FF1F-371B-E0F4-A3D5E26C818F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39171F23-5A1A-F042-31DC-B78C92F39839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4D828D62-5240-38AC-C46B-5CF39A48D68D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72315D07-FBC7-0293-5289-A35AA6D557A6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6" action="ppaction://hlinksldjump"/>
              <a:extLst>
                <a:ext uri="{FF2B5EF4-FFF2-40B4-BE49-F238E27FC236}">
                  <a16:creationId xmlns:a16="http://schemas.microsoft.com/office/drawing/2014/main" id="{49D063D7-5073-C72D-7CE0-A1C2FBE629F8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18820907-A3A7-0244-6C31-837B790F731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39D3F62B-E866-47A4-6DBD-2E92CAEC54B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rId9" action="ppaction://hlinksldjump"/>
              <a:extLst>
                <a:ext uri="{FF2B5EF4-FFF2-40B4-BE49-F238E27FC236}">
                  <a16:creationId xmlns:a16="http://schemas.microsoft.com/office/drawing/2014/main" id="{0E731369-4212-6319-4338-DE8F45926331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24A72EC9-030B-58C2-6168-437E8B41B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85EAD040-0609-3B23-B21D-31AF97A27333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/>
            <a:r>
              <a:rPr lang="zh-CN" altLang="en-US" sz="1600" dirty="0">
                <a:solidFill>
                  <a:schemeClr val="tx1"/>
                </a:solidFill>
              </a:rPr>
              <a:t>启用卫星连接</a:t>
            </a:r>
          </a:p>
        </p:txBody>
      </p:sp>
      <p:sp>
        <p:nvSpPr>
          <p:cNvPr id="7" name="!! 开关1">
            <a:extLst>
              <a:ext uri="{FF2B5EF4-FFF2-40B4-BE49-F238E27FC236}">
                <a16:creationId xmlns:a16="http://schemas.microsoft.com/office/drawing/2014/main" id="{9B4037F9-DCC3-5816-8C34-5A1870901E6E}"/>
              </a:ext>
            </a:extLst>
          </p:cNvPr>
          <p:cNvSpPr/>
          <p:nvPr/>
        </p:nvSpPr>
        <p:spPr>
          <a:xfrm>
            <a:off x="7991826" y="209930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触发开关背景">
            <a:hlinkClick r:id="rId12" action="ppaction://hlinksldjump"/>
            <a:extLst>
              <a:ext uri="{FF2B5EF4-FFF2-40B4-BE49-F238E27FC236}">
                <a16:creationId xmlns:a16="http://schemas.microsoft.com/office/drawing/2014/main" id="{8BF2987C-ABFA-1F2F-4A00-E0F7CCF26573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3" name="!! 触发开关">
            <a:hlinkClick r:id="rId12" action="ppaction://hlinksldjump"/>
            <a:extLst>
              <a:ext uri="{FF2B5EF4-FFF2-40B4-BE49-F238E27FC236}">
                <a16:creationId xmlns:a16="http://schemas.microsoft.com/office/drawing/2014/main" id="{2BB488C4-9189-1485-DCA6-0D5E2F49D9E7}"/>
              </a:ext>
            </a:extLst>
          </p:cNvPr>
          <p:cNvSpPr/>
          <p:nvPr/>
        </p:nvSpPr>
        <p:spPr>
          <a:xfrm>
            <a:off x="7931895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4436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>
        <p14:pan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decel="10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25E-6 -2.96296E-6 L 0.01549 -2.96296E-6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768" y="0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accent1"/>
                                      </p:to>
                                    </p:animClr>
                                    <p:set>
                                      <p:cBhvr>
                                        <p:cTn id="9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0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35" presetClass="path" presetSubtype="0" decel="10000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.01549 -2.96296E-6 L 1.25E-6 -2.96296E-6 " pathEditMode="relative" rAng="0" ptsTypes="AA">
                                      <p:cBhvr>
                                        <p:cTn id="14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781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B8B8B8"/>
                                      </p:to>
                                    </p:animClr>
                                    <p:set>
                                      <p:cBhvr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  <p:bldLst>
      <p:bldP spid="3" grpId="0" animBg="1"/>
      <p:bldP spid="3" grpId="1" animBg="1"/>
    </p:bldLst>
  </p:timing>
  <p:extLst>
    <p:ext uri="{6950BFC3-D8DA-4A85-94F7-54DA5524770B}">
      <p188:commentRel xmlns:p188="http://schemas.microsoft.com/office/powerpoint/2018/8/main" r:id="rId3"/>
    </p:ext>
  </p:extLs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AAB3B4-609D-26FC-30F0-13BA7904BE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34235C1F-E41F-62FA-8F60-6FF32070623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94175A81-14EB-3CA2-527F-188A88FD2900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80F5B40A-7685-79D7-4A3B-771F2919612A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240232BC-E124-C218-DF9D-32555AE25D04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8183A604-8271-193E-4D21-F2B909729649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2F806266-C3DB-E817-1E2D-473C42C0A2B6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B8FDBEF5-33D9-41EB-38A6-A56426C6303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5381E921-D1F6-BBD1-05B1-28A914361FE6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C1D53108-4013-5699-22D2-0A872DB600DD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9963116A-4B66-2441-8F05-C7A5AB9484E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61AB6445-DD5C-0306-8B9D-31159E034440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2" name="!! 触发开关背景">
            <a:extLst>
              <a:ext uri="{FF2B5EF4-FFF2-40B4-BE49-F238E27FC236}">
                <a16:creationId xmlns:a16="http://schemas.microsoft.com/office/drawing/2014/main" id="{40EB5EC4-626B-C115-5392-E36377F05AE5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3" name="!! 触发开关">
            <a:extLst>
              <a:ext uri="{FF2B5EF4-FFF2-40B4-BE49-F238E27FC236}">
                <a16:creationId xmlns:a16="http://schemas.microsoft.com/office/drawing/2014/main" id="{F32DA4F1-B44C-C6B3-76C3-BD60190B9309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47486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 advTm="0">
        <p159:morph option="byObject"/>
      </p:transition>
    </mc:Choice>
    <mc:Fallback xmlns="">
      <p:transition advClick="0" advTm="0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1A637B-8847-9AAF-92ED-A98A3DFBF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98399F2D-B03E-A5F5-0FF3-5E6F98D2AE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C6581B58-AC4D-C73C-EE0E-BC30FCB6E793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1D923B14-735C-DE39-23C6-C944DE20B2C5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7462FECA-3A06-828E-4788-B20E25B2E512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+mj-ea"/>
                  <a:ea typeface="+mj-ea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C592A4A8-8DA4-D5C4-3D89-874EA6DD4CAF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5" action="ppaction://hlinksldjump"/>
              <a:extLst>
                <a:ext uri="{FF2B5EF4-FFF2-40B4-BE49-F238E27FC236}">
                  <a16:creationId xmlns:a16="http://schemas.microsoft.com/office/drawing/2014/main" id="{E2B4024E-8D37-B8D5-153B-31ED4E96CA4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555370FB-3F98-22E0-453E-E4FD1F3B575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8C93C719-EA81-2868-DCFF-0E2694C06159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61F9A2DA-683A-1C39-A091-614E82ECD7DB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69D24432-403A-F987-ADBD-DAF7D23C162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DDC6E52F-8E2D-F36F-BFB6-FED4986B53FC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12" name="!! 触发开关背景">
            <a:extLst>
              <a:ext uri="{FF2B5EF4-FFF2-40B4-BE49-F238E27FC236}">
                <a16:creationId xmlns:a16="http://schemas.microsoft.com/office/drawing/2014/main" id="{098697D8-17FA-8B73-2925-2E25858B6757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4" name="!! 触发开关">
            <a:extLst>
              <a:ext uri="{FF2B5EF4-FFF2-40B4-BE49-F238E27FC236}">
                <a16:creationId xmlns:a16="http://schemas.microsoft.com/office/drawing/2014/main" id="{532764F2-37CD-EE45-AC59-E7F822A8F26C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4" name="!! 遮罩">
            <a:extLst>
              <a:ext uri="{FF2B5EF4-FFF2-40B4-BE49-F238E27FC236}">
                <a16:creationId xmlns:a16="http://schemas.microsoft.com/office/drawing/2014/main" id="{25852636-227B-232F-840E-2318A695245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6" name="带按钮的无图标提示框">
            <a:extLst>
              <a:ext uri="{FF2B5EF4-FFF2-40B4-BE49-F238E27FC236}">
                <a16:creationId xmlns:a16="http://schemas.microsoft.com/office/drawing/2014/main" id="{BDA12DB8-BF48-236D-CBEB-C59949679FDC}"/>
              </a:ext>
            </a:extLst>
          </p:cNvPr>
          <p:cNvGrpSpPr/>
          <p:nvPr/>
        </p:nvGrpSpPr>
        <p:grpSpPr>
          <a:xfrm>
            <a:off x="3813542" y="2595766"/>
            <a:ext cx="4564916" cy="1752714"/>
            <a:chOff x="2912999" y="3341281"/>
            <a:chExt cx="4564916" cy="1752714"/>
          </a:xfrm>
        </p:grpSpPr>
        <p:sp>
          <p:nvSpPr>
            <p:cNvPr id="7" name="!! 弹窗">
              <a:extLst>
                <a:ext uri="{FF2B5EF4-FFF2-40B4-BE49-F238E27FC236}">
                  <a16:creationId xmlns:a16="http://schemas.microsoft.com/office/drawing/2014/main" id="{4FEDC4EA-4365-5BC9-7905-B26AD8E73A4B}"/>
                </a:ext>
              </a:extLst>
            </p:cNvPr>
            <p:cNvSpPr/>
            <p:nvPr/>
          </p:nvSpPr>
          <p:spPr>
            <a:xfrm>
              <a:off x="2912999" y="3341281"/>
              <a:ext cx="4564916" cy="1752714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8" name="标题">
              <a:extLst>
                <a:ext uri="{FF2B5EF4-FFF2-40B4-BE49-F238E27FC236}">
                  <a16:creationId xmlns:a16="http://schemas.microsoft.com/office/drawing/2014/main" id="{B28E66BC-E55A-95F6-3FBE-A58DF66F1B9D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启用卫星连接</a:t>
              </a:r>
            </a:p>
          </p:txBody>
        </p:sp>
        <p:sp>
          <p:nvSpPr>
            <p:cNvPr id="9" name="副标题">
              <a:extLst>
                <a:ext uri="{FF2B5EF4-FFF2-40B4-BE49-F238E27FC236}">
                  <a16:creationId xmlns:a16="http://schemas.microsoft.com/office/drawing/2014/main" id="{6F8ED2F8-039A-7DCE-909A-39C88377ECD1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启用卫星连接后，所有连接（包括</a:t>
              </a:r>
              <a:r>
                <a:rPr lang="en-US" altLang="zh-CN" sz="1400" dirty="0">
                  <a:latin typeface="+mn-ea"/>
                </a:rPr>
                <a:t>WLAN</a:t>
              </a:r>
              <a:r>
                <a:rPr lang="zh-CN" altLang="en-US" sz="1400" dirty="0">
                  <a:latin typeface="+mn-ea"/>
                </a:rPr>
                <a:t>、有线连接等）将会中断</a:t>
              </a:r>
            </a:p>
          </p:txBody>
        </p:sp>
        <p:sp>
          <p:nvSpPr>
            <p:cNvPr id="10" name="矩形: 圆角 9">
              <a:hlinkClick r:id="rId10" action="ppaction://hlinksldjump"/>
              <a:extLst>
                <a:ext uri="{FF2B5EF4-FFF2-40B4-BE49-F238E27FC236}">
                  <a16:creationId xmlns:a16="http://schemas.microsoft.com/office/drawing/2014/main" id="{20B10546-A66C-906D-D9C7-04D810C4F053}"/>
                </a:ext>
              </a:extLst>
            </p:cNvPr>
            <p:cNvSpPr/>
            <p:nvPr/>
          </p:nvSpPr>
          <p:spPr>
            <a:xfrm>
              <a:off x="6105759" y="4593266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1" name="矩形: 圆角 10">
              <a:hlinkClick r:id="rId11" action="ppaction://hlinksldjump"/>
              <a:extLst>
                <a:ext uri="{FF2B5EF4-FFF2-40B4-BE49-F238E27FC236}">
                  <a16:creationId xmlns:a16="http://schemas.microsoft.com/office/drawing/2014/main" id="{5A939FDC-2223-19BE-D54E-19294EDD277E}"/>
                </a:ext>
              </a:extLst>
            </p:cNvPr>
            <p:cNvSpPr/>
            <p:nvPr/>
          </p:nvSpPr>
          <p:spPr>
            <a:xfrm>
              <a:off x="4843301" y="4590040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/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774192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16385D-8828-8129-7173-569623605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D9ABA39-BB80-3B94-3E9C-5E7B31846A49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7">
            <a:extLst>
              <a:ext uri="{FF2B5EF4-FFF2-40B4-BE49-F238E27FC236}">
                <a16:creationId xmlns:a16="http://schemas.microsoft.com/office/drawing/2014/main" id="{67625681-AC69-8A40-3DEF-408DF2D88CE8}"/>
              </a:ext>
            </a:extLst>
          </p:cNvPr>
          <p:cNvGrpSpPr/>
          <p:nvPr/>
        </p:nvGrpSpPr>
        <p:grpSpPr>
          <a:xfrm>
            <a:off x="5364480" y="931625"/>
            <a:ext cx="1463040" cy="461665"/>
            <a:chOff x="3079753" y="1375827"/>
            <a:chExt cx="72690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FEFF65A3-C200-8328-1282-0BC614C1A19C}"/>
                </a:ext>
              </a:extLst>
            </p:cNvPr>
            <p:cNvSpPr/>
            <p:nvPr/>
          </p:nvSpPr>
          <p:spPr>
            <a:xfrm>
              <a:off x="3107206" y="1685496"/>
              <a:ext cx="672811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CDDE8765-513B-3CEE-5CCF-F1D998274CC5}"/>
                </a:ext>
              </a:extLst>
            </p:cNvPr>
            <p:cNvSpPr txBox="1"/>
            <p:nvPr/>
          </p:nvSpPr>
          <p:spPr>
            <a:xfrm>
              <a:off x="3079753" y="1375827"/>
              <a:ext cx="7269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卫星连接</a:t>
              </a:r>
            </a:p>
          </p:txBody>
        </p:sp>
      </p:grpSp>
      <p:grpSp>
        <p:nvGrpSpPr>
          <p:cNvPr id="36" name="!! 关闭按钮">
            <a:extLst>
              <a:ext uri="{FF2B5EF4-FFF2-40B4-BE49-F238E27FC236}">
                <a16:creationId xmlns:a16="http://schemas.microsoft.com/office/drawing/2014/main" id="{76641332-F7D5-8254-39AF-971B93D866EB}"/>
              </a:ext>
            </a:extLst>
          </p:cNvPr>
          <p:cNvGrpSpPr/>
          <p:nvPr/>
        </p:nvGrpSpPr>
        <p:grpSpPr>
          <a:xfrm>
            <a:off x="8154595" y="1047495"/>
            <a:ext cx="290510" cy="290510"/>
            <a:chOff x="2328464" y="3107859"/>
            <a:chExt cx="583223" cy="583223"/>
          </a:xfrm>
        </p:grpSpPr>
        <p:sp>
          <p:nvSpPr>
            <p:cNvPr id="37" name="矩形: 圆角 36">
              <a:hlinkClick r:id="rId4" action="ppaction://hlinksldjump"/>
              <a:extLst>
                <a:ext uri="{FF2B5EF4-FFF2-40B4-BE49-F238E27FC236}">
                  <a16:creationId xmlns:a16="http://schemas.microsoft.com/office/drawing/2014/main" id="{A44E433B-20E3-C282-8B00-91CCC9CCA2BC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8" name="图形 37">
              <a:extLst>
                <a:ext uri="{FF2B5EF4-FFF2-40B4-BE49-F238E27FC236}">
                  <a16:creationId xmlns:a16="http://schemas.microsoft.com/office/drawing/2014/main" id="{C02AF105-D154-DE7A-2015-DE9DAE881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56" name="!! 返回按钮">
            <a:extLst>
              <a:ext uri="{FF2B5EF4-FFF2-40B4-BE49-F238E27FC236}">
                <a16:creationId xmlns:a16="http://schemas.microsoft.com/office/drawing/2014/main" id="{D63573B5-6787-E90D-B054-A4FAD80A171D}"/>
              </a:ext>
            </a:extLst>
          </p:cNvPr>
          <p:cNvGrpSpPr/>
          <p:nvPr/>
        </p:nvGrpSpPr>
        <p:grpSpPr>
          <a:xfrm>
            <a:off x="3737431" y="1038033"/>
            <a:ext cx="309436" cy="309436"/>
            <a:chOff x="2309466" y="3088861"/>
            <a:chExt cx="621218" cy="621218"/>
          </a:xfrm>
        </p:grpSpPr>
        <p:sp>
          <p:nvSpPr>
            <p:cNvPr id="57" name="矩形: 圆角 56">
              <a:hlinkClick r:id="" action="ppaction://hlinkshowjump?jump=lastslideviewed"/>
              <a:extLst>
                <a:ext uri="{FF2B5EF4-FFF2-40B4-BE49-F238E27FC236}">
                  <a16:creationId xmlns:a16="http://schemas.microsoft.com/office/drawing/2014/main" id="{1A0C5B7D-21C5-E898-ADA0-57257103A324}"/>
                </a:ext>
              </a:extLst>
            </p:cNvPr>
            <p:cNvSpPr/>
            <p:nvPr/>
          </p:nvSpPr>
          <p:spPr>
            <a:xfrm>
              <a:off x="2309466" y="3088861"/>
              <a:ext cx="621218" cy="621218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8" name="图形 57">
              <a:extLst>
                <a:ext uri="{FF2B5EF4-FFF2-40B4-BE49-F238E27FC236}">
                  <a16:creationId xmlns:a16="http://schemas.microsoft.com/office/drawing/2014/main" id="{06925B0E-2A86-1AB0-8141-C5B27BE0CEB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p:blipFill>
          <p:spPr>
            <a:xfrm rot="10800000">
              <a:off x="2432286" y="3243557"/>
              <a:ext cx="311826" cy="311826"/>
            </a:xfrm>
            <a:prstGeom prst="rect">
              <a:avLst/>
            </a:prstGeom>
          </p:spPr>
        </p:pic>
      </p:grpSp>
      <p:sp>
        <p:nvSpPr>
          <p:cNvPr id="5" name="!! 以太网1按钮">
            <a:extLst>
              <a:ext uri="{FF2B5EF4-FFF2-40B4-BE49-F238E27FC236}">
                <a16:creationId xmlns:a16="http://schemas.microsoft.com/office/drawing/2014/main" id="{B61BB8AE-CA82-3D9D-4013-B665439535C3}"/>
              </a:ext>
            </a:extLst>
          </p:cNvPr>
          <p:cNvSpPr/>
          <p:nvPr/>
        </p:nvSpPr>
        <p:spPr>
          <a:xfrm>
            <a:off x="3640667" y="1875822"/>
            <a:ext cx="4910666" cy="545100"/>
          </a:xfrm>
          <a:prstGeom prst="roundRect">
            <a:avLst>
              <a:gd name="adj" fmla="val 14376"/>
            </a:avLst>
          </a:prstGeom>
          <a:solidFill>
            <a:schemeClr val="bg2"/>
          </a:solidFill>
          <a:ln w="3175">
            <a:solidFill>
              <a:schemeClr val="bg1">
                <a:lumMod val="90000"/>
              </a:schemeClr>
            </a:solidFill>
          </a:ln>
          <a:effectLst>
            <a:outerShdw blurRad="190500" algn="ctr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080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启用卫星连接</a:t>
            </a:r>
          </a:p>
        </p:txBody>
      </p:sp>
      <p:sp>
        <p:nvSpPr>
          <p:cNvPr id="6" name="!! 触发开关背景">
            <a:extLst>
              <a:ext uri="{FF2B5EF4-FFF2-40B4-BE49-F238E27FC236}">
                <a16:creationId xmlns:a16="http://schemas.microsoft.com/office/drawing/2014/main" id="{5DE259D9-8F33-F58C-26EA-99A1B7E3851E}"/>
              </a:ext>
            </a:extLst>
          </p:cNvPr>
          <p:cNvSpPr/>
          <p:nvPr/>
        </p:nvSpPr>
        <p:spPr>
          <a:xfrm>
            <a:off x="7898213" y="2060424"/>
            <a:ext cx="376430" cy="17102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7" name="!! 触发开关">
            <a:extLst>
              <a:ext uri="{FF2B5EF4-FFF2-40B4-BE49-F238E27FC236}">
                <a16:creationId xmlns:a16="http://schemas.microsoft.com/office/drawing/2014/main" id="{84F69248-2C39-7C97-28FB-4609CE18F25C}"/>
              </a:ext>
            </a:extLst>
          </p:cNvPr>
          <p:cNvSpPr/>
          <p:nvPr/>
        </p:nvSpPr>
        <p:spPr>
          <a:xfrm>
            <a:off x="8118083" y="2084068"/>
            <a:ext cx="119862" cy="12374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0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9B3EF902-986A-A4CA-BBB7-7F7B20723330}"/>
              </a:ext>
            </a:extLst>
          </p:cNvPr>
          <p:cNvPicPr/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!! 遮罩">
            <a:extLst>
              <a:ext uri="{FF2B5EF4-FFF2-40B4-BE49-F238E27FC236}">
                <a16:creationId xmlns:a16="http://schemas.microsoft.com/office/drawing/2014/main" id="{7E473D54-D615-469D-1B57-AFB36FBDFA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2" name="!! 提示框">
            <a:extLst>
              <a:ext uri="{FF2B5EF4-FFF2-40B4-BE49-F238E27FC236}">
                <a16:creationId xmlns:a16="http://schemas.microsoft.com/office/drawing/2014/main" id="{31687CD0-FB20-FC66-158F-41E08AD1572B}"/>
              </a:ext>
            </a:extLst>
          </p:cNvPr>
          <p:cNvGrpSpPr/>
          <p:nvPr/>
        </p:nvGrpSpPr>
        <p:grpSpPr>
          <a:xfrm>
            <a:off x="3813542" y="2810933"/>
            <a:ext cx="4564916" cy="1236134"/>
            <a:chOff x="3813540" y="2810933"/>
            <a:chExt cx="4564916" cy="1236134"/>
          </a:xfrm>
          <a:solidFill>
            <a:schemeClr val="bg1">
              <a:lumMod val="25000"/>
            </a:schemeClr>
          </a:solidFill>
        </p:grpSpPr>
        <p:sp>
          <p:nvSpPr>
            <p:cNvPr id="14" name="!! 弹窗">
              <a:extLst>
                <a:ext uri="{FF2B5EF4-FFF2-40B4-BE49-F238E27FC236}">
                  <a16:creationId xmlns:a16="http://schemas.microsoft.com/office/drawing/2014/main" id="{C93ACB76-CAC8-57AD-2950-661B7530C9D2}"/>
                </a:ext>
              </a:extLst>
            </p:cNvPr>
            <p:cNvSpPr/>
            <p:nvPr/>
          </p:nvSpPr>
          <p:spPr>
            <a:xfrm>
              <a:off x="3813540" y="2810933"/>
              <a:ext cx="4564916" cy="1236134"/>
            </a:xfrm>
            <a:prstGeom prst="roundRect">
              <a:avLst>
                <a:gd name="adj" fmla="val 7669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5" name="标题">
              <a:extLst>
                <a:ext uri="{FF2B5EF4-FFF2-40B4-BE49-F238E27FC236}">
                  <a16:creationId xmlns:a16="http://schemas.microsoft.com/office/drawing/2014/main" id="{8B39CC24-3328-0660-9E1A-FB46059E841E}"/>
                </a:ext>
              </a:extLst>
            </p:cNvPr>
            <p:cNvSpPr txBox="1"/>
            <p:nvPr/>
          </p:nvSpPr>
          <p:spPr>
            <a:xfrm>
              <a:off x="5012459" y="3110342"/>
              <a:ext cx="256181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正在初始化卫星连接</a:t>
              </a:r>
            </a:p>
          </p:txBody>
        </p:sp>
        <p:sp>
          <p:nvSpPr>
            <p:cNvPr id="16" name="副标题">
              <a:extLst>
                <a:ext uri="{FF2B5EF4-FFF2-40B4-BE49-F238E27FC236}">
                  <a16:creationId xmlns:a16="http://schemas.microsoft.com/office/drawing/2014/main" id="{97CD9874-8B42-091E-0CC2-2CF3B4754A4A}"/>
                </a:ext>
              </a:extLst>
            </p:cNvPr>
            <p:cNvSpPr txBox="1"/>
            <p:nvPr/>
          </p:nvSpPr>
          <p:spPr>
            <a:xfrm>
              <a:off x="5012459" y="3429000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请稍候</a:t>
              </a:r>
            </a:p>
          </p:txBody>
        </p:sp>
      </p:grpSp>
      <p:grpSp>
        <p:nvGrpSpPr>
          <p:cNvPr id="17" name="!! load">
            <a:extLst>
              <a:ext uri="{FF2B5EF4-FFF2-40B4-BE49-F238E27FC236}">
                <a16:creationId xmlns:a16="http://schemas.microsoft.com/office/drawing/2014/main" id="{47465F36-3CA5-DC82-826F-2E99C6836381}"/>
              </a:ext>
            </a:extLst>
          </p:cNvPr>
          <p:cNvGrpSpPr/>
          <p:nvPr/>
        </p:nvGrpSpPr>
        <p:grpSpPr>
          <a:xfrm>
            <a:off x="4306609" y="3182795"/>
            <a:ext cx="505104" cy="505104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18" name="弧形 17">
              <a:extLst>
                <a:ext uri="{FF2B5EF4-FFF2-40B4-BE49-F238E27FC236}">
                  <a16:creationId xmlns:a16="http://schemas.microsoft.com/office/drawing/2014/main" id="{89316348-EAEE-A68D-4824-33FC2D0AE668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76200">
              <a:solidFill>
                <a:schemeClr val="accent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弧形 18">
              <a:extLst>
                <a:ext uri="{FF2B5EF4-FFF2-40B4-BE49-F238E27FC236}">
                  <a16:creationId xmlns:a16="http://schemas.microsoft.com/office/drawing/2014/main" id="{FC1516F6-F8BA-D45B-C673-F25F07BEF774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76200" cap="rnd">
              <a:solidFill>
                <a:schemeClr val="accent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802577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 advTm="4000">
        <p:fade/>
      </p:transition>
    </mc:Choice>
    <mc:Fallback xmlns="">
      <p:transition advClick="0" advTm="4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4" dur="2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5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1.66667E-6 4.07407E-6 L 1.66667E-6 0.08912 " pathEditMode="relative" rAng="0" ptsTypes="AA">
                                      <p:cBhvr>
                                        <p:cTn id="16" dur="50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44"/>
                                    </p:animMotion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7B79CC-F395-0BCA-B147-94B0BAE72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8E5F9C3F-303E-393C-95D3-8D1D59591E62}"/>
              </a:ext>
            </a:extLst>
          </p:cNvPr>
          <p:cNvSpPr/>
          <p:nvPr/>
        </p:nvSpPr>
        <p:spPr>
          <a:xfrm>
            <a:off x="-1016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62EE6906-58A0-E2C9-CF1E-F5335CB16F8B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4D72AF5-C3EF-6DC0-D963-18A0328504C7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972A7454-CDE6-B275-CDE7-2B6CE282CC74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设置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C3570DAC-7847-7B93-A978-5E5629739F32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14D21D95-7E17-33B5-6C4B-C40558EAB881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13B6C8EE-E579-D94A-1C17-A717008C5DE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8B6C853D-8407-88BF-C8DC-14322744222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8" name="!! 网1按钮属性">
            <a:extLst>
              <a:ext uri="{FF2B5EF4-FFF2-40B4-BE49-F238E27FC236}">
                <a16:creationId xmlns:a16="http://schemas.microsoft.com/office/drawing/2014/main" id="{3829B77B-ADA5-75BB-A190-5257A740EBC5}"/>
              </a:ext>
            </a:extLst>
          </p:cNvPr>
          <p:cNvGrpSpPr/>
          <p:nvPr/>
        </p:nvGrpSpPr>
        <p:grpSpPr>
          <a:xfrm>
            <a:off x="4590470" y="1408477"/>
            <a:ext cx="6605600" cy="545100"/>
            <a:chOff x="3640667" y="2582968"/>
            <a:chExt cx="4910666" cy="545100"/>
          </a:xfrm>
        </p:grpSpPr>
        <p:sp>
          <p:nvSpPr>
            <p:cNvPr id="9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5A01D6D3-EC75-F1AE-56F2-FCBE21E4752D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以太网</a:t>
              </a:r>
            </a:p>
          </p:txBody>
        </p:sp>
        <p:pic>
          <p:nvPicPr>
            <p:cNvPr id="10" name="图形 9">
              <a:extLst>
                <a:ext uri="{FF2B5EF4-FFF2-40B4-BE49-F238E27FC236}">
                  <a16:creationId xmlns:a16="http://schemas.microsoft.com/office/drawing/2014/main" id="{2B5F6E04-42B8-C06E-FEA8-CA029292098C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grpSp>
        <p:nvGrpSpPr>
          <p:cNvPr id="15" name="!! 网1按钮属性">
            <a:extLst>
              <a:ext uri="{FF2B5EF4-FFF2-40B4-BE49-F238E27FC236}">
                <a16:creationId xmlns:a16="http://schemas.microsoft.com/office/drawing/2014/main" id="{3CD39CE8-8147-3DEE-873E-726C2EF6F079}"/>
              </a:ext>
            </a:extLst>
          </p:cNvPr>
          <p:cNvGrpSpPr/>
          <p:nvPr/>
        </p:nvGrpSpPr>
        <p:grpSpPr>
          <a:xfrm>
            <a:off x="4590470" y="2101897"/>
            <a:ext cx="6605600" cy="545100"/>
            <a:chOff x="3640667" y="2582968"/>
            <a:chExt cx="4910666" cy="545100"/>
          </a:xfrm>
        </p:grpSpPr>
        <p:sp>
          <p:nvSpPr>
            <p:cNvPr id="16" name="按钮">
              <a:hlinkClick r:id="rId8" action="ppaction://hlinksldjump"/>
              <a:extLst>
                <a:ext uri="{FF2B5EF4-FFF2-40B4-BE49-F238E27FC236}">
                  <a16:creationId xmlns:a16="http://schemas.microsoft.com/office/drawing/2014/main" id="{01D72702-5276-BD05-3D8E-2ACD9B1CD259}"/>
                </a:ext>
              </a:extLst>
            </p:cNvPr>
            <p:cNvSpPr/>
            <p:nvPr/>
          </p:nvSpPr>
          <p:spPr>
            <a:xfrm>
              <a:off x="3640667" y="2582968"/>
              <a:ext cx="4910666" cy="545100"/>
            </a:xfrm>
            <a:prstGeom prst="roundRect">
              <a:avLst>
                <a:gd name="adj" fmla="val 14376"/>
              </a:avLst>
            </a:prstGeom>
            <a:solidFill>
              <a:schemeClr val="bg2"/>
            </a:solidFill>
            <a:ln w="3175">
              <a:solidFill>
                <a:schemeClr val="bg1">
                  <a:lumMod val="90000"/>
                </a:schemeClr>
              </a:solidFill>
            </a:ln>
            <a:effectLst>
              <a:outerShdw blurRad="190500" algn="c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108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6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卫星连接</a:t>
              </a:r>
            </a:p>
          </p:txBody>
        </p:sp>
        <p:pic>
          <p:nvPicPr>
            <p:cNvPr id="21" name="图形 20">
              <a:extLst>
                <a:ext uri="{FF2B5EF4-FFF2-40B4-BE49-F238E27FC236}">
                  <a16:creationId xmlns:a16="http://schemas.microsoft.com/office/drawing/2014/main" id="{2D454B9B-4E12-D10A-9C3C-DBA4880F1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8297292" y="2779318"/>
              <a:ext cx="112234" cy="152400"/>
            </a:xfrm>
            <a:prstGeom prst="rect">
              <a:avLst/>
            </a:prstGeom>
          </p:spPr>
        </p:pic>
      </p:grpSp>
      <p:grpSp>
        <p:nvGrpSpPr>
          <p:cNvPr id="22" name="!! 关闭按钮">
            <a:extLst>
              <a:ext uri="{FF2B5EF4-FFF2-40B4-BE49-F238E27FC236}">
                <a16:creationId xmlns:a16="http://schemas.microsoft.com/office/drawing/2014/main" id="{1430865C-A441-4F58-78D1-124267C5BE04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23" name="矩形: 圆角 22">
              <a:hlinkClick r:id="rId11" action="ppaction://hlinksldjump"/>
              <a:extLst>
                <a:ext uri="{FF2B5EF4-FFF2-40B4-BE49-F238E27FC236}">
                  <a16:creationId xmlns:a16="http://schemas.microsoft.com/office/drawing/2014/main" id="{02848477-E275-69CB-FEE7-C319888D02F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24" name="图形 23">
              <a:extLst>
                <a:ext uri="{FF2B5EF4-FFF2-40B4-BE49-F238E27FC236}">
                  <a16:creationId xmlns:a16="http://schemas.microsoft.com/office/drawing/2014/main" id="{0C719A5F-C3EE-F42E-79B3-E87DDFF154A1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sp>
        <p:nvSpPr>
          <p:cNvPr id="26" name="!! 二级标题">
            <a:extLst>
              <a:ext uri="{FF2B5EF4-FFF2-40B4-BE49-F238E27FC236}">
                <a16:creationId xmlns:a16="http://schemas.microsoft.com/office/drawing/2014/main" id="{16801D81-5AD5-CA5E-F025-D03E375280DA}"/>
              </a:ext>
            </a:extLst>
          </p:cNvPr>
          <p:cNvSpPr txBox="1"/>
          <p:nvPr/>
        </p:nvSpPr>
        <p:spPr>
          <a:xfrm>
            <a:off x="7099739" y="563169"/>
            <a:ext cx="15870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>
                    <a:lumMod val="75000"/>
                    <a:lumOff val="25000"/>
                  </a:srgb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更多连接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62D2122-C54D-9C40-18F5-710032AE9E81}"/>
              </a:ext>
            </a:extLst>
          </p:cNvPr>
          <p:cNvSpPr txBox="1"/>
          <p:nvPr/>
        </p:nvSpPr>
        <p:spPr>
          <a:xfrm>
            <a:off x="5069958" y="3429000"/>
            <a:ext cx="205208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卫星连接</a:t>
            </a: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5E6C2528-93D3-3EB1-58F6-2EE24B235150}"/>
              </a:ext>
            </a:extLst>
          </p:cNvPr>
          <p:cNvSpPr txBox="1"/>
          <p:nvPr/>
        </p:nvSpPr>
        <p:spPr>
          <a:xfrm>
            <a:off x="4107994" y="3887619"/>
            <a:ext cx="397601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9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连接卫星时，请确保设备处于户外</a:t>
            </a:r>
            <a:endParaRPr kumimoji="0" lang="en-US" altLang="zh-CN" sz="12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9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9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所有网络连接（包括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9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WLAN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9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、蓝牙等）将会中断</a:t>
            </a:r>
          </a:p>
        </p:txBody>
      </p:sp>
      <p:grpSp>
        <p:nvGrpSpPr>
          <p:cNvPr id="38" name="!! load">
            <a:extLst>
              <a:ext uri="{FF2B5EF4-FFF2-40B4-BE49-F238E27FC236}">
                <a16:creationId xmlns:a16="http://schemas.microsoft.com/office/drawing/2014/main" id="{B7116402-FB61-67B2-FBC0-989E73E40F70}"/>
              </a:ext>
            </a:extLst>
          </p:cNvPr>
          <p:cNvGrpSpPr/>
          <p:nvPr/>
        </p:nvGrpSpPr>
        <p:grpSpPr>
          <a:xfrm>
            <a:off x="5920205" y="4849293"/>
            <a:ext cx="351590" cy="351590"/>
            <a:chOff x="7349534" y="4722202"/>
            <a:chExt cx="279398" cy="279398"/>
          </a:xfrm>
          <a:solidFill>
            <a:schemeClr val="bg1">
              <a:lumMod val="25000"/>
            </a:schemeClr>
          </a:solidFill>
        </p:grpSpPr>
        <p:sp>
          <p:nvSpPr>
            <p:cNvPr id="39" name="弧形 38">
              <a:extLst>
                <a:ext uri="{FF2B5EF4-FFF2-40B4-BE49-F238E27FC236}">
                  <a16:creationId xmlns:a16="http://schemas.microsoft.com/office/drawing/2014/main" id="{2DBDAB36-A52B-2F67-1236-AA7B61E89370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00000"/>
                <a:gd name="adj2" fmla="val 16194911"/>
              </a:avLst>
            </a:prstGeom>
            <a:noFill/>
            <a:ln w="57150">
              <a:solidFill>
                <a:schemeClr val="bg1">
                  <a:alpha val="1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0" name="弧形 39">
              <a:extLst>
                <a:ext uri="{FF2B5EF4-FFF2-40B4-BE49-F238E27FC236}">
                  <a16:creationId xmlns:a16="http://schemas.microsoft.com/office/drawing/2014/main" id="{50B71D15-4FA7-A410-64E6-25DD43ED4F33}"/>
                </a:ext>
              </a:extLst>
            </p:cNvPr>
            <p:cNvSpPr/>
            <p:nvPr/>
          </p:nvSpPr>
          <p:spPr>
            <a:xfrm>
              <a:off x="7349534" y="4722202"/>
              <a:ext cx="279398" cy="279398"/>
            </a:xfrm>
            <a:prstGeom prst="arc">
              <a:avLst>
                <a:gd name="adj1" fmla="val 16250568"/>
                <a:gd name="adj2" fmla="val 321908"/>
              </a:avLst>
            </a:prstGeom>
            <a:noFill/>
            <a:ln w="57150" cap="rnd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181818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036A9CDA-71EA-607C-AD8E-EECBD320AF7E}"/>
              </a:ext>
            </a:extLst>
          </p:cNvPr>
          <p:cNvSpPr txBox="1"/>
          <p:nvPr/>
        </p:nvSpPr>
        <p:spPr>
          <a:xfrm>
            <a:off x="462453" y="1233830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网络与连接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FB1320FE-0F57-6355-A597-C2976099EA95}"/>
              </a:ext>
            </a:extLst>
          </p:cNvPr>
          <p:cNvSpPr txBox="1"/>
          <p:nvPr/>
        </p:nvSpPr>
        <p:spPr>
          <a:xfrm>
            <a:off x="462454" y="3246453"/>
            <a:ext cx="111130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100" dirty="0">
                <a:solidFill>
                  <a:schemeClr val="bg1">
                    <a:lumMod val="50000"/>
                  </a:schemeClr>
                </a:solidFill>
              </a:rPr>
              <a:t>系统</a:t>
            </a:r>
          </a:p>
        </p:txBody>
      </p:sp>
      <p:grpSp>
        <p:nvGrpSpPr>
          <p:cNvPr id="12" name="!! 软件更新">
            <a:extLst>
              <a:ext uri="{FF2B5EF4-FFF2-40B4-BE49-F238E27FC236}">
                <a16:creationId xmlns:a16="http://schemas.microsoft.com/office/drawing/2014/main" id="{5E23E029-FF76-4DAC-FAD3-21AAC3A7F7A8}"/>
              </a:ext>
            </a:extLst>
          </p:cNvPr>
          <p:cNvGrpSpPr/>
          <p:nvPr/>
        </p:nvGrpSpPr>
        <p:grpSpPr>
          <a:xfrm>
            <a:off x="462454" y="3512772"/>
            <a:ext cx="2552892" cy="457924"/>
            <a:chOff x="481145" y="1890767"/>
            <a:chExt cx="2552892" cy="457924"/>
          </a:xfrm>
        </p:grpSpPr>
        <p:sp>
          <p:nvSpPr>
            <p:cNvPr id="14" name="!! 未选中">
              <a:extLst>
                <a:ext uri="{FF2B5EF4-FFF2-40B4-BE49-F238E27FC236}">
                  <a16:creationId xmlns:a16="http://schemas.microsoft.com/office/drawing/2014/main" id="{2F3DF143-416B-154F-9CCB-B53ED7BEADCB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5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软件更新</a:t>
              </a:r>
            </a:p>
          </p:txBody>
        </p:sp>
        <p:pic>
          <p:nvPicPr>
            <p:cNvPr id="17" name="icon">
              <a:extLst>
                <a:ext uri="{FF2B5EF4-FFF2-40B4-BE49-F238E27FC236}">
                  <a16:creationId xmlns:a16="http://schemas.microsoft.com/office/drawing/2014/main" id="{73B7AF44-F3C5-655F-04A7-EA396ED53A5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623508" y="2001148"/>
              <a:ext cx="237162" cy="237162"/>
            </a:xfrm>
            <a:prstGeom prst="rect">
              <a:avLst/>
            </a:prstGeom>
          </p:spPr>
        </p:pic>
      </p:grpSp>
      <p:grpSp>
        <p:nvGrpSpPr>
          <p:cNvPr id="18" name="!! 更多连接">
            <a:extLst>
              <a:ext uri="{FF2B5EF4-FFF2-40B4-BE49-F238E27FC236}">
                <a16:creationId xmlns:a16="http://schemas.microsoft.com/office/drawing/2014/main" id="{34306823-11AE-11E4-D899-A5507A654696}"/>
              </a:ext>
            </a:extLst>
          </p:cNvPr>
          <p:cNvGrpSpPr/>
          <p:nvPr/>
        </p:nvGrpSpPr>
        <p:grpSpPr>
          <a:xfrm>
            <a:off x="462453" y="2623554"/>
            <a:ext cx="2552892" cy="457924"/>
            <a:chOff x="462453" y="2623554"/>
            <a:chExt cx="2552892" cy="457924"/>
          </a:xfrm>
        </p:grpSpPr>
        <p:sp>
          <p:nvSpPr>
            <p:cNvPr id="19" name="!! 未选中">
              <a:hlinkClick r:id="rId16" action="ppaction://hlinksldjump"/>
              <a:extLst>
                <a:ext uri="{FF2B5EF4-FFF2-40B4-BE49-F238E27FC236}">
                  <a16:creationId xmlns:a16="http://schemas.microsoft.com/office/drawing/2014/main" id="{89875987-389F-35B1-6F9F-D861A3BFD54A}"/>
                </a:ext>
              </a:extLst>
            </p:cNvPr>
            <p:cNvSpPr/>
            <p:nvPr/>
          </p:nvSpPr>
          <p:spPr>
            <a:xfrm>
              <a:off x="462453" y="2623554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更多连接</a:t>
              </a:r>
            </a:p>
          </p:txBody>
        </p:sp>
        <p:grpSp>
          <p:nvGrpSpPr>
            <p:cNvPr id="20" name="组合 19">
              <a:extLst>
                <a:ext uri="{FF2B5EF4-FFF2-40B4-BE49-F238E27FC236}">
                  <a16:creationId xmlns:a16="http://schemas.microsoft.com/office/drawing/2014/main" id="{D573E0B1-6B24-B06B-9B2A-DDD5AD91ADBE}"/>
                </a:ext>
              </a:extLst>
            </p:cNvPr>
            <p:cNvGrpSpPr/>
            <p:nvPr/>
          </p:nvGrpSpPr>
          <p:grpSpPr>
            <a:xfrm>
              <a:off x="600851" y="2735577"/>
              <a:ext cx="245090" cy="245090"/>
              <a:chOff x="3449581" y="2374787"/>
              <a:chExt cx="263638" cy="263638"/>
            </a:xfrm>
          </p:grpSpPr>
          <p:sp>
            <p:nvSpPr>
              <p:cNvPr id="29" name="椭圆 28">
                <a:extLst>
                  <a:ext uri="{FF2B5EF4-FFF2-40B4-BE49-F238E27FC236}">
                    <a16:creationId xmlns:a16="http://schemas.microsoft.com/office/drawing/2014/main" id="{A99EBA1D-DD52-3756-AEAD-2E2B5C4910DE}"/>
                  </a:ext>
                </a:extLst>
              </p:cNvPr>
              <p:cNvSpPr/>
              <p:nvPr/>
            </p:nvSpPr>
            <p:spPr>
              <a:xfrm>
                <a:off x="3449581" y="2374787"/>
                <a:ext cx="263638" cy="263638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/>
              </a:p>
            </p:txBody>
          </p:sp>
          <p:pic>
            <p:nvPicPr>
              <p:cNvPr id="30" name="icon">
                <a:extLst>
                  <a:ext uri="{FF2B5EF4-FFF2-40B4-BE49-F238E27FC236}">
                    <a16:creationId xmlns:a16="http://schemas.microsoft.com/office/drawing/2014/main" id="{ED3910F7-9A40-8E6E-C807-749271DEC1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7">
                <a:extLst>
                  <a:ext uri="{96DAC541-7B7A-43D3-8B79-37D633B846F1}">
                    <asvg:svgBlip xmlns:asvg="http://schemas.microsoft.com/office/drawing/2016/SVG/main" r:embed="rId18"/>
                  </a:ext>
                </a:extLst>
              </a:blip>
              <a:srcRect/>
              <a:stretch/>
            </p:blipFill>
            <p:spPr>
              <a:xfrm>
                <a:off x="3513774" y="2433849"/>
                <a:ext cx="143060" cy="143060"/>
              </a:xfrm>
              <a:prstGeom prst="rect">
                <a:avLst/>
              </a:prstGeom>
            </p:spPr>
          </p:pic>
        </p:grpSp>
      </p:grpSp>
      <p:grpSp>
        <p:nvGrpSpPr>
          <p:cNvPr id="32" name="!! 蓝牙">
            <a:extLst>
              <a:ext uri="{FF2B5EF4-FFF2-40B4-BE49-F238E27FC236}">
                <a16:creationId xmlns:a16="http://schemas.microsoft.com/office/drawing/2014/main" id="{BF3EBACB-4C8F-8A70-2EA0-C97726CB44DE}"/>
              </a:ext>
            </a:extLst>
          </p:cNvPr>
          <p:cNvGrpSpPr/>
          <p:nvPr/>
        </p:nvGrpSpPr>
        <p:grpSpPr>
          <a:xfrm>
            <a:off x="462452" y="2059603"/>
            <a:ext cx="2552892" cy="457924"/>
            <a:chOff x="462452" y="2059603"/>
            <a:chExt cx="2552892" cy="457924"/>
          </a:xfrm>
        </p:grpSpPr>
        <p:sp>
          <p:nvSpPr>
            <p:cNvPr id="35" name="!! 未选中">
              <a:hlinkClick r:id="rId19" action="ppaction://hlinksldjump"/>
              <a:extLst>
                <a:ext uri="{FF2B5EF4-FFF2-40B4-BE49-F238E27FC236}">
                  <a16:creationId xmlns:a16="http://schemas.microsoft.com/office/drawing/2014/main" id="{30E545D2-714B-B7A0-7D35-07ECD91C4AE5}"/>
                </a:ext>
              </a:extLst>
            </p:cNvPr>
            <p:cNvSpPr/>
            <p:nvPr/>
          </p:nvSpPr>
          <p:spPr>
            <a:xfrm>
              <a:off x="462452" y="2059603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蓝牙</a:t>
              </a:r>
            </a:p>
          </p:txBody>
        </p:sp>
        <p:pic>
          <p:nvPicPr>
            <p:cNvPr id="36" name="图形 35">
              <a:extLst>
                <a:ext uri="{FF2B5EF4-FFF2-40B4-BE49-F238E27FC236}">
                  <a16:creationId xmlns:a16="http://schemas.microsoft.com/office/drawing/2014/main" id="{2063ABA6-89D8-2AF6-0C3A-73D37282C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00851" y="2174279"/>
              <a:ext cx="237166" cy="237166"/>
            </a:xfrm>
            <a:prstGeom prst="rect">
              <a:avLst/>
            </a:prstGeom>
          </p:spPr>
        </p:pic>
      </p:grpSp>
      <p:grpSp>
        <p:nvGrpSpPr>
          <p:cNvPr id="37" name="!! WLAN">
            <a:extLst>
              <a:ext uri="{FF2B5EF4-FFF2-40B4-BE49-F238E27FC236}">
                <a16:creationId xmlns:a16="http://schemas.microsoft.com/office/drawing/2014/main" id="{1B77FDF3-4759-EBC6-B07D-C9BF97A0D31A}"/>
              </a:ext>
            </a:extLst>
          </p:cNvPr>
          <p:cNvGrpSpPr/>
          <p:nvPr/>
        </p:nvGrpSpPr>
        <p:grpSpPr>
          <a:xfrm>
            <a:off x="462452" y="1495653"/>
            <a:ext cx="2552892" cy="457924"/>
            <a:chOff x="462452" y="1495653"/>
            <a:chExt cx="2552892" cy="457924"/>
          </a:xfrm>
        </p:grpSpPr>
        <p:grpSp>
          <p:nvGrpSpPr>
            <p:cNvPr id="41" name="!! WLAN">
              <a:extLst>
                <a:ext uri="{FF2B5EF4-FFF2-40B4-BE49-F238E27FC236}">
                  <a16:creationId xmlns:a16="http://schemas.microsoft.com/office/drawing/2014/main" id="{47DDDB3E-708B-D369-746C-6DE319ECEDEE}"/>
                </a:ext>
              </a:extLst>
            </p:cNvPr>
            <p:cNvGrpSpPr/>
            <p:nvPr/>
          </p:nvGrpSpPr>
          <p:grpSpPr>
            <a:xfrm>
              <a:off x="462452" y="1495653"/>
              <a:ext cx="2552892" cy="457924"/>
              <a:chOff x="462452" y="1495653"/>
              <a:chExt cx="2552892" cy="457924"/>
            </a:xfrm>
          </p:grpSpPr>
          <p:sp>
            <p:nvSpPr>
              <p:cNvPr id="43" name="!! 未选中">
                <a:hlinkClick r:id="rId22" action="ppaction://hlinksldjump"/>
                <a:extLst>
                  <a:ext uri="{FF2B5EF4-FFF2-40B4-BE49-F238E27FC236}">
                    <a16:creationId xmlns:a16="http://schemas.microsoft.com/office/drawing/2014/main" id="{D04DD7AC-D9C9-AEE5-CB6D-CDDABBF543AC}"/>
                  </a:ext>
                </a:extLst>
              </p:cNvPr>
              <p:cNvSpPr/>
              <p:nvPr/>
            </p:nvSpPr>
            <p:spPr>
              <a:xfrm>
                <a:off x="462452" y="1495653"/>
                <a:ext cx="2552892" cy="457924"/>
              </a:xfrm>
              <a:prstGeom prst="roundRect">
                <a:avLst>
                  <a:gd name="adj" fmla="val 22880"/>
                </a:avLst>
              </a:prstGeom>
              <a:solidFill>
                <a:schemeClr val="bg2"/>
              </a:solidFill>
              <a:ln w="6350"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7200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zh-CN" altLang="en-US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      </a:t>
                </a:r>
                <a:r>
                  <a:rPr kumimoji="0" lang="en-US" altLang="zh-CN" sz="1400" b="0" i="0" u="none" strike="noStrike" kern="1200" cap="none" spc="0" normalizeH="0" baseline="0" noProof="0" dirty="0">
                    <a:ln>
                      <a:noFill/>
                    </a:ln>
                    <a:solidFill>
                      <a:schemeClr val="tx1">
                        <a:lumMod val="90000"/>
                        <a:lumOff val="10000"/>
                      </a:schemeClr>
                    </a:solidFill>
                    <a:effectLst/>
                    <a:uLnTx/>
                    <a:uFillTx/>
                    <a:latin typeface="vivo Sans Light" panose="02000400000000000000" pitchFamily="2" charset="-122"/>
                    <a:ea typeface="vivo Sans Light" panose="02000400000000000000" pitchFamily="2" charset="-122"/>
                    <a:cs typeface="vivo Sans Light" panose="02000400000000000000" pitchFamily="2" charset="-122"/>
                  </a:rPr>
                  <a:t>WLAN</a:t>
                </a:r>
                <a:endPara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endParaRPr>
              </a:p>
            </p:txBody>
          </p:sp>
          <p:pic>
            <p:nvPicPr>
              <p:cNvPr id="44" name="icon">
                <a:extLst>
                  <a:ext uri="{FF2B5EF4-FFF2-40B4-BE49-F238E27FC236}">
                    <a16:creationId xmlns:a16="http://schemas.microsoft.com/office/drawing/2014/main" id="{D5434C5A-2BEE-9CE0-6D7F-EB97748BD5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638475" y="1636367"/>
                <a:ext cx="169842" cy="169842"/>
              </a:xfrm>
              <a:prstGeom prst="rect">
                <a:avLst/>
              </a:prstGeom>
            </p:spPr>
          </p:pic>
        </p:grpSp>
        <p:pic>
          <p:nvPicPr>
            <p:cNvPr id="42" name="图形 41">
              <a:extLst>
                <a:ext uri="{FF2B5EF4-FFF2-40B4-BE49-F238E27FC236}">
                  <a16:creationId xmlns:a16="http://schemas.microsoft.com/office/drawing/2014/main" id="{A21C3491-65AB-0A7C-12C0-4EBE8F0DC2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>
              <a:extLst>
                <a:ext uri="{96DAC541-7B7A-43D3-8B79-37D633B846F1}">
                  <asvg:svgBlip xmlns:asvg="http://schemas.microsoft.com/office/drawing/2016/SVG/main" r:embed="rId26"/>
                </a:ext>
              </a:extLst>
            </a:blip>
            <a:stretch>
              <a:fillRect/>
            </a:stretch>
          </p:blipFill>
          <p:spPr>
            <a:xfrm>
              <a:off x="600489" y="1593839"/>
              <a:ext cx="245452" cy="245452"/>
            </a:xfrm>
            <a:prstGeom prst="rect">
              <a:avLst/>
            </a:prstGeom>
          </p:spPr>
        </p:pic>
      </p:grpSp>
      <p:grpSp>
        <p:nvGrpSpPr>
          <p:cNvPr id="45" name="!! 关于">
            <a:extLst>
              <a:ext uri="{FF2B5EF4-FFF2-40B4-BE49-F238E27FC236}">
                <a16:creationId xmlns:a16="http://schemas.microsoft.com/office/drawing/2014/main" id="{CC19A408-BB19-D2EF-96D2-46101D38D581}"/>
              </a:ext>
            </a:extLst>
          </p:cNvPr>
          <p:cNvGrpSpPr/>
          <p:nvPr/>
        </p:nvGrpSpPr>
        <p:grpSpPr>
          <a:xfrm>
            <a:off x="453977" y="4076722"/>
            <a:ext cx="2552892" cy="457924"/>
            <a:chOff x="453977" y="4076722"/>
            <a:chExt cx="2552892" cy="457924"/>
          </a:xfrm>
        </p:grpSpPr>
        <p:sp>
          <p:nvSpPr>
            <p:cNvPr id="46" name="!! 未选中">
              <a:hlinkClick r:id="rId27" action="ppaction://hlinksldjump"/>
              <a:extLst>
                <a:ext uri="{FF2B5EF4-FFF2-40B4-BE49-F238E27FC236}">
                  <a16:creationId xmlns:a16="http://schemas.microsoft.com/office/drawing/2014/main" id="{FCD81BF7-110F-CEDF-F0CB-AEF97B1A82CA}"/>
                </a:ext>
              </a:extLst>
            </p:cNvPr>
            <p:cNvSpPr/>
            <p:nvPr/>
          </p:nvSpPr>
          <p:spPr>
            <a:xfrm>
              <a:off x="453977" y="4076722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tx1">
                      <a:lumMod val="90000"/>
                      <a:lumOff val="10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关于设备</a:t>
              </a:r>
            </a:p>
          </p:txBody>
        </p:sp>
        <p:pic>
          <p:nvPicPr>
            <p:cNvPr id="47" name="图形 46">
              <a:extLst>
                <a:ext uri="{FF2B5EF4-FFF2-40B4-BE49-F238E27FC236}">
                  <a16:creationId xmlns:a16="http://schemas.microsoft.com/office/drawing/2014/main" id="{04D7F927-B331-60DC-3326-97450BBF9B37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>
              <a:extLst>
                <a:ext uri="{96DAC541-7B7A-43D3-8B79-37D633B846F1}">
                  <asvg:svgBlip xmlns:asvg="http://schemas.microsoft.com/office/drawing/2016/SVG/main" r:embed="rId29"/>
                </a:ext>
              </a:extLst>
            </a:blip>
            <a:stretch>
              <a:fillRect/>
            </a:stretch>
          </p:blipFill>
          <p:spPr>
            <a:xfrm flipV="1">
              <a:off x="599323" y="4190280"/>
              <a:ext cx="238694" cy="238694"/>
            </a:xfrm>
            <a:prstGeom prst="rect">
              <a:avLst/>
            </a:prstGeom>
          </p:spPr>
        </p:pic>
      </p:grpSp>
      <p:sp>
        <p:nvSpPr>
          <p:cNvPr id="7" name="!! 遮罩2">
            <a:extLst>
              <a:ext uri="{FF2B5EF4-FFF2-40B4-BE49-F238E27FC236}">
                <a16:creationId xmlns:a16="http://schemas.microsoft.com/office/drawing/2014/main" id="{005B4700-E741-B05C-D128-84B87616C49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pic>
        <p:nvPicPr>
          <p:cNvPr id="31" name="!! 背景2" descr="黑暗里有星球&#10;&#10;AI 生成的内容可能不正确。">
            <a:extLst>
              <a:ext uri="{FF2B5EF4-FFF2-40B4-BE49-F238E27FC236}">
                <a16:creationId xmlns:a16="http://schemas.microsoft.com/office/drawing/2014/main" id="{C90373AC-B9AF-90E7-856B-9839EC48E6DA}"/>
              </a:ext>
            </a:extLst>
          </p:cNvPr>
          <p:cNvPicPr/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3114" t="12142" r="33240" b="27730"/>
          <a:stretch/>
        </p:blipFill>
        <p:spPr>
          <a:xfrm>
            <a:off x="3383397" y="715165"/>
            <a:ext cx="5404886" cy="5433238"/>
          </a:xfrm>
          <a:prstGeom prst="roundRect">
            <a:avLst>
              <a:gd name="adj" fmla="val 1913"/>
            </a:avLst>
          </a:prstGeom>
        </p:spPr>
      </p:pic>
    </p:spTree>
    <p:extLst>
      <p:ext uri="{BB962C8B-B14F-4D97-AF65-F5344CB8AC3E}">
        <p14:creationId xmlns:p14="http://schemas.microsoft.com/office/powerpoint/2010/main" val="2696917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3000"/>
    </mc:Choice>
    <mc:Fallback xmlns="">
      <p:transition advClick="0" advTm="3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B4A19C6-A5D7-DB66-4845-74FA29B3D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!! 背景2" descr="黑暗里有星球&#10;&#10;AI 生成的内容可能不正确。">
            <a:extLst>
              <a:ext uri="{FF2B5EF4-FFF2-40B4-BE49-F238E27FC236}">
                <a16:creationId xmlns:a16="http://schemas.microsoft.com/office/drawing/2014/main" id="{5F9D7EC9-113E-40AA-60E6-E7E4B854A63F}"/>
              </a:ext>
            </a:extLst>
          </p:cNvPr>
          <p:cNvPicPr/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oundRect">
            <a:avLst>
              <a:gd name="adj" fmla="val 5039"/>
            </a:avLst>
          </a:prstGeom>
        </p:spPr>
      </p:pic>
      <p:sp>
        <p:nvSpPr>
          <p:cNvPr id="20" name="!! 遮罩">
            <a:extLst>
              <a:ext uri="{FF2B5EF4-FFF2-40B4-BE49-F238E27FC236}">
                <a16:creationId xmlns:a16="http://schemas.microsoft.com/office/drawing/2014/main" id="{CE49A960-07DD-D202-0530-878876016FD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!! 大标题">
            <a:extLst>
              <a:ext uri="{FF2B5EF4-FFF2-40B4-BE49-F238E27FC236}">
                <a16:creationId xmlns:a16="http://schemas.microsoft.com/office/drawing/2014/main" id="{43758505-C199-DAFE-0DAC-E475D9FA329E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卫星连接已就绪</a:t>
            </a:r>
          </a:p>
        </p:txBody>
      </p:sp>
      <p:sp>
        <p:nvSpPr>
          <p:cNvPr id="10" name="!! 按钮3">
            <a:hlinkClick r:id="rId5" action="ppaction://hlinksldjump"/>
            <a:extLst>
              <a:ext uri="{FF2B5EF4-FFF2-40B4-BE49-F238E27FC236}">
                <a16:creationId xmlns:a16="http://schemas.microsoft.com/office/drawing/2014/main" id="{3A5511A6-1481-AD31-3ADD-C1E3B646F471}"/>
              </a:ext>
            </a:extLst>
          </p:cNvPr>
          <p:cNvSpPr/>
          <p:nvPr/>
        </p:nvSpPr>
        <p:spPr>
          <a:xfrm>
            <a:off x="4191000" y="5333682"/>
            <a:ext cx="3810000" cy="408215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88900" sx="101000" sy="101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dirty="0">
                <a:solidFill>
                  <a:schemeClr val="tx1"/>
                </a:solidFill>
              </a:rPr>
              <a:t>连接卫星</a:t>
            </a:r>
          </a:p>
        </p:txBody>
      </p:sp>
      <p:sp>
        <p:nvSpPr>
          <p:cNvPr id="11" name="!! 按钮2">
            <a:hlinkClick r:id="rId6" action="ppaction://hlinksldjump"/>
            <a:extLst>
              <a:ext uri="{FF2B5EF4-FFF2-40B4-BE49-F238E27FC236}">
                <a16:creationId xmlns:a16="http://schemas.microsoft.com/office/drawing/2014/main" id="{BAB65A6D-616D-3518-750D-2F512F4D046E}"/>
              </a:ext>
            </a:extLst>
          </p:cNvPr>
          <p:cNvSpPr txBox="1"/>
          <p:nvPr/>
        </p:nvSpPr>
        <p:spPr>
          <a:xfrm>
            <a:off x="5342467" y="5838283"/>
            <a:ext cx="150706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bg2"/>
                </a:solidFill>
              </a:rPr>
              <a:t>取消</a:t>
            </a:r>
          </a:p>
        </p:txBody>
      </p:sp>
    </p:spTree>
    <p:extLst>
      <p:ext uri="{BB962C8B-B14F-4D97-AF65-F5344CB8AC3E}">
        <p14:creationId xmlns:p14="http://schemas.microsoft.com/office/powerpoint/2010/main" val="251728879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 advClick="0">
        <p159:morph option="byObject"/>
      </p:transition>
    </mc:Choice>
    <mc:Fallback>
      <p:transition spd="med"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 animBg="1"/>
      <p:bldP spid="1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962707-6FA8-0912-4661-0BAC76F2E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D590B74B-00FA-60A6-1807-5BA4F432D0B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!! 遮罩">
            <a:extLst>
              <a:ext uri="{FF2B5EF4-FFF2-40B4-BE49-F238E27FC236}">
                <a16:creationId xmlns:a16="http://schemas.microsoft.com/office/drawing/2014/main" id="{912DAB9A-0FF7-FABC-D771-74E769E05C5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!! 标题">
            <a:extLst>
              <a:ext uri="{FF2B5EF4-FFF2-40B4-BE49-F238E27FC236}">
                <a16:creationId xmlns:a16="http://schemas.microsoft.com/office/drawing/2014/main" id="{2CD0D8B5-5673-E20F-019E-1CD086AF5F81}"/>
              </a:ext>
            </a:extLst>
          </p:cNvPr>
          <p:cNvSpPr txBox="1"/>
          <p:nvPr/>
        </p:nvSpPr>
        <p:spPr>
          <a:xfrm>
            <a:off x="3943350" y="1401234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3200" dirty="0">
                <a:solidFill>
                  <a:schemeClr val="bg2"/>
                </a:solidFill>
                <a:latin typeface="+mj-ea"/>
                <a:ea typeface="+mj-ea"/>
              </a:rPr>
              <a:t>正在定位中</a:t>
            </a:r>
          </a:p>
        </p:txBody>
      </p:sp>
      <p:sp>
        <p:nvSpPr>
          <p:cNvPr id="4" name="!! 标题">
            <a:extLst>
              <a:ext uri="{FF2B5EF4-FFF2-40B4-BE49-F238E27FC236}">
                <a16:creationId xmlns:a16="http://schemas.microsoft.com/office/drawing/2014/main" id="{F727D5CF-2514-0681-833F-CFC7361C1C9D}"/>
              </a:ext>
            </a:extLst>
          </p:cNvPr>
          <p:cNvSpPr txBox="1"/>
          <p:nvPr/>
        </p:nvSpPr>
        <p:spPr>
          <a:xfrm>
            <a:off x="3943350" y="198600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请移步至开阔地带</a:t>
            </a:r>
          </a:p>
        </p:txBody>
      </p:sp>
      <p:sp>
        <p:nvSpPr>
          <p:cNvPr id="5" name="!! 中心点">
            <a:extLst>
              <a:ext uri="{FF2B5EF4-FFF2-40B4-BE49-F238E27FC236}">
                <a16:creationId xmlns:a16="http://schemas.microsoft.com/office/drawing/2014/main" id="{2A0F7C7F-761A-C438-9433-62AABBED8224}"/>
              </a:ext>
            </a:extLst>
          </p:cNvPr>
          <p:cNvSpPr/>
          <p:nvPr/>
        </p:nvSpPr>
        <p:spPr>
          <a:xfrm>
            <a:off x="5842000" y="4088328"/>
            <a:ext cx="508000" cy="5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6" name="!! 定位">
            <a:extLst>
              <a:ext uri="{FF2B5EF4-FFF2-40B4-BE49-F238E27FC236}">
                <a16:creationId xmlns:a16="http://schemas.microsoft.com/office/drawing/2014/main" id="{7D9134BE-59C6-EDE9-2FD7-E6B6AD9F5279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5000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9" name="!! 轮廓">
            <a:extLst>
              <a:ext uri="{FF2B5EF4-FFF2-40B4-BE49-F238E27FC236}">
                <a16:creationId xmlns:a16="http://schemas.microsoft.com/office/drawing/2014/main" id="{90AD90F4-9D89-2BDA-69DD-C63316FF0FD2}"/>
              </a:ext>
            </a:extLst>
          </p:cNvPr>
          <p:cNvSpPr/>
          <p:nvPr/>
        </p:nvSpPr>
        <p:spPr>
          <a:xfrm>
            <a:off x="4783667" y="3029995"/>
            <a:ext cx="2624666" cy="2624666"/>
          </a:xfrm>
          <a:prstGeom prst="ellipse">
            <a:avLst/>
          </a:prstGeom>
          <a:noFill/>
          <a:ln w="44450" cap="rnd" cmpd="sng">
            <a:solidFill>
              <a:schemeClr val="bg2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99169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3000">
        <p14:pan/>
      </p:transition>
    </mc:Choice>
    <mc:Fallback xmlns="">
      <p:transition advClick="0" advTm="3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10800000">
                                      <p:cBhvr>
                                        <p:cTn id="11" dur="5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2" presetID="26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0" tmFilter="0, 0; .2, .5; .8, .5; 1, 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4" dur="1500" autoRev="1" fill="hold"/>
                                        <p:tgtEl>
                                          <p:spTgt spid="9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6" grpId="0" animBg="1"/>
      <p:bldP spid="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01981A-8A6F-ACD6-FB31-DB5ECCE0E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5A38365D-4E0F-669B-716F-A04E6D7EA2F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!! 遮罩">
            <a:extLst>
              <a:ext uri="{FF2B5EF4-FFF2-40B4-BE49-F238E27FC236}">
                <a16:creationId xmlns:a16="http://schemas.microsoft.com/office/drawing/2014/main" id="{F7940E97-CA84-FB5C-225F-55CF4D94339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!! 标题2">
            <a:extLst>
              <a:ext uri="{FF2B5EF4-FFF2-40B4-BE49-F238E27FC236}">
                <a16:creationId xmlns:a16="http://schemas.microsoft.com/office/drawing/2014/main" id="{E7678E44-80C7-30A2-6B6E-B4FB1BF52E28}"/>
              </a:ext>
            </a:extLst>
          </p:cNvPr>
          <p:cNvSpPr txBox="1"/>
          <p:nvPr/>
        </p:nvSpPr>
        <p:spPr>
          <a:xfrm>
            <a:off x="3943350" y="1401234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已找到卫星</a:t>
            </a:r>
          </a:p>
        </p:txBody>
      </p:sp>
      <p:sp>
        <p:nvSpPr>
          <p:cNvPr id="4" name="!! 副标题2">
            <a:extLst>
              <a:ext uri="{FF2B5EF4-FFF2-40B4-BE49-F238E27FC236}">
                <a16:creationId xmlns:a16="http://schemas.microsoft.com/office/drawing/2014/main" id="{A994237B-619C-7517-7FBD-5E157242D85F}"/>
              </a:ext>
            </a:extLst>
          </p:cNvPr>
          <p:cNvSpPr txBox="1"/>
          <p:nvPr/>
        </p:nvSpPr>
        <p:spPr>
          <a:xfrm>
            <a:off x="3943350" y="1986009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正在确认卫星信息</a:t>
            </a:r>
          </a:p>
        </p:txBody>
      </p:sp>
      <p:sp>
        <p:nvSpPr>
          <p:cNvPr id="5" name="!! 中心点">
            <a:extLst>
              <a:ext uri="{FF2B5EF4-FFF2-40B4-BE49-F238E27FC236}">
                <a16:creationId xmlns:a16="http://schemas.microsoft.com/office/drawing/2014/main" id="{0ED5B845-C522-97F1-FFB1-381D9360E5F5}"/>
              </a:ext>
            </a:extLst>
          </p:cNvPr>
          <p:cNvSpPr/>
          <p:nvPr/>
        </p:nvSpPr>
        <p:spPr>
          <a:xfrm>
            <a:off x="5842000" y="4088328"/>
            <a:ext cx="508000" cy="5080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9" name="!! 轮廓">
            <a:extLst>
              <a:ext uri="{FF2B5EF4-FFF2-40B4-BE49-F238E27FC236}">
                <a16:creationId xmlns:a16="http://schemas.microsoft.com/office/drawing/2014/main" id="{47C0AFCE-50BE-62BD-E09E-CEEA18AF349D}"/>
              </a:ext>
            </a:extLst>
          </p:cNvPr>
          <p:cNvSpPr/>
          <p:nvPr/>
        </p:nvSpPr>
        <p:spPr>
          <a:xfrm>
            <a:off x="4783667" y="3029995"/>
            <a:ext cx="2624666" cy="2624666"/>
          </a:xfrm>
          <a:prstGeom prst="ellipse">
            <a:avLst/>
          </a:prstGeom>
          <a:noFill/>
          <a:ln w="44450" cap="rnd" cmpd="sng">
            <a:solidFill>
              <a:schemeClr val="bg2"/>
            </a:solidFill>
            <a:prstDash val="solid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B7BA44E5-5CE3-2CB5-C968-AA926368F9C2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" name="!! 卫星">
            <a:extLst>
              <a:ext uri="{FF2B5EF4-FFF2-40B4-BE49-F238E27FC236}">
                <a16:creationId xmlns:a16="http://schemas.microsoft.com/office/drawing/2014/main" id="{F1DFE027-D966-33F7-8FB6-577F4BC1376B}"/>
              </a:ext>
            </a:extLst>
          </p:cNvPr>
          <p:cNvGrpSpPr/>
          <p:nvPr/>
        </p:nvGrpSpPr>
        <p:grpSpPr>
          <a:xfrm>
            <a:off x="7023524" y="3918816"/>
            <a:ext cx="700616" cy="264388"/>
            <a:chOff x="5151235" y="2985879"/>
            <a:chExt cx="835229" cy="315185"/>
          </a:xfrm>
          <a:noFill/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0" name="椭圆 9">
              <a:extLst>
                <a:ext uri="{FF2B5EF4-FFF2-40B4-BE49-F238E27FC236}">
                  <a16:creationId xmlns:a16="http://schemas.microsoft.com/office/drawing/2014/main" id="{6D092A33-F7BA-92C7-5853-E91A76E98BD8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1" name="矩形: 圆角 10">
              <a:extLst>
                <a:ext uri="{FF2B5EF4-FFF2-40B4-BE49-F238E27FC236}">
                  <a16:creationId xmlns:a16="http://schemas.microsoft.com/office/drawing/2014/main" id="{539A8700-9678-28E2-660E-29277DCE12BA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2" name="矩形: 圆角 11">
              <a:extLst>
                <a:ext uri="{FF2B5EF4-FFF2-40B4-BE49-F238E27FC236}">
                  <a16:creationId xmlns:a16="http://schemas.microsoft.com/office/drawing/2014/main" id="{41998ACF-2940-FB6F-B45B-948AFDD5A03D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91447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advClick="0" advTm="4000">
        <p14:pan/>
      </p:transition>
    </mc:Choice>
    <mc:Fallback xmlns="">
      <p:transition advClick="0" advTm="4000">
        <p:fade/>
      </p:transition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CF3234-B714-9243-FBF8-32F2C419F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98FF1974-A518-66D8-626E-657F618D16D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D7E9DE94-97E4-35F4-2917-FDEF9BF8928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8FB8456D-F0BC-CAE0-113D-3C747FE05132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064B5901-6D64-AD63-E493-9183B1C98F06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5151560D-064C-9B4A-0D69-762264C082D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67763700-6501-C959-94C7-1765AB656BD3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正在自动设置天线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40159A83-EE2F-02A8-6E30-5EB61FA6DEC8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OPPOSans R"/>
                <a:ea typeface="OPPOSans M"/>
                <a:cs typeface="+mn-cs"/>
              </a:rPr>
              <a:t>请不要移动设备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10110A87-AFCC-017C-38F3-DCF168CDA1BD}"/>
              </a:ext>
            </a:extLst>
          </p:cNvPr>
          <p:cNvGrpSpPr/>
          <p:nvPr/>
        </p:nvGrpSpPr>
        <p:grpSpPr>
          <a:xfrm>
            <a:off x="9415713" y="2798302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8C27B79-5184-D853-261B-286AB2B37195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DF27A0AC-8EE4-B9E3-5A51-FC0647ACBAB0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AA585245-E9A9-6976-A3A0-27FD638AC958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sp>
        <p:nvSpPr>
          <p:cNvPr id="3" name="!! 中心点">
            <a:extLst>
              <a:ext uri="{FF2B5EF4-FFF2-40B4-BE49-F238E27FC236}">
                <a16:creationId xmlns:a16="http://schemas.microsoft.com/office/drawing/2014/main" id="{DB8DE98E-4AB5-EAFF-74DE-DE453C72BE14}"/>
              </a:ext>
            </a:extLst>
          </p:cNvPr>
          <p:cNvSpPr/>
          <p:nvPr/>
        </p:nvSpPr>
        <p:spPr>
          <a:xfrm>
            <a:off x="5676900" y="7664609"/>
            <a:ext cx="838200" cy="838200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2488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 advClick="0" advTm="6000">
        <p159:morph option="byObject"/>
      </p:transition>
    </mc:Choice>
    <mc:Fallback xmlns="">
      <p:transition spd="slow" advClick="0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mph" presetSubtype="0" repeatCount="indefinite" fill="remove" grpId="0" nodeType="withEffect">
                                  <p:stCondLst>
                                    <p:cond delay="5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animClr clrSpc="rgb" dir="cw">
                                      <p:cBhvr override="childStyle">
                                        <p:cTn id="6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animClr clrSpc="rgb" dir="cw">
                                      <p:cBhvr>
                                        <p:cTn id="7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chemeClr val="bg2"/>
                                      </p:to>
                                    </p:animClr>
                                    <p:set>
                                      <p:cBhvr>
                                        <p:cTn id="8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9" dur="500" autoRev="1" fill="remove"/>
                                        <p:tgtEl>
                                          <p:spTgt spid="12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37" presetClass="path" presetSubtype="0" accel="20000" decel="30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004 -0.00093 C -0.06967 -0.08496 -0.10287 -0.11366 -0.14831 -0.14028 C -0.20925 -0.17107 -0.22696 -0.18195 -0.31589 -0.18843 " pathEditMode="relative" rAng="0" ptsTypes="AAA">
                                      <p:cBhvr>
                                        <p:cTn id="11" dur="5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15781" y="-9375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5C7108-A9AA-10B9-CB51-7F27EE3D7F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AFF66454-FBFA-EEEE-90BE-D272B645447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9354F2BF-E0F0-947A-E6DA-D4EE274043B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3A3D630D-DFE3-D9A1-740B-7C4F268A2320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0BE14C06-6F2F-2EC5-1845-A1E87DEFB3DF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DE6B2E7-633F-400F-FFF4-859194B7BA2D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3">
            <a:extLst>
              <a:ext uri="{FF2B5EF4-FFF2-40B4-BE49-F238E27FC236}">
                <a16:creationId xmlns:a16="http://schemas.microsoft.com/office/drawing/2014/main" id="{4A5E85A6-3DAC-7214-BE7B-2BCEA4B29839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3">
            <a:extLst>
              <a:ext uri="{FF2B5EF4-FFF2-40B4-BE49-F238E27FC236}">
                <a16:creationId xmlns:a16="http://schemas.microsoft.com/office/drawing/2014/main" id="{9C712D87-E876-582E-D73D-2C4E815C5A2F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…90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+mn-ea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73799616-534E-37B6-E4C0-70F435E973A3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3101C684-DBDB-651D-E937-70A2805AC6D5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18A1F020-7AB3-4E88-31E8-03E65EA374C4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23EB3B73-8640-AC6B-B357-D87C9BFDB8C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49331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F656EE-459F-C7A5-BC87-86022EBC6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25D59DE5-B85C-C561-B0D6-22B47B7F9B2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B7342218-7FC5-1B1D-00B9-5B9890BB01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D75DC01C-3CEF-329D-1648-26D91B7A8586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E45D5272-29A6-09C4-FBA2-9B56803C7950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6A466F0-DC3C-D269-98DE-CA3C7AAF8C9A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20E0FB1E-35A4-3FB2-826B-B3E3948D6519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6C5B188C-0A8D-00F4-A824-4EFD74B72505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…89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4A8AA21D-7C1A-E94C-68ED-81DCF6B5C386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51CF5F4F-7451-307A-875A-56493ECF9414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668ADF0A-78BD-9222-546F-4399F5EC44E4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C3F6289C-EE65-8381-2572-97D4571E9E9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14918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0F8B36-3CBE-E787-F1B9-8E8A0B746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1E2003D8-61C8-602B-D0F6-AAD7AE1F1C9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569E0EC9-ED76-CE42-B664-487F93F59A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75707367-C48A-8906-50E6-5FC54D986669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8699E5EA-E574-7838-1BAF-1AEA9AD29D79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663FE2C7-A078-BAE6-F883-9857E2EAA0DA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F8798411-A7DC-3012-07D9-68AC8FD62D3C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88D9DE45-B61C-D9FC-5F57-A93CC925AF5E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…88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068ABFEA-FE74-AFBA-553C-8E95B6A9D4F1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132A1D6-26ED-4F74-45BC-B648DBF1A71C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31A32F63-D682-E197-7088-4D45CEC9CFDD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43E69DA8-2AAD-EA81-4E33-5EA17A383B19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01511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4823D8-165E-A005-BCF1-8690F4708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F8268272-9C6B-2608-D1E1-F0BE97C2E1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74338D5B-C11D-40CF-339C-744888A9D40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1264049B-5BCF-7359-2579-2CC097A39225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95319A06-6FE4-E591-CCA3-49FAA3770483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F682EB35-14CA-4FE3-FBAA-9F98CB87E731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CABFFFEB-F006-2827-6A00-FFA28D275241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54ADF226-55AC-6613-1854-DAAE795BC18F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…87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07767209-2EDC-DB23-026F-E2109947309B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6508D7D2-BF96-9F68-2F5D-CEAC4A7944D9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337C530A-9B58-696B-1813-B2821ECDF7BD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C2C04ADC-E88D-A290-89FC-0EED403984E1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867655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800"/>
    </mc:Choice>
    <mc:Fallback xmlns="">
      <p:transition advClick="0" advTm="800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9E1C7-B008-7F9B-7352-B18F8B6CE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D631B3D0-9A5C-4683-A666-64FD8636797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E5DA3D6D-972D-3F24-224C-8468D073FB5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50F09E70-6C6E-74E2-2BD8-88C8D1290188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bg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2" name="!! 方位">
            <a:extLst>
              <a:ext uri="{FF2B5EF4-FFF2-40B4-BE49-F238E27FC236}">
                <a16:creationId xmlns:a16="http://schemas.microsoft.com/office/drawing/2014/main" id="{59552084-5881-0BF7-7AA3-9DDD6ECCAC24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pie">
            <a:avLst>
              <a:gd name="adj1" fmla="val 14999593"/>
              <a:gd name="adj2" fmla="val 17439421"/>
            </a:avLst>
          </a:prstGeom>
          <a:gradFill flip="none" rotWithShape="1">
            <a:gsLst>
              <a:gs pos="61000">
                <a:schemeClr val="bg1">
                  <a:alpha val="0"/>
                </a:schemeClr>
              </a:gs>
              <a:gs pos="100000">
                <a:schemeClr val="bg2"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181818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76684A0F-45BC-DB2F-FDA5-C6D1EB679B80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2">
            <a:extLst>
              <a:ext uri="{FF2B5EF4-FFF2-40B4-BE49-F238E27FC236}">
                <a16:creationId xmlns:a16="http://schemas.microsoft.com/office/drawing/2014/main" id="{177820AF-7DC8-DE5E-4F2E-F72AE9F73AF0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连接卫星中</a:t>
            </a:r>
          </a:p>
        </p:txBody>
      </p:sp>
      <p:sp>
        <p:nvSpPr>
          <p:cNvPr id="12" name="!! 副标题2">
            <a:extLst>
              <a:ext uri="{FF2B5EF4-FFF2-40B4-BE49-F238E27FC236}">
                <a16:creationId xmlns:a16="http://schemas.microsoft.com/office/drawing/2014/main" id="{703EE60D-AC0B-BCE1-642C-48671C6B9ECA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正在连接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…86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>
                    <a:lumMod val="6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秒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4853F15F-7CC5-B60E-DEFC-E5D686129FBF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bg1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83DCEAFA-5131-1EE4-5DE3-49F7AA5129E0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46496864-0BD4-9E8E-D4EA-E7A691AFE923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91C04847-22E9-3239-080C-13E9C70BEE90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46567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 advTm="500"/>
    </mc:Choice>
    <mc:Fallback xmlns="">
      <p:transition advClick="0" advTm="500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A8CEAF-0B15-DA17-A2CF-FCC9D2A60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7569AD3A-204F-FDB2-2728-1B0DCC7E8AA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!! 遮罩">
            <a:extLst>
              <a:ext uri="{FF2B5EF4-FFF2-40B4-BE49-F238E27FC236}">
                <a16:creationId xmlns:a16="http://schemas.microsoft.com/office/drawing/2014/main" id="{9C7DC2B8-C7CB-8C40-AD22-0CECD9B2D59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5" name="!! 轮廓">
            <a:extLst>
              <a:ext uri="{FF2B5EF4-FFF2-40B4-BE49-F238E27FC236}">
                <a16:creationId xmlns:a16="http://schemas.microsoft.com/office/drawing/2014/main" id="{A1111911-BF71-097D-07EA-69C662D8DA32}"/>
              </a:ext>
            </a:extLst>
          </p:cNvPr>
          <p:cNvSpPr/>
          <p:nvPr/>
        </p:nvSpPr>
        <p:spPr>
          <a:xfrm>
            <a:off x="-279400" y="1705847"/>
            <a:ext cx="12750800" cy="12750800"/>
          </a:xfrm>
          <a:prstGeom prst="ellipse">
            <a:avLst/>
          </a:prstGeom>
          <a:noFill/>
          <a:ln w="4445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8" name="!! 定位">
            <a:extLst>
              <a:ext uri="{FF2B5EF4-FFF2-40B4-BE49-F238E27FC236}">
                <a16:creationId xmlns:a16="http://schemas.microsoft.com/office/drawing/2014/main" id="{D4BA8C24-019F-219D-5D8E-A8B3386ABF2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sp>
        <p:nvSpPr>
          <p:cNvPr id="11" name="!! 标题4">
            <a:extLst>
              <a:ext uri="{FF2B5EF4-FFF2-40B4-BE49-F238E27FC236}">
                <a16:creationId xmlns:a16="http://schemas.microsoft.com/office/drawing/2014/main" id="{70A78C74-80F5-8061-BFB4-397A536CFD98}"/>
              </a:ext>
            </a:extLst>
          </p:cNvPr>
          <p:cNvSpPr txBox="1"/>
          <p:nvPr/>
        </p:nvSpPr>
        <p:spPr>
          <a:xfrm>
            <a:off x="3943350" y="4381501"/>
            <a:ext cx="43053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3200" b="0" i="0" u="none" strike="noStrike" kern="1200" cap="none" spc="0" normalizeH="0" baseline="0" noProof="0" dirty="0">
                <a:ln>
                  <a:noFill/>
                </a:ln>
                <a:solidFill>
                  <a:schemeClr val="tx2">
                    <a:lumMod val="50000"/>
                    <a:lumOff val="50000"/>
                  </a:schemeClr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卫星已连接</a:t>
            </a:r>
          </a:p>
        </p:txBody>
      </p:sp>
      <p:sp>
        <p:nvSpPr>
          <p:cNvPr id="12" name="!! 副标题4">
            <a:extLst>
              <a:ext uri="{FF2B5EF4-FFF2-40B4-BE49-F238E27FC236}">
                <a16:creationId xmlns:a16="http://schemas.microsoft.com/office/drawing/2014/main" id="{0D6BA688-1886-D1B0-6083-52D3A174E4C6}"/>
              </a:ext>
            </a:extLst>
          </p:cNvPr>
          <p:cNvSpPr txBox="1"/>
          <p:nvPr/>
        </p:nvSpPr>
        <p:spPr>
          <a:xfrm>
            <a:off x="3943350" y="4940971"/>
            <a:ext cx="4305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正在准备通讯</a:t>
            </a:r>
          </a:p>
        </p:txBody>
      </p:sp>
      <p:grpSp>
        <p:nvGrpSpPr>
          <p:cNvPr id="13" name="!! 卫星">
            <a:extLst>
              <a:ext uri="{FF2B5EF4-FFF2-40B4-BE49-F238E27FC236}">
                <a16:creationId xmlns:a16="http://schemas.microsoft.com/office/drawing/2014/main" id="{D0941F15-ABDC-894F-BD2E-17683542469B}"/>
              </a:ext>
            </a:extLst>
          </p:cNvPr>
          <p:cNvGrpSpPr/>
          <p:nvPr/>
        </p:nvGrpSpPr>
        <p:grpSpPr>
          <a:xfrm>
            <a:off x="5564649" y="1505334"/>
            <a:ext cx="1062702" cy="401026"/>
            <a:chOff x="5151235" y="2985879"/>
            <a:chExt cx="835229" cy="315185"/>
          </a:xfrm>
          <a:solidFill>
            <a:schemeClr val="accent4"/>
          </a:solidFill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grpSpPr>
        <p:sp>
          <p:nvSpPr>
            <p:cNvPr id="14" name="椭圆 13">
              <a:extLst>
                <a:ext uri="{FF2B5EF4-FFF2-40B4-BE49-F238E27FC236}">
                  <a16:creationId xmlns:a16="http://schemas.microsoft.com/office/drawing/2014/main" id="{84E9FC30-9772-3A2C-216C-84B1B0AA115A}"/>
                </a:ext>
              </a:extLst>
            </p:cNvPr>
            <p:cNvSpPr/>
            <p:nvPr/>
          </p:nvSpPr>
          <p:spPr>
            <a:xfrm>
              <a:off x="5411257" y="2985879"/>
              <a:ext cx="315185" cy="315185"/>
            </a:xfrm>
            <a:prstGeom prst="ellips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5" name="矩形: 圆角 14">
              <a:extLst>
                <a:ext uri="{FF2B5EF4-FFF2-40B4-BE49-F238E27FC236}">
                  <a16:creationId xmlns:a16="http://schemas.microsoft.com/office/drawing/2014/main" id="{EF3517DA-1AC6-CFE6-90BD-FE8FB591E5C8}"/>
                </a:ext>
              </a:extLst>
            </p:cNvPr>
            <p:cNvSpPr/>
            <p:nvPr/>
          </p:nvSpPr>
          <p:spPr>
            <a:xfrm>
              <a:off x="5779926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6" name="矩形: 圆角 15">
              <a:extLst>
                <a:ext uri="{FF2B5EF4-FFF2-40B4-BE49-F238E27FC236}">
                  <a16:creationId xmlns:a16="http://schemas.microsoft.com/office/drawing/2014/main" id="{7B76F9E1-2C6B-3A69-8351-30EC86E18E23}"/>
                </a:ext>
              </a:extLst>
            </p:cNvPr>
            <p:cNvSpPr/>
            <p:nvPr/>
          </p:nvSpPr>
          <p:spPr>
            <a:xfrm>
              <a:off x="5151235" y="3101561"/>
              <a:ext cx="206538" cy="83820"/>
            </a:xfrm>
            <a:prstGeom prst="roundRect">
              <a:avLst>
                <a:gd name="adj" fmla="val 50000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342A2D78-3219-D849-0C37-90D40EB10361}"/>
              </a:ext>
            </a:extLst>
          </p:cNvPr>
          <p:cNvGrpSpPr/>
          <p:nvPr/>
        </p:nvGrpSpPr>
        <p:grpSpPr>
          <a:xfrm>
            <a:off x="3875137" y="6958329"/>
            <a:ext cx="2042373" cy="704838"/>
            <a:chOff x="1927647" y="3732963"/>
            <a:chExt cx="2042373" cy="704838"/>
          </a:xfrm>
        </p:grpSpPr>
        <p:sp>
          <p:nvSpPr>
            <p:cNvPr id="29" name="!! 颜色遮罩">
              <a:extLst>
                <a:ext uri="{FF2B5EF4-FFF2-40B4-BE49-F238E27FC236}">
                  <a16:creationId xmlns:a16="http://schemas.microsoft.com/office/drawing/2014/main" id="{AFD893DE-E541-6E56-97AF-8D1D71322014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30" name="!! Leaf">
              <a:extLst>
                <a:ext uri="{FF2B5EF4-FFF2-40B4-BE49-F238E27FC236}">
                  <a16:creationId xmlns:a16="http://schemas.microsoft.com/office/drawing/2014/main" id="{186BDBB6-20A7-C447-5524-1E7EC1640737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37" name="!! 背景">
                <a:extLst>
                  <a:ext uri="{FF2B5EF4-FFF2-40B4-BE49-F238E27FC236}">
                    <a16:creationId xmlns:a16="http://schemas.microsoft.com/office/drawing/2014/main" id="{CC464311-F7B7-C898-20A5-EE1088DF7E67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8" name="!! leaf" descr="树叶 纯色填充">
                <a:extLst>
                  <a:ext uri="{FF2B5EF4-FFF2-40B4-BE49-F238E27FC236}">
                    <a16:creationId xmlns:a16="http://schemas.microsoft.com/office/drawing/2014/main" id="{F4CE4C77-7FD5-EE10-B117-665B2A8DE8F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31" name="电话">
              <a:extLst>
                <a:ext uri="{FF2B5EF4-FFF2-40B4-BE49-F238E27FC236}">
                  <a16:creationId xmlns:a16="http://schemas.microsoft.com/office/drawing/2014/main" id="{7AE65213-3675-D2CA-B14B-8E9F2511F0F4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3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E77775A6-5481-B6AF-C627-32FD24D93A4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6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4172552C-7F18-719A-2F55-E72C559B63B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32" name="电话">
              <a:extLst>
                <a:ext uri="{FF2B5EF4-FFF2-40B4-BE49-F238E27FC236}">
                  <a16:creationId xmlns:a16="http://schemas.microsoft.com/office/drawing/2014/main" id="{E5417028-13EF-8D2C-6343-5C607D060551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33" name="背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7FE4DE0B-2523-BE1A-88D6-E7BD79133160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34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8D361FBE-583C-C6A7-2FE3-24BD0752F3A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46" name="组合 45">
            <a:extLst>
              <a:ext uri="{FF2B5EF4-FFF2-40B4-BE49-F238E27FC236}">
                <a16:creationId xmlns:a16="http://schemas.microsoft.com/office/drawing/2014/main" id="{5DC05E3D-CDB8-16C4-5343-3CA7C5E02FE6}"/>
              </a:ext>
            </a:extLst>
          </p:cNvPr>
          <p:cNvGrpSpPr/>
          <p:nvPr/>
        </p:nvGrpSpPr>
        <p:grpSpPr>
          <a:xfrm>
            <a:off x="6016923" y="7103931"/>
            <a:ext cx="2452159" cy="704838"/>
            <a:chOff x="4869919" y="5962663"/>
            <a:chExt cx="2452159" cy="704838"/>
          </a:xfrm>
        </p:grpSpPr>
        <p:sp>
          <p:nvSpPr>
            <p:cNvPr id="47" name="!! 颜色遮罩">
              <a:extLst>
                <a:ext uri="{FF2B5EF4-FFF2-40B4-BE49-F238E27FC236}">
                  <a16:creationId xmlns:a16="http://schemas.microsoft.com/office/drawing/2014/main" id="{837FCFF9-3E3D-5EA6-B287-CDFC1F55BC4F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8" name="!! 运营商">
              <a:extLst>
                <a:ext uri="{FF2B5EF4-FFF2-40B4-BE49-F238E27FC236}">
                  <a16:creationId xmlns:a16="http://schemas.microsoft.com/office/drawing/2014/main" id="{F093E63E-0D09-1B17-F749-B40F2A515CE3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49" name="!! 通知">
              <a:extLst>
                <a:ext uri="{FF2B5EF4-FFF2-40B4-BE49-F238E27FC236}">
                  <a16:creationId xmlns:a16="http://schemas.microsoft.com/office/drawing/2014/main" id="{F397F6CF-6FFD-66FA-9314-7A30509786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50" name="!! 电池">
              <a:extLst>
                <a:ext uri="{FF2B5EF4-FFF2-40B4-BE49-F238E27FC236}">
                  <a16:creationId xmlns:a16="http://schemas.microsoft.com/office/drawing/2014/main" id="{0CFFF7F6-AB14-4DD2-971F-94D9AD055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51" name="!! 时间">
              <a:extLst>
                <a:ext uri="{FF2B5EF4-FFF2-40B4-BE49-F238E27FC236}">
                  <a16:creationId xmlns:a16="http://schemas.microsoft.com/office/drawing/2014/main" id="{FAEACCA0-145A-F5E0-2D63-5AA820AD55B9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52" name="!! AC">
              <a:extLst>
                <a:ext uri="{FF2B5EF4-FFF2-40B4-BE49-F238E27FC236}">
                  <a16:creationId xmlns:a16="http://schemas.microsoft.com/office/drawing/2014/main" id="{4D9B86DE-48BE-EE97-FC66-8A0857CAF18B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3" name="!! 声音">
              <a:extLst>
                <a:ext uri="{FF2B5EF4-FFF2-40B4-BE49-F238E27FC236}">
                  <a16:creationId xmlns:a16="http://schemas.microsoft.com/office/drawing/2014/main" id="{315E4733-0534-52DD-D159-DE2C5A5F4C64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54" name="!! 卫星2">
              <a:extLst>
                <a:ext uri="{FF2B5EF4-FFF2-40B4-BE49-F238E27FC236}">
                  <a16:creationId xmlns:a16="http://schemas.microsoft.com/office/drawing/2014/main" id="{C17440DE-D82F-C2A0-512D-BD0C25212CDD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55" name="椭圆 54">
                <a:extLst>
                  <a:ext uri="{FF2B5EF4-FFF2-40B4-BE49-F238E27FC236}">
                    <a16:creationId xmlns:a16="http://schemas.microsoft.com/office/drawing/2014/main" id="{3178D64C-35D8-4DBC-AAD1-1A17801E663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56" name="矩形: 圆角 55">
                <a:extLst>
                  <a:ext uri="{FF2B5EF4-FFF2-40B4-BE49-F238E27FC236}">
                    <a16:creationId xmlns:a16="http://schemas.microsoft.com/office/drawing/2014/main" id="{293827E1-F937-9339-741F-9227A80FB87E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57" name="矩形: 圆角 56">
                <a:extLst>
                  <a:ext uri="{FF2B5EF4-FFF2-40B4-BE49-F238E27FC236}">
                    <a16:creationId xmlns:a16="http://schemas.microsoft.com/office/drawing/2014/main" id="{BF5B7A4D-7232-58F1-0BD5-B27AEE8236A5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58" name="椭圆 57">
            <a:extLst>
              <a:ext uri="{FF2B5EF4-FFF2-40B4-BE49-F238E27FC236}">
                <a16:creationId xmlns:a16="http://schemas.microsoft.com/office/drawing/2014/main" id="{9F9A032F-4C72-2B8F-F241-681D818200F4}"/>
              </a:ext>
            </a:extLst>
          </p:cNvPr>
          <p:cNvSpPr/>
          <p:nvPr/>
        </p:nvSpPr>
        <p:spPr>
          <a:xfrm>
            <a:off x="5441747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9C09B2C5-5EDE-7199-7645-D05D30A43565}"/>
              </a:ext>
            </a:extLst>
          </p:cNvPr>
          <p:cNvSpPr/>
          <p:nvPr/>
        </p:nvSpPr>
        <p:spPr>
          <a:xfrm>
            <a:off x="5820063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D9404CC-DAB0-6516-F9AC-716539D33678}"/>
              </a:ext>
            </a:extLst>
          </p:cNvPr>
          <p:cNvSpPr/>
          <p:nvPr/>
        </p:nvSpPr>
        <p:spPr>
          <a:xfrm>
            <a:off x="6198379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90E29974-AB2B-D5C2-3681-8EACC0C5209C}"/>
              </a:ext>
            </a:extLst>
          </p:cNvPr>
          <p:cNvSpPr/>
          <p:nvPr/>
        </p:nvSpPr>
        <p:spPr>
          <a:xfrm>
            <a:off x="6575033" y="5421992"/>
            <a:ext cx="150848" cy="15084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55376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4000"/>
    </mc:Choice>
    <mc:Fallback xmlns="">
      <p:transition advClick="0" advTm="4000"/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9EC5F3-2C78-0CFA-80EB-760B1374BE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35E952B1-98C0-1EB9-9181-71A57C9DEBB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48C32926-12EC-BB81-0DFE-1C7CB2144B7C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0834E512-03AD-4763-73DD-6C8C7BE2BB79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95FCFD41-EA41-3201-D9FB-36CC14D9C2AE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6A4F8BAB-2196-2AF2-E9CA-14ADAE953277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9A8AD99B-4F13-D5D2-CA3E-C986EA03C943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21E49A99-4799-FC09-404D-A106DFD5A3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009779BA-EC04-AB2D-5B38-14B21554CE57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064BA84A-0912-346C-4A4E-4C8DCF405D45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7D44D2DE-23B3-B2C7-0CE1-F4343947D8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6CE8D13D-564E-9B04-B9F9-CB4DB6C8452D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5F8799F9-F8B1-98E9-272A-F2969BD92540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hlinkClick r:id="rId13" action="ppaction://hlinksldjump"/>
                <a:extLst>
                  <a:ext uri="{FF2B5EF4-FFF2-40B4-BE49-F238E27FC236}">
                    <a16:creationId xmlns:a16="http://schemas.microsoft.com/office/drawing/2014/main" id="{A15CE600-8D39-B138-D2AD-71227A3491F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83B058FF-DDC3-5C66-6045-B2A089827B6D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42562B1D-1C21-DCCD-074F-1EBC09F31DF4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6EE5E55A-F760-4DCB-BA7A-BF38C22D2F68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079F1F49-4865-AE7D-D906-86E5B6E521B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05481758-46D6-2563-E5AD-DF9B5B52F0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79CFF919-D048-C233-E4F7-258EECD058C2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E90DD14F-3232-B33D-C85D-2F79151A862F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0397A4E2-B31C-4D09-A866-CA7E85E927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B196135E-DFAD-5607-BD7E-6A67E39B65A6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0EA11DEA-F209-0157-65E3-0AB98DBFFE7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34A05064-5150-3609-3F5F-5AC19400F347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BA5AFFBF-50BC-C736-DF91-AA2FBE2C1A56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397C4740-8F77-7366-9020-F6E983E0EBE5}"/>
              </a:ext>
            </a:extLst>
          </p:cNvPr>
          <p:cNvSpPr/>
          <p:nvPr/>
        </p:nvSpPr>
        <p:spPr>
          <a:xfrm>
            <a:off x="3953329" y="6120700"/>
            <a:ext cx="1594786" cy="439848"/>
          </a:xfrm>
          <a:prstGeom prst="round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29715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E3F39B-585D-A4C2-D7DF-A66B854B0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49B697A1-544D-7903-782F-18ABB697766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20062AA1-F1A8-4955-000B-09345C09EB83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AFD88544-31F5-3B1C-EB17-12266810617D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A276589A-CD77-989F-FADC-10221ADFD9EB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6B798F7E-11FD-B346-FAE9-59A27C398B5D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7" action="ppaction://hlinksldjump"/>
                <a:extLst>
                  <a:ext uri="{FF2B5EF4-FFF2-40B4-BE49-F238E27FC236}">
                    <a16:creationId xmlns:a16="http://schemas.microsoft.com/office/drawing/2014/main" id="{89C0E793-B5D5-02F2-CCEC-798DAD2A6381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D0D65ECC-973F-D4BC-19A2-85B44A3705D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193C9B1B-1930-7630-1078-33B25D8FAD61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extLst>
                  <a:ext uri="{FF2B5EF4-FFF2-40B4-BE49-F238E27FC236}">
                    <a16:creationId xmlns:a16="http://schemas.microsoft.com/office/drawing/2014/main" id="{5AFC816F-0E95-E672-F2DB-EB7726EE103C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extLst>
                  <a:ext uri="{FF2B5EF4-FFF2-40B4-BE49-F238E27FC236}">
                    <a16:creationId xmlns:a16="http://schemas.microsoft.com/office/drawing/2014/main" id="{44F3A8C3-8DDF-939F-DA48-917B79AD045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B091E4B4-390E-14A7-3333-749E67D586B9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CAA6CFD8-352B-5B90-3893-7469EF34CD42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hlinkClick r:id="rId12" action="ppaction://hlinksldjump"/>
                <a:extLst>
                  <a:ext uri="{FF2B5EF4-FFF2-40B4-BE49-F238E27FC236}">
                    <a16:creationId xmlns:a16="http://schemas.microsoft.com/office/drawing/2014/main" id="{F152A45F-4B39-E77C-7327-EE0D5A1DBE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EA2AB666-C74E-5265-894F-3E7FB406D945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EB064C19-A3C8-6680-C428-DD4D696254C5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DCE86236-FD2E-2B05-F1D1-9E08F749104A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12B64357-430B-FDF0-5A78-84821867B6B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3DEB0977-9202-7A8D-FD48-7423A5A103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CFCEA1AF-B7AA-064E-A265-5A186494CB59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9ECB611C-7A06-AEBE-9E80-D91621D46252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BE449B1B-D69A-76B7-9103-A05660F2F5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47ABDDA4-0C6B-BF2B-21F9-1C48D9102647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0B103ABA-6CCE-EB3A-815E-A0F3D0B276ED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BD77217B-C704-499B-BB5C-9123644516CB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B52E188C-BD3A-2463-28F7-825E8611996E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39261425-6F9B-0A3E-0305-59BB0169E4C1}"/>
              </a:ext>
            </a:extLst>
          </p:cNvPr>
          <p:cNvSpPr/>
          <p:nvPr/>
        </p:nvSpPr>
        <p:spPr>
          <a:xfrm>
            <a:off x="3722918" y="578013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6003212-B6E7-32C2-55E3-579FE3E7035A}"/>
              </a:ext>
            </a:extLst>
          </p:cNvPr>
          <p:cNvSpPr txBox="1"/>
          <p:nvPr/>
        </p:nvSpPr>
        <p:spPr>
          <a:xfrm>
            <a:off x="5347135" y="972562"/>
            <a:ext cx="1505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dirty="0">
                <a:solidFill>
                  <a:schemeClr val="bg1"/>
                </a:solidFill>
                <a:latin typeface="+mj-ea"/>
                <a:ea typeface="+mj-ea"/>
              </a:rPr>
              <a:t>卫星拨号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97C979E-02FE-0344-1621-10F5E6F76BF9}"/>
              </a:ext>
            </a:extLst>
          </p:cNvPr>
          <p:cNvSpPr txBox="1"/>
          <p:nvPr/>
        </p:nvSpPr>
        <p:spPr>
          <a:xfrm>
            <a:off x="5169635" y="2943137"/>
            <a:ext cx="1861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bg1"/>
                </a:solidFill>
              </a:rPr>
              <a:t>正在开发中</a:t>
            </a:r>
          </a:p>
        </p:txBody>
      </p:sp>
    </p:spTree>
    <p:extLst>
      <p:ext uri="{BB962C8B-B14F-4D97-AF65-F5344CB8AC3E}">
        <p14:creationId xmlns:p14="http://schemas.microsoft.com/office/powerpoint/2010/main" val="240616050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  <p:extLst>
    <p:ext uri="{6950BFC3-D8DA-4A85-94F7-54DA5524770B}">
      <p188:commentRel xmlns:p188="http://schemas.microsoft.com/office/powerpoint/2018/8/main" r:id="rId3"/>
    </p:ext>
  </p:extLs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F8372-078D-9778-3F44-5CB26CD04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2CDBD796-C70B-6665-3D9F-2C4A6E24C65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AE6DA753-177C-1A5E-F96C-4323659F5015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60" name="组合 59">
            <a:extLst>
              <a:ext uri="{FF2B5EF4-FFF2-40B4-BE49-F238E27FC236}">
                <a16:creationId xmlns:a16="http://schemas.microsoft.com/office/drawing/2014/main" id="{8ED12C22-DF5D-3C9F-708E-62760C19D0B1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50" name="!! 颜色遮罩">
              <a:extLst>
                <a:ext uri="{FF2B5EF4-FFF2-40B4-BE49-F238E27FC236}">
                  <a16:creationId xmlns:a16="http://schemas.microsoft.com/office/drawing/2014/main" id="{435D258C-8C15-9D80-5E3A-5A0A0DDFD56E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grpSp>
          <p:nvGrpSpPr>
            <p:cNvPr id="51" name="!! Leaf">
              <a:extLst>
                <a:ext uri="{FF2B5EF4-FFF2-40B4-BE49-F238E27FC236}">
                  <a16:creationId xmlns:a16="http://schemas.microsoft.com/office/drawing/2014/main" id="{46686806-3B10-307E-7B6D-BF53F9D2B46B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52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3FEF5AC2-25BE-CF1F-78EE-F26CB12B4BEF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3" name="!! leaf" descr="树叶 纯色填充">
                <a:extLst>
                  <a:ext uri="{FF2B5EF4-FFF2-40B4-BE49-F238E27FC236}">
                    <a16:creationId xmlns:a16="http://schemas.microsoft.com/office/drawing/2014/main" id="{9FAB6FA5-E23E-45B6-7A40-101BA96FC2C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54" name="电话">
              <a:extLst>
                <a:ext uri="{FF2B5EF4-FFF2-40B4-BE49-F238E27FC236}">
                  <a16:creationId xmlns:a16="http://schemas.microsoft.com/office/drawing/2014/main" id="{EE2DEB28-CCCE-3FA8-F85C-EC9647DC8AB4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55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C4A619F5-2468-A491-4F38-F654438C5C6C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6" name="前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CEB4B38A-FB68-BC96-7393-79111778C31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57" name="电话">
              <a:extLst>
                <a:ext uri="{FF2B5EF4-FFF2-40B4-BE49-F238E27FC236}">
                  <a16:creationId xmlns:a16="http://schemas.microsoft.com/office/drawing/2014/main" id="{7D87FF08-4A12-A83A-3B53-77E9469B7458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58" name="背景">
                <a:extLst>
                  <a:ext uri="{FF2B5EF4-FFF2-40B4-BE49-F238E27FC236}">
                    <a16:creationId xmlns:a16="http://schemas.microsoft.com/office/drawing/2014/main" id="{DEF4FC5F-EA79-01CA-149A-A0009650B1C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59" name="前景">
                <a:extLst>
                  <a:ext uri="{FF2B5EF4-FFF2-40B4-BE49-F238E27FC236}">
                    <a16:creationId xmlns:a16="http://schemas.microsoft.com/office/drawing/2014/main" id="{AC4BACA1-0E1F-1905-75A9-47863F8B9D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62" name="组合 61">
            <a:extLst>
              <a:ext uri="{FF2B5EF4-FFF2-40B4-BE49-F238E27FC236}">
                <a16:creationId xmlns:a16="http://schemas.microsoft.com/office/drawing/2014/main" id="{FC2B4395-3588-E04A-E0A7-B9426D393AC7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63" name="!! 颜色遮罩">
              <a:extLst>
                <a:ext uri="{FF2B5EF4-FFF2-40B4-BE49-F238E27FC236}">
                  <a16:creationId xmlns:a16="http://schemas.microsoft.com/office/drawing/2014/main" id="{D033397B-49E2-9E6A-C683-20CD26E389C1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4" name="!! 运营商">
              <a:extLst>
                <a:ext uri="{FF2B5EF4-FFF2-40B4-BE49-F238E27FC236}">
                  <a16:creationId xmlns:a16="http://schemas.microsoft.com/office/drawing/2014/main" id="{485F0C53-9172-8045-8709-7A96D2C7FDFB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65" name="!! 通知">
              <a:extLst>
                <a:ext uri="{FF2B5EF4-FFF2-40B4-BE49-F238E27FC236}">
                  <a16:creationId xmlns:a16="http://schemas.microsoft.com/office/drawing/2014/main" id="{8ACA7A9A-3554-B059-9D4A-05BAD161F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66" name="!! 电池">
              <a:extLst>
                <a:ext uri="{FF2B5EF4-FFF2-40B4-BE49-F238E27FC236}">
                  <a16:creationId xmlns:a16="http://schemas.microsoft.com/office/drawing/2014/main" id="{91D121C8-9C78-9738-EAF5-F1DB9126BE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67" name="!! 时间">
              <a:extLst>
                <a:ext uri="{FF2B5EF4-FFF2-40B4-BE49-F238E27FC236}">
                  <a16:creationId xmlns:a16="http://schemas.microsoft.com/office/drawing/2014/main" id="{739D7831-F2BF-B454-617E-3331A7604275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68" name="!! AC">
              <a:extLst>
                <a:ext uri="{FF2B5EF4-FFF2-40B4-BE49-F238E27FC236}">
                  <a16:creationId xmlns:a16="http://schemas.microsoft.com/office/drawing/2014/main" id="{C346590A-31EB-555F-ED9E-B01AED6454A9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69" name="!! 声音">
              <a:extLst>
                <a:ext uri="{FF2B5EF4-FFF2-40B4-BE49-F238E27FC236}">
                  <a16:creationId xmlns:a16="http://schemas.microsoft.com/office/drawing/2014/main" id="{9777E3DC-BE6D-5417-65DF-529F86921E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70" name="!! 卫星2">
              <a:extLst>
                <a:ext uri="{FF2B5EF4-FFF2-40B4-BE49-F238E27FC236}">
                  <a16:creationId xmlns:a16="http://schemas.microsoft.com/office/drawing/2014/main" id="{1F2540A6-F816-4F23-5C41-C02C154388AC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71" name="椭圆 70">
                <a:extLst>
                  <a:ext uri="{FF2B5EF4-FFF2-40B4-BE49-F238E27FC236}">
                    <a16:creationId xmlns:a16="http://schemas.microsoft.com/office/drawing/2014/main" id="{E8727FF1-2DB5-DF1F-7B50-8A462F3E2B5E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2" name="矩形: 圆角 71">
                <a:extLst>
                  <a:ext uri="{FF2B5EF4-FFF2-40B4-BE49-F238E27FC236}">
                    <a16:creationId xmlns:a16="http://schemas.microsoft.com/office/drawing/2014/main" id="{9659A242-57CE-6493-12DE-00752C29E9B9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73" name="矩形: 圆角 72">
                <a:extLst>
                  <a:ext uri="{FF2B5EF4-FFF2-40B4-BE49-F238E27FC236}">
                    <a16:creationId xmlns:a16="http://schemas.microsoft.com/office/drawing/2014/main" id="{886BEE2E-76A1-9278-D7A8-845091EBC9D8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2" name="!! 背景板">
            <a:extLst>
              <a:ext uri="{FF2B5EF4-FFF2-40B4-BE49-F238E27FC236}">
                <a16:creationId xmlns:a16="http://schemas.microsoft.com/office/drawing/2014/main" id="{DEC55997-8D5A-AFFB-C573-9BEFEF98FFC8}"/>
              </a:ext>
            </a:extLst>
          </p:cNvPr>
          <p:cNvSpPr/>
          <p:nvPr/>
        </p:nvSpPr>
        <p:spPr>
          <a:xfrm>
            <a:off x="3722918" y="578013"/>
            <a:ext cx="4746163" cy="5071400"/>
          </a:xfrm>
          <a:prstGeom prst="roundRect">
            <a:avLst>
              <a:gd name="adj" fmla="val 2766"/>
            </a:avLst>
          </a:prstGeom>
          <a:solidFill>
            <a:schemeClr val="tx1">
              <a:lumMod val="90000"/>
              <a:lumOff val="1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CC7A62FB-398A-50C1-5F66-30A663BF4706}"/>
              </a:ext>
            </a:extLst>
          </p:cNvPr>
          <p:cNvSpPr txBox="1"/>
          <p:nvPr/>
        </p:nvSpPr>
        <p:spPr>
          <a:xfrm>
            <a:off x="5347135" y="972562"/>
            <a:ext cx="150585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 Medium"/>
                <a:ea typeface="vivo Sans Medium"/>
                <a:cs typeface="+mn-cs"/>
              </a:rPr>
              <a:t>短信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1C5644-296D-2A7A-05D4-BDADF7903A35}"/>
              </a:ext>
            </a:extLst>
          </p:cNvPr>
          <p:cNvSpPr txBox="1"/>
          <p:nvPr/>
        </p:nvSpPr>
        <p:spPr>
          <a:xfrm>
            <a:off x="5169635" y="2943137"/>
            <a:ext cx="18610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正在开发中</a:t>
            </a:r>
          </a:p>
        </p:txBody>
      </p:sp>
    </p:spTree>
    <p:extLst>
      <p:ext uri="{BB962C8B-B14F-4D97-AF65-F5344CB8AC3E}">
        <p14:creationId xmlns:p14="http://schemas.microsoft.com/office/powerpoint/2010/main" val="432068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C24449-20EA-CF0B-B06B-3C2DC22FC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!! 背景" descr="黑暗里有星球&#10;&#10;AI 生成的内容可能不正确。">
            <a:extLst>
              <a:ext uri="{FF2B5EF4-FFF2-40B4-BE49-F238E27FC236}">
                <a16:creationId xmlns:a16="http://schemas.microsoft.com/office/drawing/2014/main" id="{B01ED612-C912-5B29-63EE-7C8AF51449D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!! 定位">
            <a:extLst>
              <a:ext uri="{FF2B5EF4-FFF2-40B4-BE49-F238E27FC236}">
                <a16:creationId xmlns:a16="http://schemas.microsoft.com/office/drawing/2014/main" id="{07A1E426-49F0-C380-73C9-6F8C8A74B63C}"/>
              </a:ext>
            </a:extLst>
          </p:cNvPr>
          <p:cNvSpPr/>
          <p:nvPr/>
        </p:nvSpPr>
        <p:spPr>
          <a:xfrm>
            <a:off x="4953000" y="3199328"/>
            <a:ext cx="2286000" cy="2286000"/>
          </a:xfrm>
          <a:prstGeom prst="ellipse">
            <a:avLst/>
          </a:prstGeom>
          <a:noFill/>
          <a:ln w="44450" cap="rnd" cmpd="sng">
            <a:solidFill>
              <a:schemeClr val="bg2">
                <a:alpha val="0"/>
              </a:schemeClr>
            </a:solidFill>
            <a:prstDash val="dash"/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ACD9E9B4-0DC3-1A2F-EA81-6EAF0AEEC897}"/>
              </a:ext>
            </a:extLst>
          </p:cNvPr>
          <p:cNvGrpSpPr/>
          <p:nvPr/>
        </p:nvGrpSpPr>
        <p:grpSpPr>
          <a:xfrm>
            <a:off x="3722919" y="5990589"/>
            <a:ext cx="2042373" cy="704838"/>
            <a:chOff x="1927647" y="3732963"/>
            <a:chExt cx="2042373" cy="704838"/>
          </a:xfrm>
        </p:grpSpPr>
        <p:sp>
          <p:nvSpPr>
            <p:cNvPr id="15" name="!! 颜色遮罩">
              <a:extLst>
                <a:ext uri="{FF2B5EF4-FFF2-40B4-BE49-F238E27FC236}">
                  <a16:creationId xmlns:a16="http://schemas.microsoft.com/office/drawing/2014/main" id="{DE1BBB8C-B5CD-4887-2BC9-1F49B493C5D2}"/>
                </a:ext>
              </a:extLst>
            </p:cNvPr>
            <p:cNvSpPr>
              <a:spLocks/>
            </p:cNvSpPr>
            <p:nvPr/>
          </p:nvSpPr>
          <p:spPr>
            <a:xfrm>
              <a:off x="1927647" y="3732963"/>
              <a:ext cx="2042373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defTabSz="457200"/>
              <a:endParaRPr lang="zh-CN" altLang="en-US">
                <a:solidFill>
                  <a:srgbClr val="FFFFFF"/>
                </a:solidFill>
                <a:latin typeface="OPPOSans R"/>
                <a:ea typeface="OPPOSans R"/>
              </a:endParaRPr>
            </a:p>
          </p:txBody>
        </p:sp>
        <p:grpSp>
          <p:nvGrpSpPr>
            <p:cNvPr id="16" name="!! Leaf">
              <a:extLst>
                <a:ext uri="{FF2B5EF4-FFF2-40B4-BE49-F238E27FC236}">
                  <a16:creationId xmlns:a16="http://schemas.microsoft.com/office/drawing/2014/main" id="{A91D50FA-9D68-A188-9438-430FC37CC6B1}"/>
                </a:ext>
              </a:extLst>
            </p:cNvPr>
            <p:cNvGrpSpPr/>
            <p:nvPr/>
          </p:nvGrpSpPr>
          <p:grpSpPr>
            <a:xfrm>
              <a:off x="2164038" y="3862181"/>
              <a:ext cx="446400" cy="446400"/>
              <a:chOff x="2567898" y="5909843"/>
              <a:chExt cx="446400" cy="446400"/>
            </a:xfrm>
          </p:grpSpPr>
          <p:sp>
            <p:nvSpPr>
              <p:cNvPr id="23" name="!! 背景">
                <a:hlinkClick r:id="rId6" action="ppaction://hlinksldjump"/>
                <a:extLst>
                  <a:ext uri="{FF2B5EF4-FFF2-40B4-BE49-F238E27FC236}">
                    <a16:creationId xmlns:a16="http://schemas.microsoft.com/office/drawing/2014/main" id="{EBA6FC1B-4BDB-0DF4-618C-4AFCCDAE48A1}"/>
                  </a:ext>
                </a:extLst>
              </p:cNvPr>
              <p:cNvSpPr/>
              <p:nvPr/>
            </p:nvSpPr>
            <p:spPr>
              <a:xfrm>
                <a:off x="2567898" y="5909843"/>
                <a:ext cx="446400" cy="446400"/>
              </a:xfrm>
              <a:prstGeom prst="roundRect">
                <a:avLst/>
              </a:prstGeom>
              <a:solidFill>
                <a:srgbClr val="FFFFFF">
                  <a:lumMod val="95000"/>
                  <a:alpha val="2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4" name="!! leaf" descr="树叶 纯色填充">
                <a:extLst>
                  <a:ext uri="{FF2B5EF4-FFF2-40B4-BE49-F238E27FC236}">
                    <a16:creationId xmlns:a16="http://schemas.microsoft.com/office/drawing/2014/main" id="{3F3B5A8F-F30A-14ED-A14A-784DDA8F4BC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2628428" y="5972614"/>
                <a:ext cx="326678" cy="326678"/>
              </a:xfrm>
              <a:prstGeom prst="rect">
                <a:avLst/>
              </a:prstGeom>
            </p:spPr>
          </p:pic>
        </p:grpSp>
        <p:grpSp>
          <p:nvGrpSpPr>
            <p:cNvPr id="17" name="电话">
              <a:extLst>
                <a:ext uri="{FF2B5EF4-FFF2-40B4-BE49-F238E27FC236}">
                  <a16:creationId xmlns:a16="http://schemas.microsoft.com/office/drawing/2014/main" id="{71C9BC34-F5DB-CAFF-9D9E-E28B9EEE55C9}"/>
                </a:ext>
              </a:extLst>
            </p:cNvPr>
            <p:cNvGrpSpPr/>
            <p:nvPr/>
          </p:nvGrpSpPr>
          <p:grpSpPr>
            <a:xfrm>
              <a:off x="2731985" y="3859533"/>
              <a:ext cx="446930" cy="446930"/>
              <a:chOff x="4725145" y="3205535"/>
              <a:chExt cx="446930" cy="446930"/>
            </a:xfrm>
          </p:grpSpPr>
          <p:sp>
            <p:nvSpPr>
              <p:cNvPr id="21" name="背景">
                <a:hlinkClick r:id="rId9" action="ppaction://hlinksldjump"/>
                <a:extLst>
                  <a:ext uri="{FF2B5EF4-FFF2-40B4-BE49-F238E27FC236}">
                    <a16:creationId xmlns:a16="http://schemas.microsoft.com/office/drawing/2014/main" id="{0485F284-57B1-5DB4-0064-F8E07FDE7D8D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DE30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2C019A5B-FF95-7097-F21A-DD75BE704A1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>
                <a:extLs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rcRect/>
              <a:stretch/>
            </p:blipFill>
            <p:spPr>
              <a:xfrm>
                <a:off x="4834575" y="3314965"/>
                <a:ext cx="228070" cy="228070"/>
              </a:xfrm>
              <a:prstGeom prst="rect">
                <a:avLst/>
              </a:prstGeom>
            </p:spPr>
          </p:pic>
        </p:grpSp>
        <p:grpSp>
          <p:nvGrpSpPr>
            <p:cNvPr id="18" name="电话">
              <a:extLst>
                <a:ext uri="{FF2B5EF4-FFF2-40B4-BE49-F238E27FC236}">
                  <a16:creationId xmlns:a16="http://schemas.microsoft.com/office/drawing/2014/main" id="{A1F30BF7-F1E7-4A9B-3377-403BD83AD2B6}"/>
                </a:ext>
              </a:extLst>
            </p:cNvPr>
            <p:cNvGrpSpPr/>
            <p:nvPr/>
          </p:nvGrpSpPr>
          <p:grpSpPr>
            <a:xfrm>
              <a:off x="3305913" y="3868931"/>
              <a:ext cx="446930" cy="446930"/>
              <a:chOff x="4725145" y="3205535"/>
              <a:chExt cx="446930" cy="446930"/>
            </a:xfrm>
          </p:grpSpPr>
          <p:sp>
            <p:nvSpPr>
              <p:cNvPr id="19" name="背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CE16DD50-A0E5-E616-5519-394668659983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1D78FF">
                  <a:alpha val="40000"/>
                </a:srgbClr>
              </a:solidFill>
              <a:ln w="19050" cap="flat" cmpd="sng" algn="ctr">
                <a:noFill/>
                <a:prstDash val="solid"/>
                <a:miter lim="800000"/>
              </a:ln>
              <a:effectLst/>
            </p:spPr>
            <p:txBody>
              <a:bodyPr rtlCol="0" anchor="ctr"/>
              <a:lstStyle/>
              <a:p>
                <a:pPr marL="0" marR="0" lvl="0" indent="0" algn="ctr" defTabSz="45720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0" name="前景">
                <a:hlinkClick r:id="rId10" action="ppaction://hlinksldjump"/>
                <a:extLst>
                  <a:ext uri="{FF2B5EF4-FFF2-40B4-BE49-F238E27FC236}">
                    <a16:creationId xmlns:a16="http://schemas.microsoft.com/office/drawing/2014/main" id="{1BFA8556-0AFE-9EEC-47A0-39BCE8E105A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3">
                <a:extLst>
                  <a:ext uri="{96DAC541-7B7A-43D3-8B79-37D633B846F1}">
                    <asvg:svgBlip xmlns:asvg="http://schemas.microsoft.com/office/drawing/2016/SVG/main" r:embed="rId14"/>
                  </a:ext>
                </a:extLst>
              </a:blip>
              <a:srcRect/>
              <a:stretch/>
            </p:blipFill>
            <p:spPr>
              <a:xfrm>
                <a:off x="4834575" y="3330845"/>
                <a:ext cx="228070" cy="228070"/>
              </a:xfrm>
              <a:prstGeom prst="rect">
                <a:avLst/>
              </a:prstGeom>
            </p:spPr>
          </p:pic>
        </p:grpSp>
      </p:grpSp>
      <p:grpSp>
        <p:nvGrpSpPr>
          <p:cNvPr id="25" name="组合 24">
            <a:extLst>
              <a:ext uri="{FF2B5EF4-FFF2-40B4-BE49-F238E27FC236}">
                <a16:creationId xmlns:a16="http://schemas.microsoft.com/office/drawing/2014/main" id="{6E0D5F9E-DC49-132D-EE51-37F964A0C478}"/>
              </a:ext>
            </a:extLst>
          </p:cNvPr>
          <p:cNvGrpSpPr/>
          <p:nvPr/>
        </p:nvGrpSpPr>
        <p:grpSpPr>
          <a:xfrm>
            <a:off x="6016923" y="5991411"/>
            <a:ext cx="2452159" cy="704838"/>
            <a:chOff x="4869919" y="5962663"/>
            <a:chExt cx="2452159" cy="704838"/>
          </a:xfrm>
        </p:grpSpPr>
        <p:sp>
          <p:nvSpPr>
            <p:cNvPr id="26" name="!! 颜色遮罩">
              <a:extLst>
                <a:ext uri="{FF2B5EF4-FFF2-40B4-BE49-F238E27FC236}">
                  <a16:creationId xmlns:a16="http://schemas.microsoft.com/office/drawing/2014/main" id="{35C80FFF-9354-AE57-6784-10824F90CA77}"/>
                </a:ext>
              </a:extLst>
            </p:cNvPr>
            <p:cNvSpPr>
              <a:spLocks/>
            </p:cNvSpPr>
            <p:nvPr/>
          </p:nvSpPr>
          <p:spPr>
            <a:xfrm>
              <a:off x="4869919" y="5962663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7" name="!! 运营商">
              <a:extLst>
                <a:ext uri="{FF2B5EF4-FFF2-40B4-BE49-F238E27FC236}">
                  <a16:creationId xmlns:a16="http://schemas.microsoft.com/office/drawing/2014/main" id="{403C004D-2D42-BFF6-1512-CABBE9131F34}"/>
                </a:ext>
              </a:extLst>
            </p:cNvPr>
            <p:cNvSpPr txBox="1"/>
            <p:nvPr/>
          </p:nvSpPr>
          <p:spPr>
            <a:xfrm>
              <a:off x="5230811" y="6095493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卫星网络</a:t>
              </a:r>
            </a:p>
          </p:txBody>
        </p:sp>
        <p:pic>
          <p:nvPicPr>
            <p:cNvPr id="28" name="!! 通知">
              <a:extLst>
                <a:ext uri="{FF2B5EF4-FFF2-40B4-BE49-F238E27FC236}">
                  <a16:creationId xmlns:a16="http://schemas.microsoft.com/office/drawing/2014/main" id="{FAF1C44B-916E-5C7A-4437-31BBCAC1F31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6981292" y="6130475"/>
              <a:ext cx="152400" cy="152400"/>
            </a:xfrm>
            <a:prstGeom prst="rect">
              <a:avLst/>
            </a:prstGeom>
          </p:spPr>
        </p:pic>
        <p:pic>
          <p:nvPicPr>
            <p:cNvPr id="29" name="!! 电池">
              <a:extLst>
                <a:ext uri="{FF2B5EF4-FFF2-40B4-BE49-F238E27FC236}">
                  <a16:creationId xmlns:a16="http://schemas.microsoft.com/office/drawing/2014/main" id="{DEA8BD58-EC97-0F43-0C45-32336AE4943F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p:blipFill>
          <p:spPr>
            <a:xfrm>
              <a:off x="5099046" y="6354004"/>
              <a:ext cx="191558" cy="191558"/>
            </a:xfrm>
            <a:prstGeom prst="rect">
              <a:avLst/>
            </a:prstGeom>
          </p:spPr>
        </p:pic>
        <p:sp>
          <p:nvSpPr>
            <p:cNvPr id="30" name="!! 时间">
              <a:extLst>
                <a:ext uri="{FF2B5EF4-FFF2-40B4-BE49-F238E27FC236}">
                  <a16:creationId xmlns:a16="http://schemas.microsoft.com/office/drawing/2014/main" id="{728ACA53-6D54-3B83-B179-2EDEDE783142}"/>
                </a:ext>
              </a:extLst>
            </p:cNvPr>
            <p:cNvSpPr txBox="1"/>
            <p:nvPr/>
          </p:nvSpPr>
          <p:spPr>
            <a:xfrm>
              <a:off x="6444193" y="6330559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31" name="!! AC">
              <a:extLst>
                <a:ext uri="{FF2B5EF4-FFF2-40B4-BE49-F238E27FC236}">
                  <a16:creationId xmlns:a16="http://schemas.microsoft.com/office/drawing/2014/main" id="{689DDD3D-D0D5-575D-121F-D0CB6F98FB52}"/>
                </a:ext>
              </a:extLst>
            </p:cNvPr>
            <p:cNvSpPr txBox="1"/>
            <p:nvPr/>
          </p:nvSpPr>
          <p:spPr>
            <a:xfrm>
              <a:off x="5228428" y="6334367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32" name="!! 声音">
              <a:extLst>
                <a:ext uri="{FF2B5EF4-FFF2-40B4-BE49-F238E27FC236}">
                  <a16:creationId xmlns:a16="http://schemas.microsoft.com/office/drawing/2014/main" id="{7C2E4EC8-C11C-E708-11C0-014BF90288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0"/>
                </a:ext>
              </a:extLst>
            </a:blip>
            <a:stretch>
              <a:fillRect/>
            </a:stretch>
          </p:blipFill>
          <p:spPr>
            <a:xfrm>
              <a:off x="6742093" y="6116709"/>
              <a:ext cx="179932" cy="179932"/>
            </a:xfrm>
            <a:prstGeom prst="rect">
              <a:avLst/>
            </a:prstGeom>
          </p:spPr>
        </p:pic>
        <p:grpSp>
          <p:nvGrpSpPr>
            <p:cNvPr id="33" name="!! 卫星2">
              <a:extLst>
                <a:ext uri="{FF2B5EF4-FFF2-40B4-BE49-F238E27FC236}">
                  <a16:creationId xmlns:a16="http://schemas.microsoft.com/office/drawing/2014/main" id="{00282243-5792-70FB-814B-AD1AAE2B9CF3}"/>
                </a:ext>
              </a:extLst>
            </p:cNvPr>
            <p:cNvGrpSpPr/>
            <p:nvPr/>
          </p:nvGrpSpPr>
          <p:grpSpPr>
            <a:xfrm rot="2323695" flipH="1">
              <a:off x="5085472" y="6158128"/>
              <a:ext cx="220894" cy="83358"/>
              <a:chOff x="5204410" y="3028417"/>
              <a:chExt cx="835228" cy="315185"/>
            </a:xfrm>
            <a:solidFill>
              <a:schemeClr val="bg2"/>
            </a:solidFill>
            <a:effectLst/>
          </p:grpSpPr>
          <p:sp>
            <p:nvSpPr>
              <p:cNvPr id="34" name="椭圆 33">
                <a:extLst>
                  <a:ext uri="{FF2B5EF4-FFF2-40B4-BE49-F238E27FC236}">
                    <a16:creationId xmlns:a16="http://schemas.microsoft.com/office/drawing/2014/main" id="{F56AAA62-1855-C3B2-4BB8-9A01D767D783}"/>
                  </a:ext>
                </a:extLst>
              </p:cNvPr>
              <p:cNvSpPr/>
              <p:nvPr/>
            </p:nvSpPr>
            <p:spPr>
              <a:xfrm>
                <a:off x="5464433" y="3028417"/>
                <a:ext cx="315184" cy="315185"/>
              </a:xfrm>
              <a:prstGeom prst="ellipse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35" name="矩形: 圆角 34">
                <a:extLst>
                  <a:ext uri="{FF2B5EF4-FFF2-40B4-BE49-F238E27FC236}">
                    <a16:creationId xmlns:a16="http://schemas.microsoft.com/office/drawing/2014/main" id="{EFCF06A0-FD04-2064-CF9B-D027AA561E0F}"/>
                  </a:ext>
                </a:extLst>
              </p:cNvPr>
              <p:cNvSpPr/>
              <p:nvPr/>
            </p:nvSpPr>
            <p:spPr>
              <a:xfrm>
                <a:off x="5833101" y="3144099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sp>
            <p:nvSpPr>
              <p:cNvPr id="36" name="矩形: 圆角 35">
                <a:extLst>
                  <a:ext uri="{FF2B5EF4-FFF2-40B4-BE49-F238E27FC236}">
                    <a16:creationId xmlns:a16="http://schemas.microsoft.com/office/drawing/2014/main" id="{5E7CE78C-3AD6-EA29-49F7-6CCF841B8A74}"/>
                  </a:ext>
                </a:extLst>
              </p:cNvPr>
              <p:cNvSpPr/>
              <p:nvPr/>
            </p:nvSpPr>
            <p:spPr>
              <a:xfrm>
                <a:off x="5204410" y="3144101"/>
                <a:ext cx="206537" cy="83819"/>
              </a:xfrm>
              <a:prstGeom prst="roundRect">
                <a:avLst>
                  <a:gd name="adj" fmla="val 50000"/>
                </a:avLst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</p:grpSp>
      </p:grpSp>
      <p:sp>
        <p:nvSpPr>
          <p:cNvPr id="37" name="!! 遮罩">
            <a:extLst>
              <a:ext uri="{FF2B5EF4-FFF2-40B4-BE49-F238E27FC236}">
                <a16:creationId xmlns:a16="http://schemas.microsoft.com/office/drawing/2014/main" id="{D2442495-A9F8-91ED-BB79-C89974361AD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4B678360-8FDD-A769-5DB4-B4DBBD101BE1}"/>
              </a:ext>
            </a:extLst>
          </p:cNvPr>
          <p:cNvGrpSpPr/>
          <p:nvPr/>
        </p:nvGrpSpPr>
        <p:grpSpPr>
          <a:xfrm>
            <a:off x="3813542" y="2595766"/>
            <a:ext cx="4564916" cy="1666468"/>
            <a:chOff x="3813542" y="2595766"/>
            <a:chExt cx="4564916" cy="1666468"/>
          </a:xfrm>
        </p:grpSpPr>
        <p:sp>
          <p:nvSpPr>
            <p:cNvPr id="3" name="!! 弹窗">
              <a:extLst>
                <a:ext uri="{FF2B5EF4-FFF2-40B4-BE49-F238E27FC236}">
                  <a16:creationId xmlns:a16="http://schemas.microsoft.com/office/drawing/2014/main" id="{D13E1D3C-C307-FFCF-6833-A1065D199852}"/>
                </a:ext>
              </a:extLst>
            </p:cNvPr>
            <p:cNvSpPr/>
            <p:nvPr/>
          </p:nvSpPr>
          <p:spPr>
            <a:xfrm>
              <a:off x="3813542" y="2595766"/>
              <a:ext cx="4564916" cy="1666468"/>
            </a:xfrm>
            <a:prstGeom prst="roundRect">
              <a:avLst>
                <a:gd name="adj" fmla="val 4327"/>
              </a:avLst>
            </a:prstGeom>
            <a:solidFill>
              <a:schemeClr val="bg1">
                <a:lumMod val="25000"/>
              </a:schemeClr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标题">
              <a:extLst>
                <a:ext uri="{FF2B5EF4-FFF2-40B4-BE49-F238E27FC236}">
                  <a16:creationId xmlns:a16="http://schemas.microsoft.com/office/drawing/2014/main" id="{C1462ADA-84F0-DDAD-C8DC-251D3DD0267D}"/>
                </a:ext>
              </a:extLst>
            </p:cNvPr>
            <p:cNvSpPr txBox="1"/>
            <p:nvPr/>
          </p:nvSpPr>
          <p:spPr>
            <a:xfrm>
              <a:off x="5012461" y="2852840"/>
              <a:ext cx="250593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solidFill>
                    <a:schemeClr val="bg1"/>
                  </a:solidFill>
                  <a:latin typeface="+mj-ea"/>
                  <a:ea typeface="+mj-ea"/>
                </a:rPr>
                <a:t>退出卫星通话</a:t>
              </a:r>
            </a:p>
          </p:txBody>
        </p:sp>
        <p:sp>
          <p:nvSpPr>
            <p:cNvPr id="5" name="副标题">
              <a:extLst>
                <a:ext uri="{FF2B5EF4-FFF2-40B4-BE49-F238E27FC236}">
                  <a16:creationId xmlns:a16="http://schemas.microsoft.com/office/drawing/2014/main" id="{80A1FB9F-4B82-FB9D-F431-A44EB1A12CFA}"/>
                </a:ext>
              </a:extLst>
            </p:cNvPr>
            <p:cNvSpPr txBox="1"/>
            <p:nvPr/>
          </p:nvSpPr>
          <p:spPr>
            <a:xfrm>
              <a:off x="5012461" y="3171498"/>
              <a:ext cx="2925729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solidFill>
                    <a:schemeClr val="bg1"/>
                  </a:solidFill>
                  <a:latin typeface="+mn-ea"/>
                </a:rPr>
                <a:t>断开卫星连接并返回</a:t>
              </a:r>
              <a:r>
                <a:rPr lang="en-US" altLang="zh-CN" sz="1400" dirty="0">
                  <a:solidFill>
                    <a:schemeClr val="bg1"/>
                  </a:solidFill>
                  <a:latin typeface="+mn-ea"/>
                </a:rPr>
                <a:t>Leaf OS</a:t>
              </a:r>
              <a:endParaRPr lang="zh-CN" altLang="en-US" sz="1400" dirty="0">
                <a:solidFill>
                  <a:schemeClr val="bg1"/>
                </a:solidFill>
                <a:latin typeface="+mn-ea"/>
              </a:endParaRPr>
            </a:p>
          </p:txBody>
        </p:sp>
        <p:sp>
          <p:nvSpPr>
            <p:cNvPr id="10" name="矩形: 圆角 9">
              <a:hlinkClick r:id="rId21" action="ppaction://hlinksldjump"/>
              <a:extLst>
                <a:ext uri="{FF2B5EF4-FFF2-40B4-BE49-F238E27FC236}">
                  <a16:creationId xmlns:a16="http://schemas.microsoft.com/office/drawing/2014/main" id="{15B0F9F0-943C-D5E0-9B98-5D2F9EE14E9D}"/>
                </a:ext>
              </a:extLst>
            </p:cNvPr>
            <p:cNvSpPr/>
            <p:nvPr/>
          </p:nvSpPr>
          <p:spPr>
            <a:xfrm>
              <a:off x="7014769" y="3751231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退出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  <p:sp>
          <p:nvSpPr>
            <p:cNvPr id="11" name="矩形: 圆角 10">
              <a:hlinkClick r:id="rId22" action="ppaction://hlinksldjump"/>
              <a:extLst>
                <a:ext uri="{FF2B5EF4-FFF2-40B4-BE49-F238E27FC236}">
                  <a16:creationId xmlns:a16="http://schemas.microsoft.com/office/drawing/2014/main" id="{DF83EDB9-60D2-BEB0-196C-BE7730A96282}"/>
                </a:ext>
              </a:extLst>
            </p:cNvPr>
            <p:cNvSpPr/>
            <p:nvPr/>
          </p:nvSpPr>
          <p:spPr>
            <a:xfrm>
              <a:off x="5752311" y="3748005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bg1">
                <a:lumMod val="25000"/>
              </a:schemeClr>
            </a:solidFill>
            <a:ln w="9525">
              <a:solidFill>
                <a:schemeClr val="accent1"/>
              </a:solidFill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取消</a:t>
              </a:r>
            </a:p>
          </p:txBody>
        </p:sp>
        <p:pic>
          <p:nvPicPr>
            <p:cNvPr id="12" name="!! leaf" descr="树叶 纯色填充">
              <a:extLst>
                <a:ext uri="{FF2B5EF4-FFF2-40B4-BE49-F238E27FC236}">
                  <a16:creationId xmlns:a16="http://schemas.microsoft.com/office/drawing/2014/main" id="{1F485743-E6AF-5D27-90FB-8C1ADCE659D4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>
            <a:xfrm>
              <a:off x="4257674" y="2918636"/>
              <a:ext cx="602974" cy="60297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81316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.09005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49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2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C2E5734-36DE-2D7A-1929-6BE36CB40C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807B9124-4369-A04A-274F-7B0F4566359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!! 背景板">
            <a:extLst>
              <a:ext uri="{FF2B5EF4-FFF2-40B4-BE49-F238E27FC236}">
                <a16:creationId xmlns:a16="http://schemas.microsoft.com/office/drawing/2014/main" id="{70C6FF08-9A22-4FA5-4BB2-F29038DAD64F}"/>
              </a:ext>
            </a:extLst>
          </p:cNvPr>
          <p:cNvSpPr/>
          <p:nvPr/>
        </p:nvSpPr>
        <p:spPr>
          <a:xfrm>
            <a:off x="3573638" y="1621084"/>
            <a:ext cx="5044722" cy="2837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" name="!! dock右">
            <a:extLst>
              <a:ext uri="{FF2B5EF4-FFF2-40B4-BE49-F238E27FC236}">
                <a16:creationId xmlns:a16="http://schemas.microsoft.com/office/drawing/2014/main" id="{3B18D476-5F78-997C-8B82-A82AE74C311D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615EE685-3945-8C80-F702-19F6135CC184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08AA00A8-7333-F205-543F-4C740DB4C110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6B7BAB82-B55F-55D6-E97E-80B375DEE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D27AD1B1-CAC5-B3C5-8978-9C679C6C8852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D4FD0178-ECF1-3977-8073-76A12CEAF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D6ED225A-A079-E522-C7F0-6776FD6640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7A8E67E5-C9F2-EAFB-9E42-38B66ED2A157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0787F2E3-1FD6-109B-D9C2-DAF767A04CD5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14D77917-857D-FC76-F8D7-0CA7545E59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4" action="ppaction://hlinksldjump"/>
              <a:extLst>
                <a:ext uri="{FF2B5EF4-FFF2-40B4-BE49-F238E27FC236}">
                  <a16:creationId xmlns:a16="http://schemas.microsoft.com/office/drawing/2014/main" id="{4275967E-173D-139E-ECBF-614B985FE8A2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C6931968-A959-275D-94AB-EE47E29C9DCE}"/>
              </a:ext>
            </a:extLst>
          </p:cNvPr>
          <p:cNvGrpSpPr/>
          <p:nvPr/>
        </p:nvGrpSpPr>
        <p:grpSpPr>
          <a:xfrm>
            <a:off x="1659673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5" name="!! 设置">
              <a:extLst>
                <a:ext uri="{FF2B5EF4-FFF2-40B4-BE49-F238E27FC236}">
                  <a16:creationId xmlns:a16="http://schemas.microsoft.com/office/drawing/2014/main" id="{30D55D9E-CB8F-90EA-0FFA-CF58D51026CB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7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02E89F3A-FC14-CE2A-B6F9-449A48FB0E8B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8" name="齿轮" descr="单级齿轮 轮廓">
                <a:extLst>
                  <a:ext uri="{FF2B5EF4-FFF2-40B4-BE49-F238E27FC236}">
                    <a16:creationId xmlns:a16="http://schemas.microsoft.com/office/drawing/2014/main" id="{89F0ACCE-1CCD-6BDC-99DB-6C02E09B510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A4B2511E-7FC5-BD2A-264A-792D3AC36698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  <p:sp>
        <p:nvSpPr>
          <p:cNvPr id="26" name="!! 背景">
            <a:hlinkClick r:id="rId17" action="ppaction://hlinksldjump"/>
            <a:extLst>
              <a:ext uri="{FF2B5EF4-FFF2-40B4-BE49-F238E27FC236}">
                <a16:creationId xmlns:a16="http://schemas.microsoft.com/office/drawing/2014/main" id="{488E026F-29AF-5096-9C05-CEAD7E3369CF}"/>
              </a:ext>
            </a:extLst>
          </p:cNvPr>
          <p:cNvSpPr/>
          <p:nvPr/>
        </p:nvSpPr>
        <p:spPr>
          <a:xfrm>
            <a:off x="3189536" y="933566"/>
            <a:ext cx="658298" cy="658298"/>
          </a:xfrm>
          <a:prstGeom prst="roundRect">
            <a:avLst/>
          </a:prstGeom>
          <a:solidFill>
            <a:srgbClr val="547A9C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7" name="!! icon">
            <a:extLst>
              <a:ext uri="{FF2B5EF4-FFF2-40B4-BE49-F238E27FC236}">
                <a16:creationId xmlns:a16="http://schemas.microsoft.com/office/drawing/2014/main" id="{5EBED57A-1F4F-45DC-AFE4-6E570956099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rcRect/>
          <a:stretch/>
        </p:blipFill>
        <p:spPr>
          <a:xfrm>
            <a:off x="3328520" y="1072550"/>
            <a:ext cx="380330" cy="380330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A0B33A79-EA9D-189F-A4B5-3B2A39A81887}"/>
              </a:ext>
            </a:extLst>
          </p:cNvPr>
          <p:cNvSpPr txBox="1"/>
          <p:nvPr/>
        </p:nvSpPr>
        <p:spPr>
          <a:xfrm>
            <a:off x="3189536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相机</a:t>
            </a:r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A3BEEC54-7628-D59D-E772-885395BBAB86}"/>
              </a:ext>
            </a:extLst>
          </p:cNvPr>
          <p:cNvGrpSpPr/>
          <p:nvPr/>
        </p:nvGrpSpPr>
        <p:grpSpPr>
          <a:xfrm>
            <a:off x="4719399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9" name="!! 设置">
              <a:extLst>
                <a:ext uri="{FF2B5EF4-FFF2-40B4-BE49-F238E27FC236}">
                  <a16:creationId xmlns:a16="http://schemas.microsoft.com/office/drawing/2014/main" id="{42EF746D-2AC9-E718-7C24-D7C092F4B28E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21" name="背景">
                <a:hlinkClick r:id="rId22" action="ppaction://hlinksldjump"/>
                <a:extLst>
                  <a:ext uri="{FF2B5EF4-FFF2-40B4-BE49-F238E27FC236}">
                    <a16:creationId xmlns:a16="http://schemas.microsoft.com/office/drawing/2014/main" id="{9225CF92-D1AF-76C8-EB0F-D31CFFEA838D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rgbClr val="00B050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22" name="齿轮">
                <a:extLst>
                  <a:ext uri="{FF2B5EF4-FFF2-40B4-BE49-F238E27FC236}">
                    <a16:creationId xmlns:a16="http://schemas.microsoft.com/office/drawing/2014/main" id="{2AA5C00E-6305-CDAE-F390-B6D44CC2FC5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3">
                <a:extLst>
                  <a:ext uri="{96DAC541-7B7A-43D3-8B79-37D633B846F1}">
                    <asvg:svgBlip xmlns:asvg="http://schemas.microsoft.com/office/drawing/2016/SVG/main" r:embed="rId24"/>
                  </a:ext>
                </a:extLst>
              </a:blip>
              <a:srcRect/>
              <a:stretch/>
            </p:blipFill>
            <p:spPr>
              <a:xfrm>
                <a:off x="4819504" y="3299894"/>
                <a:ext cx="258213" cy="258213"/>
              </a:xfrm>
              <a:prstGeom prst="rect">
                <a:avLst/>
              </a:prstGeom>
            </p:spPr>
          </p:pic>
        </p:grpSp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F8D9629F-7002-8C02-220A-485FD6C338DD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7046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0CA6C1F-4706-5A39-8871-A3E82CB2B4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背景">
            <a:extLst>
              <a:ext uri="{FF2B5EF4-FFF2-40B4-BE49-F238E27FC236}">
                <a16:creationId xmlns:a16="http://schemas.microsoft.com/office/drawing/2014/main" id="{D8DBD783-115F-47BB-7EE8-21BC7F995FE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4572"/>
            </a:avLst>
          </a:prstGeom>
          <a:solidFill>
            <a:schemeClr val="bg1"/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6" name="!! 图标">
            <a:extLst>
              <a:ext uri="{FF2B5EF4-FFF2-40B4-BE49-F238E27FC236}">
                <a16:creationId xmlns:a16="http://schemas.microsoft.com/office/drawing/2014/main" id="{8FCE6D29-E1E3-61AF-88D5-2C25835E28F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543772" y="2876773"/>
            <a:ext cx="1104454" cy="1104454"/>
          </a:xfrm>
          <a:prstGeom prst="rect">
            <a:avLst/>
          </a:prstGeom>
        </p:spPr>
      </p:pic>
      <p:sp>
        <p:nvSpPr>
          <p:cNvPr id="4" name="!! App名">
            <a:extLst>
              <a:ext uri="{FF2B5EF4-FFF2-40B4-BE49-F238E27FC236}">
                <a16:creationId xmlns:a16="http://schemas.microsoft.com/office/drawing/2014/main" id="{770C0757-042A-E06D-8874-AD494DFE8D0A}"/>
              </a:ext>
            </a:extLst>
          </p:cNvPr>
          <p:cNvSpPr txBox="1"/>
          <p:nvPr/>
        </p:nvSpPr>
        <p:spPr>
          <a:xfrm>
            <a:off x="5046561" y="4880565"/>
            <a:ext cx="2095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1818">
                    <a:lumMod val="50000"/>
                    <a:lumOff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相机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81818">
                    <a:lumMod val="50000"/>
                    <a:lumOff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Preview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181818">
                  <a:lumMod val="50000"/>
                  <a:lumOff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pic>
        <p:nvPicPr>
          <p:cNvPr id="3" name="!! icon">
            <a:extLst>
              <a:ext uri="{FF2B5EF4-FFF2-40B4-BE49-F238E27FC236}">
                <a16:creationId xmlns:a16="http://schemas.microsoft.com/office/drawing/2014/main" id="{8078A5D2-3958-AB67-1B08-7C0D41DF531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242395" y="1577325"/>
            <a:ext cx="3703350" cy="3703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94795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250">
        <p159:morph option="byObject"/>
      </p:transition>
    </mc:Choice>
    <mc:Fallback xmlns="">
      <p:transition spd="med" advClick="0" advTm="12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7.40741E-7 L 0.02174 -7.40741E-7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97335-635E-2156-2458-1F5C6D292C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1CC9A7F9-229E-9DE3-2B1E-A368D119BE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快门">
            <a:extLst>
              <a:ext uri="{FF2B5EF4-FFF2-40B4-BE49-F238E27FC236}">
                <a16:creationId xmlns:a16="http://schemas.microsoft.com/office/drawing/2014/main" id="{0187D773-1517-06EB-7CFD-E7E34E27B6E3}"/>
              </a:ext>
            </a:extLst>
          </p:cNvPr>
          <p:cNvGrpSpPr/>
          <p:nvPr/>
        </p:nvGrpSpPr>
        <p:grpSpPr>
          <a:xfrm>
            <a:off x="10766886" y="5433397"/>
            <a:ext cx="788276" cy="788276"/>
            <a:chOff x="10799379" y="3034862"/>
            <a:chExt cx="788276" cy="788276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E45311A4-B119-1632-B0FE-FDE0CEEFDDBF}"/>
                </a:ext>
              </a:extLst>
            </p:cNvPr>
            <p:cNvSpPr/>
            <p:nvPr/>
          </p:nvSpPr>
          <p:spPr>
            <a:xfrm>
              <a:off x="10799379" y="3034862"/>
              <a:ext cx="788276" cy="788276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DAB6CF9C-1522-7C5E-C97D-BDDA4FC1F029}"/>
                </a:ext>
              </a:extLst>
            </p:cNvPr>
            <p:cNvSpPr/>
            <p:nvPr/>
          </p:nvSpPr>
          <p:spPr>
            <a:xfrm>
              <a:off x="10867381" y="3102864"/>
              <a:ext cx="652272" cy="652272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2" name="!! 遮罩">
            <a:extLst>
              <a:ext uri="{FF2B5EF4-FFF2-40B4-BE49-F238E27FC236}">
                <a16:creationId xmlns:a16="http://schemas.microsoft.com/office/drawing/2014/main" id="{D080FDAF-9820-3C3C-DEA7-D90327688E8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4" name="带按钮的无图标提示框">
            <a:extLst>
              <a:ext uri="{FF2B5EF4-FFF2-40B4-BE49-F238E27FC236}">
                <a16:creationId xmlns:a16="http://schemas.microsoft.com/office/drawing/2014/main" id="{4EF500DF-3AB8-A43F-3FFF-E1DFA4743492}"/>
              </a:ext>
            </a:extLst>
          </p:cNvPr>
          <p:cNvGrpSpPr/>
          <p:nvPr/>
        </p:nvGrpSpPr>
        <p:grpSpPr>
          <a:xfrm>
            <a:off x="3813542" y="2672375"/>
            <a:ext cx="4564916" cy="1610257"/>
            <a:chOff x="2912999" y="3341279"/>
            <a:chExt cx="4564916" cy="1610257"/>
          </a:xfrm>
        </p:grpSpPr>
        <p:sp>
          <p:nvSpPr>
            <p:cNvPr id="6" name="!! 弹窗">
              <a:extLst>
                <a:ext uri="{FF2B5EF4-FFF2-40B4-BE49-F238E27FC236}">
                  <a16:creationId xmlns:a16="http://schemas.microsoft.com/office/drawing/2014/main" id="{66BBBB30-97F1-B93D-497C-0ABAA202CF00}"/>
                </a:ext>
              </a:extLst>
            </p:cNvPr>
            <p:cNvSpPr/>
            <p:nvPr/>
          </p:nvSpPr>
          <p:spPr>
            <a:xfrm>
              <a:off x="2912999" y="3341279"/>
              <a:ext cx="4564916" cy="1610257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7" name="标题">
              <a:extLst>
                <a:ext uri="{FF2B5EF4-FFF2-40B4-BE49-F238E27FC236}">
                  <a16:creationId xmlns:a16="http://schemas.microsoft.com/office/drawing/2014/main" id="{245A5F7B-8C7D-0508-17D5-0EEC8840B15F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+mj-ea"/>
                  <a:ea typeface="+mj-ea"/>
                </a:rPr>
                <a:t>相机</a:t>
              </a:r>
            </a:p>
          </p:txBody>
        </p:sp>
        <p:sp>
          <p:nvSpPr>
            <p:cNvPr id="8" name="副标题">
              <a:extLst>
                <a:ext uri="{FF2B5EF4-FFF2-40B4-BE49-F238E27FC236}">
                  <a16:creationId xmlns:a16="http://schemas.microsoft.com/office/drawing/2014/main" id="{AD151DAE-337B-DFC6-59F3-3874262DC483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1400" dirty="0">
                  <a:latin typeface="+mn-ea"/>
                </a:rPr>
                <a:t>摄像头尚未就绪，无法使用相机</a:t>
              </a:r>
              <a:r>
                <a:rPr lang="en-US" altLang="zh-CN" sz="1400" dirty="0">
                  <a:latin typeface="+mn-ea"/>
                </a:rPr>
                <a:t>Preview</a:t>
              </a:r>
              <a:endParaRPr lang="zh-CN" altLang="en-US" sz="1400" dirty="0">
                <a:latin typeface="+mn-ea"/>
              </a:endParaRPr>
            </a:p>
          </p:txBody>
        </p:sp>
        <p:sp>
          <p:nvSpPr>
            <p:cNvPr id="9" name="矩形: 圆角 8">
              <a:hlinkClick r:id="rId4" action="ppaction://hlinksldjump"/>
              <a:extLst>
                <a:ext uri="{FF2B5EF4-FFF2-40B4-BE49-F238E27FC236}">
                  <a16:creationId xmlns:a16="http://schemas.microsoft.com/office/drawing/2014/main" id="{E8AA789E-E8FB-C226-4E88-8C40A00C75E8}"/>
                </a:ext>
              </a:extLst>
            </p:cNvPr>
            <p:cNvSpPr/>
            <p:nvPr/>
          </p:nvSpPr>
          <p:spPr>
            <a:xfrm>
              <a:off x="6128912" y="4466052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zh-CN" altLang="en-US" sz="1100" dirty="0">
                  <a:solidFill>
                    <a:prstClr val="white"/>
                  </a:solidFill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  <a:endParaRPr kumimoji="0" lang="zh-CN" altLang="en-US" sz="11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OPPOSans M" panose="00020600040101010101" pitchFamily="18" charset="-122"/>
                <a:ea typeface="OPPOSans M" panose="00020600040101010101" pitchFamily="18" charset="-122"/>
                <a:cs typeface="OPPOSans M" panose="00020600040101010101" pitchFamily="18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83572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 advClick="0">
        <p:fade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7CD048-9092-DAC7-04DC-DF56A346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4828BE2B-2447-4E65-5ACD-0B47556F48A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bg1"/>
              </a:solidFill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70856925-F68C-60AD-8C0B-D95F6AC833B2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7" name="快门">
            <a:extLst>
              <a:ext uri="{FF2B5EF4-FFF2-40B4-BE49-F238E27FC236}">
                <a16:creationId xmlns:a16="http://schemas.microsoft.com/office/drawing/2014/main" id="{57DDB24D-6EEE-B53A-8220-64D7E410A5BE}"/>
              </a:ext>
            </a:extLst>
          </p:cNvPr>
          <p:cNvGrpSpPr/>
          <p:nvPr/>
        </p:nvGrpSpPr>
        <p:grpSpPr>
          <a:xfrm>
            <a:off x="10766886" y="5433397"/>
            <a:ext cx="788276" cy="788276"/>
            <a:chOff x="10799379" y="3034862"/>
            <a:chExt cx="788276" cy="788276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4FB4EFD3-9BEA-B002-1D88-B98CF3F788CE}"/>
                </a:ext>
              </a:extLst>
            </p:cNvPr>
            <p:cNvSpPr/>
            <p:nvPr/>
          </p:nvSpPr>
          <p:spPr>
            <a:xfrm>
              <a:off x="10799379" y="3034862"/>
              <a:ext cx="788276" cy="788276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C1CAE8B1-A6A1-2C3E-782C-44AE4D6811FA}"/>
                </a:ext>
              </a:extLst>
            </p:cNvPr>
            <p:cNvSpPr/>
            <p:nvPr/>
          </p:nvSpPr>
          <p:spPr>
            <a:xfrm>
              <a:off x="10867381" y="3102864"/>
              <a:ext cx="652272" cy="652272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23" name="文本框 22">
            <a:hlinkClick r:id="rId4" action="ppaction://hlinksldjump"/>
            <a:extLst>
              <a:ext uri="{FF2B5EF4-FFF2-40B4-BE49-F238E27FC236}">
                <a16:creationId xmlns:a16="http://schemas.microsoft.com/office/drawing/2014/main" id="{D1A993F5-CD5F-64B6-8FE9-2DE092F7F445}"/>
              </a:ext>
            </a:extLst>
          </p:cNvPr>
          <p:cNvSpPr txBox="1"/>
          <p:nvPr/>
        </p:nvSpPr>
        <p:spPr>
          <a:xfrm>
            <a:off x="10768005" y="3357471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6"/>
                </a:solidFill>
              </a:rPr>
              <a:t>专业</a:t>
            </a:r>
          </a:p>
        </p:txBody>
      </p:sp>
      <p:sp>
        <p:nvSpPr>
          <p:cNvPr id="27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6817189B-084D-84AA-E4B7-06DCE67F0CAF}"/>
              </a:ext>
            </a:extLst>
          </p:cNvPr>
          <p:cNvSpPr txBox="1"/>
          <p:nvPr/>
        </p:nvSpPr>
        <p:spPr>
          <a:xfrm>
            <a:off x="10768005" y="3794805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录像</a:t>
            </a:r>
          </a:p>
        </p:txBody>
      </p:sp>
      <p:sp>
        <p:nvSpPr>
          <p:cNvPr id="28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4555870D-44B7-6621-7C5E-588BA585B2D6}"/>
              </a:ext>
            </a:extLst>
          </p:cNvPr>
          <p:cNvSpPr txBox="1"/>
          <p:nvPr/>
        </p:nvSpPr>
        <p:spPr>
          <a:xfrm>
            <a:off x="10768005" y="4232139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50000"/>
                  </a:schemeClr>
                </a:solidFill>
              </a:rPr>
              <a:t>拍照</a:t>
            </a:r>
          </a:p>
        </p:txBody>
      </p:sp>
      <p:sp>
        <p:nvSpPr>
          <p:cNvPr id="29" name="!! 更多">
            <a:hlinkClick r:id="rId7" action="ppaction://hlinksldjump"/>
            <a:extLst>
              <a:ext uri="{FF2B5EF4-FFF2-40B4-BE49-F238E27FC236}">
                <a16:creationId xmlns:a16="http://schemas.microsoft.com/office/drawing/2014/main" id="{2BD4FB63-121C-6A1C-CFFE-73CED5691010}"/>
              </a:ext>
            </a:extLst>
          </p:cNvPr>
          <p:cNvSpPr txBox="1"/>
          <p:nvPr/>
        </p:nvSpPr>
        <p:spPr>
          <a:xfrm>
            <a:off x="10768005" y="2920137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更多</a:t>
            </a:r>
          </a:p>
        </p:txBody>
      </p:sp>
      <p:sp>
        <p:nvSpPr>
          <p:cNvPr id="30" name="!! 指示">
            <a:extLst>
              <a:ext uri="{FF2B5EF4-FFF2-40B4-BE49-F238E27FC236}">
                <a16:creationId xmlns:a16="http://schemas.microsoft.com/office/drawing/2014/main" id="{19C3E465-8EBA-5285-E879-5B9F781E4631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!! 夜景">
            <a:hlinkClick r:id="rId8" action="ppaction://hlinksldjump"/>
            <a:extLst>
              <a:ext uri="{FF2B5EF4-FFF2-40B4-BE49-F238E27FC236}">
                <a16:creationId xmlns:a16="http://schemas.microsoft.com/office/drawing/2014/main" id="{3D8B316A-6BA3-04A0-76C7-9D3FF8C4C13C}"/>
              </a:ext>
            </a:extLst>
          </p:cNvPr>
          <p:cNvSpPr txBox="1"/>
          <p:nvPr/>
        </p:nvSpPr>
        <p:spPr>
          <a:xfrm>
            <a:off x="10768005" y="4669473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25000"/>
                  </a:schemeClr>
                </a:solidFill>
              </a:rPr>
              <a:t>夜景</a:t>
            </a:r>
          </a:p>
        </p:txBody>
      </p:sp>
      <p:grpSp>
        <p:nvGrpSpPr>
          <p:cNvPr id="32" name="!! 关闭按钮">
            <a:extLst>
              <a:ext uri="{FF2B5EF4-FFF2-40B4-BE49-F238E27FC236}">
                <a16:creationId xmlns:a16="http://schemas.microsoft.com/office/drawing/2014/main" id="{10E952B6-19DA-478C-1797-6535250719D7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33" name="矩形: 圆角 32">
              <a:hlinkClick r:id="rId9" action="ppaction://hlinksldjump"/>
              <a:extLst>
                <a:ext uri="{FF2B5EF4-FFF2-40B4-BE49-F238E27FC236}">
                  <a16:creationId xmlns:a16="http://schemas.microsoft.com/office/drawing/2014/main" id="{6DD8A000-F7B0-EAAA-C167-EF77DF408B67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34" name="图形 33">
              <a:extLst>
                <a:ext uri="{FF2B5EF4-FFF2-40B4-BE49-F238E27FC236}">
                  <a16:creationId xmlns:a16="http://schemas.microsoft.com/office/drawing/2014/main" id="{4550E4BB-D9A5-61E4-5BA7-6D42A6138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2063099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B0A4308-1863-1A0E-C238-6A7B1451A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84D58DE7-B059-9AF2-9CF8-EF48E686B22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4047B623-DA7E-D605-FD39-2E61A64AA00F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快门">
            <a:extLst>
              <a:ext uri="{FF2B5EF4-FFF2-40B4-BE49-F238E27FC236}">
                <a16:creationId xmlns:a16="http://schemas.microsoft.com/office/drawing/2014/main" id="{E2DC6287-CFEA-9CFA-BEB6-C1A635A94B1E}"/>
              </a:ext>
            </a:extLst>
          </p:cNvPr>
          <p:cNvGrpSpPr/>
          <p:nvPr/>
        </p:nvGrpSpPr>
        <p:grpSpPr>
          <a:xfrm>
            <a:off x="10766886" y="5433397"/>
            <a:ext cx="788276" cy="788276"/>
            <a:chOff x="10799379" y="3034862"/>
            <a:chExt cx="788276" cy="788276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D7F6FA5A-4B20-24B7-5675-B7DDC2BD801B}"/>
                </a:ext>
              </a:extLst>
            </p:cNvPr>
            <p:cNvSpPr/>
            <p:nvPr/>
          </p:nvSpPr>
          <p:spPr>
            <a:xfrm>
              <a:off x="10799379" y="3034862"/>
              <a:ext cx="788276" cy="788276"/>
            </a:xfrm>
            <a:prstGeom prst="ellipse">
              <a:avLst/>
            </a:prstGeom>
            <a:noFill/>
            <a:ln w="38100">
              <a:solidFill>
                <a:schemeClr val="accent5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57C754A9-1B76-90A7-907E-081A7C9E39F1}"/>
                </a:ext>
              </a:extLst>
            </p:cNvPr>
            <p:cNvSpPr/>
            <p:nvPr/>
          </p:nvSpPr>
          <p:spPr>
            <a:xfrm>
              <a:off x="10867381" y="3102864"/>
              <a:ext cx="652272" cy="652272"/>
            </a:xfrm>
            <a:prstGeom prst="ellipse">
              <a:avLst/>
            </a:prstGeom>
            <a:noFill/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4" name="文本框 3">
            <a:hlinkClick r:id="rId4" action="ppaction://hlinksldjump"/>
            <a:extLst>
              <a:ext uri="{FF2B5EF4-FFF2-40B4-BE49-F238E27FC236}">
                <a16:creationId xmlns:a16="http://schemas.microsoft.com/office/drawing/2014/main" id="{E419A849-4AC4-8A6D-3A30-64289496447E}"/>
              </a:ext>
            </a:extLst>
          </p:cNvPr>
          <p:cNvSpPr txBox="1"/>
          <p:nvPr/>
        </p:nvSpPr>
        <p:spPr>
          <a:xfrm>
            <a:off x="10768005" y="2915511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专业</a:t>
            </a:r>
          </a:p>
        </p:txBody>
      </p:sp>
      <p:sp>
        <p:nvSpPr>
          <p:cNvPr id="6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295FE2BF-44C5-9224-BB8B-8A87DD0F1EB9}"/>
              </a:ext>
            </a:extLst>
          </p:cNvPr>
          <p:cNvSpPr txBox="1"/>
          <p:nvPr/>
        </p:nvSpPr>
        <p:spPr>
          <a:xfrm>
            <a:off x="10768005" y="3352845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6"/>
                </a:solidFill>
              </a:rPr>
              <a:t>录像</a:t>
            </a:r>
          </a:p>
        </p:txBody>
      </p:sp>
      <p:sp>
        <p:nvSpPr>
          <p:cNvPr id="7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8AFBEA64-B1A4-20E8-6F75-BC3BF6995EB2}"/>
              </a:ext>
            </a:extLst>
          </p:cNvPr>
          <p:cNvSpPr txBox="1"/>
          <p:nvPr/>
        </p:nvSpPr>
        <p:spPr>
          <a:xfrm>
            <a:off x="10768005" y="3790179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拍照</a:t>
            </a:r>
          </a:p>
        </p:txBody>
      </p:sp>
      <p:sp>
        <p:nvSpPr>
          <p:cNvPr id="8" name="!! 更多">
            <a:hlinkClick r:id="rId7" action="ppaction://hlinksldjump"/>
            <a:extLst>
              <a:ext uri="{FF2B5EF4-FFF2-40B4-BE49-F238E27FC236}">
                <a16:creationId xmlns:a16="http://schemas.microsoft.com/office/drawing/2014/main" id="{C3C14944-688A-F0CF-A3AE-F53D032E3ED6}"/>
              </a:ext>
            </a:extLst>
          </p:cNvPr>
          <p:cNvSpPr txBox="1"/>
          <p:nvPr/>
        </p:nvSpPr>
        <p:spPr>
          <a:xfrm>
            <a:off x="10768005" y="2478177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50000"/>
                  </a:schemeClr>
                </a:solidFill>
              </a:rPr>
              <a:t>更多</a:t>
            </a:r>
          </a:p>
        </p:txBody>
      </p:sp>
      <p:sp>
        <p:nvSpPr>
          <p:cNvPr id="9" name="!! 指示">
            <a:extLst>
              <a:ext uri="{FF2B5EF4-FFF2-40B4-BE49-F238E27FC236}">
                <a16:creationId xmlns:a16="http://schemas.microsoft.com/office/drawing/2014/main" id="{5ECAD174-FA00-A2FB-F5CA-0357F5C98948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!! 夜景">
            <a:hlinkClick r:id="rId8" action="ppaction://hlinksldjump"/>
            <a:extLst>
              <a:ext uri="{FF2B5EF4-FFF2-40B4-BE49-F238E27FC236}">
                <a16:creationId xmlns:a16="http://schemas.microsoft.com/office/drawing/2014/main" id="{049D16DA-CBE1-F3F1-7D4B-19CCC12C81BB}"/>
              </a:ext>
            </a:extLst>
          </p:cNvPr>
          <p:cNvSpPr txBox="1"/>
          <p:nvPr/>
        </p:nvSpPr>
        <p:spPr>
          <a:xfrm>
            <a:off x="10768005" y="4227513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50000"/>
                  </a:schemeClr>
                </a:solidFill>
              </a:rPr>
              <a:t>夜景</a:t>
            </a:r>
          </a:p>
        </p:txBody>
      </p:sp>
      <p:grpSp>
        <p:nvGrpSpPr>
          <p:cNvPr id="11" name="!! 关闭按钮">
            <a:extLst>
              <a:ext uri="{FF2B5EF4-FFF2-40B4-BE49-F238E27FC236}">
                <a16:creationId xmlns:a16="http://schemas.microsoft.com/office/drawing/2014/main" id="{1095C5F1-00F4-741C-19AD-C981D67FBE3F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12" name="矩形: 圆角 11">
              <a:hlinkClick r:id="rId9" action="ppaction://hlinksldjump"/>
              <a:extLst>
                <a:ext uri="{FF2B5EF4-FFF2-40B4-BE49-F238E27FC236}">
                  <a16:creationId xmlns:a16="http://schemas.microsoft.com/office/drawing/2014/main" id="{42284923-BFD6-0417-0DA2-55528681F7F0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BF3F0A12-367C-5706-BB59-E70C5B614F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8798051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DB1350-D154-A68D-3F0C-C48A941A6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C888DF20-E964-9D7C-9BCE-C64DDC1AA17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CFA217F5-D5DA-8BC7-502F-99633115D78F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快门">
            <a:extLst>
              <a:ext uri="{FF2B5EF4-FFF2-40B4-BE49-F238E27FC236}">
                <a16:creationId xmlns:a16="http://schemas.microsoft.com/office/drawing/2014/main" id="{8670C9A6-375D-EB8A-FDAB-08D4AC12BB9A}"/>
              </a:ext>
            </a:extLst>
          </p:cNvPr>
          <p:cNvGrpSpPr/>
          <p:nvPr/>
        </p:nvGrpSpPr>
        <p:grpSpPr>
          <a:xfrm>
            <a:off x="10766886" y="5433397"/>
            <a:ext cx="788276" cy="788276"/>
            <a:chOff x="10799379" y="3034862"/>
            <a:chExt cx="788276" cy="788276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17CD5669-D6A3-A0C1-C8BA-478C131AB0E5}"/>
                </a:ext>
              </a:extLst>
            </p:cNvPr>
            <p:cNvSpPr/>
            <p:nvPr/>
          </p:nvSpPr>
          <p:spPr>
            <a:xfrm>
              <a:off x="10799379" y="3034862"/>
              <a:ext cx="788276" cy="788276"/>
            </a:xfrm>
            <a:prstGeom prst="ellipse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CF5C4FF1-D5F0-8C86-3054-8F19F09D1C8C}"/>
                </a:ext>
              </a:extLst>
            </p:cNvPr>
            <p:cNvSpPr/>
            <p:nvPr/>
          </p:nvSpPr>
          <p:spPr>
            <a:xfrm>
              <a:off x="10867381" y="3102864"/>
              <a:ext cx="652272" cy="652272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2" name="文本框 1">
            <a:hlinkClick r:id="rId4" action="ppaction://hlinksldjump"/>
            <a:extLst>
              <a:ext uri="{FF2B5EF4-FFF2-40B4-BE49-F238E27FC236}">
                <a16:creationId xmlns:a16="http://schemas.microsoft.com/office/drawing/2014/main" id="{4303DACC-DFD9-8001-F744-B45921C027E1}"/>
              </a:ext>
            </a:extLst>
          </p:cNvPr>
          <p:cNvSpPr txBox="1"/>
          <p:nvPr/>
        </p:nvSpPr>
        <p:spPr>
          <a:xfrm>
            <a:off x="10768005" y="2481171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50000"/>
                  </a:schemeClr>
                </a:solidFill>
              </a:rPr>
              <a:t>专业</a:t>
            </a:r>
          </a:p>
        </p:txBody>
      </p:sp>
      <p:sp>
        <p:nvSpPr>
          <p:cNvPr id="4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D8BCFC98-DDD6-C07A-5BF4-69DC3987135D}"/>
              </a:ext>
            </a:extLst>
          </p:cNvPr>
          <p:cNvSpPr txBox="1"/>
          <p:nvPr/>
        </p:nvSpPr>
        <p:spPr>
          <a:xfrm>
            <a:off x="10768005" y="2918505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录像</a:t>
            </a:r>
          </a:p>
        </p:txBody>
      </p:sp>
      <p:sp>
        <p:nvSpPr>
          <p:cNvPr id="6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08BDAE5A-0B5F-C2A2-2270-DB73B635117C}"/>
              </a:ext>
            </a:extLst>
          </p:cNvPr>
          <p:cNvSpPr txBox="1"/>
          <p:nvPr/>
        </p:nvSpPr>
        <p:spPr>
          <a:xfrm>
            <a:off x="10768005" y="3355839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6"/>
                </a:solidFill>
              </a:rPr>
              <a:t>拍照</a:t>
            </a:r>
          </a:p>
        </p:txBody>
      </p:sp>
      <p:sp>
        <p:nvSpPr>
          <p:cNvPr id="7" name="!! 更多">
            <a:hlinkClick r:id="rId7" action="ppaction://hlinksldjump"/>
            <a:extLst>
              <a:ext uri="{FF2B5EF4-FFF2-40B4-BE49-F238E27FC236}">
                <a16:creationId xmlns:a16="http://schemas.microsoft.com/office/drawing/2014/main" id="{AEC99A08-AC01-94CB-F647-AAD4E9DE1DF9}"/>
              </a:ext>
            </a:extLst>
          </p:cNvPr>
          <p:cNvSpPr txBox="1"/>
          <p:nvPr/>
        </p:nvSpPr>
        <p:spPr>
          <a:xfrm>
            <a:off x="10768005" y="2043837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25000"/>
                  </a:schemeClr>
                </a:solidFill>
              </a:rPr>
              <a:t>更多</a:t>
            </a:r>
          </a:p>
        </p:txBody>
      </p:sp>
      <p:sp>
        <p:nvSpPr>
          <p:cNvPr id="8" name="!! 指示">
            <a:extLst>
              <a:ext uri="{FF2B5EF4-FFF2-40B4-BE49-F238E27FC236}">
                <a16:creationId xmlns:a16="http://schemas.microsoft.com/office/drawing/2014/main" id="{C09669FC-4EA1-A501-4CAD-F816E6480C9B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!! 夜景">
            <a:hlinkClick r:id="rId8" action="ppaction://hlinksldjump"/>
            <a:extLst>
              <a:ext uri="{FF2B5EF4-FFF2-40B4-BE49-F238E27FC236}">
                <a16:creationId xmlns:a16="http://schemas.microsoft.com/office/drawing/2014/main" id="{76149D65-37FD-1C21-676E-2EA2C450540F}"/>
              </a:ext>
            </a:extLst>
          </p:cNvPr>
          <p:cNvSpPr txBox="1"/>
          <p:nvPr/>
        </p:nvSpPr>
        <p:spPr>
          <a:xfrm>
            <a:off x="10768005" y="3793173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夜景</a:t>
            </a:r>
          </a:p>
        </p:txBody>
      </p:sp>
      <p:grpSp>
        <p:nvGrpSpPr>
          <p:cNvPr id="10" name="!! 关闭按钮">
            <a:extLst>
              <a:ext uri="{FF2B5EF4-FFF2-40B4-BE49-F238E27FC236}">
                <a16:creationId xmlns:a16="http://schemas.microsoft.com/office/drawing/2014/main" id="{9C2CF91F-D611-A585-229D-8D16BE6598BA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11" name="矩形: 圆角 10">
              <a:hlinkClick r:id="rId9" action="ppaction://hlinksldjump"/>
              <a:extLst>
                <a:ext uri="{FF2B5EF4-FFF2-40B4-BE49-F238E27FC236}">
                  <a16:creationId xmlns:a16="http://schemas.microsoft.com/office/drawing/2014/main" id="{F8644540-039B-8B6B-EF39-B837D13EEFD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2" name="图形 11">
              <a:extLst>
                <a:ext uri="{FF2B5EF4-FFF2-40B4-BE49-F238E27FC236}">
                  <a16:creationId xmlns:a16="http://schemas.microsoft.com/office/drawing/2014/main" id="{BA0A0E6D-E864-5568-66EF-A146DC9367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2462495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33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4" dur="330" spd="-100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3" presetClass="path" presetSubtype="0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9" dur="33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3" presetClass="path" presetSubtype="0" decel="100000" fill="hold" grpId="1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24" dur="33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3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29" dur="330" spd="-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3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34" dur="330" spd="-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3" presetClass="path" presetSubtype="0" decel="10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39" dur="33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63" presetClass="path" presetSubtype="0" decel="10000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44" dur="33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4" grpId="1" animBg="1"/>
      <p:bldP spid="2" grpId="0"/>
      <p:bldP spid="2" grpId="1"/>
      <p:bldP spid="4" grpId="0"/>
      <p:bldP spid="4" grpId="1"/>
      <p:bldP spid="6" grpId="0"/>
      <p:bldP spid="6" grpId="1"/>
      <p:bldP spid="7" grpId="0"/>
      <p:bldP spid="7" grpId="1"/>
      <p:bldP spid="8" grpId="0" animBg="1"/>
      <p:bldP spid="8" grpId="1" animBg="1"/>
      <p:bldP spid="9" grpId="0"/>
      <p:bldP spid="9" grpId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B5EAED-6E77-4B9A-CC00-19E07BA8DC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C39716AB-9EA4-9645-4B1E-B1B90498B6C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D2F1C26D-7D9E-E413-90CD-F4B4A16160EF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17" name="快门">
            <a:extLst>
              <a:ext uri="{FF2B5EF4-FFF2-40B4-BE49-F238E27FC236}">
                <a16:creationId xmlns:a16="http://schemas.microsoft.com/office/drawing/2014/main" id="{CACB0A06-CCA0-4834-2464-BDDBEFE07810}"/>
              </a:ext>
            </a:extLst>
          </p:cNvPr>
          <p:cNvGrpSpPr/>
          <p:nvPr/>
        </p:nvGrpSpPr>
        <p:grpSpPr>
          <a:xfrm>
            <a:off x="10766886" y="5433397"/>
            <a:ext cx="788276" cy="788276"/>
            <a:chOff x="10799379" y="3034862"/>
            <a:chExt cx="788276" cy="788276"/>
          </a:xfrm>
        </p:grpSpPr>
        <p:sp>
          <p:nvSpPr>
            <p:cNvPr id="5" name="椭圆 4">
              <a:extLst>
                <a:ext uri="{FF2B5EF4-FFF2-40B4-BE49-F238E27FC236}">
                  <a16:creationId xmlns:a16="http://schemas.microsoft.com/office/drawing/2014/main" id="{D2147A26-49BE-6430-D774-62A350B700AF}"/>
                </a:ext>
              </a:extLst>
            </p:cNvPr>
            <p:cNvSpPr/>
            <p:nvPr/>
          </p:nvSpPr>
          <p:spPr>
            <a:xfrm>
              <a:off x="10799379" y="3034862"/>
              <a:ext cx="788276" cy="788276"/>
            </a:xfrm>
            <a:prstGeom prst="ellipse">
              <a:avLst/>
            </a:prstGeom>
            <a:noFill/>
            <a:ln w="38100">
              <a:solidFill>
                <a:schemeClr val="accent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16" name="椭圆 15">
              <a:extLst>
                <a:ext uri="{FF2B5EF4-FFF2-40B4-BE49-F238E27FC236}">
                  <a16:creationId xmlns:a16="http://schemas.microsoft.com/office/drawing/2014/main" id="{6728546E-53D3-F01F-445E-C0BF696723E3}"/>
                </a:ext>
              </a:extLst>
            </p:cNvPr>
            <p:cNvSpPr/>
            <p:nvPr/>
          </p:nvSpPr>
          <p:spPr>
            <a:xfrm>
              <a:off x="10867381" y="3102864"/>
              <a:ext cx="652272" cy="652272"/>
            </a:xfrm>
            <a:prstGeom prst="ellipse">
              <a:avLst/>
            </a:prstGeom>
            <a:solidFill>
              <a:schemeClr val="bg1"/>
            </a:solidFill>
            <a:ln w="381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</p:grpSp>
      <p:sp>
        <p:nvSpPr>
          <p:cNvPr id="2" name="文本框 1">
            <a:hlinkClick r:id="rId4" action="ppaction://hlinksldjump"/>
            <a:extLst>
              <a:ext uri="{FF2B5EF4-FFF2-40B4-BE49-F238E27FC236}">
                <a16:creationId xmlns:a16="http://schemas.microsoft.com/office/drawing/2014/main" id="{67166222-95A2-A87C-3CAC-083737CFBEFE}"/>
              </a:ext>
            </a:extLst>
          </p:cNvPr>
          <p:cNvSpPr txBox="1"/>
          <p:nvPr/>
        </p:nvSpPr>
        <p:spPr>
          <a:xfrm>
            <a:off x="10768005" y="2039211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25000"/>
                  </a:schemeClr>
                </a:solidFill>
              </a:rPr>
              <a:t>专业</a:t>
            </a:r>
          </a:p>
        </p:txBody>
      </p:sp>
      <p:sp>
        <p:nvSpPr>
          <p:cNvPr id="4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5941BAB8-FD7F-D634-DFD9-E50238238598}"/>
              </a:ext>
            </a:extLst>
          </p:cNvPr>
          <p:cNvSpPr txBox="1"/>
          <p:nvPr/>
        </p:nvSpPr>
        <p:spPr>
          <a:xfrm>
            <a:off x="10768005" y="2476545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50000"/>
                  </a:schemeClr>
                </a:solidFill>
              </a:rPr>
              <a:t>录像</a:t>
            </a:r>
          </a:p>
        </p:txBody>
      </p:sp>
      <p:sp>
        <p:nvSpPr>
          <p:cNvPr id="6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2E6D6ACF-A8EA-5E06-4A67-30E9F0E0E473}"/>
              </a:ext>
            </a:extLst>
          </p:cNvPr>
          <p:cNvSpPr txBox="1"/>
          <p:nvPr/>
        </p:nvSpPr>
        <p:spPr>
          <a:xfrm>
            <a:off x="10768005" y="2913879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拍照</a:t>
            </a:r>
          </a:p>
        </p:txBody>
      </p:sp>
      <p:sp>
        <p:nvSpPr>
          <p:cNvPr id="7" name="!! 更多">
            <a:extLst>
              <a:ext uri="{FF2B5EF4-FFF2-40B4-BE49-F238E27FC236}">
                <a16:creationId xmlns:a16="http://schemas.microsoft.com/office/drawing/2014/main" id="{19186F1E-BA7D-C67E-C83D-7B9469B634CD}"/>
              </a:ext>
            </a:extLst>
          </p:cNvPr>
          <p:cNvSpPr txBox="1"/>
          <p:nvPr/>
        </p:nvSpPr>
        <p:spPr>
          <a:xfrm>
            <a:off x="10768005" y="1601877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0"/>
                  </a:schemeClr>
                </a:solidFill>
              </a:rPr>
              <a:t>更多</a:t>
            </a:r>
          </a:p>
        </p:txBody>
      </p:sp>
      <p:sp>
        <p:nvSpPr>
          <p:cNvPr id="8" name="!! 指示">
            <a:extLst>
              <a:ext uri="{FF2B5EF4-FFF2-40B4-BE49-F238E27FC236}">
                <a16:creationId xmlns:a16="http://schemas.microsoft.com/office/drawing/2014/main" id="{19811773-B589-65FE-29CD-4A003C19A65E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!! 夜景">
            <a:hlinkClick r:id="rId7" action="ppaction://hlinksldjump"/>
            <a:extLst>
              <a:ext uri="{FF2B5EF4-FFF2-40B4-BE49-F238E27FC236}">
                <a16:creationId xmlns:a16="http://schemas.microsoft.com/office/drawing/2014/main" id="{08A4ACE9-9BED-7D71-9E50-69FB58534D28}"/>
              </a:ext>
            </a:extLst>
          </p:cNvPr>
          <p:cNvSpPr txBox="1"/>
          <p:nvPr/>
        </p:nvSpPr>
        <p:spPr>
          <a:xfrm>
            <a:off x="10768005" y="3351213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6"/>
                </a:solidFill>
              </a:rPr>
              <a:t>夜景</a:t>
            </a:r>
          </a:p>
        </p:txBody>
      </p:sp>
      <p:grpSp>
        <p:nvGrpSpPr>
          <p:cNvPr id="10" name="!! 关闭按钮">
            <a:extLst>
              <a:ext uri="{FF2B5EF4-FFF2-40B4-BE49-F238E27FC236}">
                <a16:creationId xmlns:a16="http://schemas.microsoft.com/office/drawing/2014/main" id="{DDA15DC3-A8F4-B6AA-AFDC-FECB3BA53DD3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11" name="矩形: 圆角 10">
              <a:hlinkClick r:id="rId8" action="ppaction://hlinksldjump"/>
              <a:extLst>
                <a:ext uri="{FF2B5EF4-FFF2-40B4-BE49-F238E27FC236}">
                  <a16:creationId xmlns:a16="http://schemas.microsoft.com/office/drawing/2014/main" id="{6899C10F-12AA-68CD-1A06-C671498EF1B1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2" name="图形 11">
              <a:extLst>
                <a:ext uri="{FF2B5EF4-FFF2-40B4-BE49-F238E27FC236}">
                  <a16:creationId xmlns:a16="http://schemas.microsoft.com/office/drawing/2014/main" id="{6D6FBF2F-FB2C-B5F0-74AE-7CE85A908E2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581326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48439E-5715-1B82-5B8A-9CFF3AAE0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CAE0BA88-1C98-D273-F7BC-A4EBAC5D264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35486C73-1332-3C9D-985E-019E6CBA9527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" name="文本框 1">
            <a:hlinkClick r:id="rId4" action="ppaction://hlinksldjump"/>
            <a:extLst>
              <a:ext uri="{FF2B5EF4-FFF2-40B4-BE49-F238E27FC236}">
                <a16:creationId xmlns:a16="http://schemas.microsoft.com/office/drawing/2014/main" id="{D90E729F-D8E9-7D46-87A6-785202F198A1}"/>
              </a:ext>
            </a:extLst>
          </p:cNvPr>
          <p:cNvSpPr txBox="1"/>
          <p:nvPr/>
        </p:nvSpPr>
        <p:spPr>
          <a:xfrm>
            <a:off x="10768005" y="3788394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/>
                </a:solidFill>
              </a:rPr>
              <a:t>专业</a:t>
            </a:r>
          </a:p>
        </p:txBody>
      </p:sp>
      <p:sp>
        <p:nvSpPr>
          <p:cNvPr id="4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185FC92F-1562-2E78-2526-43C9DDB67CE3}"/>
              </a:ext>
            </a:extLst>
          </p:cNvPr>
          <p:cNvSpPr txBox="1"/>
          <p:nvPr/>
        </p:nvSpPr>
        <p:spPr>
          <a:xfrm>
            <a:off x="10768005" y="4225728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r>
              <a:rPr lang="zh-CN" altLang="en-US" dirty="0"/>
              <a:t>录像</a:t>
            </a:r>
          </a:p>
        </p:txBody>
      </p:sp>
      <p:sp>
        <p:nvSpPr>
          <p:cNvPr id="6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A3C0D354-4434-85E1-2C1E-611704C6B524}"/>
              </a:ext>
            </a:extLst>
          </p:cNvPr>
          <p:cNvSpPr txBox="1"/>
          <p:nvPr/>
        </p:nvSpPr>
        <p:spPr>
          <a:xfrm>
            <a:off x="10768005" y="4663062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bg1">
                    <a:alpha val="25000"/>
                  </a:schemeClr>
                </a:solidFill>
              </a:defRPr>
            </a:lvl1pPr>
          </a:lstStyle>
          <a:p>
            <a:r>
              <a:rPr lang="zh-CN" altLang="en-US" dirty="0"/>
              <a:t>拍照</a:t>
            </a:r>
          </a:p>
        </p:txBody>
      </p:sp>
      <p:sp>
        <p:nvSpPr>
          <p:cNvPr id="7" name="!! 更多">
            <a:hlinkClick r:id="rId7" action="ppaction://hlinksldjump"/>
            <a:extLst>
              <a:ext uri="{FF2B5EF4-FFF2-40B4-BE49-F238E27FC236}">
                <a16:creationId xmlns:a16="http://schemas.microsoft.com/office/drawing/2014/main" id="{FC91542A-F19E-9E60-C66A-4A1DC1DE62BA}"/>
              </a:ext>
            </a:extLst>
          </p:cNvPr>
          <p:cNvSpPr txBox="1"/>
          <p:nvPr/>
        </p:nvSpPr>
        <p:spPr>
          <a:xfrm>
            <a:off x="10768005" y="3351060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accent6"/>
                </a:solidFill>
              </a:rPr>
              <a:t>更多</a:t>
            </a:r>
          </a:p>
        </p:txBody>
      </p:sp>
      <p:sp>
        <p:nvSpPr>
          <p:cNvPr id="8" name="!! 指示">
            <a:extLst>
              <a:ext uri="{FF2B5EF4-FFF2-40B4-BE49-F238E27FC236}">
                <a16:creationId xmlns:a16="http://schemas.microsoft.com/office/drawing/2014/main" id="{3643BFFF-CEA5-3591-832A-1ADBC4B5BEF8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!! 夜景">
            <a:extLst>
              <a:ext uri="{FF2B5EF4-FFF2-40B4-BE49-F238E27FC236}">
                <a16:creationId xmlns:a16="http://schemas.microsoft.com/office/drawing/2014/main" id="{95EC393C-4E0B-9406-5AE0-EECBBCD6AD38}"/>
              </a:ext>
            </a:extLst>
          </p:cNvPr>
          <p:cNvSpPr txBox="1"/>
          <p:nvPr/>
        </p:nvSpPr>
        <p:spPr>
          <a:xfrm>
            <a:off x="10768005" y="5100396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bg1">
                    <a:alpha val="0"/>
                  </a:schemeClr>
                </a:solidFill>
              </a:rPr>
              <a:t>夜景</a:t>
            </a:r>
          </a:p>
        </p:txBody>
      </p:sp>
      <p:grpSp>
        <p:nvGrpSpPr>
          <p:cNvPr id="54" name="!! 关闭按钮">
            <a:extLst>
              <a:ext uri="{FF2B5EF4-FFF2-40B4-BE49-F238E27FC236}">
                <a16:creationId xmlns:a16="http://schemas.microsoft.com/office/drawing/2014/main" id="{BE5C448D-F9F4-0DBE-B2EB-675809C92E3D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55" name="矩形: 圆角 54">
              <a:hlinkClick r:id="rId8" action="ppaction://hlinksldjump"/>
              <a:extLst>
                <a:ext uri="{FF2B5EF4-FFF2-40B4-BE49-F238E27FC236}">
                  <a16:creationId xmlns:a16="http://schemas.microsoft.com/office/drawing/2014/main" id="{BED2D5B4-E261-6028-FF82-A2F372A29C3F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6" name="图形 55">
              <a:extLst>
                <a:ext uri="{FF2B5EF4-FFF2-40B4-BE49-F238E27FC236}">
                  <a16:creationId xmlns:a16="http://schemas.microsoft.com/office/drawing/2014/main" id="{1D01E54E-3310-5788-6011-428EE7876F50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sp>
        <p:nvSpPr>
          <p:cNvPr id="45" name="!! 遮罩">
            <a:extLst>
              <a:ext uri="{FF2B5EF4-FFF2-40B4-BE49-F238E27FC236}">
                <a16:creationId xmlns:a16="http://schemas.microsoft.com/office/drawing/2014/main" id="{E06305CD-9FA6-65EA-A635-08C0B0863C4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46" name="带按钮的无图标提示框">
            <a:extLst>
              <a:ext uri="{FF2B5EF4-FFF2-40B4-BE49-F238E27FC236}">
                <a16:creationId xmlns:a16="http://schemas.microsoft.com/office/drawing/2014/main" id="{C2C758EF-5EE0-64DF-42AF-A374BE92D3E9}"/>
              </a:ext>
            </a:extLst>
          </p:cNvPr>
          <p:cNvGrpSpPr/>
          <p:nvPr/>
        </p:nvGrpSpPr>
        <p:grpSpPr>
          <a:xfrm>
            <a:off x="3813542" y="2672375"/>
            <a:ext cx="4564916" cy="1610257"/>
            <a:chOff x="2912999" y="3341279"/>
            <a:chExt cx="4564916" cy="1610257"/>
          </a:xfrm>
        </p:grpSpPr>
        <p:sp>
          <p:nvSpPr>
            <p:cNvPr id="47" name="!! 弹窗">
              <a:extLst>
                <a:ext uri="{FF2B5EF4-FFF2-40B4-BE49-F238E27FC236}">
                  <a16:creationId xmlns:a16="http://schemas.microsoft.com/office/drawing/2014/main" id="{192C78D1-8E75-F605-8910-58CD3641D8D3}"/>
                </a:ext>
              </a:extLst>
            </p:cNvPr>
            <p:cNvSpPr/>
            <p:nvPr/>
          </p:nvSpPr>
          <p:spPr>
            <a:xfrm>
              <a:off x="2912999" y="3341279"/>
              <a:ext cx="4564916" cy="1610257"/>
            </a:xfrm>
            <a:prstGeom prst="roundRect">
              <a:avLst>
                <a:gd name="adj" fmla="val 4327"/>
              </a:avLst>
            </a:prstGeom>
            <a:solidFill>
              <a:schemeClr val="bg1"/>
            </a:solidFill>
            <a:ln>
              <a:noFill/>
            </a:ln>
            <a:effectLst>
              <a:outerShdw blurRad="2540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sp>
          <p:nvSpPr>
            <p:cNvPr id="48" name="标题">
              <a:extLst>
                <a:ext uri="{FF2B5EF4-FFF2-40B4-BE49-F238E27FC236}">
                  <a16:creationId xmlns:a16="http://schemas.microsoft.com/office/drawing/2014/main" id="{6AA0F7D7-411F-96CA-5171-ED6BF3DCF80A}"/>
                </a:ext>
              </a:extLst>
            </p:cNvPr>
            <p:cNvSpPr txBox="1"/>
            <p:nvPr/>
          </p:nvSpPr>
          <p:spPr>
            <a:xfrm>
              <a:off x="3311314" y="3596868"/>
              <a:ext cx="233108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相机</a:t>
              </a:r>
            </a:p>
          </p:txBody>
        </p:sp>
        <p:sp>
          <p:nvSpPr>
            <p:cNvPr id="49" name="副标题">
              <a:extLst>
                <a:ext uri="{FF2B5EF4-FFF2-40B4-BE49-F238E27FC236}">
                  <a16:creationId xmlns:a16="http://schemas.microsoft.com/office/drawing/2014/main" id="{3A32EF94-40C9-2C6D-8F29-CA1ED8E5637D}"/>
                </a:ext>
              </a:extLst>
            </p:cNvPr>
            <p:cNvSpPr txBox="1"/>
            <p:nvPr/>
          </p:nvSpPr>
          <p:spPr>
            <a:xfrm>
              <a:off x="3314796" y="3915526"/>
              <a:ext cx="377888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更多模式正在准备中，请等待</a:t>
              </a:r>
              <a:r>
                <a:rPr kumimoji="0" lang="en-US" altLang="zh-CN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Beta</a:t>
              </a: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181818"/>
                  </a:solidFill>
                  <a:effectLst/>
                  <a:uLnTx/>
                  <a:uFillTx/>
                  <a:latin typeface="vivo Sans"/>
                  <a:ea typeface="vivo Sans"/>
                  <a:cs typeface="+mn-cs"/>
                </a:rPr>
                <a:t>版本</a:t>
              </a:r>
            </a:p>
          </p:txBody>
        </p:sp>
        <p:sp>
          <p:nvSpPr>
            <p:cNvPr id="50" name="矩形: 圆角 49">
              <a:hlinkClick r:id="rId11" action="ppaction://hlinksldjump"/>
              <a:extLst>
                <a:ext uri="{FF2B5EF4-FFF2-40B4-BE49-F238E27FC236}">
                  <a16:creationId xmlns:a16="http://schemas.microsoft.com/office/drawing/2014/main" id="{0E9351AD-86A8-0811-239D-1CCF3EA31866}"/>
                </a:ext>
              </a:extLst>
            </p:cNvPr>
            <p:cNvSpPr/>
            <p:nvPr/>
          </p:nvSpPr>
          <p:spPr>
            <a:xfrm>
              <a:off x="6128912" y="4466052"/>
              <a:ext cx="1125334" cy="307777"/>
            </a:xfrm>
            <a:prstGeom prst="roundRect">
              <a:avLst>
                <a:gd name="adj" fmla="val 17692"/>
              </a:avLst>
            </a:prstGeom>
            <a:solidFill>
              <a:schemeClr val="accent1"/>
            </a:solidFill>
            <a:ln>
              <a:noFill/>
            </a:ln>
            <a:effectLst>
              <a:outerShdw blurRad="50800" dist="25400" dir="5400000" algn="t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100" b="0" i="0" u="none" strike="noStrike" kern="1200" cap="none" spc="0" normalizeH="0" baseline="0" noProof="0" dirty="0">
                  <a:ln>
                    <a:noFill/>
                  </a:ln>
                  <a:solidFill>
                    <a:prstClr val="white"/>
                  </a:solidFill>
                  <a:effectLst/>
                  <a:uLnTx/>
                  <a:uFillTx/>
                  <a:latin typeface="OPPOSans M" panose="00020600040101010101" pitchFamily="18" charset="-122"/>
                  <a:ea typeface="OPPOSans M" panose="00020600040101010101" pitchFamily="18" charset="-122"/>
                  <a:cs typeface="OPPOSans M" panose="00020600040101010101" pitchFamily="18" charset="-122"/>
                </a:rPr>
                <a:t>确定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060658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decel="9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0 0 L 0 0.03218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597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418074B-1AB0-45B5-8A07-A1AB8132CE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!! 背景板">
            <a:extLst>
              <a:ext uri="{FF2B5EF4-FFF2-40B4-BE49-F238E27FC236}">
                <a16:creationId xmlns:a16="http://schemas.microsoft.com/office/drawing/2014/main" id="{DA4BBD8A-4439-8439-BCD7-8201F7D784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4" name="!! 取景框">
            <a:extLst>
              <a:ext uri="{FF2B5EF4-FFF2-40B4-BE49-F238E27FC236}">
                <a16:creationId xmlns:a16="http://schemas.microsoft.com/office/drawing/2014/main" id="{3A1111F6-B9BF-55E5-6851-9C785C43B761}"/>
              </a:ext>
            </a:extLst>
          </p:cNvPr>
          <p:cNvSpPr/>
          <p:nvPr/>
        </p:nvSpPr>
        <p:spPr>
          <a:xfrm>
            <a:off x="932795" y="-7883"/>
            <a:ext cx="9143998" cy="6858000"/>
          </a:xfrm>
          <a:prstGeom prst="rect">
            <a:avLst/>
          </a:prstGeom>
          <a:solidFill>
            <a:schemeClr val="tx1">
              <a:lumMod val="90000"/>
              <a:lumOff val="1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2" name="文本框 1">
            <a:hlinkClick r:id="rId4" action="ppaction://hlinksldjump"/>
            <a:extLst>
              <a:ext uri="{FF2B5EF4-FFF2-40B4-BE49-F238E27FC236}">
                <a16:creationId xmlns:a16="http://schemas.microsoft.com/office/drawing/2014/main" id="{BF0AA6AB-6967-98F7-3155-6AE9FB3BE4CE}"/>
              </a:ext>
            </a:extLst>
          </p:cNvPr>
          <p:cNvSpPr txBox="1"/>
          <p:nvPr/>
        </p:nvSpPr>
        <p:spPr>
          <a:xfrm>
            <a:off x="10768005" y="3788394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专业</a:t>
            </a:r>
          </a:p>
        </p:txBody>
      </p:sp>
      <p:sp>
        <p:nvSpPr>
          <p:cNvPr id="4" name="!! 录像">
            <a:hlinkClick r:id="rId5" action="ppaction://hlinksldjump"/>
            <a:extLst>
              <a:ext uri="{FF2B5EF4-FFF2-40B4-BE49-F238E27FC236}">
                <a16:creationId xmlns:a16="http://schemas.microsoft.com/office/drawing/2014/main" id="{0723D887-2D8D-B3F6-DC83-6EFDB572FAD9}"/>
              </a:ext>
            </a:extLst>
          </p:cNvPr>
          <p:cNvSpPr txBox="1"/>
          <p:nvPr/>
        </p:nvSpPr>
        <p:spPr>
          <a:xfrm>
            <a:off x="10768005" y="4225728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bg1">
                    <a:alpha val="50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alpha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录像</a:t>
            </a:r>
          </a:p>
        </p:txBody>
      </p:sp>
      <p:sp>
        <p:nvSpPr>
          <p:cNvPr id="6" name="!! 拍照">
            <a:hlinkClick r:id="rId6" action="ppaction://hlinksldjump"/>
            <a:extLst>
              <a:ext uri="{FF2B5EF4-FFF2-40B4-BE49-F238E27FC236}">
                <a16:creationId xmlns:a16="http://schemas.microsoft.com/office/drawing/2014/main" id="{20852EC1-9A2D-4523-474B-07B7D37FC496}"/>
              </a:ext>
            </a:extLst>
          </p:cNvPr>
          <p:cNvSpPr txBox="1"/>
          <p:nvPr/>
        </p:nvSpPr>
        <p:spPr>
          <a:xfrm>
            <a:off x="10768005" y="4663062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>
                <a:solidFill>
                  <a:schemeClr val="bg1">
                    <a:alpha val="2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alpha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拍照</a:t>
            </a:r>
          </a:p>
        </p:txBody>
      </p:sp>
      <p:sp>
        <p:nvSpPr>
          <p:cNvPr id="7" name="!! 更多">
            <a:hlinkClick r:id="rId7" action="ppaction://hlinksldjump"/>
            <a:extLst>
              <a:ext uri="{FF2B5EF4-FFF2-40B4-BE49-F238E27FC236}">
                <a16:creationId xmlns:a16="http://schemas.microsoft.com/office/drawing/2014/main" id="{6D9D3636-BDDC-E49D-1BC2-7FD5A8AE6CF7}"/>
              </a:ext>
            </a:extLst>
          </p:cNvPr>
          <p:cNvSpPr txBox="1"/>
          <p:nvPr/>
        </p:nvSpPr>
        <p:spPr>
          <a:xfrm>
            <a:off x="10768005" y="3351060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更多</a:t>
            </a:r>
          </a:p>
        </p:txBody>
      </p:sp>
      <p:sp>
        <p:nvSpPr>
          <p:cNvPr id="8" name="!! 指示">
            <a:extLst>
              <a:ext uri="{FF2B5EF4-FFF2-40B4-BE49-F238E27FC236}">
                <a16:creationId xmlns:a16="http://schemas.microsoft.com/office/drawing/2014/main" id="{1345B73A-DC71-10D9-C4B0-823F9BE9EC8D}"/>
              </a:ext>
            </a:extLst>
          </p:cNvPr>
          <p:cNvSpPr/>
          <p:nvPr/>
        </p:nvSpPr>
        <p:spPr>
          <a:xfrm>
            <a:off x="10670362" y="3487273"/>
            <a:ext cx="109728" cy="109728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9" name="!! 夜景">
            <a:extLst>
              <a:ext uri="{FF2B5EF4-FFF2-40B4-BE49-F238E27FC236}">
                <a16:creationId xmlns:a16="http://schemas.microsoft.com/office/drawing/2014/main" id="{FC559427-3D8D-2BB6-1853-18C13B93C5AE}"/>
              </a:ext>
            </a:extLst>
          </p:cNvPr>
          <p:cNvSpPr txBox="1"/>
          <p:nvPr/>
        </p:nvSpPr>
        <p:spPr>
          <a:xfrm>
            <a:off x="10768005" y="5100396"/>
            <a:ext cx="72027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alpha val="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夜景</a:t>
            </a:r>
          </a:p>
        </p:txBody>
      </p:sp>
      <p:grpSp>
        <p:nvGrpSpPr>
          <p:cNvPr id="5" name="!! 关闭按钮">
            <a:extLst>
              <a:ext uri="{FF2B5EF4-FFF2-40B4-BE49-F238E27FC236}">
                <a16:creationId xmlns:a16="http://schemas.microsoft.com/office/drawing/2014/main" id="{B07269EE-23C2-BAA2-1561-ECFB3A6F0AAF}"/>
              </a:ext>
            </a:extLst>
          </p:cNvPr>
          <p:cNvGrpSpPr/>
          <p:nvPr/>
        </p:nvGrpSpPr>
        <p:grpSpPr>
          <a:xfrm>
            <a:off x="10899626" y="608567"/>
            <a:ext cx="469540" cy="469540"/>
            <a:chOff x="2328464" y="3107859"/>
            <a:chExt cx="583223" cy="583223"/>
          </a:xfrm>
        </p:grpSpPr>
        <p:sp>
          <p:nvSpPr>
            <p:cNvPr id="10" name="矩形: 圆角 9">
              <a:hlinkClick r:id="rId8" action="ppaction://hlinksldjump"/>
              <a:extLst>
                <a:ext uri="{FF2B5EF4-FFF2-40B4-BE49-F238E27FC236}">
                  <a16:creationId xmlns:a16="http://schemas.microsoft.com/office/drawing/2014/main" id="{8A969CDE-8A03-2362-5F71-4F46DC42B9F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tx1">
                <a:lumMod val="75000"/>
                <a:lumOff val="25000"/>
              </a:schemeClr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A0D6AF9-8C1A-7195-6AEC-A3505953BD8E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4312069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p14:dur="250" advClick="0">
        <p159:morph option="byObject"/>
      </p:transition>
    </mc:Choice>
    <mc:Fallback xmlns="">
      <p:transition advClick="0">
        <p:fade/>
      </p:transition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95AF0C-204A-E008-5B26-527E82A29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!! 壁纸" descr="背景图案&#10;&#10;AI 生成的内容可能不正确。">
            <a:extLst>
              <a:ext uri="{FF2B5EF4-FFF2-40B4-BE49-F238E27FC236}">
                <a16:creationId xmlns:a16="http://schemas.microsoft.com/office/drawing/2014/main" id="{68B72689-0D39-BAD4-FD0F-04B1369E5F3B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5" name="!! 背景板">
            <a:extLst>
              <a:ext uri="{FF2B5EF4-FFF2-40B4-BE49-F238E27FC236}">
                <a16:creationId xmlns:a16="http://schemas.microsoft.com/office/drawing/2014/main" id="{FD456647-4077-B559-E589-BD080F6AEFD7}"/>
              </a:ext>
            </a:extLst>
          </p:cNvPr>
          <p:cNvSpPr/>
          <p:nvPr/>
        </p:nvSpPr>
        <p:spPr>
          <a:xfrm>
            <a:off x="3573638" y="1621084"/>
            <a:ext cx="5044722" cy="28376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" name="!! dock右">
            <a:extLst>
              <a:ext uri="{FF2B5EF4-FFF2-40B4-BE49-F238E27FC236}">
                <a16:creationId xmlns:a16="http://schemas.microsoft.com/office/drawing/2014/main" id="{1BEDA470-4D75-1857-5B47-5BF3AA7EBA1A}"/>
              </a:ext>
            </a:extLst>
          </p:cNvPr>
          <p:cNvGrpSpPr/>
          <p:nvPr/>
        </p:nvGrpSpPr>
        <p:grpSpPr>
          <a:xfrm>
            <a:off x="4869920" y="5917016"/>
            <a:ext cx="2452159" cy="704838"/>
            <a:chOff x="7408333" y="5780624"/>
            <a:chExt cx="2452159" cy="704838"/>
          </a:xfrm>
        </p:grpSpPr>
        <p:sp useBgFill="1">
          <p:nvSpPr>
            <p:cNvPr id="3" name="!! 模糊">
              <a:extLst>
                <a:ext uri="{FF2B5EF4-FFF2-40B4-BE49-F238E27FC236}">
                  <a16:creationId xmlns:a16="http://schemas.microsoft.com/office/drawing/2014/main" id="{5125C7F1-8B08-1465-24D5-E6BFEA048B24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4" name="!! 颜色遮罩">
              <a:extLst>
                <a:ext uri="{FF2B5EF4-FFF2-40B4-BE49-F238E27FC236}">
                  <a16:creationId xmlns:a16="http://schemas.microsoft.com/office/drawing/2014/main" id="{EF719ACA-C461-06B4-49F3-76E9805F53A2}"/>
                </a:ext>
              </a:extLst>
            </p:cNvPr>
            <p:cNvSpPr>
              <a:spLocks/>
            </p:cNvSpPr>
            <p:nvPr/>
          </p:nvSpPr>
          <p:spPr>
            <a:xfrm>
              <a:off x="7408333" y="5780624"/>
              <a:ext cx="2452159" cy="704838"/>
            </a:xfrm>
            <a:prstGeom prst="roundRect">
              <a:avLst>
                <a:gd name="adj" fmla="val 15000"/>
              </a:avLst>
            </a:prstGeom>
            <a:solidFill>
              <a:schemeClr val="tx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5" name="!! 信号">
              <a:extLst>
                <a:ext uri="{FF2B5EF4-FFF2-40B4-BE49-F238E27FC236}">
                  <a16:creationId xmlns:a16="http://schemas.microsoft.com/office/drawing/2014/main" id="{5787D982-5584-5E05-2E1B-C2F8E5929D2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7638254" y="5893986"/>
              <a:ext cx="221460" cy="221458"/>
            </a:xfrm>
            <a:prstGeom prst="rect">
              <a:avLst/>
            </a:prstGeom>
          </p:spPr>
        </p:pic>
        <p:sp>
          <p:nvSpPr>
            <p:cNvPr id="6" name="!! 运营商">
              <a:extLst>
                <a:ext uri="{FF2B5EF4-FFF2-40B4-BE49-F238E27FC236}">
                  <a16:creationId xmlns:a16="http://schemas.microsoft.com/office/drawing/2014/main" id="{1927C415-D859-E36F-81E1-7C363758C836}"/>
                </a:ext>
              </a:extLst>
            </p:cNvPr>
            <p:cNvSpPr txBox="1"/>
            <p:nvPr/>
          </p:nvSpPr>
          <p:spPr>
            <a:xfrm>
              <a:off x="7813676" y="5913454"/>
              <a:ext cx="1114424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M"/>
                  <a:ea typeface="OPPOSans M"/>
                  <a:cs typeface="+mn-cs"/>
                </a:rPr>
                <a:t>Virtual Net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M"/>
                <a:ea typeface="OPPOSans M"/>
                <a:cs typeface="+mn-cs"/>
              </a:endParaRPr>
            </a:p>
          </p:txBody>
        </p:sp>
        <p:pic>
          <p:nvPicPr>
            <p:cNvPr id="7" name="!! 通知">
              <a:extLst>
                <a:ext uri="{FF2B5EF4-FFF2-40B4-BE49-F238E27FC236}">
                  <a16:creationId xmlns:a16="http://schemas.microsoft.com/office/drawing/2014/main" id="{9FD9163F-35C1-A5A0-F068-A6DF715F2DE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9287931" y="5948436"/>
              <a:ext cx="152400" cy="152400"/>
            </a:xfrm>
            <a:prstGeom prst="rect">
              <a:avLst/>
            </a:prstGeom>
          </p:spPr>
        </p:pic>
        <p:pic>
          <p:nvPicPr>
            <p:cNvPr id="8" name="!! 电池">
              <a:extLst>
                <a:ext uri="{FF2B5EF4-FFF2-40B4-BE49-F238E27FC236}">
                  <a16:creationId xmlns:a16="http://schemas.microsoft.com/office/drawing/2014/main" id="{F4D90324-BDB2-F1D5-6E2E-8270E5D46D0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7637460" y="6171965"/>
              <a:ext cx="191558" cy="191558"/>
            </a:xfrm>
            <a:prstGeom prst="rect">
              <a:avLst/>
            </a:prstGeom>
          </p:spPr>
        </p:pic>
        <p:sp>
          <p:nvSpPr>
            <p:cNvPr id="9" name="!! 时间">
              <a:extLst>
                <a:ext uri="{FF2B5EF4-FFF2-40B4-BE49-F238E27FC236}">
                  <a16:creationId xmlns:a16="http://schemas.microsoft.com/office/drawing/2014/main" id="{FA5F9CEE-FB45-582A-FC54-4F0F4BD38FCA}"/>
                </a:ext>
              </a:extLst>
            </p:cNvPr>
            <p:cNvSpPr txBox="1"/>
            <p:nvPr/>
          </p:nvSpPr>
          <p:spPr>
            <a:xfrm>
              <a:off x="8982607" y="6148520"/>
              <a:ext cx="77364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105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16:34</a:t>
              </a:r>
              <a:endParaRPr kumimoji="0" lang="zh-CN" altLang="en-US" sz="105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10" name="!! AC">
              <a:extLst>
                <a:ext uri="{FF2B5EF4-FFF2-40B4-BE49-F238E27FC236}">
                  <a16:creationId xmlns:a16="http://schemas.microsoft.com/office/drawing/2014/main" id="{B5381438-8065-6A59-39C6-C855E27D6883}"/>
                </a:ext>
              </a:extLst>
            </p:cNvPr>
            <p:cNvSpPr txBox="1"/>
            <p:nvPr/>
          </p:nvSpPr>
          <p:spPr>
            <a:xfrm>
              <a:off x="7766842" y="6152328"/>
              <a:ext cx="434183" cy="2308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rPr>
                <a:t>49%</a:t>
              </a:r>
              <a:endParaRPr kumimoji="0" lang="zh-CN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11" name="!! 声音">
              <a:extLst>
                <a:ext uri="{FF2B5EF4-FFF2-40B4-BE49-F238E27FC236}">
                  <a16:creationId xmlns:a16="http://schemas.microsoft.com/office/drawing/2014/main" id="{A7D7AC2B-966C-AEB3-867C-A68C19D4D0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048732" y="5934670"/>
              <a:ext cx="179932" cy="179932"/>
            </a:xfrm>
            <a:prstGeom prst="rect">
              <a:avLst/>
            </a:prstGeom>
          </p:spPr>
        </p:pic>
        <p:pic>
          <p:nvPicPr>
            <p:cNvPr id="12" name="!! 电源">
              <a:hlinkClick r:id="rId14" action="ppaction://hlinksldjump"/>
              <a:extLst>
                <a:ext uri="{FF2B5EF4-FFF2-40B4-BE49-F238E27FC236}">
                  <a16:creationId xmlns:a16="http://schemas.microsoft.com/office/drawing/2014/main" id="{92183056-27EF-6CAD-BC92-8DFD589CD63D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 cstate="print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p:blipFill>
          <p:spPr>
            <a:xfrm>
              <a:off x="9489000" y="5925331"/>
              <a:ext cx="208372" cy="208370"/>
            </a:xfrm>
            <a:prstGeom prst="rect">
              <a:avLst/>
            </a:prstGeom>
          </p:spPr>
        </p:pic>
      </p:grpSp>
      <p:grpSp>
        <p:nvGrpSpPr>
          <p:cNvPr id="14" name="组合 13">
            <a:extLst>
              <a:ext uri="{FF2B5EF4-FFF2-40B4-BE49-F238E27FC236}">
                <a16:creationId xmlns:a16="http://schemas.microsoft.com/office/drawing/2014/main" id="{C2CD6416-463B-D374-54F9-D5FAEDF21165}"/>
              </a:ext>
            </a:extLst>
          </p:cNvPr>
          <p:cNvGrpSpPr/>
          <p:nvPr/>
        </p:nvGrpSpPr>
        <p:grpSpPr>
          <a:xfrm>
            <a:off x="1659673" y="933566"/>
            <a:ext cx="658298" cy="967680"/>
            <a:chOff x="2726128" y="2691285"/>
            <a:chExt cx="527312" cy="775134"/>
          </a:xfrm>
          <a:effectLst/>
        </p:grpSpPr>
        <p:grpSp>
          <p:nvGrpSpPr>
            <p:cNvPr id="15" name="!! 设置">
              <a:extLst>
                <a:ext uri="{FF2B5EF4-FFF2-40B4-BE49-F238E27FC236}">
                  <a16:creationId xmlns:a16="http://schemas.microsoft.com/office/drawing/2014/main" id="{E116B2ED-ECD8-7F95-C5BD-F1986F0C5860}"/>
                </a:ext>
              </a:extLst>
            </p:cNvPr>
            <p:cNvGrpSpPr/>
            <p:nvPr/>
          </p:nvGrpSpPr>
          <p:grpSpPr>
            <a:xfrm>
              <a:off x="2726128" y="2691285"/>
              <a:ext cx="527312" cy="527312"/>
              <a:chOff x="4725145" y="3205535"/>
              <a:chExt cx="446930" cy="446930"/>
            </a:xfrm>
          </p:grpSpPr>
          <p:sp>
            <p:nvSpPr>
              <p:cNvPr id="17" name="背景">
                <a:hlinkClick r:id="rId17" action="ppaction://hlinksldjump"/>
                <a:extLst>
                  <a:ext uri="{FF2B5EF4-FFF2-40B4-BE49-F238E27FC236}">
                    <a16:creationId xmlns:a16="http://schemas.microsoft.com/office/drawing/2014/main" id="{42F38254-B1BF-0485-F9AF-CE4C53D6ECEF}"/>
                  </a:ext>
                </a:extLst>
              </p:cNvPr>
              <p:cNvSpPr/>
              <p:nvPr/>
            </p:nvSpPr>
            <p:spPr>
              <a:xfrm>
                <a:off x="4725145" y="3205535"/>
                <a:ext cx="446930" cy="446930"/>
              </a:xfrm>
              <a:prstGeom prst="roundRect">
                <a:avLst/>
              </a:prstGeom>
              <a:solidFill>
                <a:schemeClr val="accent4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4572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zh-CN" alt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OPPOSans R"/>
                  <a:ea typeface="OPPOSans R"/>
                  <a:cs typeface="+mn-cs"/>
                </a:endParaRPr>
              </a:p>
            </p:txBody>
          </p:sp>
          <p:pic>
            <p:nvPicPr>
              <p:cNvPr id="18" name="齿轮" descr="单级齿轮 轮廓">
                <a:extLst>
                  <a:ext uri="{FF2B5EF4-FFF2-40B4-BE49-F238E27FC236}">
                    <a16:creationId xmlns:a16="http://schemas.microsoft.com/office/drawing/2014/main" id="{40BC1A26-2CA9-BF0B-84D4-0185C0118D1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4772763" y="3253153"/>
                <a:ext cx="351694" cy="351694"/>
              </a:xfrm>
              <a:prstGeom prst="rect">
                <a:avLst/>
              </a:prstGeom>
            </p:spPr>
          </p:pic>
        </p:grpSp>
        <p:sp>
          <p:nvSpPr>
            <p:cNvPr id="16" name="文本框 15">
              <a:extLst>
                <a:ext uri="{FF2B5EF4-FFF2-40B4-BE49-F238E27FC236}">
                  <a16:creationId xmlns:a16="http://schemas.microsoft.com/office/drawing/2014/main" id="{B9686F68-F3FA-27FA-96FC-9A84F0419083}"/>
                </a:ext>
              </a:extLst>
            </p:cNvPr>
            <p:cNvSpPr txBox="1"/>
            <p:nvPr/>
          </p:nvSpPr>
          <p:spPr>
            <a:xfrm>
              <a:off x="2726128" y="3244536"/>
              <a:ext cx="527312" cy="2218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设置</a:t>
              </a:r>
            </a:p>
          </p:txBody>
        </p:sp>
      </p:grpSp>
      <p:grpSp>
        <p:nvGrpSpPr>
          <p:cNvPr id="23" name="相机">
            <a:extLst>
              <a:ext uri="{FF2B5EF4-FFF2-40B4-BE49-F238E27FC236}">
                <a16:creationId xmlns:a16="http://schemas.microsoft.com/office/drawing/2014/main" id="{9EC8E458-2611-C7E1-79CD-4EEAAB666541}"/>
              </a:ext>
            </a:extLst>
          </p:cNvPr>
          <p:cNvGrpSpPr/>
          <p:nvPr/>
        </p:nvGrpSpPr>
        <p:grpSpPr>
          <a:xfrm>
            <a:off x="3189536" y="933566"/>
            <a:ext cx="658298" cy="967680"/>
            <a:chOff x="3189536" y="933566"/>
            <a:chExt cx="658298" cy="967680"/>
          </a:xfrm>
        </p:grpSpPr>
        <p:sp>
          <p:nvSpPr>
            <p:cNvPr id="26" name="背景">
              <a:extLst>
                <a:ext uri="{FF2B5EF4-FFF2-40B4-BE49-F238E27FC236}">
                  <a16:creationId xmlns:a16="http://schemas.microsoft.com/office/drawing/2014/main" id="{8491D03E-A79F-80DC-8FF3-AD7FC58385CC}"/>
                </a:ext>
              </a:extLst>
            </p:cNvPr>
            <p:cNvSpPr/>
            <p:nvPr/>
          </p:nvSpPr>
          <p:spPr>
            <a:xfrm>
              <a:off x="3189536" y="933566"/>
              <a:ext cx="658298" cy="658298"/>
            </a:xfrm>
            <a:prstGeom prst="roundRect">
              <a:avLst/>
            </a:prstGeom>
            <a:solidFill>
              <a:srgbClr val="547A9C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27" name="icon">
              <a:extLst>
                <a:ext uri="{FF2B5EF4-FFF2-40B4-BE49-F238E27FC236}">
                  <a16:creationId xmlns:a16="http://schemas.microsoft.com/office/drawing/2014/main" id="{4C67966C-052E-781C-B6FC-6090A32ADE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rcRect/>
            <a:stretch/>
          </p:blipFill>
          <p:spPr>
            <a:xfrm>
              <a:off x="3328520" y="1072550"/>
              <a:ext cx="380330" cy="380330"/>
            </a:xfrm>
            <a:prstGeom prst="rect">
              <a:avLst/>
            </a:prstGeom>
          </p:spPr>
        </p:pic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1A4730A4-BA0F-3838-D42D-6E833CF98249}"/>
                </a:ext>
              </a:extLst>
            </p:cNvPr>
            <p:cNvSpPr txBox="1"/>
            <p:nvPr/>
          </p:nvSpPr>
          <p:spPr>
            <a:xfrm>
              <a:off x="3189536" y="1624246"/>
              <a:ext cx="658298" cy="2770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>
                    <a:outerShdw blurRad="63500" sx="102000" sy="102000" algn="ctr" rotWithShape="0">
                      <a:prstClr val="black">
                        <a:alpha val="40000"/>
                      </a:prstClr>
                    </a:outerShdw>
                  </a:effectLst>
                  <a:uLnTx/>
                  <a:uFillTx/>
                  <a:latin typeface="vivo Sans"/>
                  <a:ea typeface="vivo Sans"/>
                  <a:cs typeface="+mn-cs"/>
                </a:rPr>
                <a:t>相机</a:t>
              </a:r>
            </a:p>
          </p:txBody>
        </p:sp>
      </p:grpSp>
      <p:sp>
        <p:nvSpPr>
          <p:cNvPr id="21" name="!! 背景">
            <a:hlinkClick r:id="rId22" action="ppaction://hlinksldjump"/>
            <a:extLst>
              <a:ext uri="{FF2B5EF4-FFF2-40B4-BE49-F238E27FC236}">
                <a16:creationId xmlns:a16="http://schemas.microsoft.com/office/drawing/2014/main" id="{39BFFF56-84DC-340F-D96F-E47499D26938}"/>
              </a:ext>
            </a:extLst>
          </p:cNvPr>
          <p:cNvSpPr/>
          <p:nvPr/>
        </p:nvSpPr>
        <p:spPr>
          <a:xfrm>
            <a:off x="4719399" y="933566"/>
            <a:ext cx="658298" cy="658298"/>
          </a:xfrm>
          <a:prstGeom prst="round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2" name="!! icon">
            <a:extLst>
              <a:ext uri="{FF2B5EF4-FFF2-40B4-BE49-F238E27FC236}">
                <a16:creationId xmlns:a16="http://schemas.microsoft.com/office/drawing/2014/main" id="{0D87E190-E5AF-0D56-9C5B-3220D08EBDE5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rcRect/>
          <a:stretch/>
        </p:blipFill>
        <p:spPr>
          <a:xfrm>
            <a:off x="4858383" y="1072550"/>
            <a:ext cx="380330" cy="380330"/>
          </a:xfrm>
          <a:prstGeom prst="rect">
            <a:avLst/>
          </a:prstGeom>
        </p:spPr>
      </p:pic>
      <p:sp>
        <p:nvSpPr>
          <p:cNvPr id="20" name="文本框 19">
            <a:extLst>
              <a:ext uri="{FF2B5EF4-FFF2-40B4-BE49-F238E27FC236}">
                <a16:creationId xmlns:a16="http://schemas.microsoft.com/office/drawing/2014/main" id="{3F757A15-E07A-C98D-BF26-4D4B61EE4B3F}"/>
              </a:ext>
            </a:extLst>
          </p:cNvPr>
          <p:cNvSpPr txBox="1"/>
          <p:nvPr/>
        </p:nvSpPr>
        <p:spPr>
          <a:xfrm>
            <a:off x="4719399" y="1624246"/>
            <a:ext cx="658298" cy="277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  <a:uLnTx/>
                <a:uFillTx/>
                <a:latin typeface="vivo Sans"/>
                <a:ea typeface="vivo Sans"/>
                <a:cs typeface="+mn-cs"/>
              </a:rPr>
              <a:t>相册</a:t>
            </a:r>
          </a:p>
        </p:txBody>
      </p:sp>
    </p:spTree>
    <p:extLst>
      <p:ext uri="{BB962C8B-B14F-4D97-AF65-F5344CB8AC3E}">
        <p14:creationId xmlns:p14="http://schemas.microsoft.com/office/powerpoint/2010/main" val="1803372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 advTm="0"/>
    </mc:Choice>
    <mc:Fallback xmlns="">
      <p:transition advClick="0" advTm="0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78568A-9612-703A-49C1-EB59B4FDB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!! 背景">
            <a:extLst>
              <a:ext uri="{FF2B5EF4-FFF2-40B4-BE49-F238E27FC236}">
                <a16:creationId xmlns:a16="http://schemas.microsoft.com/office/drawing/2014/main" id="{4D1E5330-0E65-5576-7CAF-FB70F923CA7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6122"/>
            </a:avLst>
          </a:prstGeom>
          <a:solidFill>
            <a:schemeClr val="bg1"/>
          </a:solidFill>
          <a:ln>
            <a:noFill/>
          </a:ln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OPPOSans R"/>
              <a:ea typeface="OPPOSans R"/>
              <a:cs typeface="+mn-cs"/>
            </a:endParaRPr>
          </a:p>
        </p:txBody>
      </p:sp>
      <p:pic>
        <p:nvPicPr>
          <p:cNvPr id="26" name="!! 图标">
            <a:extLst>
              <a:ext uri="{FF2B5EF4-FFF2-40B4-BE49-F238E27FC236}">
                <a16:creationId xmlns:a16="http://schemas.microsoft.com/office/drawing/2014/main" id="{20229FC1-E1FA-0F7C-8348-3D9CD31FE8B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5543772" y="2876773"/>
            <a:ext cx="1104454" cy="1104454"/>
          </a:xfrm>
          <a:prstGeom prst="rect">
            <a:avLst/>
          </a:prstGeom>
        </p:spPr>
      </p:pic>
      <p:sp>
        <p:nvSpPr>
          <p:cNvPr id="4" name="!! App名">
            <a:extLst>
              <a:ext uri="{FF2B5EF4-FFF2-40B4-BE49-F238E27FC236}">
                <a16:creationId xmlns:a16="http://schemas.microsoft.com/office/drawing/2014/main" id="{2CA15259-BB57-3858-E5BD-BFA7CE515443}"/>
              </a:ext>
            </a:extLst>
          </p:cNvPr>
          <p:cNvSpPr txBox="1"/>
          <p:nvPr/>
        </p:nvSpPr>
        <p:spPr>
          <a:xfrm>
            <a:off x="5046561" y="4880565"/>
            <a:ext cx="209501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181818">
                    <a:lumMod val="50000"/>
                    <a:lumOff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相册 </a:t>
            </a:r>
            <a:r>
              <a:rPr kumimoji="0" lang="en-US" altLang="zh-CN" sz="2000" b="0" i="0" u="none" strike="noStrike" kern="1200" cap="none" spc="0" normalizeH="0" baseline="0" noProof="0" dirty="0">
                <a:ln>
                  <a:noFill/>
                </a:ln>
                <a:solidFill>
                  <a:srgbClr val="181818">
                    <a:lumMod val="50000"/>
                    <a:lumOff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Preview</a:t>
            </a:r>
            <a:endParaRPr kumimoji="0" lang="zh-CN" altLang="en-US" sz="2000" b="0" i="0" u="none" strike="noStrike" kern="1200" cap="none" spc="0" normalizeH="0" baseline="0" noProof="0" dirty="0">
              <a:ln>
                <a:noFill/>
              </a:ln>
              <a:solidFill>
                <a:srgbClr val="181818">
                  <a:lumMod val="50000"/>
                  <a:lumOff val="50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pic>
        <p:nvPicPr>
          <p:cNvPr id="3" name="!! icon">
            <a:extLst>
              <a:ext uri="{FF2B5EF4-FFF2-40B4-BE49-F238E27FC236}">
                <a16:creationId xmlns:a16="http://schemas.microsoft.com/office/drawing/2014/main" id="{F4E94849-9FA4-E19B-E7B8-EBA7265693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4483237" y="1818167"/>
            <a:ext cx="3221666" cy="32216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79681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med" p14:dur="660" advClick="0" advTm="1250">
        <p159:morph option="byObject"/>
      </p:transition>
    </mc:Choice>
    <mc:Fallback xmlns="">
      <p:transition spd="med" advClick="0" advTm="125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7.40741E-7 L 0.02174 -7.40741E-7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A9A0B6-8031-1E92-B483-FF4A281BF1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FC5F7830-6D8D-61EE-9798-36DF083DD2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21665021-BEB1-3753-0DAC-BD1FBCA5ACCE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ECA957EB-425A-B91A-A6C6-18108B400F00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FE81CF53-81C2-C0A8-E4EA-D42B042FE98A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相册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6FAF49CD-6600-84CB-9EF8-DAC35683953F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D9AA7C9F-21A8-95B6-B842-F1108659DEF6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BEA4C74F-0292-E1E1-C43A-4CA7B982528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9F6C24C-D4B5-D64E-C526-82275ADE42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7" name="!! 相机">
            <a:extLst>
              <a:ext uri="{FF2B5EF4-FFF2-40B4-BE49-F238E27FC236}">
                <a16:creationId xmlns:a16="http://schemas.microsoft.com/office/drawing/2014/main" id="{3E93E8EA-05D5-1E36-1984-F0BC7019CE19}"/>
              </a:ext>
            </a:extLst>
          </p:cNvPr>
          <p:cNvGrpSpPr/>
          <p:nvPr/>
        </p:nvGrpSpPr>
        <p:grpSpPr>
          <a:xfrm>
            <a:off x="471694" y="1296357"/>
            <a:ext cx="2552892" cy="457924"/>
            <a:chOff x="471694" y="1296357"/>
            <a:chExt cx="2552892" cy="457924"/>
          </a:xfrm>
        </p:grpSpPr>
        <p:sp>
          <p:nvSpPr>
            <p:cNvPr id="8" name="!! 选中">
              <a:hlinkClick r:id="rId8" action="ppaction://hlinksldjump"/>
              <a:extLst>
                <a:ext uri="{FF2B5EF4-FFF2-40B4-BE49-F238E27FC236}">
                  <a16:creationId xmlns:a16="http://schemas.microsoft.com/office/drawing/2014/main" id="{A26A6E92-3DFA-E411-D4C9-AB1A4D6C0E7A}"/>
                </a:ext>
              </a:extLst>
            </p:cNvPr>
            <p:cNvSpPr/>
            <p:nvPr/>
          </p:nvSpPr>
          <p:spPr>
            <a:xfrm>
              <a:off x="471694" y="129635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25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相机</a:t>
              </a:r>
            </a:p>
          </p:txBody>
        </p:sp>
        <p:pic>
          <p:nvPicPr>
            <p:cNvPr id="12" name="icon">
              <a:extLst>
                <a:ext uri="{FF2B5EF4-FFF2-40B4-BE49-F238E27FC236}">
                  <a16:creationId xmlns:a16="http://schemas.microsoft.com/office/drawing/2014/main" id="{3B6982FE-78BB-B27C-59BB-582F46BAA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4581" y="1417811"/>
              <a:ext cx="215016" cy="215016"/>
            </a:xfrm>
            <a:prstGeom prst="rect">
              <a:avLst/>
            </a:prstGeom>
          </p:spPr>
        </p:pic>
      </p:grpSp>
      <p:grpSp>
        <p:nvGrpSpPr>
          <p:cNvPr id="14" name="!! 全部媒体">
            <a:extLst>
              <a:ext uri="{FF2B5EF4-FFF2-40B4-BE49-F238E27FC236}">
                <a16:creationId xmlns:a16="http://schemas.microsoft.com/office/drawing/2014/main" id="{8589DBD8-52DB-FEE1-7CA0-2EEB709D2E2C}"/>
              </a:ext>
            </a:extLst>
          </p:cNvPr>
          <p:cNvGrpSpPr/>
          <p:nvPr/>
        </p:nvGrpSpPr>
        <p:grpSpPr>
          <a:xfrm>
            <a:off x="481145" y="1890767"/>
            <a:ext cx="2552892" cy="457924"/>
            <a:chOff x="481145" y="1890767"/>
            <a:chExt cx="2552892" cy="457924"/>
          </a:xfrm>
        </p:grpSpPr>
        <p:sp>
          <p:nvSpPr>
            <p:cNvPr id="15" name="!! 未选中">
              <a:hlinkClick r:id="rId11" action="ppaction://hlinksldjump"/>
              <a:extLst>
                <a:ext uri="{FF2B5EF4-FFF2-40B4-BE49-F238E27FC236}">
                  <a16:creationId xmlns:a16="http://schemas.microsoft.com/office/drawing/2014/main" id="{CA8922BD-1BE9-585C-CCDF-927C95D47104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5F5F5">
                      <a:lumMod val="25000"/>
                    </a:srgb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全部媒体</a:t>
              </a:r>
            </a:p>
          </p:txBody>
        </p:sp>
        <p:pic>
          <p:nvPicPr>
            <p:cNvPr id="16" name="icon">
              <a:extLst>
                <a:ext uri="{FF2B5EF4-FFF2-40B4-BE49-F238E27FC236}">
                  <a16:creationId xmlns:a16="http://schemas.microsoft.com/office/drawing/2014/main" id="{E1D553A6-51D3-41B1-F954-C1EB1532DC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634581" y="2012221"/>
              <a:ext cx="215016" cy="215016"/>
            </a:xfrm>
            <a:prstGeom prst="rect">
              <a:avLst/>
            </a:prstGeom>
          </p:spPr>
        </p:pic>
      </p:grpSp>
      <p:grpSp>
        <p:nvGrpSpPr>
          <p:cNvPr id="6" name="!! 关闭按钮">
            <a:extLst>
              <a:ext uri="{FF2B5EF4-FFF2-40B4-BE49-F238E27FC236}">
                <a16:creationId xmlns:a16="http://schemas.microsoft.com/office/drawing/2014/main" id="{93792B83-04FF-531F-24B5-3EF214B4865E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17" name="矩形: 圆角 16">
              <a:hlinkClick r:id="rId14" action="ppaction://hlinksldjump"/>
              <a:extLst>
                <a:ext uri="{FF2B5EF4-FFF2-40B4-BE49-F238E27FC236}">
                  <a16:creationId xmlns:a16="http://schemas.microsoft.com/office/drawing/2014/main" id="{12CE03EF-34E4-D768-6C3C-212E71ECAE44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9219B4F9-E1F4-C0B8-3DA8-064533AA8E77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pic>
        <p:nvPicPr>
          <p:cNvPr id="19" name="!! ico">
            <a:extLst>
              <a:ext uri="{FF2B5EF4-FFF2-40B4-BE49-F238E27FC236}">
                <a16:creationId xmlns:a16="http://schemas.microsoft.com/office/drawing/2014/main" id="{8966FA6E-48AC-4D27-5E6D-D69B4C61DEE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rcRect/>
          <a:stretch/>
        </p:blipFill>
        <p:spPr>
          <a:xfrm>
            <a:off x="7341043" y="2876773"/>
            <a:ext cx="1104454" cy="1104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0096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50" advClick="0">
        <p:fade/>
      </p:transition>
    </mc:Choice>
    <mc:Fallback xmlns="">
      <p:transition advClick="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3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500" spd="-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3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4" dur="500" spd="-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3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3" presetClass="path" presetSubtype="0" decel="100000" fill="hold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9" dur="500" spd="-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31781A-70FD-548C-1AFA-ED1F98C266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E42CB7A9-6A96-DEB7-392A-DEB59018C55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565AE912-02D0-9A24-5B3A-4C019174CE10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6DA6B55F-46D0-AE2F-33F8-F98081415FE9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89F468BF-B780-E85C-FCCD-A3100F08DD71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相册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22CD572F-14FC-0F2D-B240-9567237E17E1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B31649A7-7FC8-1522-6FFB-7362875895C9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E2E918FF-3E1F-22AB-30F1-5CA049D74E35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28167790-7C8F-EE9A-8E5B-455B9457DB0D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9" name="!! 关闭按钮">
            <a:extLst>
              <a:ext uri="{FF2B5EF4-FFF2-40B4-BE49-F238E27FC236}">
                <a16:creationId xmlns:a16="http://schemas.microsoft.com/office/drawing/2014/main" id="{D0CCBDEE-806D-FD3D-7A50-F96ED8E9E17A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10" name="矩形: 圆角 9">
              <a:hlinkClick r:id="rId8" action="ppaction://hlinksldjump"/>
              <a:extLst>
                <a:ext uri="{FF2B5EF4-FFF2-40B4-BE49-F238E27FC236}">
                  <a16:creationId xmlns:a16="http://schemas.microsoft.com/office/drawing/2014/main" id="{89BD7709-3496-9FCD-EA7E-B7001CCA139F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2CDC8B86-4A2B-A71D-F46E-B543BA786F1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grpSp>
        <p:nvGrpSpPr>
          <p:cNvPr id="24" name="!! 相机">
            <a:extLst>
              <a:ext uri="{FF2B5EF4-FFF2-40B4-BE49-F238E27FC236}">
                <a16:creationId xmlns:a16="http://schemas.microsoft.com/office/drawing/2014/main" id="{0EE7D7CF-5DEA-7514-7127-C1EC1E867148}"/>
              </a:ext>
            </a:extLst>
          </p:cNvPr>
          <p:cNvGrpSpPr/>
          <p:nvPr/>
        </p:nvGrpSpPr>
        <p:grpSpPr>
          <a:xfrm>
            <a:off x="471694" y="1296357"/>
            <a:ext cx="2552892" cy="457924"/>
            <a:chOff x="471694" y="1296357"/>
            <a:chExt cx="2552892" cy="457924"/>
          </a:xfrm>
        </p:grpSpPr>
        <p:sp>
          <p:nvSpPr>
            <p:cNvPr id="19" name="!! 选中">
              <a:extLst>
                <a:ext uri="{FF2B5EF4-FFF2-40B4-BE49-F238E27FC236}">
                  <a16:creationId xmlns:a16="http://schemas.microsoft.com/office/drawing/2014/main" id="{D4D2F2AC-9E06-135D-1E8B-007436F6F5CA}"/>
                </a:ext>
              </a:extLst>
            </p:cNvPr>
            <p:cNvSpPr/>
            <p:nvPr/>
          </p:nvSpPr>
          <p:spPr>
            <a:xfrm>
              <a:off x="471694" y="1296357"/>
              <a:ext cx="2552892" cy="457924"/>
            </a:xfrm>
            <a:prstGeom prst="roundRect">
              <a:avLst>
                <a:gd name="adj" fmla="val 22880"/>
              </a:avLst>
            </a:prstGeom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400" dirty="0"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相机</a:t>
              </a:r>
            </a:p>
          </p:txBody>
        </p:sp>
        <p:pic>
          <p:nvPicPr>
            <p:cNvPr id="21" name="icon">
              <a:extLst>
                <a:ext uri="{FF2B5EF4-FFF2-40B4-BE49-F238E27FC236}">
                  <a16:creationId xmlns:a16="http://schemas.microsoft.com/office/drawing/2014/main" id="{A22957F8-3EA4-8EF3-B722-7E65742E2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34581" y="1417811"/>
              <a:ext cx="215016" cy="215016"/>
            </a:xfrm>
            <a:prstGeom prst="rect">
              <a:avLst/>
            </a:prstGeom>
          </p:spPr>
        </p:pic>
      </p:grpSp>
      <p:grpSp>
        <p:nvGrpSpPr>
          <p:cNvPr id="26" name="!! 全部媒体">
            <a:extLst>
              <a:ext uri="{FF2B5EF4-FFF2-40B4-BE49-F238E27FC236}">
                <a16:creationId xmlns:a16="http://schemas.microsoft.com/office/drawing/2014/main" id="{EBC6C893-B0CB-B03C-6D8B-15EAF8F0E3DD}"/>
              </a:ext>
            </a:extLst>
          </p:cNvPr>
          <p:cNvGrpSpPr/>
          <p:nvPr/>
        </p:nvGrpSpPr>
        <p:grpSpPr>
          <a:xfrm>
            <a:off x="481145" y="1890767"/>
            <a:ext cx="2552892" cy="457924"/>
            <a:chOff x="481145" y="1890767"/>
            <a:chExt cx="2552892" cy="457924"/>
          </a:xfrm>
        </p:grpSpPr>
        <p:sp>
          <p:nvSpPr>
            <p:cNvPr id="20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2977E885-2112-6EF5-1739-1F24E918CFA9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400" dirty="0">
                  <a:solidFill>
                    <a:schemeClr val="bg1">
                      <a:lumMod val="25000"/>
                    </a:schemeClr>
                  </a:solidFill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全部媒体</a:t>
              </a:r>
            </a:p>
          </p:txBody>
        </p:sp>
        <p:pic>
          <p:nvPicPr>
            <p:cNvPr id="23" name="icon">
              <a:extLst>
                <a:ext uri="{FF2B5EF4-FFF2-40B4-BE49-F238E27FC236}">
                  <a16:creationId xmlns:a16="http://schemas.microsoft.com/office/drawing/2014/main" id="{E030517D-70A4-122E-8FFE-C6328308F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4581" y="2012221"/>
              <a:ext cx="215016" cy="215016"/>
            </a:xfrm>
            <a:prstGeom prst="rect">
              <a:avLst/>
            </a:prstGeom>
          </p:spPr>
        </p:pic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154C5CA2-EF76-218D-B0AD-E360FC6BA308}"/>
              </a:ext>
            </a:extLst>
          </p:cNvPr>
          <p:cNvSpPr txBox="1"/>
          <p:nvPr/>
        </p:nvSpPr>
        <p:spPr>
          <a:xfrm>
            <a:off x="5886670" y="6207760"/>
            <a:ext cx="401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400" dirty="0">
                <a:solidFill>
                  <a:schemeClr val="bg1">
                    <a:lumMod val="25000"/>
                  </a:schemeClr>
                </a:solidFill>
              </a:rPr>
              <a:t>共</a:t>
            </a:r>
            <a:r>
              <a:rPr lang="en-US" altLang="zh-CN" sz="1400" dirty="0">
                <a:solidFill>
                  <a:schemeClr val="bg1">
                    <a:lumMod val="25000"/>
                  </a:schemeClr>
                </a:solidFill>
              </a:rPr>
              <a:t>0</a:t>
            </a:r>
            <a:r>
              <a:rPr lang="zh-CN" altLang="en-US" sz="1400" dirty="0">
                <a:solidFill>
                  <a:schemeClr val="bg1">
                    <a:lumMod val="25000"/>
                  </a:schemeClr>
                </a:solidFill>
              </a:rPr>
              <a:t>项（</a:t>
            </a:r>
            <a:r>
              <a:rPr lang="en-US" altLang="zh-CN" sz="1400" dirty="0">
                <a:solidFill>
                  <a:schemeClr val="bg1">
                    <a:lumMod val="25000"/>
                  </a:schemeClr>
                </a:solidFill>
              </a:rPr>
              <a:t>0</a:t>
            </a:r>
            <a:r>
              <a:rPr lang="zh-CN" altLang="en-US" sz="1400" dirty="0">
                <a:solidFill>
                  <a:schemeClr val="bg1">
                    <a:lumMod val="25000"/>
                  </a:schemeClr>
                </a:solidFill>
              </a:rPr>
              <a:t>图片，</a:t>
            </a:r>
            <a:r>
              <a:rPr lang="en-US" altLang="zh-CN" sz="1400" dirty="0">
                <a:solidFill>
                  <a:schemeClr val="bg1">
                    <a:lumMod val="25000"/>
                  </a:schemeClr>
                </a:solidFill>
              </a:rPr>
              <a:t>0</a:t>
            </a:r>
            <a:r>
              <a:rPr lang="zh-CN" altLang="en-US" sz="1400" dirty="0">
                <a:solidFill>
                  <a:schemeClr val="bg1">
                    <a:lumMod val="25000"/>
                  </a:schemeClr>
                </a:solidFill>
              </a:rPr>
              <a:t>视频），占用 </a:t>
            </a:r>
            <a:r>
              <a:rPr lang="en-US" altLang="zh-CN" sz="1400" dirty="0">
                <a:solidFill>
                  <a:schemeClr val="bg1">
                    <a:lumMod val="25000"/>
                  </a:schemeClr>
                </a:solidFill>
              </a:rPr>
              <a:t>0 MB</a:t>
            </a:r>
            <a:endParaRPr lang="zh-CN" altLang="en-US" sz="1400" dirty="0">
              <a:solidFill>
                <a:schemeClr val="bg1">
                  <a:lumMod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43573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1799C4-FDA2-F82E-DB53-289D341EA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728B8256-050A-5219-9449-2D4592DEE1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207D33BE-3356-E406-286E-0211442C718F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2BF5D485-A43F-6381-503D-732AD0E5FECB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BB75C99E-8C74-56FD-FF8E-A05D29671A8A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相册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F5C5CC81-9DC3-E646-51E7-3C31CEAF7721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94D32BA3-34E1-CE7C-410A-E8D22EBB9280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AFE7DC05-A7C0-9A19-2FFE-1ADD3DB742F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3D364920-9D4B-104F-1BC2-B98F214BD0A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24" name="!! 相机">
            <a:extLst>
              <a:ext uri="{FF2B5EF4-FFF2-40B4-BE49-F238E27FC236}">
                <a16:creationId xmlns:a16="http://schemas.microsoft.com/office/drawing/2014/main" id="{43BA9622-2F13-7883-CE36-61E96C6653B7}"/>
              </a:ext>
            </a:extLst>
          </p:cNvPr>
          <p:cNvGrpSpPr/>
          <p:nvPr/>
        </p:nvGrpSpPr>
        <p:grpSpPr>
          <a:xfrm>
            <a:off x="471694" y="1296357"/>
            <a:ext cx="2552892" cy="457924"/>
            <a:chOff x="471694" y="1296357"/>
            <a:chExt cx="2552892" cy="457924"/>
          </a:xfrm>
        </p:grpSpPr>
        <p:sp>
          <p:nvSpPr>
            <p:cNvPr id="19" name="!! 选中">
              <a:hlinkClick r:id="rId8" action="ppaction://hlinksldjump"/>
              <a:extLst>
                <a:ext uri="{FF2B5EF4-FFF2-40B4-BE49-F238E27FC236}">
                  <a16:creationId xmlns:a16="http://schemas.microsoft.com/office/drawing/2014/main" id="{4E20F1B6-5C69-41D8-87F4-DFB25225E1D8}"/>
                </a:ext>
              </a:extLst>
            </p:cNvPr>
            <p:cNvSpPr/>
            <p:nvPr/>
          </p:nvSpPr>
          <p:spPr>
            <a:xfrm>
              <a:off x="471694" y="129635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25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相机</a:t>
              </a:r>
            </a:p>
          </p:txBody>
        </p:sp>
        <p:pic>
          <p:nvPicPr>
            <p:cNvPr id="21" name="icon">
              <a:extLst>
                <a:ext uri="{FF2B5EF4-FFF2-40B4-BE49-F238E27FC236}">
                  <a16:creationId xmlns:a16="http://schemas.microsoft.com/office/drawing/2014/main" id="{BC61638C-A8D8-D6A6-DBA8-084B59A5337F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634581" y="1417811"/>
              <a:ext cx="215016" cy="215016"/>
            </a:xfrm>
            <a:prstGeom prst="rect">
              <a:avLst/>
            </a:prstGeom>
          </p:spPr>
        </p:pic>
      </p:grpSp>
      <p:grpSp>
        <p:nvGrpSpPr>
          <p:cNvPr id="26" name="!! 全部媒体">
            <a:extLst>
              <a:ext uri="{FF2B5EF4-FFF2-40B4-BE49-F238E27FC236}">
                <a16:creationId xmlns:a16="http://schemas.microsoft.com/office/drawing/2014/main" id="{19C27E7C-DA64-1574-0007-E14DABD4AA29}"/>
              </a:ext>
            </a:extLst>
          </p:cNvPr>
          <p:cNvGrpSpPr/>
          <p:nvPr/>
        </p:nvGrpSpPr>
        <p:grpSpPr>
          <a:xfrm>
            <a:off x="481145" y="1890767"/>
            <a:ext cx="2552892" cy="457924"/>
            <a:chOff x="481145" y="1890767"/>
            <a:chExt cx="2552892" cy="457924"/>
          </a:xfrm>
        </p:grpSpPr>
        <p:sp>
          <p:nvSpPr>
            <p:cNvPr id="20" name="!! 未选中">
              <a:extLst>
                <a:ext uri="{FF2B5EF4-FFF2-40B4-BE49-F238E27FC236}">
                  <a16:creationId xmlns:a16="http://schemas.microsoft.com/office/drawing/2014/main" id="{7D1F0BA4-1454-CC17-1F3F-428AB9579E2B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accent1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全部媒体</a:t>
              </a:r>
            </a:p>
          </p:txBody>
        </p:sp>
        <p:pic>
          <p:nvPicPr>
            <p:cNvPr id="23" name="icon">
              <a:extLst>
                <a:ext uri="{FF2B5EF4-FFF2-40B4-BE49-F238E27FC236}">
                  <a16:creationId xmlns:a16="http://schemas.microsoft.com/office/drawing/2014/main" id="{18227281-BF01-B62D-A913-E61DC86FB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34581" y="2012221"/>
              <a:ext cx="215016" cy="215016"/>
            </a:xfrm>
            <a:prstGeom prst="rect">
              <a:avLst/>
            </a:prstGeom>
            <a:effectLst/>
          </p:spPr>
        </p:pic>
      </p:grpSp>
      <p:sp>
        <p:nvSpPr>
          <p:cNvPr id="30" name="文本框 29">
            <a:extLst>
              <a:ext uri="{FF2B5EF4-FFF2-40B4-BE49-F238E27FC236}">
                <a16:creationId xmlns:a16="http://schemas.microsoft.com/office/drawing/2014/main" id="{51BAFF56-D9ED-3110-D1E7-73D12930DA8E}"/>
              </a:ext>
            </a:extLst>
          </p:cNvPr>
          <p:cNvSpPr txBox="1"/>
          <p:nvPr/>
        </p:nvSpPr>
        <p:spPr>
          <a:xfrm>
            <a:off x="5886670" y="6207760"/>
            <a:ext cx="4013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共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项（</a:t>
            </a:r>
            <a:r>
              <a:rPr lang="en-US" altLang="zh-CN" sz="1400" dirty="0">
                <a:solidFill>
                  <a:srgbClr val="F5F5F5">
                    <a:lumMod val="25000"/>
                  </a:srgbClr>
                </a:solidFill>
                <a:latin typeface="vivo Sans"/>
                <a:ea typeface="vivo Sans"/>
              </a:rPr>
              <a:t>7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图片，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0</a:t>
            </a:r>
            <a:r>
              <a:rPr kumimoji="0" lang="zh-CN" alt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视频），占用 </a:t>
            </a:r>
            <a:r>
              <a:rPr kumimoji="0" lang="en-US" altLang="zh-CN" sz="14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25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&lt;1 MB</a:t>
            </a:r>
            <a:endParaRPr kumimoji="0" lang="zh-CN" altLang="en-US" sz="1400" b="0" i="0" u="none" strike="noStrike" kern="1200" cap="none" spc="0" normalizeH="0" baseline="0" noProof="0" dirty="0">
              <a:ln>
                <a:noFill/>
              </a:ln>
              <a:solidFill>
                <a:srgbClr val="F5F5F5">
                  <a:lumMod val="25000"/>
                </a:srgbClr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sp>
        <p:nvSpPr>
          <p:cNvPr id="17" name="!! img1">
            <a:extLst>
              <a:ext uri="{FF2B5EF4-FFF2-40B4-BE49-F238E27FC236}">
                <a16:creationId xmlns:a16="http://schemas.microsoft.com/office/drawing/2014/main" id="{35E1A5DB-D612-FB32-2EEC-6FA37BFD7B55}"/>
              </a:ext>
            </a:extLst>
          </p:cNvPr>
          <p:cNvSpPr/>
          <p:nvPr/>
        </p:nvSpPr>
        <p:spPr>
          <a:xfrm>
            <a:off x="3598346" y="0"/>
            <a:ext cx="1432800" cy="14328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!! img2">
            <a:extLst>
              <a:ext uri="{FF2B5EF4-FFF2-40B4-BE49-F238E27FC236}">
                <a16:creationId xmlns:a16="http://schemas.microsoft.com/office/drawing/2014/main" id="{07F7406C-C24E-6229-9529-AA8928DCD64A}"/>
              </a:ext>
            </a:extLst>
          </p:cNvPr>
          <p:cNvSpPr/>
          <p:nvPr/>
        </p:nvSpPr>
        <p:spPr>
          <a:xfrm>
            <a:off x="5031742" y="-2507"/>
            <a:ext cx="1432800" cy="1432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!! img3">
            <a:extLst>
              <a:ext uri="{FF2B5EF4-FFF2-40B4-BE49-F238E27FC236}">
                <a16:creationId xmlns:a16="http://schemas.microsoft.com/office/drawing/2014/main" id="{62A2BD97-EB8B-92FC-99B7-6304D65DFD3F}"/>
              </a:ext>
            </a:extLst>
          </p:cNvPr>
          <p:cNvSpPr/>
          <p:nvPr/>
        </p:nvSpPr>
        <p:spPr>
          <a:xfrm>
            <a:off x="6465134" y="0"/>
            <a:ext cx="1432800" cy="14328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!! img4">
            <a:extLst>
              <a:ext uri="{FF2B5EF4-FFF2-40B4-BE49-F238E27FC236}">
                <a16:creationId xmlns:a16="http://schemas.microsoft.com/office/drawing/2014/main" id="{B3FCA693-1CAF-6781-C128-5B292898D95A}"/>
              </a:ext>
            </a:extLst>
          </p:cNvPr>
          <p:cNvSpPr/>
          <p:nvPr/>
        </p:nvSpPr>
        <p:spPr>
          <a:xfrm>
            <a:off x="7888616" y="0"/>
            <a:ext cx="1432800" cy="1432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!! img5">
            <a:extLst>
              <a:ext uri="{FF2B5EF4-FFF2-40B4-BE49-F238E27FC236}">
                <a16:creationId xmlns:a16="http://schemas.microsoft.com/office/drawing/2014/main" id="{6CA5DDAB-2DE1-A12B-8A9D-C75A22DAD686}"/>
              </a:ext>
            </a:extLst>
          </p:cNvPr>
          <p:cNvSpPr/>
          <p:nvPr/>
        </p:nvSpPr>
        <p:spPr>
          <a:xfrm>
            <a:off x="9321849" y="0"/>
            <a:ext cx="1432800" cy="1432800"/>
          </a:xfrm>
          <a:prstGeom prst="rect">
            <a:avLst/>
          </a:prstGeom>
          <a:solidFill>
            <a:schemeClr val="bg1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3" name="!! img6">
            <a:extLst>
              <a:ext uri="{FF2B5EF4-FFF2-40B4-BE49-F238E27FC236}">
                <a16:creationId xmlns:a16="http://schemas.microsoft.com/office/drawing/2014/main" id="{FE17A423-805E-FD41-7EF4-66AC6A98D1E2}"/>
              </a:ext>
            </a:extLst>
          </p:cNvPr>
          <p:cNvSpPr/>
          <p:nvPr/>
        </p:nvSpPr>
        <p:spPr>
          <a:xfrm>
            <a:off x="10755841" y="0"/>
            <a:ext cx="1432800" cy="1432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!! img7">
            <a:extLst>
              <a:ext uri="{FF2B5EF4-FFF2-40B4-BE49-F238E27FC236}">
                <a16:creationId xmlns:a16="http://schemas.microsoft.com/office/drawing/2014/main" id="{5BBF93A9-3EB3-9433-9E0A-F8616CA11ED2}"/>
              </a:ext>
            </a:extLst>
          </p:cNvPr>
          <p:cNvSpPr/>
          <p:nvPr/>
        </p:nvSpPr>
        <p:spPr>
          <a:xfrm>
            <a:off x="3592453" y="1424349"/>
            <a:ext cx="1432800" cy="143280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7" name="!! 关闭按钮">
            <a:extLst>
              <a:ext uri="{FF2B5EF4-FFF2-40B4-BE49-F238E27FC236}">
                <a16:creationId xmlns:a16="http://schemas.microsoft.com/office/drawing/2014/main" id="{EADF2040-C64C-AC1C-B10A-C13260763CDF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8" name="矩形: 圆角 7">
              <a:hlinkClick r:id="rId13" action="ppaction://hlinksldjump"/>
              <a:extLst>
                <a:ext uri="{FF2B5EF4-FFF2-40B4-BE49-F238E27FC236}">
                  <a16:creationId xmlns:a16="http://schemas.microsoft.com/office/drawing/2014/main" id="{7D037CF1-D010-EB23-5213-E4C462AC09CD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2" name="图形 11">
              <a:extLst>
                <a:ext uri="{FF2B5EF4-FFF2-40B4-BE49-F238E27FC236}">
                  <a16:creationId xmlns:a16="http://schemas.microsoft.com/office/drawing/2014/main" id="{AC586709-F4A7-82BC-9D74-956EB421DD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34619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63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9" dur="330" spd="-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63" presetClass="path" presetSubtype="0" decel="100000" fill="hold" grpId="1" nodeType="withEffect">
                                  <p:stCondLst>
                                    <p:cond delay="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4" dur="330" spd="-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63" presetClass="path" presetSubtype="0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19" dur="330" spd="-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63" presetClass="path" presetSubtype="0" decel="100000" fill="hold" grpId="1" nodeType="withEffect">
                                  <p:stCondLst>
                                    <p:cond delay="1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24" dur="330" spd="-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63" presetClass="path" presetSubtype="0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29" dur="330" spd="-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63" presetClass="path" presetSubtype="0" decel="100000" fill="hold" grpId="1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34" dur="330" spd="-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63" presetClass="path" presetSubtype="0" decel="100000" fill="hold" grpId="1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2.08333E-7 -1.85185E-6 L 0.02174 -1.85185E-6 " pathEditMode="relative" rAng="0" ptsTypes="AA">
                                      <p:cBhvr>
                                        <p:cTn id="39" dur="330" spd="-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081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7" grpId="1" animBg="1"/>
      <p:bldP spid="18" grpId="0" animBg="1"/>
      <p:bldP spid="18" grpId="1" animBg="1"/>
      <p:bldP spid="22" grpId="0" animBg="1"/>
      <p:bldP spid="22" grpId="1" animBg="1"/>
      <p:bldP spid="31" grpId="0" animBg="1"/>
      <p:bldP spid="31" grpId="1" animBg="1"/>
      <p:bldP spid="32" grpId="0" animBg="1"/>
      <p:bldP spid="32" grpId="1" animBg="1"/>
      <p:bldP spid="33" grpId="0" animBg="1"/>
      <p:bldP spid="33" grpId="1" animBg="1"/>
      <p:bldP spid="6" grpId="0" animBg="1"/>
      <p:bldP spid="6" grpId="1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artisticBlur radius="3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A0A80CE-6CCB-62D4-F868-E6FFD12F80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!! 背景板">
            <a:extLst>
              <a:ext uri="{FF2B5EF4-FFF2-40B4-BE49-F238E27FC236}">
                <a16:creationId xmlns:a16="http://schemas.microsoft.com/office/drawing/2014/main" id="{E1BFE0EA-8FF5-2214-2C5E-E48E3DE20AD0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alpha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25" name="!! 大标题">
            <a:extLst>
              <a:ext uri="{FF2B5EF4-FFF2-40B4-BE49-F238E27FC236}">
                <a16:creationId xmlns:a16="http://schemas.microsoft.com/office/drawing/2014/main" id="{596FBE70-C69B-F7DE-0906-C77FA826C714}"/>
              </a:ext>
            </a:extLst>
          </p:cNvPr>
          <p:cNvGrpSpPr/>
          <p:nvPr/>
        </p:nvGrpSpPr>
        <p:grpSpPr>
          <a:xfrm>
            <a:off x="462455" y="484333"/>
            <a:ext cx="796551" cy="461665"/>
            <a:chOff x="3079753" y="1375827"/>
            <a:chExt cx="673782" cy="461665"/>
          </a:xfrm>
        </p:grpSpPr>
        <p:sp>
          <p:nvSpPr>
            <p:cNvPr id="27" name="!! 标题符">
              <a:extLst>
                <a:ext uri="{FF2B5EF4-FFF2-40B4-BE49-F238E27FC236}">
                  <a16:creationId xmlns:a16="http://schemas.microsoft.com/office/drawing/2014/main" id="{7932C61F-2D70-CE59-D223-535400FFBBF3}"/>
                </a:ext>
              </a:extLst>
            </p:cNvPr>
            <p:cNvSpPr/>
            <p:nvPr/>
          </p:nvSpPr>
          <p:spPr>
            <a:xfrm>
              <a:off x="3146905" y="1685496"/>
              <a:ext cx="551700" cy="125511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sp>
          <p:nvSpPr>
            <p:cNvPr id="28" name="!! 标题">
              <a:extLst>
                <a:ext uri="{FF2B5EF4-FFF2-40B4-BE49-F238E27FC236}">
                  <a16:creationId xmlns:a16="http://schemas.microsoft.com/office/drawing/2014/main" id="{A29C5465-C040-B2EE-5998-D8C71522DF8A}"/>
                </a:ext>
              </a:extLst>
            </p:cNvPr>
            <p:cNvSpPr txBox="1"/>
            <p:nvPr/>
          </p:nvSpPr>
          <p:spPr>
            <a:xfrm>
              <a:off x="3079753" y="1375827"/>
              <a:ext cx="67378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2400" b="0" i="0" u="none" strike="noStrike" kern="1200" cap="none" spc="0" normalizeH="0" baseline="0" noProof="0" dirty="0">
                  <a:ln>
                    <a:noFill/>
                  </a:ln>
                  <a:solidFill>
                    <a:srgbClr val="000000">
                      <a:lumMod val="75000"/>
                      <a:lumOff val="25000"/>
                    </a:srgbClr>
                  </a:solidFill>
                  <a:effectLst/>
                  <a:uLnTx/>
                  <a:uFillTx/>
                  <a:latin typeface="vivo Sans Medium"/>
                  <a:ea typeface="vivo Sans Medium"/>
                  <a:cs typeface="+mn-cs"/>
                </a:rPr>
                <a:t>相册</a:t>
              </a:r>
            </a:p>
          </p:txBody>
        </p:sp>
      </p:grpSp>
      <p:sp>
        <p:nvSpPr>
          <p:cNvPr id="2" name="!! 二级背景">
            <a:extLst>
              <a:ext uri="{FF2B5EF4-FFF2-40B4-BE49-F238E27FC236}">
                <a16:creationId xmlns:a16="http://schemas.microsoft.com/office/drawing/2014/main" id="{8990D81B-834E-8260-F776-7499021CF926}"/>
              </a:ext>
            </a:extLst>
          </p:cNvPr>
          <p:cNvSpPr/>
          <p:nvPr/>
        </p:nvSpPr>
        <p:spPr>
          <a:xfrm>
            <a:off x="3594540" y="0"/>
            <a:ext cx="8597460" cy="6858000"/>
          </a:xfrm>
          <a:prstGeom prst="rect">
            <a:avLst/>
          </a:prstGeom>
          <a:solidFill>
            <a:schemeClr val="bg2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srgbClr val="F5F5F5"/>
              </a:solidFill>
              <a:effectLst/>
              <a:uLnTx/>
              <a:uFillTx/>
              <a:latin typeface="vivo Sans"/>
              <a:ea typeface="vivo Sans"/>
              <a:cs typeface="+mn-cs"/>
            </a:endParaRPr>
          </a:p>
        </p:txBody>
      </p:sp>
      <p:grpSp>
        <p:nvGrpSpPr>
          <p:cNvPr id="3" name="!! 关闭按钮">
            <a:extLst>
              <a:ext uri="{FF2B5EF4-FFF2-40B4-BE49-F238E27FC236}">
                <a16:creationId xmlns:a16="http://schemas.microsoft.com/office/drawing/2014/main" id="{79437A0E-B746-B962-C617-DEBB6866920B}"/>
              </a:ext>
            </a:extLst>
          </p:cNvPr>
          <p:cNvGrpSpPr/>
          <p:nvPr/>
        </p:nvGrpSpPr>
        <p:grpSpPr>
          <a:xfrm>
            <a:off x="2757493" y="569911"/>
            <a:ext cx="290510" cy="290510"/>
            <a:chOff x="2328464" y="3107859"/>
            <a:chExt cx="583223" cy="583223"/>
          </a:xfrm>
        </p:grpSpPr>
        <p:sp>
          <p:nvSpPr>
            <p:cNvPr id="4" name="矩形: 圆角 3">
              <a:hlinkClick r:id="rId5" action="ppaction://hlinksldjump"/>
              <a:extLst>
                <a:ext uri="{FF2B5EF4-FFF2-40B4-BE49-F238E27FC236}">
                  <a16:creationId xmlns:a16="http://schemas.microsoft.com/office/drawing/2014/main" id="{5FDD01C9-71A2-017F-AB19-949B1E5AF26B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bg2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5977C068-7B3E-8577-7AAA-E855A8D52A3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375480" y="3154875"/>
              <a:ext cx="489196" cy="489196"/>
            </a:xfrm>
            <a:prstGeom prst="rect">
              <a:avLst/>
            </a:prstGeom>
          </p:spPr>
        </p:pic>
      </p:grpSp>
      <p:grpSp>
        <p:nvGrpSpPr>
          <p:cNvPr id="9" name="!! 关闭按钮">
            <a:extLst>
              <a:ext uri="{FF2B5EF4-FFF2-40B4-BE49-F238E27FC236}">
                <a16:creationId xmlns:a16="http://schemas.microsoft.com/office/drawing/2014/main" id="{4899A997-3266-9FED-FF16-4C12CAACBE13}"/>
              </a:ext>
            </a:extLst>
          </p:cNvPr>
          <p:cNvGrpSpPr/>
          <p:nvPr/>
        </p:nvGrpSpPr>
        <p:grpSpPr>
          <a:xfrm>
            <a:off x="2333438" y="569911"/>
            <a:ext cx="290510" cy="290510"/>
            <a:chOff x="2328464" y="3107859"/>
            <a:chExt cx="583223" cy="583223"/>
          </a:xfrm>
        </p:grpSpPr>
        <p:sp>
          <p:nvSpPr>
            <p:cNvPr id="10" name="矩形: 圆角 9">
              <a:extLst>
                <a:ext uri="{FF2B5EF4-FFF2-40B4-BE49-F238E27FC236}">
                  <a16:creationId xmlns:a16="http://schemas.microsoft.com/office/drawing/2014/main" id="{13B6A9C3-8218-53CB-2638-8406794C7A92}"/>
                </a:ext>
              </a:extLst>
            </p:cNvPr>
            <p:cNvSpPr/>
            <p:nvPr/>
          </p:nvSpPr>
          <p:spPr>
            <a:xfrm>
              <a:off x="2328464" y="3107859"/>
              <a:ext cx="583223" cy="583223"/>
            </a:xfrm>
            <a:prstGeom prst="roundRect">
              <a:avLst>
                <a:gd name="adj" fmla="val 20771"/>
              </a:avLst>
            </a:prstGeom>
            <a:solidFill>
              <a:schemeClr val="accent1"/>
            </a:solidFill>
            <a:ln>
              <a:noFill/>
            </a:ln>
            <a:effectLst>
              <a:outerShdw blurRad="127000" sx="101000" sy="101000" algn="c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5F5F5"/>
                </a:solidFill>
                <a:effectLst/>
                <a:uLnTx/>
                <a:uFillTx/>
                <a:latin typeface="vivo Sans"/>
                <a:ea typeface="vivo Sans"/>
                <a:cs typeface="+mn-cs"/>
              </a:endParaRPr>
            </a:p>
          </p:txBody>
        </p:sp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9645E751-8A32-999F-3310-ACCB03A8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rcRect/>
            <a:stretch/>
          </p:blipFill>
          <p:spPr>
            <a:xfrm>
              <a:off x="2449200" y="3228595"/>
              <a:ext cx="341755" cy="341755"/>
            </a:xfrm>
            <a:prstGeom prst="rect">
              <a:avLst/>
            </a:prstGeom>
          </p:spPr>
        </p:pic>
      </p:grpSp>
      <p:grpSp>
        <p:nvGrpSpPr>
          <p:cNvPr id="7" name="!! 相机">
            <a:extLst>
              <a:ext uri="{FF2B5EF4-FFF2-40B4-BE49-F238E27FC236}">
                <a16:creationId xmlns:a16="http://schemas.microsoft.com/office/drawing/2014/main" id="{FFCB5D94-D589-97A0-D73D-86AA8337A2E1}"/>
              </a:ext>
            </a:extLst>
          </p:cNvPr>
          <p:cNvGrpSpPr/>
          <p:nvPr/>
        </p:nvGrpSpPr>
        <p:grpSpPr>
          <a:xfrm>
            <a:off x="471694" y="1296357"/>
            <a:ext cx="2552892" cy="457924"/>
            <a:chOff x="471694" y="1296357"/>
            <a:chExt cx="2552892" cy="457924"/>
          </a:xfrm>
        </p:grpSpPr>
        <p:sp>
          <p:nvSpPr>
            <p:cNvPr id="8" name="!! 选中">
              <a:hlinkClick r:id="rId10" action="ppaction://hlinksldjump"/>
              <a:extLst>
                <a:ext uri="{FF2B5EF4-FFF2-40B4-BE49-F238E27FC236}">
                  <a16:creationId xmlns:a16="http://schemas.microsoft.com/office/drawing/2014/main" id="{4A327DE2-D4EB-9C24-342A-DD7EB66FE64A}"/>
                </a:ext>
              </a:extLst>
            </p:cNvPr>
            <p:cNvSpPr/>
            <p:nvPr/>
          </p:nvSpPr>
          <p:spPr>
            <a:xfrm>
              <a:off x="471694" y="129635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zh-CN" alt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chemeClr val="bg1">
                      <a:lumMod val="25000"/>
                    </a:schemeClr>
                  </a:solidFill>
                  <a:effectLst/>
                  <a:uLnTx/>
                  <a:uFillTx/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相机</a:t>
              </a:r>
            </a:p>
          </p:txBody>
        </p:sp>
        <p:pic>
          <p:nvPicPr>
            <p:cNvPr id="12" name="icon">
              <a:extLst>
                <a:ext uri="{FF2B5EF4-FFF2-40B4-BE49-F238E27FC236}">
                  <a16:creationId xmlns:a16="http://schemas.microsoft.com/office/drawing/2014/main" id="{30D450CF-8717-BFE3-DF85-CA0A2EF3A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634581" y="1417811"/>
              <a:ext cx="215016" cy="215016"/>
            </a:xfrm>
            <a:prstGeom prst="rect">
              <a:avLst/>
            </a:prstGeom>
          </p:spPr>
        </p:pic>
      </p:grpSp>
      <p:grpSp>
        <p:nvGrpSpPr>
          <p:cNvPr id="14" name="!! 全部媒体">
            <a:extLst>
              <a:ext uri="{FF2B5EF4-FFF2-40B4-BE49-F238E27FC236}">
                <a16:creationId xmlns:a16="http://schemas.microsoft.com/office/drawing/2014/main" id="{59658A06-38D9-81AA-068B-E4DF9AA571CE}"/>
              </a:ext>
            </a:extLst>
          </p:cNvPr>
          <p:cNvGrpSpPr/>
          <p:nvPr/>
        </p:nvGrpSpPr>
        <p:grpSpPr>
          <a:xfrm>
            <a:off x="481145" y="1890767"/>
            <a:ext cx="2552892" cy="457924"/>
            <a:chOff x="481145" y="1890767"/>
            <a:chExt cx="2552892" cy="457924"/>
          </a:xfrm>
        </p:grpSpPr>
        <p:sp>
          <p:nvSpPr>
            <p:cNvPr id="15" name="!! 未选中">
              <a:hlinkClick r:id="rId13" action="ppaction://hlinksldjump"/>
              <a:extLst>
                <a:ext uri="{FF2B5EF4-FFF2-40B4-BE49-F238E27FC236}">
                  <a16:creationId xmlns:a16="http://schemas.microsoft.com/office/drawing/2014/main" id="{BF4D9D32-AF12-BECD-50FD-E42231EBE04C}"/>
                </a:ext>
              </a:extLst>
            </p:cNvPr>
            <p:cNvSpPr/>
            <p:nvPr/>
          </p:nvSpPr>
          <p:spPr>
            <a:xfrm>
              <a:off x="481145" y="1890767"/>
              <a:ext cx="2552892" cy="457924"/>
            </a:xfrm>
            <a:prstGeom prst="roundRect">
              <a:avLst>
                <a:gd name="adj" fmla="val 22880"/>
              </a:avLst>
            </a:prstGeom>
            <a:solidFill>
              <a:schemeClr val="bg2"/>
            </a:solidFill>
            <a:ln w="6350">
              <a:noFill/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72000"/>
              <a:r>
                <a:rPr lang="zh-CN" altLang="en-US" sz="1400" dirty="0">
                  <a:solidFill>
                    <a:schemeClr val="bg1">
                      <a:lumMod val="25000"/>
                    </a:schemeClr>
                  </a:solidFill>
                  <a:latin typeface="vivo Sans Light" panose="02000400000000000000" pitchFamily="2" charset="-122"/>
                  <a:ea typeface="vivo Sans Light" panose="02000400000000000000" pitchFamily="2" charset="-122"/>
                  <a:cs typeface="vivo Sans Light" panose="02000400000000000000" pitchFamily="2" charset="-122"/>
                </a:rPr>
                <a:t>      全部媒体</a:t>
              </a:r>
            </a:p>
          </p:txBody>
        </p:sp>
        <p:pic>
          <p:nvPicPr>
            <p:cNvPr id="16" name="icon">
              <a:extLst>
                <a:ext uri="{FF2B5EF4-FFF2-40B4-BE49-F238E27FC236}">
                  <a16:creationId xmlns:a16="http://schemas.microsoft.com/office/drawing/2014/main" id="{2FB8F81E-92C6-D822-C75D-2EBAC99BA22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634581" y="2012221"/>
              <a:ext cx="215016" cy="215016"/>
            </a:xfrm>
            <a:prstGeom prst="rect">
              <a:avLst/>
            </a:prstGeom>
          </p:spPr>
        </p:pic>
      </p:grpSp>
      <p:grpSp>
        <p:nvGrpSpPr>
          <p:cNvPr id="36" name="组合 35">
            <a:extLst>
              <a:ext uri="{FF2B5EF4-FFF2-40B4-BE49-F238E27FC236}">
                <a16:creationId xmlns:a16="http://schemas.microsoft.com/office/drawing/2014/main" id="{384CFB5F-7CC1-396E-05BF-0E17FC01BD05}"/>
              </a:ext>
            </a:extLst>
          </p:cNvPr>
          <p:cNvGrpSpPr/>
          <p:nvPr/>
        </p:nvGrpSpPr>
        <p:grpSpPr>
          <a:xfrm>
            <a:off x="7402866" y="1246429"/>
            <a:ext cx="980808" cy="980808"/>
            <a:chOff x="7332875" y="1296357"/>
            <a:chExt cx="980808" cy="980808"/>
          </a:xfrm>
        </p:grpSpPr>
        <p:sp>
          <p:nvSpPr>
            <p:cNvPr id="34" name="!! 背景">
              <a:hlinkClick r:id="rId16" action="ppaction://hlinksldjump"/>
              <a:extLst>
                <a:ext uri="{FF2B5EF4-FFF2-40B4-BE49-F238E27FC236}">
                  <a16:creationId xmlns:a16="http://schemas.microsoft.com/office/drawing/2014/main" id="{9E9C5CA4-9C73-E945-7D9C-24A007AE3E0C}"/>
                </a:ext>
              </a:extLst>
            </p:cNvPr>
            <p:cNvSpPr/>
            <p:nvPr/>
          </p:nvSpPr>
          <p:spPr>
            <a:xfrm>
              <a:off x="7332875" y="1296357"/>
              <a:ext cx="980808" cy="980808"/>
            </a:xfrm>
            <a:prstGeom prst="roundRect">
              <a:avLst/>
            </a:prstGeom>
            <a:solidFill>
              <a:srgbClr val="00B050"/>
            </a:solidFill>
            <a:ln>
              <a:noFill/>
            </a:ln>
            <a:effectLst>
              <a:outerShdw blurRad="190500" algn="ctr" rotWithShape="0">
                <a:prstClr val="black">
                  <a:alpha val="2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OPPOSans R"/>
                <a:ea typeface="OPPOSans R"/>
                <a:cs typeface="+mn-cs"/>
              </a:endParaRPr>
            </a:p>
          </p:txBody>
        </p:sp>
        <p:pic>
          <p:nvPicPr>
            <p:cNvPr id="35" name="icon">
              <a:extLst>
                <a:ext uri="{FF2B5EF4-FFF2-40B4-BE49-F238E27FC236}">
                  <a16:creationId xmlns:a16="http://schemas.microsoft.com/office/drawing/2014/main" id="{54E08F42-F85E-EFDF-D522-A9CF5A83932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7539949" y="1503431"/>
              <a:ext cx="566660" cy="566660"/>
            </a:xfrm>
            <a:prstGeom prst="rect">
              <a:avLst/>
            </a:prstGeom>
          </p:spPr>
        </p:pic>
      </p:grpSp>
      <p:sp>
        <p:nvSpPr>
          <p:cNvPr id="6" name="文本框 5">
            <a:extLst>
              <a:ext uri="{FF2B5EF4-FFF2-40B4-BE49-F238E27FC236}">
                <a16:creationId xmlns:a16="http://schemas.microsoft.com/office/drawing/2014/main" id="{FD6DFB6C-0C42-653D-04CA-1E9156027703}"/>
              </a:ext>
            </a:extLst>
          </p:cNvPr>
          <p:cNvSpPr txBox="1"/>
          <p:nvPr/>
        </p:nvSpPr>
        <p:spPr>
          <a:xfrm>
            <a:off x="7304691" y="2348691"/>
            <a:ext cx="117715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/>
              <a:t>相册</a:t>
            </a: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E860AC4F-9529-4F25-5034-141926B20161}"/>
              </a:ext>
            </a:extLst>
          </p:cNvPr>
          <p:cNvSpPr txBox="1"/>
          <p:nvPr/>
        </p:nvSpPr>
        <p:spPr>
          <a:xfrm>
            <a:off x="6505721" y="6220046"/>
            <a:ext cx="2775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© 2025 </a:t>
            </a:r>
            <a:r>
              <a:rPr lang="zh-CN" altLang="en-US" sz="1200" dirty="0">
                <a:solidFill>
                  <a:schemeClr val="bg1">
                    <a:lumMod val="50000"/>
                  </a:schemeClr>
                </a:solidFill>
              </a:rPr>
              <a:t>雨夌 </a:t>
            </a:r>
            <a:r>
              <a:rPr lang="en-US" altLang="zh-CN" sz="1200" dirty="0">
                <a:solidFill>
                  <a:schemeClr val="bg1">
                    <a:lumMod val="50000"/>
                  </a:schemeClr>
                </a:solidFill>
              </a:rPr>
              <a:t>All Rights Reserved.</a:t>
            </a:r>
            <a:endParaRPr lang="zh-CN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32624F8E-11BA-AA4C-7219-008A60524980}"/>
              </a:ext>
            </a:extLst>
          </p:cNvPr>
          <p:cNvSpPr txBox="1"/>
          <p:nvPr/>
        </p:nvSpPr>
        <p:spPr>
          <a:xfrm>
            <a:off x="6616264" y="2784389"/>
            <a:ext cx="2554012" cy="28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App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版本：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1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.0.13.preview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02F8A77F-0B4D-29F7-44C4-468ECAB5F3A2}"/>
              </a:ext>
            </a:extLst>
          </p:cNvPr>
          <p:cNvSpPr txBox="1"/>
          <p:nvPr/>
        </p:nvSpPr>
        <p:spPr>
          <a:xfrm>
            <a:off x="6616264" y="3016087"/>
            <a:ext cx="2554012" cy="2831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UI</a:t>
            </a:r>
            <a:r>
              <a:rPr kumimoji="0" lang="zh-CN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版本：</a:t>
            </a:r>
            <a:r>
              <a:rPr lang="en-US" altLang="zh-CN" sz="1200" dirty="0">
                <a:solidFill>
                  <a:srgbClr val="F5F5F5">
                    <a:lumMod val="50000"/>
                  </a:srgbClr>
                </a:solidFill>
                <a:latin typeface="vivo Sans"/>
                <a:ea typeface="vivo Sans"/>
              </a:rPr>
              <a:t>5</a:t>
            </a:r>
            <a:r>
              <a:rPr kumimoji="0" lang="en-US" altLang="zh-CN" sz="1200" b="0" i="0" u="none" strike="noStrike" kern="1200" cap="none" spc="0" normalizeH="0" baseline="0" noProof="0" dirty="0">
                <a:ln>
                  <a:noFill/>
                </a:ln>
                <a:solidFill>
                  <a:srgbClr val="F5F5F5">
                    <a:lumMod val="50000"/>
                  </a:srgbClr>
                </a:solidFill>
                <a:effectLst/>
                <a:uLnTx/>
                <a:uFillTx/>
                <a:latin typeface="vivo Sans"/>
                <a:ea typeface="vivo Sans"/>
                <a:cs typeface="+mn-cs"/>
              </a:rPr>
              <a:t>.0.2</a:t>
            </a:r>
          </a:p>
        </p:txBody>
      </p:sp>
    </p:spTree>
    <p:extLst>
      <p:ext uri="{BB962C8B-B14F-4D97-AF65-F5344CB8AC3E}">
        <p14:creationId xmlns:p14="http://schemas.microsoft.com/office/powerpoint/2010/main" val="5868078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MD3">
      <a:dk1>
        <a:srgbClr val="181818"/>
      </a:dk1>
      <a:lt1>
        <a:srgbClr val="F5F5F5"/>
      </a:lt1>
      <a:dk2>
        <a:srgbClr val="003A62"/>
      </a:dk2>
      <a:lt2>
        <a:srgbClr val="FFFFFF"/>
      </a:lt2>
      <a:accent1>
        <a:srgbClr val="62A8D3"/>
      </a:accent1>
      <a:accent2>
        <a:srgbClr val="89CFF0"/>
      </a:accent2>
      <a:accent3>
        <a:srgbClr val="AED6F1"/>
      </a:accent3>
      <a:accent4>
        <a:srgbClr val="E0F1FF"/>
      </a:accent4>
      <a:accent5>
        <a:srgbClr val="FF5252"/>
      </a:accent5>
      <a:accent6>
        <a:srgbClr val="FFC000"/>
      </a:accent6>
      <a:hlink>
        <a:srgbClr val="0F4C81"/>
      </a:hlink>
      <a:folHlink>
        <a:srgbClr val="BF55EC"/>
      </a:folHlink>
    </a:clrScheme>
    <a:fontScheme name="vivo Sans">
      <a:majorFont>
        <a:latin typeface="vivo Sans Medium"/>
        <a:ea typeface="vivo Sans Medium"/>
        <a:cs typeface=""/>
      </a:majorFont>
      <a:minorFont>
        <a:latin typeface="vivo Sans"/>
        <a:ea typeface="vivo Sans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2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23A511E-2DAE-4D09-BF30-76A5F87351F6}">
  <we:reference id="wa104380862" version="3.0.0.0" store="zh-CN" storeType="OMEX"/>
  <we:alternateReferences>
    <we:reference id="wa104380862" version="3.0.0.0" store="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2280</TotalTime>
  <Words>1668</Words>
  <Application>Microsoft Office PowerPoint</Application>
  <PresentationFormat>宽屏</PresentationFormat>
  <Paragraphs>713</Paragraphs>
  <Slides>91</Slides>
  <Notes>84</Notes>
  <HiddenSlides>8</HiddenSlides>
  <MMClips>0</MMClips>
  <ScaleCrop>false</ScaleCrop>
  <HeadingPairs>
    <vt:vector size="8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91</vt:i4>
      </vt:variant>
      <vt:variant>
        <vt:lpstr>自定义放映</vt:lpstr>
      </vt:variant>
      <vt:variant>
        <vt:i4>1</vt:i4>
      </vt:variant>
    </vt:vector>
  </HeadingPairs>
  <TitlesOfParts>
    <vt:vector size="101" baseType="lpstr">
      <vt:lpstr>-apple-system</vt:lpstr>
      <vt:lpstr>OPPOSans M</vt:lpstr>
      <vt:lpstr>OPPOSans R</vt:lpstr>
      <vt:lpstr>vivo Sans</vt:lpstr>
      <vt:lpstr>vivo Sans Light</vt:lpstr>
      <vt:lpstr>vivo Sans Medium</vt:lpstr>
      <vt:lpstr>等线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跳过oobe</vt:lpstr>
    </vt:vector>
  </TitlesOfParts>
  <Company>HYSoft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夌 雨</dc:creator>
  <cp:lastModifiedBy>夌 雨</cp:lastModifiedBy>
  <cp:revision>3</cp:revision>
  <dcterms:created xsi:type="dcterms:W3CDTF">2025-06-28T14:57:41Z</dcterms:created>
  <dcterms:modified xsi:type="dcterms:W3CDTF">2025-07-15T08:43:24Z</dcterms:modified>
</cp:coreProperties>
</file>