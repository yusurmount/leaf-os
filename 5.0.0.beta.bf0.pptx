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omments/modernComment_188_DFDCB484.xml" ContentType="application/vnd.ms-powerpoint.comment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omments/modernComment_123_37F0E3A0.xml" ContentType="application/vnd.ms-powerpoint.comments+xml"/>
  <Override PartName="/ppt/comments/modernComment_105_CBFE7DBE.xml" ContentType="application/vnd.ms-powerpoint.comments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omments/modernComment_10F_CF2C280A.xml" ContentType="application/vnd.ms-powerpoint.comments+xml"/>
  <Override PartName="/ppt/notesSlides/notesSlide15.xml" ContentType="application/vnd.openxmlformats-officedocument.presentationml.notesSlide+xml"/>
  <Override PartName="/ppt/comments/modernComment_111_61CCFAA2.xml" ContentType="application/vnd.ms-powerpoint.comments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comments/modernComment_118_89B7228A.xml" ContentType="application/vnd.ms-powerpoint.comments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comments/modernComment_122_AC97742F.xml" ContentType="application/vnd.ms-powerpoint.comments+xml"/>
  <Override PartName="/ppt/notesSlides/notesSlide51.xml" ContentType="application/vnd.openxmlformats-officedocument.presentationml.notesSlide+xml"/>
  <Override PartName="/ppt/comments/modernComment_121_1E197F79.xml" ContentType="application/vnd.ms-powerpoint.comments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theme/themeOverride2.xml" ContentType="application/vnd.openxmlformats-officedocument.themeOverr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comments/modernComment_17B_7F49B7F8.xml" ContentType="application/vnd.ms-powerpoint.comments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comments/modernComment_184_8F6B1876.xml" ContentType="application/vnd.ms-powerpoint.comments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3"/>
  </p:notesMasterIdLst>
  <p:sldIdLst>
    <p:sldId id="277" r:id="rId2"/>
    <p:sldId id="278" r:id="rId3"/>
    <p:sldId id="392" r:id="rId4"/>
    <p:sldId id="447" r:id="rId5"/>
    <p:sldId id="291" r:id="rId6"/>
    <p:sldId id="438" r:id="rId7"/>
    <p:sldId id="256" r:id="rId8"/>
    <p:sldId id="257" r:id="rId9"/>
    <p:sldId id="258" r:id="rId10"/>
    <p:sldId id="259" r:id="rId11"/>
    <p:sldId id="260" r:id="rId12"/>
    <p:sldId id="382" r:id="rId13"/>
    <p:sldId id="261" r:id="rId14"/>
    <p:sldId id="265" r:id="rId15"/>
    <p:sldId id="262" r:id="rId16"/>
    <p:sldId id="264" r:id="rId17"/>
    <p:sldId id="267" r:id="rId18"/>
    <p:sldId id="268" r:id="rId19"/>
    <p:sldId id="457" r:id="rId20"/>
    <p:sldId id="270" r:id="rId21"/>
    <p:sldId id="272" r:id="rId22"/>
    <p:sldId id="271" r:id="rId23"/>
    <p:sldId id="273" r:id="rId24"/>
    <p:sldId id="269" r:id="rId25"/>
    <p:sldId id="446" r:id="rId26"/>
    <p:sldId id="445" r:id="rId27"/>
    <p:sldId id="279" r:id="rId28"/>
    <p:sldId id="462" r:id="rId29"/>
    <p:sldId id="463" r:id="rId30"/>
    <p:sldId id="281" r:id="rId31"/>
    <p:sldId id="280" r:id="rId32"/>
    <p:sldId id="413" r:id="rId33"/>
    <p:sldId id="466" r:id="rId34"/>
    <p:sldId id="467" r:id="rId35"/>
    <p:sldId id="468" r:id="rId36"/>
    <p:sldId id="414" r:id="rId37"/>
    <p:sldId id="415" r:id="rId38"/>
    <p:sldId id="416" r:id="rId39"/>
    <p:sldId id="417" r:id="rId40"/>
    <p:sldId id="452" r:id="rId41"/>
    <p:sldId id="419" r:id="rId42"/>
    <p:sldId id="418" r:id="rId43"/>
    <p:sldId id="421" r:id="rId44"/>
    <p:sldId id="422" r:id="rId45"/>
    <p:sldId id="423" r:id="rId46"/>
    <p:sldId id="428" r:id="rId47"/>
    <p:sldId id="464" r:id="rId48"/>
    <p:sldId id="448" r:id="rId49"/>
    <p:sldId id="458" r:id="rId50"/>
    <p:sldId id="469" r:id="rId51"/>
    <p:sldId id="449" r:id="rId52"/>
    <p:sldId id="450" r:id="rId53"/>
    <p:sldId id="451" r:id="rId54"/>
    <p:sldId id="455" r:id="rId55"/>
    <p:sldId id="456" r:id="rId56"/>
    <p:sldId id="284" r:id="rId57"/>
    <p:sldId id="288" r:id="rId58"/>
    <p:sldId id="290" r:id="rId59"/>
    <p:sldId id="289" r:id="rId60"/>
    <p:sldId id="453" r:id="rId61"/>
    <p:sldId id="369" r:id="rId62"/>
    <p:sldId id="454" r:id="rId63"/>
    <p:sldId id="370" r:id="rId64"/>
    <p:sldId id="371" r:id="rId65"/>
    <p:sldId id="373" r:id="rId66"/>
    <p:sldId id="374" r:id="rId67"/>
    <p:sldId id="375" r:id="rId68"/>
    <p:sldId id="376" r:id="rId69"/>
    <p:sldId id="377" r:id="rId70"/>
    <p:sldId id="378" r:id="rId71"/>
    <p:sldId id="379" r:id="rId72"/>
    <p:sldId id="380" r:id="rId73"/>
    <p:sldId id="388" r:id="rId74"/>
    <p:sldId id="389" r:id="rId75"/>
    <p:sldId id="381" r:id="rId76"/>
    <p:sldId id="393" r:id="rId77"/>
    <p:sldId id="394" r:id="rId78"/>
    <p:sldId id="400" r:id="rId79"/>
    <p:sldId id="395" r:id="rId80"/>
    <p:sldId id="396" r:id="rId81"/>
    <p:sldId id="397" r:id="rId82"/>
    <p:sldId id="398" r:id="rId83"/>
    <p:sldId id="399" r:id="rId84"/>
    <p:sldId id="401" r:id="rId85"/>
    <p:sldId id="402" r:id="rId86"/>
    <p:sldId id="403" r:id="rId87"/>
    <p:sldId id="410" r:id="rId88"/>
    <p:sldId id="406" r:id="rId89"/>
    <p:sldId id="408" r:id="rId90"/>
    <p:sldId id="409" r:id="rId91"/>
    <p:sldId id="470" r:id="rId92"/>
    <p:sldId id="471" r:id="rId93"/>
    <p:sldId id="473" r:id="rId94"/>
    <p:sldId id="472" r:id="rId95"/>
    <p:sldId id="430" r:id="rId96"/>
    <p:sldId id="429" r:id="rId97"/>
    <p:sldId id="431" r:id="rId98"/>
    <p:sldId id="432" r:id="rId99"/>
    <p:sldId id="433" r:id="rId100"/>
    <p:sldId id="434" r:id="rId101"/>
    <p:sldId id="435" r:id="rId102"/>
    <p:sldId id="436" r:id="rId103"/>
    <p:sldId id="437" r:id="rId104"/>
    <p:sldId id="460" r:id="rId105"/>
    <p:sldId id="461" r:id="rId106"/>
    <p:sldId id="439" r:id="rId107"/>
    <p:sldId id="440" r:id="rId108"/>
    <p:sldId id="441" r:id="rId109"/>
    <p:sldId id="442" r:id="rId110"/>
    <p:sldId id="443" r:id="rId111"/>
    <p:sldId id="459" r:id="rId112"/>
  </p:sldIdLst>
  <p:sldSz cx="12192000" cy="6858000"/>
  <p:notesSz cx="6858000" cy="9144000"/>
  <p:custShowLst>
    <p:custShow name="oobe" id="0">
      <p:sldLst>
        <p:sld r:id="rId25"/>
      </p:sldLst>
    </p:custShow>
  </p:custShow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ele" id="{5F32F72B-6D8C-465F-913E-502B258E04E0}">
          <p14:sldIdLst>
            <p14:sldId id="277"/>
            <p14:sldId id="278"/>
            <p14:sldId id="392"/>
          </p14:sldIdLst>
        </p14:section>
        <p14:section name="封面制作" id="{6825A310-C065-44A1-AC65-DCF52ED22A1D}">
          <p14:sldIdLst>
            <p14:sldId id="447"/>
          </p14:sldIdLst>
        </p14:section>
        <p14:section name="重启" id="{0004EB39-F60E-417C-8FF5-5B995DB079A3}">
          <p14:sldIdLst>
            <p14:sldId id="291"/>
          </p14:sldIdLst>
        </p14:section>
        <p14:section name="启动" id="{0B1B631F-508B-4C9A-8CBB-4BD9B7C8EBD8}">
          <p14:sldIdLst>
            <p14:sldId id="438"/>
            <p14:sldId id="256"/>
            <p14:sldId id="257"/>
            <p14:sldId id="258"/>
            <p14:sldId id="259"/>
            <p14:sldId id="260"/>
            <p14:sldId id="382"/>
          </p14:sldIdLst>
        </p14:section>
        <p14:section name="向导" id="{E9E7E3AD-745F-4962-B92C-43819FA0B153}">
          <p14:sldIdLst>
            <p14:sldId id="261"/>
            <p14:sldId id="265"/>
            <p14:sldId id="262"/>
            <p14:sldId id="264"/>
            <p14:sldId id="267"/>
            <p14:sldId id="268"/>
            <p14:sldId id="457"/>
            <p14:sldId id="270"/>
            <p14:sldId id="272"/>
            <p14:sldId id="271"/>
            <p14:sldId id="273"/>
            <p14:sldId id="269"/>
          </p14:sldIdLst>
        </p14:section>
        <p14:section name="锁屏" id="{83B5A6C6-EAE2-4EB9-9F71-BC20BEC6D97E}">
          <p14:sldIdLst>
            <p14:sldId id="446"/>
            <p14:sldId id="445"/>
          </p14:sldIdLst>
        </p14:section>
        <p14:section name="主界面" id="{7A2C4150-5BA5-4238-9145-8A4ED5A13E11}">
          <p14:sldIdLst>
            <p14:sldId id="279"/>
          </p14:sldIdLst>
        </p14:section>
        <p14:section name="仪表" id="{76FCB1B3-40CC-4A8B-8ADB-ECA304CE82D4}">
          <p14:sldIdLst>
            <p14:sldId id="462"/>
            <p14:sldId id="463"/>
          </p14:sldIdLst>
        </p14:section>
        <p14:section name="设置" id="{B1343DA0-2E96-4F16-9B06-A0FA55BB82A9}">
          <p14:sldIdLst>
            <p14:sldId id="281"/>
            <p14:sldId id="280"/>
            <p14:sldId id="413"/>
            <p14:sldId id="466"/>
            <p14:sldId id="467"/>
            <p14:sldId id="468"/>
            <p14:sldId id="414"/>
            <p14:sldId id="415"/>
            <p14:sldId id="416"/>
            <p14:sldId id="417"/>
            <p14:sldId id="452"/>
            <p14:sldId id="419"/>
            <p14:sldId id="418"/>
            <p14:sldId id="421"/>
            <p14:sldId id="422"/>
            <p14:sldId id="423"/>
            <p14:sldId id="428"/>
            <p14:sldId id="464"/>
            <p14:sldId id="448"/>
            <p14:sldId id="458"/>
            <p14:sldId id="469"/>
            <p14:sldId id="449"/>
            <p14:sldId id="450"/>
            <p14:sldId id="451"/>
            <p14:sldId id="455"/>
            <p14:sldId id="456"/>
          </p14:sldIdLst>
        </p14:section>
        <p14:section name="电源" id="{F73E5194-CC9C-42A5-A712-19A3F1646980}">
          <p14:sldIdLst>
            <p14:sldId id="284"/>
            <p14:sldId id="288"/>
            <p14:sldId id="290"/>
            <p14:sldId id="289"/>
          </p14:sldIdLst>
        </p14:section>
        <p14:section name="卫星" id="{E109CF58-BA65-4B65-90FC-663DA8BE7017}">
          <p14:sldIdLst>
            <p14:sldId id="453"/>
            <p14:sldId id="369"/>
            <p14:sldId id="454"/>
            <p14:sldId id="370"/>
            <p14:sldId id="371"/>
            <p14:sldId id="373"/>
            <p14:sldId id="374"/>
            <p14:sldId id="375"/>
            <p14:sldId id="376"/>
            <p14:sldId id="377"/>
            <p14:sldId id="378"/>
            <p14:sldId id="379"/>
            <p14:sldId id="380"/>
            <p14:sldId id="388"/>
            <p14:sldId id="389"/>
            <p14:sldId id="381"/>
          </p14:sldIdLst>
        </p14:section>
        <p14:section name="相机" id="{6911151E-7A57-47F1-AA05-9E59A91EEDBE}">
          <p14:sldIdLst>
            <p14:sldId id="393"/>
            <p14:sldId id="394"/>
            <p14:sldId id="400"/>
            <p14:sldId id="395"/>
            <p14:sldId id="396"/>
            <p14:sldId id="397"/>
            <p14:sldId id="398"/>
            <p14:sldId id="399"/>
            <p14:sldId id="401"/>
          </p14:sldIdLst>
        </p14:section>
        <p14:section name="相册" id="{998F2B70-D4E8-415B-B9C6-8F9479B87F3C}">
          <p14:sldIdLst>
            <p14:sldId id="402"/>
            <p14:sldId id="403"/>
            <p14:sldId id="410"/>
            <p14:sldId id="406"/>
            <p14:sldId id="408"/>
            <p14:sldId id="409"/>
          </p14:sldIdLst>
        </p14:section>
        <p14:section name="屏幕照明" id="{C7155288-C70F-4657-9805-7503C2EA0E23}">
          <p14:sldIdLst>
            <p14:sldId id="470"/>
            <p14:sldId id="471"/>
            <p14:sldId id="473"/>
            <p14:sldId id="472"/>
          </p14:sldIdLst>
        </p14:section>
        <p14:section name="BT" id="{4FDC9194-475E-42DC-A9CE-47F3CEDF4AD3}">
          <p14:sldIdLst>
            <p14:sldId id="430"/>
            <p14:sldId id="429"/>
            <p14:sldId id="431"/>
            <p14:sldId id="432"/>
            <p14:sldId id="433"/>
            <p14:sldId id="434"/>
            <p14:sldId id="435"/>
            <p14:sldId id="436"/>
            <p14:sldId id="437"/>
            <p14:sldId id="460"/>
            <p14:sldId id="461"/>
            <p14:sldId id="439"/>
            <p14:sldId id="440"/>
            <p14:sldId id="441"/>
            <p14:sldId id="442"/>
            <p14:sldId id="443"/>
            <p14:sldId id="45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A00B5B67-6B5C-B5E9-8745-9B4BDDBC0DBF}" name="夌 雨" initials="夌雨" userId="d086e8e3883354a1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ADE00"/>
    <a:srgbClr val="0E0E0E"/>
    <a:srgbClr val="62A8D3"/>
    <a:srgbClr val="547A9C"/>
    <a:srgbClr val="000000"/>
    <a:srgbClr val="00C85A"/>
    <a:srgbClr val="4CAF50"/>
    <a:srgbClr val="00D25F"/>
    <a:srgbClr val="44FF01"/>
    <a:srgbClr val="E0F1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366E85F-8127-4C80-913B-D9E3B3715DD7}" v="968" dt="2025-09-06T11:02:09.45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225" autoAdjust="0"/>
    <p:restoredTop sz="92500" autoAdjust="0"/>
  </p:normalViewPr>
  <p:slideViewPr>
    <p:cSldViewPr snapToGrid="0">
      <p:cViewPr>
        <p:scale>
          <a:sx n="75" d="100"/>
          <a:sy n="75" d="100"/>
        </p:scale>
        <p:origin x="336" y="21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25" d="100"/>
        <a:sy n="125" d="100"/>
      </p:scale>
      <p:origin x="0" y="-1401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openxmlformats.org/officeDocument/2006/relationships/tableStyles" Target="tableStyles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notesMaster" Target="notesMasters/notesMaster1.xml"/><Relationship Id="rId118" Type="http://schemas.microsoft.com/office/2015/10/relationships/revisionInfo" Target="revisionInfo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presProps" Target="presProps.xml"/><Relationship Id="rId119" Type="http://schemas.microsoft.com/office/2018/10/relationships/authors" Target="author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viewProps" Target="viewProp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/Relationships>
</file>

<file path=ppt/comments/modernComment_10F_CF2C280A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BFEC4313-6FB7-4019-AADB-31E58C1DBDB2}" authorId="{A00B5B67-6B5C-B5E9-8745-9B4BDDBC0DBF}" status="resolved" created="2025-07-06T08:57:48.152">
    <pc:sldMkLst xmlns:pc="http://schemas.microsoft.com/office/powerpoint/2013/main/command">
      <pc:docMk/>
      <pc:sldMk cId="3475777546" sldId="271"/>
    </pc:sldMkLst>
    <p188:txBody>
      <a:bodyPr/>
      <a:lstStyle/>
      <a:p>
        <a:r>
          <a:rPr lang="zh-CN" altLang="en-US"/>
          <a:t>修改卫星通话选项</a:t>
        </a:r>
      </a:p>
    </p188:txBody>
  </p188:cm>
</p188:cmLst>
</file>

<file path=ppt/comments/modernComment_17B_7F49B7F8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811AF372-81F1-42D9-B45B-1021E31C8C45}" authorId="{A00B5B67-6B5C-B5E9-8745-9B4BDDBC0DBF}" status="resolved" created="2025-07-06T08:46:16.990" complete="100000">
    <pc:sldMkLst xmlns:pc="http://schemas.microsoft.com/office/powerpoint/2013/main/command">
      <pc:docMk/>
      <pc:sldMk cId="2135537656" sldId="379"/>
    </pc:sldMkLst>
    <p188:txBody>
      <a:bodyPr/>
      <a:lstStyle/>
      <a:p>
        <a:r>
          <a:rPr lang="zh-CN" altLang="en-US"/>
          <a:t>优化卫星配色
增加信号强度指示</a:t>
        </a:r>
      </a:p>
    </p188:txBody>
  </p188:cm>
</p188:cmLst>
</file>

<file path=ppt/comments/modernComment_105_CBFE7DBE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8CC00BDD-45CE-4632-92DC-5065333A6A5B}" authorId="{A00B5B67-6B5C-B5E9-8745-9B4BDDBC0DBF}" status="resolved" created="2025-07-06T08:58:51.420">
    <pc:sldMkLst xmlns:pc="http://schemas.microsoft.com/office/powerpoint/2013/main/command">
      <pc:docMk/>
      <pc:sldMk cId="3422453182" sldId="261"/>
    </pc:sldMkLst>
    <p188:txBody>
      <a:bodyPr/>
      <a:lstStyle/>
      <a:p>
        <a:r>
          <a:rPr lang="zh-CN" altLang="en-US"/>
          <a:t>修改欢迎语</a:t>
        </a:r>
      </a:p>
    </p188:txBody>
  </p188:cm>
</p188:cmLst>
</file>

<file path=ppt/comments/modernComment_111_61CCFAA2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5F0A14FC-83FD-4C9A-AA99-9AC1B6D4BDF4}" authorId="{A00B5B67-6B5C-B5E9-8745-9B4BDDBC0DBF}" status="resolved" created="2025-07-07T12:07:02.103">
    <pc:sldMkLst xmlns:pc="http://schemas.microsoft.com/office/powerpoint/2013/main/command">
      <pc:docMk/>
      <pc:sldMk cId="1640823458" sldId="273"/>
    </pc:sldMkLst>
    <p188:txBody>
      <a:bodyPr/>
      <a:lstStyle/>
      <a:p>
        <a:r>
          <a:rPr lang="zh-CN" altLang="en-US"/>
          <a:t>修改完成语</a:t>
        </a:r>
      </a:p>
    </p188:txBody>
  </p188:cm>
</p188:cmLst>
</file>

<file path=ppt/comments/modernComment_118_89B7228A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49737DFC-500B-4B5B-B18F-1B56F337ED5B}" authorId="{A00B5B67-6B5C-B5E9-8745-9B4BDDBC0DBF}" status="resolved" created="2025-07-06T08:44:47.795" complete="100000">
    <pc:sldMkLst xmlns:pc="http://schemas.microsoft.com/office/powerpoint/2013/main/command">
      <pc:docMk/>
      <pc:sldMk cId="2310480522" sldId="280"/>
    </pc:sldMkLst>
    <p188:txBody>
      <a:bodyPr/>
      <a:lstStyle/>
      <a:p>
        <a:r>
          <a:rPr lang="zh-CN" altLang="en-US"/>
          <a:t>优化App过渡动画
By 亥鸥_HYO</a:t>
        </a:r>
      </a:p>
    </p188:txBody>
  </p188:cm>
  <p188:cm id="{FFC0744D-04DB-466D-89A9-516383618D84}" authorId="{A00B5B67-6B5C-B5E9-8745-9B4BDDBC0DBF}" status="resolved" created="2025-07-07T15:32:06.202" complete="100000">
    <pc:sldMkLst xmlns:pc="http://schemas.microsoft.com/office/powerpoint/2013/main/command">
      <pc:docMk/>
      <pc:sldMk cId="2310480522" sldId="280"/>
    </pc:sldMkLst>
    <p188:txBody>
      <a:bodyPr/>
      <a:lstStyle/>
      <a:p>
        <a:r>
          <a:rPr lang="zh-CN" altLang="en-US"/>
          <a:t>优化 启动动画</a:t>
        </a:r>
      </a:p>
    </p188:txBody>
  </p188:cm>
</p188:cmLst>
</file>

<file path=ppt/comments/modernComment_121_1E197F79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A911C8E6-FFA0-4FFB-9E3D-69DF7AB1C6B8}" authorId="{A00B5B67-6B5C-B5E9-8745-9B4BDDBC0DBF}" status="resolved" created="2025-07-06T08:45:52.850" complete="100000">
    <pc:sldMkLst xmlns:pc="http://schemas.microsoft.com/office/powerpoint/2013/main/command">
      <pc:docMk/>
      <pc:sldMk cId="504987513" sldId="289"/>
    </pc:sldMkLst>
    <p188:txBody>
      <a:bodyPr/>
      <a:lstStyle/>
      <a:p>
        <a:r>
          <a:rPr lang="zh-CN" altLang="en-US"/>
          <a:t>增加关机界面</a:t>
        </a:r>
      </a:p>
    </p188:txBody>
  </p188:cm>
  <p188:cm id="{E4B72B70-D082-418D-89FC-ABAE353731DC}" authorId="{A00B5B67-6B5C-B5E9-8745-9B4BDDBC0DBF}" status="resolved" created="2025-07-06T09:55:43.451" complete="100000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504987513" sldId="289"/>
      <ac:spMk id="4" creationId="{4DA0F886-486E-B6E3-D858-C1EEE3A7439D}"/>
    </ac:deMkLst>
    <p188:txBody>
      <a:bodyPr/>
      <a:lstStyle/>
      <a:p>
        <a:r>
          <a:rPr lang="zh-CN" altLang="en-US"/>
          <a:t>增加 退出按钮</a:t>
        </a:r>
      </a:p>
    </p188:txBody>
  </p188:cm>
  <p188:cm id="{AAF97029-F477-40B5-93FD-28E76F1A06B1}" authorId="{A00B5B67-6B5C-B5E9-8745-9B4BDDBC0DBF}" status="resolved" created="2025-07-07T12:01:51.686" complete="100000">
    <pc:sldMkLst xmlns:pc="http://schemas.microsoft.com/office/powerpoint/2013/main/command">
      <pc:docMk/>
      <pc:sldMk cId="504987513" sldId="289"/>
    </pc:sldMkLst>
    <p188:txBody>
      <a:bodyPr/>
      <a:lstStyle/>
      <a:p>
        <a:r>
          <a:rPr lang="zh-CN" altLang="en-US"/>
          <a:t>优化 按钮显示位置</a:t>
        </a:r>
      </a:p>
    </p188:txBody>
  </p188:cm>
</p188:cmLst>
</file>

<file path=ppt/comments/modernComment_122_AC97742F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25D6E4BC-9993-4697-A80B-89F24C84F75B}" authorId="{A00B5B67-6B5C-B5E9-8745-9B4BDDBC0DBF}" status="resolved" created="2025-07-06T08:45:41.172" complete="100000">
    <pc:sldMkLst xmlns:pc="http://schemas.microsoft.com/office/powerpoint/2013/main/command">
      <pc:docMk/>
      <pc:sldMk cId="2895606831" sldId="290"/>
    </pc:sldMkLst>
    <p188:txBody>
      <a:bodyPr/>
      <a:lstStyle/>
      <a:p>
        <a:r>
          <a:rPr lang="zh-CN" altLang="en-US"/>
          <a:t>优化电源动画</a:t>
        </a:r>
      </a:p>
    </p188:txBody>
  </p188:cm>
</p188:cmLst>
</file>

<file path=ppt/comments/modernComment_123_37F0E3A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48AAB480-947A-41D2-A469-C9A29531681E}" authorId="{A00B5B67-6B5C-B5E9-8745-9B4BDDBC0DBF}" status="resolved" created="2025-07-06T08:44:03.310" complete="100000">
    <pc:sldMkLst xmlns:pc="http://schemas.microsoft.com/office/powerpoint/2013/main/command">
      <pc:docMk/>
      <pc:sldMk cId="938533792" sldId="291"/>
    </pc:sldMkLst>
    <p188:txBody>
      <a:bodyPr/>
      <a:lstStyle/>
      <a:p>
        <a:r>
          <a:rPr lang="zh-CN" altLang="en-US"/>
          <a:t>改进了电源动画</a:t>
        </a:r>
      </a:p>
    </p188:txBody>
  </p188:cm>
</p188:cmLst>
</file>

<file path=ppt/comments/modernComment_184_8F6B1876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2EBEEA75-9433-45C0-BA98-CB6ACA00612B}" authorId="{A00B5B67-6B5C-B5E9-8745-9B4BDDBC0DBF}" status="resolved" created="2025-07-06T08:46:44.169" complete="100000">
    <pc:sldMkLst xmlns:pc="http://schemas.microsoft.com/office/powerpoint/2013/main/command">
      <pc:docMk/>
      <pc:sldMk cId="2406160502" sldId="388"/>
    </pc:sldMkLst>
    <p188:txBody>
      <a:bodyPr/>
      <a:lstStyle/>
      <a:p>
        <a:r>
          <a:rPr lang="zh-CN" altLang="en-US"/>
          <a:t>准备增加拨号界面</a:t>
        </a:r>
      </a:p>
    </p188:txBody>
  </p188:cm>
</p188:cmLst>
</file>

<file path=ppt/comments/modernComment_188_DFDCB484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9CE1AEE3-ABE0-483E-B594-46B3AFA2CAC4}" authorId="{A00B5B67-6B5C-B5E9-8745-9B4BDDBC0DBF}" created="2025-07-07T12:36:04.541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3755783300" sldId="392"/>
      <ac:spMk id="50" creationId="{9942987C-1A35-6870-19D2-58E0672473C5}"/>
    </ac:deMkLst>
    <p188:txBody>
      <a:bodyPr/>
      <a:lstStyle/>
      <a:p>
        <a:r>
          <a:rPr lang="zh-CN" altLang="en-US"/>
          <a:t>拨号的x为退位按钮，图标暂时找不到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5E9118-45B6-426A-AB4A-F1CDD1A7C277}" type="datetimeFigureOut">
              <a:rPr lang="zh-CN" altLang="en-US" smtClean="0"/>
              <a:t>2025/9/6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4E2DB11-43BD-48B4-8B48-AB40787BDF6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86014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E2DB11-43BD-48B4-8B48-AB40787BDF67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59980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F2DA97-182E-36FD-AD4F-ADD6C2DE9D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E242527-B83B-BCAB-36F7-FA03A34216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25A7AEA-3D01-C9D5-D8BE-4A41B807DB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672E854-0F39-AC56-97E6-D7410BC429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E2DB11-43BD-48B4-8B48-AB40787BDF67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40196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DB967C-58A7-5A9E-BE64-9B9859402E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6E5ECB7-C91C-E34B-05F5-3CC9BD359B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E20A939-9BA6-2C2C-25A5-947619B30D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204F09D-7DA8-4993-4053-0999C0B679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E2DB11-43BD-48B4-8B48-AB40787BDF6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56489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E2DB11-43BD-48B4-8B48-AB40787BDF67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69343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1AF34A-8B0D-B7A9-7371-39265F0624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CB10A73-51B6-607A-B440-741CEB5DBA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AC3D753-5BB6-DDF8-5A81-912A2BF847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F49D83B-B6F3-C9B0-96C7-7DA73D6CBB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E2DB11-43BD-48B4-8B48-AB40787BDF6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4531830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2E3AAC-43FC-A5CC-7C1B-7F151F026A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26DD021-2CE0-D8BD-A0D4-9870462AA8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7562BE9-70E2-A9CE-3B1F-E3AD8641AC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7D8D517-3A9C-8D6D-CA02-95C12B25EA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E2DB11-43BD-48B4-8B48-AB40787BDF6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100685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E2DB11-43BD-48B4-8B48-AB40787BDF6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2321339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AF10CB-0BA1-F372-CC9B-E983CF4220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1051514-6261-3CAF-DD76-FB9F5A0507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D61BF73-D04A-2ECC-E318-EE0207B964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89C3748-A4E5-3C95-A714-911104E12D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E2DB11-43BD-48B4-8B48-AB40787BDF6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4454970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3A30B4-054D-8027-AE4F-BFD4055C08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3F11669-07C2-B28B-E32F-B319F879EA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2CCB4E6-981C-E54C-8642-35821190CD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DDBDF26-347A-2EED-4552-4D7DC4048E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E2DB11-43BD-48B4-8B48-AB40787BDF6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3632949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BFCF3C-03CF-124C-937E-FF635FE750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217AAD9-58E5-0BDE-DADE-059DA4B240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7558757-E34D-2FE7-B765-61360881E5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A640D2D-9615-2787-BF92-78C3875034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E2DB11-43BD-48B4-8B48-AB40787BDF6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4302500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6C9AEA-8584-4253-33BA-42197A43A3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124AE70-E7C3-A994-AF8D-EE24C0ECBB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BFCDCB7-0F1B-EC1C-941D-A06BD4881B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09FE989-6813-1E01-65B5-1B6EC5BDB7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E2DB11-43BD-48B4-8B48-AB40787BDF6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99205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698803-3261-648C-3A8C-9E3F255A78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4A39023-E502-C3CD-2897-BF8E18A21D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3FDCB0E-C782-0DD3-6741-353B15EBF0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882DB96-774D-A38A-7D2D-C76043F074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E2DB11-43BD-48B4-8B48-AB40787BDF6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7303397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8346A6-D66F-F84E-698A-23F6CC183F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80B9E01-0746-7082-FA41-FE0D1C93CB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E570933-D50A-FCE3-BA2A-A80A71B790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DD1B75D-B552-499D-EEDC-6E1C8E6F1C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E2DB11-43BD-48B4-8B48-AB40787BDF6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1825335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578275-02F0-A2FF-AB0E-3C89682B4E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0C7B82C-FDAE-1068-208A-93E1CD8077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DD7E256-0340-B666-4A4D-FACDB86791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EEE85A5-E840-A32C-1AAB-3DC01BFF76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E2DB11-43BD-48B4-8B48-AB40787BDF6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8570368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F18D55-D483-DAD6-5924-407B8158A3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E0F0FCF-CC32-0532-23A6-7821EF72EF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DDDD2CD-A96F-35DA-D80A-08FF0F7F46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D60106B-A7DE-6DBC-1CDF-D070242C5B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E2DB11-43BD-48B4-8B48-AB40787BDF6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3799658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6C9AEA-8584-4253-33BA-42197A43A3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124AE70-E7C3-A994-AF8D-EE24C0ECBB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BFCDCB7-0F1B-EC1C-941D-A06BD4881B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09FE989-6813-1E01-65B5-1B6EC5BDB7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E2DB11-43BD-48B4-8B48-AB40787BDF6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99205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CF0EC4-E6D5-A711-5591-4479602A08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32B846F-9CD8-51D8-A4AC-630E400D0C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14F643A-0E99-1F19-BD15-FC925D5981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21C60CA-D2DE-9774-CE24-2E1F44B81F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E2DB11-43BD-48B4-8B48-AB40787BDF6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5682331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4328DA-7CF4-EEA9-57BE-403B535F32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DDE778C-77C9-E408-FFD8-88364AB5E6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65E9E80-8774-4C8B-9F96-DB0AE943B8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266F50F-2ECA-4AEF-97EF-CD87E2051B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E2DB11-43BD-48B4-8B48-AB40787BDF6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877879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A0BB27-0738-AC5A-28D3-D2E39D52B0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C8A0EEF-9C9B-0D95-BEF1-D5BA9F728C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ADA6EF6-1316-7DA6-9A82-34E35419E1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8265B94-784D-1F3F-4987-CC31BB5EA9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E2DB11-43BD-48B4-8B48-AB40787BDF6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3386015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088889-43EB-D0A5-F205-28305D2F76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3C27D44-8D0E-D9E7-D195-3E2BBEAB1F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09616DC-1954-F90E-4A3D-E042630473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4154C4D-1932-A973-66CD-5D7F706035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E2DB11-43BD-48B4-8B48-AB40787BDF6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5244700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881CA6-8931-919F-8C5A-7F316296E6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8967FF0-5879-2610-8377-10EA78F344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0E7CC8C-D0EB-D411-ACF2-EAAE66C8D9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A07FBB9-1DDD-407F-0239-CCFD448FFE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E2DB11-43BD-48B4-8B48-AB40787BDF6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3825103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648F54-631A-0CB8-2BCD-32A29C0D83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5BF8077-EE4B-6981-B595-E3399F4507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053AB0A-7151-0E2F-B1DF-C7D5B0E3D1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37B5BD5-3B6A-11BD-9D66-411FFC8F64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E2DB11-43BD-48B4-8B48-AB40787BDF6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3453129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878078-040F-FE5E-BC69-0B008AF266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9F10935-C402-273E-24F0-812DBF9135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3525581-EA55-A17B-D7BC-B2A0D3AACB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47F8A95-22C0-EA74-6B4E-7E72AAAF74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E2DB11-43BD-48B4-8B48-AB40787BDF6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6428336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54F757-34BC-3702-607F-84EEE2A3A5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4FA7DAF-36B5-FCD0-844D-1A67878D21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ABAF768-A749-DEC0-FD7D-1914F87633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4B98662-4DB6-91A9-C7E3-2069E601C2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E2DB11-43BD-48B4-8B48-AB40787BDF6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6615958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0F3BAE-8425-7285-BED8-5EF21FF398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2C7E39D-528D-8041-CDBE-C5CB6162A7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5EB563B-6168-B8F3-7E14-7BC48395D1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29B1A6D-E1D3-88C8-2832-CE3D872624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E2DB11-43BD-48B4-8B48-AB40787BDF6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6770762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84B347-960D-ED36-EA58-C7C8729185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02A8031-A366-45B2-D3EC-8F291F869F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7CA3317-C2DA-6DFC-B864-576F652303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D207FAE-2F7D-32CD-089C-31B67E3E3AB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E2DB11-43BD-48B4-8B48-AB40787BDF6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6641308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C31DC3-2D6C-049D-5080-6F3430888C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0CA7CF7-A2A1-5C2D-A455-1CD73D5ECC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FBE2088-12C7-1188-FFD7-EA95A2C655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8FDE45A-A054-1939-A17A-FE9621C1A8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E2DB11-43BD-48B4-8B48-AB40787BDF6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7339172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8F3342-936B-6C11-9CAE-0036D80C31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0C71A1C-E727-664D-B5BA-673AD6B45D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16B9F49-E9F6-0413-F50C-3519C7C0B0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162FEEA-42A7-4152-7190-9F279D9885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E2DB11-43BD-48B4-8B48-AB40787BDF6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6933970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0A9289-56EC-AE49-B0D1-1642898995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CD83236-418D-C1B2-721D-05488A3296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8CDC76B-9DFC-1FC7-8CC7-755207D66B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C75E533-A3AA-0B91-D7E5-71A7238CCC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E2DB11-43BD-48B4-8B48-AB40787BDF6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1463719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F37355-D1FF-531F-38B4-9B4A9932E6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BFB776C-A1C1-1B9B-998B-5E9E235452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5558E32-C969-39FF-2847-AA62A60AED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43B3AA7-DD01-EC1C-AAFF-CE1F7A8D47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E2DB11-43BD-48B4-8B48-AB40787BDF6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7144629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71F8AE-CBF5-813E-DC23-2780DF72E3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E8EFBD5-A757-B785-EA22-4867C1BDF7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4A856D7-EA32-C205-13E2-0E66D06452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DA04A53-A2DB-CB85-E7D4-2F456042B6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E2DB11-43BD-48B4-8B48-AB40787BDF6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964307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DC5DD2-D5C3-1164-E829-93412DFA85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60BB610-584B-5983-A490-392EE61590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DB54178-46CF-6A08-C75C-697B87DB05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A89C697-1C5C-4429-4F36-690F726564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E2DB11-43BD-48B4-8B48-AB40787BDF6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6143196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102AA8-9269-005C-C335-71CBE390A0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97497B6-0622-1CFA-34DD-969F4E5B24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F53CFB9-94AF-6290-916F-74D7D9F2DE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A93E6B7-2F31-3B67-4273-EEEA7F28D5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E2DB11-43BD-48B4-8B48-AB40787BDF6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54339664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2F4992-90BC-021A-B6AE-768D51C922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9B1AA79-CB51-4830-3863-8F4890A9B3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BBCE72C-C39E-CD4B-4010-BCB3F9FFC5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26277FF-5272-C19A-EA46-E954B59F9D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E2DB11-43BD-48B4-8B48-AB40787BDF6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3855984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CA188C-841B-DF3C-0B6E-B370F6328D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0674CE5-AD0A-C5A4-CA55-38AAF8A25C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A21280B-9A8F-3450-61BF-83B5801536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C04CA58-4D48-7CEE-173D-62CD83E092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E2DB11-43BD-48B4-8B48-AB40787BDF6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2515099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2F1754-27E2-7682-EF2D-E772DCD940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4ABFD21-EBF2-396D-8DBB-8536EBBDAF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A8EFEF7-C762-6A84-3156-D6B0283A71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C9782B9-54D9-7425-E207-FA29F70FF3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E2DB11-43BD-48B4-8B48-AB40787BDF6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80088454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F7C052-7686-E80F-3BDA-0C7DA5C17E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B397412-C236-56AA-F936-6D74D5260F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6E719CC-8B91-E23C-C665-C5311FFA10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20D295C-5CF9-4DB6-39E3-571F9DCB0C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E2DB11-43BD-48B4-8B48-AB40787BDF6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6512637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B5D920-35F5-4F14-90B2-2994936737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B2DA78C-22D3-2530-2BB8-A92F123E8A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23F472E-91A8-2148-0FD6-C1B147B8E6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7868833-7D89-4A30-A30F-D679BB8C1C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E2DB11-43BD-48B4-8B48-AB40787BDF6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72781770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BA13BE-7211-80B5-897B-698046C368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1F61FB7-B7E7-8A1F-AC6A-10F6480D1E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A707992-11C3-7D16-5C45-1DCEA1D1B5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2629819-B19F-4386-579B-EA93359A6D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E2DB11-43BD-48B4-8B48-AB40787BDF6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00875177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0B0F96-6A72-EF15-3D3A-7C13C82CD0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5C9109C-08A9-6161-9218-DA38E9913C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6A9DFD0-6F58-D793-6E51-65046D231F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4D4B321-2163-1819-8C3C-49C5DFA473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E2DB11-43BD-48B4-8B48-AB40787BDF6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78349668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0185D6-90C6-2619-0428-C30A4D4E51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12FFBDE-4FA0-63A7-549D-7BD27F6B44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D41B415-C593-C129-3973-911EB29453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9677BF9-3899-9D52-4689-3C4CEFD56C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E2DB11-43BD-48B4-8B48-AB40787BDF6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44975077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87411F-DCE3-9E4E-2055-7D04258A30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CCA8C36-534C-8A8D-612D-EB77FFF956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92C18FC-80F4-9AE9-1A43-9DFB187FBB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71F41BA-124B-7D31-9954-94826E27709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E2DB11-43BD-48B4-8B48-AB40787BDF6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54166455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AB0139-A029-A5FA-F790-A1B5F4E924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A88EB1F-1ED8-FEF5-8AD9-100599C7B4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C0232F6-41AD-E34A-D32A-BFA5382899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C82D4B4-9DC6-F35D-0BEE-6BEE77B18E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E2DB11-43BD-48B4-8B48-AB40787BDF6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84490110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D49C32-0B54-B640-DF7E-52D40ECB8E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48A9CBF-C2B3-4A76-165A-0212AD9659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9FFB471-7EB9-385E-BA0A-3C28BD39DD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5D1E37B-31EB-8B87-C2F9-0F09598D64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E2DB11-43BD-48B4-8B48-AB40787BDF6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63138433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F6417D-38F4-A735-1E9A-8ACEF5984C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6291D31-02FB-0732-3652-B810D08BD7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669778C-11CD-C7E8-9A6C-CA472C7885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1D0FF36-3FA8-4746-416F-835CF14404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E2DB11-43BD-48B4-8B48-AB40787BDF6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64512528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C870EA-6A60-5211-3D90-373FEDDA68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3BFE480-75A4-2C1D-9E24-6AC5876A48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9BB34FE-6A36-DF7B-279C-0BED93219A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0535DD9-9A18-AFF8-5616-CE0CD5F4B6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E2DB11-43BD-48B4-8B48-AB40787BDF6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77224612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70B6F2-71D0-94D9-7503-E2F647AA17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7D78774-FE39-C357-DD70-876DC56077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18E6DCF-CDE9-6791-5BE9-FBE9C6FD6E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72D322C-70FC-1657-A56E-1F5F014866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E2DB11-43BD-48B4-8B48-AB40787BDF6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15137594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92F55C-A108-B13C-4130-570A4ED9CF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3B1B123-9BB5-DDF8-6221-65EBE3F1AA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48E6BA4-1162-353C-A700-FDEA710E4E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626DC47-0287-9CF3-2352-4CF66BB410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E2DB11-43BD-48B4-8B48-AB40787BDF6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72789159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99E2FB-5239-84F5-FB9F-5E3CFF45F2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827EAB4-CF63-9518-AD45-2AFFFC47EC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43E6803-A441-0520-D848-77D51A680C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8791A47-A8D5-6ADC-C6D7-1BF4F47977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E2DB11-43BD-48B4-8B48-AB40787BDF6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5916144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A22A81-BB55-7B30-5604-B54B02E640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DC39481-2159-5AE0-8217-E7B042395C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393A358-7EF4-0DCC-802D-AABEF7E10B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B671F8F-AEB1-B7A4-10A6-38791A75CF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E2DB11-43BD-48B4-8B48-AB40787BDF6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5186577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FAB06A-F929-6677-BC44-823C4E4500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F106C3F-B659-4E51-6D40-12932299B4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A156502-FEF5-D846-9EDA-082EEDBDAA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63A6CBF-EF22-B873-48CB-C7DBFB81BF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E2DB11-43BD-48B4-8B48-AB40787BDF6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09714936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E1272E-CD72-E977-80C1-9F895AE9C5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550F2B0-8437-74D7-AAE1-FD34F8C84C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E503589-BA6D-3508-6203-CB553A25D4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E67D809-4F99-AC0A-2978-6560A514CD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E2DB11-43BD-48B4-8B48-AB40787BDF6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78406694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DAFB08-D34D-22BF-753E-16CA1A6118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5277D4D-8151-8DC9-9079-E7DFA53AA4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3672DE7-58AF-9127-FC28-6CC9012CA5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E692F26-E997-1A7D-8D27-2DF304E3A6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E2DB11-43BD-48B4-8B48-AB40787BDF6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29443822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06BD7E-A7CC-2D0B-671F-90734CEA75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31D9136-AF7E-A127-19F4-46DC88365E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C809B9E-96D2-AEE4-8195-7611140261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87F126E-BB95-C62A-C8D2-6F0128E3CA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E2DB11-43BD-48B4-8B48-AB40787BDF6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87349369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16E902-40E8-E8D9-3BC8-B505DD8B57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A73474D-F1D1-9090-EF7E-BFD7C4ED7F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3EB7E4A-E601-BA92-B648-CD1BAC50B6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F8EF466-9FFA-6849-28B1-D4C0020065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E2DB11-43BD-48B4-8B48-AB40787BDF6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277695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D86A40-0325-7A9A-F40C-F0F1C444A7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F4F9FBE-108A-15A9-7BF3-09C6E221B0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4003BC5-4BA7-2DD7-351E-045252777B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D534A2C-A109-B547-29EF-3F2B8E279C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E2DB11-43BD-48B4-8B48-AB40787BDF6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16758814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A010BD-D875-7F08-9AEE-4D40A923EC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E1BADC6-B886-3AAB-B5BC-FE19A2166E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324235D-29E4-B2AA-1804-163E317A31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F16543C-DF76-6FC4-CB6F-4C3B0522F5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E2DB11-43BD-48B4-8B48-AB40787BDF6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0983589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6EC41B-E15A-6CC6-70A8-5C982F544E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1AC2959-F99F-0E36-2F75-C0417E76C3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CF9A1D0-4273-96F4-026C-73A92FB3F6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4918DA0-1FBC-E3EB-7B4E-DD95506BF5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E2DB11-43BD-48B4-8B48-AB40787BDF6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78202695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BB18E4-9A99-1B8B-8A30-7BE2A38CEE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7DD0563-FABF-9AB7-0EC4-E5FACFEFEE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0C75230-095D-0234-892F-5BBDD7077A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774A836-550B-DE46-3911-C84343804D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E2DB11-43BD-48B4-8B48-AB40787BDF6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73177122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985F3D-7BEE-9B59-DA97-DB4F548989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AEDB6CE-D2F9-CBCF-B1BC-99F9C695AC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8D4A844-85B7-3BE8-BD98-A68B3B2574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3E8393E-85C8-6BBF-2E6C-6CF98107B4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E2DB11-43BD-48B4-8B48-AB40787BDF6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34590276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C31172-574D-7DB5-22DD-266110E0B6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47F1AA7-3305-1232-9239-059EAEEEC2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C3BAF33-D921-6196-F987-B7F1134C20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4F450C3-1E8D-F540-DF38-BEC7A3E718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E2DB11-43BD-48B4-8B48-AB40787BDF6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0883983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E38916-A9A6-DAE1-BADD-075E744A02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38CF44F-F21D-549A-4A54-D6D5912A31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7D3E0E3-4716-34D5-1AB6-55446ADD77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326FB01-2374-AA2B-E6FC-BA685E3950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E2DB11-43BD-48B4-8B48-AB40787BDF6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99304247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AFD57E-D057-CE80-9C6E-00968F0028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B53D685-1229-0C10-8F4D-9721A51B48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7CC8A04-0425-B0BA-1931-5E73BAF17E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555360B-B98B-59F9-18C7-83C45A586A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E2DB11-43BD-48B4-8B48-AB40787BDF6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4975112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5D5CF7-22D6-875A-94A8-BC13FFE837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BEFB0EE-BDB5-99BF-1191-EBF7AB7F00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A1FED7E-D3A0-3FAB-018F-1170D390C2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AF5A801-6EBC-A34F-2792-806FCF9115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E2DB11-43BD-48B4-8B48-AB40787BDF6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0879899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2746A4-4AB5-B33F-4981-C9EF6135E5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26EE36F-493D-8A5A-BBBA-830FCCD722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EA93DEB-9ED0-1571-5041-69D25416A4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F0C19D0-0603-8C3C-8F4B-6B7A713038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E2DB11-43BD-48B4-8B48-AB40787BDF6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0192508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C12422-4E87-E2AB-366B-AB7C2BDBA9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71684BE-7738-4B23-9C61-CCAC3533DC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7B08DD5-C4ED-934B-820F-84A41B4171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E96CFE7-DCA4-1421-C2A4-C88E5191B5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E2DB11-43BD-48B4-8B48-AB40787BDF6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06653077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63E852-131D-A392-D787-9E8711BC3B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078B214-9D19-FDA6-B292-785E7D35F8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0F4C98D-3951-8CB6-D408-08848A24EF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4CA4379-E244-7ED5-34B5-C56CC6C522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E2DB11-43BD-48B4-8B48-AB40787BDF6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86592295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8893BB-DDAA-C7EF-6604-23366D826E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493D0E8-1AEB-5DAB-7608-1EF1AA1923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E0DC332-EF40-31D9-DD9A-F237AFECFE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0F5AEE6-BC45-F016-1028-A645C425DD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E2DB11-43BD-48B4-8B48-AB40787BDF6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2067528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B3D992-C829-9C63-5C5B-0942A942A9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964CF05-96B0-B4C0-8B88-3470B008FC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212FCF6-D06F-363C-8016-3D031B6193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E977415-7B2C-569B-A05D-417B1BB099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E2DB11-43BD-48B4-8B48-AB40787BDF6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8938362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6FBAB3-E648-450E-3671-62F6842C07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5410913-C39D-1EEE-5CEB-0F6F65ACE3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FB3B246-6649-B86F-264E-DC58B44D59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16D81A4-B9EB-FFBD-1363-FC3BB8156B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E2DB11-43BD-48B4-8B48-AB40787BDF6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3489448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64CFFB-03DD-A473-1B13-40C25AF9AD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ED6A3BF-5D61-AF73-4B59-80C7D88498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11536C8-4F8B-7064-FCA2-5C87057E59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65BCEB0-E7CB-2D48-2BEE-0321812D33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E2DB11-43BD-48B4-8B48-AB40787BDF6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8424070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CCB238-3C3D-83EF-3D82-EE2326E51E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6B54D5F-6B46-2210-C615-7198F35E3A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63EB410-7BB7-D640-E289-B2EA4392E2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68E0B0E-F337-596C-023A-5591F2448B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E2DB11-43BD-48B4-8B48-AB40787BDF6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9158430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809A20-72C9-93E8-5F22-CFDB29B581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7F712A5-219E-384F-C939-2317D00774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9C8A626-14D0-6B11-7DD4-72008DA2D9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1C4F154-A2A6-F5F4-CB9C-7CDC78109B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E2DB11-43BD-48B4-8B48-AB40787BDF6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886343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4EBE85-9515-5B84-2BF8-A532AE0601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BEF6690-1872-B83A-7033-CEA861244D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ED0D1B4-75B7-F481-9C8E-7B47BB34CB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FAB545D-C4A1-4CCF-BE64-5F75DB4EAF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E2DB11-43BD-48B4-8B48-AB40787BDF6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81775653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441DFF-DAB5-B471-F7FB-31AB53DBF4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02A0390-C3C0-EE19-62B6-80C42852BF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E2D21CF-17FB-4613-8364-16C7E7668D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8A66453-15C4-8CB2-1ED5-CE428E4F2C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E2DB11-43BD-48B4-8B48-AB40787BDF6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917157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A57AE6-57B0-C62E-6597-899FA0E3E5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E0FEAC1-4737-3D35-5F64-373D7741AF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1A4FDD4-108B-8A3D-0B47-4892EF3ED1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9F50FC8-FFF2-0D82-3ED6-7EAAA57552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E2DB11-43BD-48B4-8B48-AB40787BDF6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22735728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97471C-87A9-B2A4-B469-7561441C48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B9CB665-9C55-8138-3B37-DC18DD0FB1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4ACAA20-BF7F-CB23-E77F-65388A11E7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A33C338-9498-D6E8-7DED-33743414FD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E2DB11-43BD-48B4-8B48-AB40787BDF6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7536669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9E0E50-C7C4-3D8C-B85A-CD1388384B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72CA0E6-0692-13EB-1C64-17F9CB46D7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5F8DA11-3287-ADEE-0A8A-F646BD28DF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602916A-D2EC-6A2B-6389-7E6B1A4AEF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E2DB11-43BD-48B4-8B48-AB40787BDF6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46777730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5A3806-CE83-0E10-0DDD-AF7A60131D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9A636D4-5146-C037-68B4-3999B8308F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2CA9BCC-7E7D-7CA0-06D7-CF98B03708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604624D-9590-8A07-E9B0-4CAEC63C65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E2DB11-43BD-48B4-8B48-AB40787BDF6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25416367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B8E989-96D9-127C-6F27-EEC0466136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B140372-4B16-62BF-1FDB-4ABAC15C49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2383919-FACA-D1A8-BE10-921C2CBBB2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89E3D7A-0EA3-7910-E1F3-9D2889DDB9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E2DB11-43BD-48B4-8B48-AB40787BDF6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87438228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F2BFE3-9136-DD4F-674E-84A6F6C5E4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AE4DB79-E450-AFF8-902C-1711D05B8F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DD41D53-1B89-9C9D-FC80-53F9C56332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78F398C-4607-313E-0306-8D624C7191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E2DB11-43BD-48B4-8B48-AB40787BDF6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3782815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F29BAB-5288-2503-3190-1D153ED4AF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A2B0D0D-ECA2-B900-524B-F45EEF0291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0516A4E-2CFD-B7E5-25C4-A958B71E36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D646CDE-07E5-CE5D-7234-A451DFD121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E2DB11-43BD-48B4-8B48-AB40787BDF6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4058009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1995A3-C535-6C58-F56C-92743B03DE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D8A0B40-8105-9318-AD9E-E294A36465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6E19103-FB4C-82C1-77EE-58E48A8A61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3504178-7A3F-D4B3-0668-D612D678CF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E2DB11-43BD-48B4-8B48-AB40787BDF6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89148636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5EE41E-E06C-0382-20A8-2C744FB8D3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D8BC4CA-03FC-6F09-B2CB-FD4A1924D7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E9677CC-ED10-E670-6D62-019DB6C478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9016684-6971-2D89-E540-922A10AAA9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E2DB11-43BD-48B4-8B48-AB40787BDF6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86095085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EA1400-DB73-7347-BDAB-8747885712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921A679-57DC-B0D1-B3FA-8FC6446037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CBCBF32-6645-9E26-8421-B205C6AF83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E38E7C7-DC02-C143-90FA-79DBB2EFD5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E2DB11-43BD-48B4-8B48-AB40787BDF6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56966889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D92F79-D6D6-5281-2A24-7B54772E84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07415CE-1D2F-E505-F6B9-8B2B3EADB2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0103439-0AE1-9153-FA79-73F3294077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1F66347-EAC3-ADD5-F85D-7CD5DA6109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E2DB11-43BD-48B4-8B48-AB40787BDF6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232492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B855C1-76CD-48AD-AB00-F2BF2DEF89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3241AB1-DE51-04D2-BFC2-DCADC6CAA4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D1D986F-EEA6-5C33-DAF1-229A15D85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1D394-1D5E-47AC-B4E4-77CFFED56DED}" type="datetimeFigureOut">
              <a:rPr lang="zh-CN" altLang="en-US" smtClean="0"/>
              <a:t>2025/9/6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43787EB-3086-A984-C78C-4CD442C2A8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368D164-4DD9-D1A4-F40E-A373C00A9A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C5FB81-D5E8-4763-8497-A479BB27F1B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25817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799B49-58B5-437F-E08C-675675B0B3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9BCD781-7944-AB7F-BAED-58D87D886B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A581D39-7613-8019-E0E0-C04A3D411F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1D394-1D5E-47AC-B4E4-77CFFED56DED}" type="datetimeFigureOut">
              <a:rPr lang="zh-CN" altLang="en-US" smtClean="0"/>
              <a:t>2025/9/6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6A3A2B1-FB1C-3052-51E1-0A8EFD4868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1DF9D80-4F71-7DF8-CD11-16BE6EBC12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C5FB81-D5E8-4763-8497-A479BB27F1B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35230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9D51AD6-1046-E8DA-8A51-F367F299A9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2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35EF87A-1B8B-3F81-EB2D-C0A5AD0BDF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7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C0C5784-B35D-A056-6CEC-5AEAC5411F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1D394-1D5E-47AC-B4E4-77CFFED56DED}" type="datetimeFigureOut">
              <a:rPr lang="zh-CN" altLang="en-US" smtClean="0"/>
              <a:t>2025/9/6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F92E817-6151-897B-BCAB-C14675A05F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03A2F61-FF54-0E9C-E7A1-98CF119D99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C5FB81-D5E8-4763-8497-A479BB27F1B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36404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2392FC6-A284-B132-AABB-064B6079CA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CAA0321-35BA-1DBE-7ABF-6979AA03EE0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6E50439-7DB3-4F60-E895-4B56984ABD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CBDA798-C89F-3EF5-7EAE-3827F93513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1D394-1D5E-47AC-B4E4-77CFFED56DED}" type="datetimeFigureOut">
              <a:rPr lang="zh-CN" altLang="en-US" smtClean="0"/>
              <a:t>2025/9/6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F78DEA3-1D1F-BA29-A0C5-17BFE3C40E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9AA0939-A7F9-A7A8-D6D9-A63C65675D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C5FB81-D5E8-4763-8497-A479BB27F1B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77632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08732EB-39EE-2096-6D46-07589E8690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9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625AF44-B0AC-8B39-47BB-7E61FC856A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C0BCE65-76F9-3DBC-CB1C-5232B16774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4EDF636-037D-7F6F-D325-513D4846D72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2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56C7852-0AD7-2513-EE56-2CB749BCD06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2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7541D7E3-1EEF-B8DB-A5EC-1C04F51A8D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1D394-1D5E-47AC-B4E4-77CFFED56DED}" type="datetimeFigureOut">
              <a:rPr lang="zh-CN" altLang="en-US" smtClean="0"/>
              <a:t>2025/9/6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627BB2C3-B6C2-2E31-4B04-FC4164C0D7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F7DEBB7B-CF5C-5FEB-2AEE-8AD0969410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C5FB81-D5E8-4763-8497-A479BB27F1B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87075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819313A-7540-A21F-F19D-74E594569A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7879411-07FC-8706-1EF4-E1386AB422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1D394-1D5E-47AC-B4E4-77CFFED56DED}" type="datetimeFigureOut">
              <a:rPr lang="zh-CN" altLang="en-US" smtClean="0"/>
              <a:t>2025/9/6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55EF323-8E3E-AC35-CDFD-2D6B58E4B2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BECF81A-8B45-F3A9-ABB2-7D13202B8D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C5FB81-D5E8-4763-8497-A479BB27F1B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09812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C5E2736-6604-600E-C4D2-5A0F805869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1D394-1D5E-47AC-B4E4-77CFFED56DED}" type="datetimeFigureOut">
              <a:rPr lang="zh-CN" altLang="en-US" smtClean="0"/>
              <a:t>2025/9/6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75765F4-6340-79B8-2B06-76460DD56B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6A86F94-E481-DFD0-0638-3965753C42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C5FB81-D5E8-4763-8497-A479BB27F1B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877597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0FA5992-AE0D-D119-5FB4-DDF699E4A9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DBA9F77-4B86-8699-1CFC-CD9B464BE3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9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749FF9A-BA28-D942-0AF9-D44DECAB72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025E364-0905-E1D7-ECA0-F4B2CFB7B2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1D394-1D5E-47AC-B4E4-77CFFED56DED}" type="datetimeFigureOut">
              <a:rPr lang="zh-CN" altLang="en-US" smtClean="0"/>
              <a:t>2025/9/6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543BC17-F1CD-31D1-EE1A-D2543707C9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DE3348F-1050-16EC-B5EC-78C146492F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C5FB81-D5E8-4763-8497-A479BB27F1B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0003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C0D643B-8154-2125-D003-076C109089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A82492DC-EA66-1C67-737A-9FEC281646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9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763EF30-5CAE-6422-3CB8-B13E383A91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56D6C3E-75D3-C53B-1CEC-F0C5445986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1D394-1D5E-47AC-B4E4-77CFFED56DED}" type="datetimeFigureOut">
              <a:rPr lang="zh-CN" altLang="en-US" smtClean="0"/>
              <a:t>2025/9/6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E283B48-C4C1-2184-ED8C-EF5A07B271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60AC9A9-9ACB-5C51-62CA-8635BFA7E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C5FB81-D5E8-4763-8497-A479BB27F1B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70151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0610A96-1F93-FD62-3A65-53C1451022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2465539-5FCB-5327-A0AC-CC72C5D3FC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0680E4F-F286-86A6-5518-0ED780A657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1D394-1D5E-47AC-B4E4-77CFFED56DED}" type="datetimeFigureOut">
              <a:rPr lang="zh-CN" altLang="en-US" smtClean="0"/>
              <a:t>2025/9/6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5793A5-D3AF-3C8E-1B4B-12B8E2CC21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45040D9-30FE-4CC3-B2E0-9FEED8AEA4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C5FB81-D5E8-4763-8497-A479BB27F1B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66855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4DA87A29-F778-EEFF-94E8-0193C75D821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2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13125D5-889A-B93C-66DE-A50B992381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2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414E452-4DEE-5815-58F7-E8A4523AB4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1D394-1D5E-47AC-B4E4-77CFFED56DED}" type="datetimeFigureOut">
              <a:rPr lang="zh-CN" altLang="en-US" smtClean="0"/>
              <a:t>2025/9/6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943AB85-B926-410C-20D6-C6860B270E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71F3739-7728-1CB2-26EF-2E1A50C96D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C5FB81-D5E8-4763-8497-A479BB27F1B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67036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artisticBlur radius="3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4C3B5166-D917-326A-2942-2B7DA78C0F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0E3CC38-1728-E960-DFA9-481CA9FA2F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FA5D804-B2FA-9CBE-3CF2-2E6A7E5A2BA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DB1D394-1D5E-47AC-B4E4-77CFFED56DED}" type="datetimeFigureOut">
              <a:rPr lang="zh-CN" altLang="en-US" smtClean="0"/>
              <a:t>2025/9/6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3A8E0BD-9F64-B41F-DE4F-4EC207EF544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A02E17A-9FE7-454F-77D6-8F08C14687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8C5FB81-D5E8-4763-8497-A479BB27F1B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28045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slide" Target="slide27.xml"/><Relationship Id="rId13" Type="http://schemas.openxmlformats.org/officeDocument/2006/relationships/image" Target="../media/image7.png"/><Relationship Id="rId18" Type="http://schemas.openxmlformats.org/officeDocument/2006/relationships/image" Target="../media/image12.svg"/><Relationship Id="rId3" Type="http://schemas.openxmlformats.org/officeDocument/2006/relationships/tags" Target="../tags/tag3.xml"/><Relationship Id="rId7" Type="http://schemas.openxmlformats.org/officeDocument/2006/relationships/image" Target="../media/image2.png"/><Relationship Id="rId12" Type="http://schemas.openxmlformats.org/officeDocument/2006/relationships/image" Target="../media/image6.svg"/><Relationship Id="rId17" Type="http://schemas.openxmlformats.org/officeDocument/2006/relationships/image" Target="../media/image11.png"/><Relationship Id="rId2" Type="http://schemas.openxmlformats.org/officeDocument/2006/relationships/tags" Target="../tags/tag2.xml"/><Relationship Id="rId16" Type="http://schemas.openxmlformats.org/officeDocument/2006/relationships/image" Target="../media/image10.svg"/><Relationship Id="rId1" Type="http://schemas.openxmlformats.org/officeDocument/2006/relationships/tags" Target="../tags/tag1.xml"/><Relationship Id="rId6" Type="http://schemas.openxmlformats.org/officeDocument/2006/relationships/notesSlide" Target="../notesSlides/notesSlide1.xml"/><Relationship Id="rId11" Type="http://schemas.openxmlformats.org/officeDocument/2006/relationships/image" Target="../media/image5.png"/><Relationship Id="rId5" Type="http://schemas.openxmlformats.org/officeDocument/2006/relationships/slideLayout" Target="../slideLayouts/slideLayout1.xml"/><Relationship Id="rId15" Type="http://schemas.openxmlformats.org/officeDocument/2006/relationships/image" Target="../media/image9.png"/><Relationship Id="rId10" Type="http://schemas.openxmlformats.org/officeDocument/2006/relationships/image" Target="../media/image4.svg"/><Relationship Id="rId4" Type="http://schemas.openxmlformats.org/officeDocument/2006/relationships/tags" Target="../tags/tag4.xml"/><Relationship Id="rId9" Type="http://schemas.openxmlformats.org/officeDocument/2006/relationships/image" Target="../media/image3.png"/><Relationship Id="rId14" Type="http://schemas.openxmlformats.org/officeDocument/2006/relationships/image" Target="../media/image8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13" Type="http://schemas.openxmlformats.org/officeDocument/2006/relationships/image" Target="../media/image22.png"/><Relationship Id="rId18" Type="http://schemas.openxmlformats.org/officeDocument/2006/relationships/image" Target="../media/image27.svg"/><Relationship Id="rId3" Type="http://schemas.openxmlformats.org/officeDocument/2006/relationships/image" Target="../media/image13.png"/><Relationship Id="rId7" Type="http://schemas.openxmlformats.org/officeDocument/2006/relationships/image" Target="../media/image16.png"/><Relationship Id="rId12" Type="http://schemas.openxmlformats.org/officeDocument/2006/relationships/image" Target="../media/image21.svg"/><Relationship Id="rId17" Type="http://schemas.openxmlformats.org/officeDocument/2006/relationships/image" Target="../media/image26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25.svg"/><Relationship Id="rId1" Type="http://schemas.openxmlformats.org/officeDocument/2006/relationships/slideLayout" Target="../slideLayouts/slideLayout1.xml"/><Relationship Id="rId6" Type="http://schemas.openxmlformats.org/officeDocument/2006/relationships/slide" Target="slide32.xml"/><Relationship Id="rId11" Type="http://schemas.openxmlformats.org/officeDocument/2006/relationships/image" Target="../media/image20.png"/><Relationship Id="rId5" Type="http://schemas.openxmlformats.org/officeDocument/2006/relationships/image" Target="../media/image15.svg"/><Relationship Id="rId15" Type="http://schemas.openxmlformats.org/officeDocument/2006/relationships/image" Target="../media/image24.png"/><Relationship Id="rId10" Type="http://schemas.openxmlformats.org/officeDocument/2006/relationships/image" Target="../media/image19.svg"/><Relationship Id="rId19" Type="http://schemas.openxmlformats.org/officeDocument/2006/relationships/slide" Target="slide55.xml"/><Relationship Id="rId4" Type="http://schemas.openxmlformats.org/officeDocument/2006/relationships/image" Target="../media/image14.png"/><Relationship Id="rId9" Type="http://schemas.openxmlformats.org/officeDocument/2006/relationships/image" Target="../media/image18.png"/><Relationship Id="rId14" Type="http://schemas.openxmlformats.org/officeDocument/2006/relationships/image" Target="../media/image23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svg"/><Relationship Id="rId3" Type="http://schemas.microsoft.com/office/2018/10/relationships/comments" Target="../comments/modernComment_188_DFDCB484.xml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slide" Target="slide73.xml"/><Relationship Id="rId5" Type="http://schemas.openxmlformats.org/officeDocument/2006/relationships/image" Target="../media/image29.svg"/><Relationship Id="rId4" Type="http://schemas.openxmlformats.org/officeDocument/2006/relationships/image" Target="../media/image2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13" Type="http://schemas.openxmlformats.org/officeDocument/2006/relationships/image" Target="../media/image41.png"/><Relationship Id="rId3" Type="http://schemas.openxmlformats.org/officeDocument/2006/relationships/image" Target="../media/image32.png"/><Relationship Id="rId7" Type="http://schemas.openxmlformats.org/officeDocument/2006/relationships/image" Target="../media/image35.png"/><Relationship Id="rId12" Type="http://schemas.openxmlformats.org/officeDocument/2006/relationships/image" Target="../media/image40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44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svg"/><Relationship Id="rId11" Type="http://schemas.openxmlformats.org/officeDocument/2006/relationships/image" Target="../media/image39.png"/><Relationship Id="rId5" Type="http://schemas.openxmlformats.org/officeDocument/2006/relationships/image" Target="../media/image33.png"/><Relationship Id="rId15" Type="http://schemas.openxmlformats.org/officeDocument/2006/relationships/image" Target="../media/image43.png"/><Relationship Id="rId10" Type="http://schemas.openxmlformats.org/officeDocument/2006/relationships/image" Target="../media/image38.png"/><Relationship Id="rId4" Type="http://schemas.microsoft.com/office/2007/relationships/hdphoto" Target="../media/hdphoto2.wdp"/><Relationship Id="rId9" Type="http://schemas.openxmlformats.org/officeDocument/2006/relationships/image" Target="../media/image37.png"/><Relationship Id="rId14" Type="http://schemas.openxmlformats.org/officeDocument/2006/relationships/image" Target="../media/image42.png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23_37F0E3A0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slide" Target="slide1.xml"/><Relationship Id="rId5" Type="http://schemas.openxmlformats.org/officeDocument/2006/relationships/slide" Target="slide5.xml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" Target="slide9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" Target="slide25.xml"/><Relationship Id="rId2" Type="http://schemas.openxmlformats.org/officeDocument/2006/relationships/slide" Target="slide13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05_CBFE7DBE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" Target="slide15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" Target="slide16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2.xml"/><Relationship Id="rId3" Type="http://schemas.openxmlformats.org/officeDocument/2006/relationships/tags" Target="../tags/tag7.xml"/><Relationship Id="rId7" Type="http://schemas.openxmlformats.org/officeDocument/2006/relationships/slideLayout" Target="../slideLayouts/slideLayout1.xml"/><Relationship Id="rId12" Type="http://schemas.openxmlformats.org/officeDocument/2006/relationships/image" Target="../media/image49.svg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6" Type="http://schemas.openxmlformats.org/officeDocument/2006/relationships/tags" Target="../tags/tag10.xml"/><Relationship Id="rId11" Type="http://schemas.openxmlformats.org/officeDocument/2006/relationships/image" Target="../media/image48.png"/><Relationship Id="rId5" Type="http://schemas.openxmlformats.org/officeDocument/2006/relationships/tags" Target="../tags/tag9.xml"/><Relationship Id="rId10" Type="http://schemas.openxmlformats.org/officeDocument/2006/relationships/image" Target="../media/image47.svg"/><Relationship Id="rId4" Type="http://schemas.openxmlformats.org/officeDocument/2006/relationships/tags" Target="../tags/tag8.xml"/><Relationship Id="rId9" Type="http://schemas.openxmlformats.org/officeDocument/2006/relationships/image" Target="../media/image46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F_CF2C280A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1.svg"/><Relationship Id="rId4" Type="http://schemas.openxmlformats.org/officeDocument/2006/relationships/image" Target="../media/image50.png"/></Relationships>
</file>

<file path=ppt/slides/_rels/slide23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11_61CCFAA2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slide" Target="slide2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13" Type="http://schemas.openxmlformats.org/officeDocument/2006/relationships/image" Target="../media/image18.png"/><Relationship Id="rId18" Type="http://schemas.openxmlformats.org/officeDocument/2006/relationships/image" Target="../media/image23.svg"/><Relationship Id="rId26" Type="http://schemas.openxmlformats.org/officeDocument/2006/relationships/image" Target="../media/image59.png"/><Relationship Id="rId3" Type="http://schemas.openxmlformats.org/officeDocument/2006/relationships/image" Target="../media/image13.png"/><Relationship Id="rId21" Type="http://schemas.openxmlformats.org/officeDocument/2006/relationships/slide" Target="slide56.xml"/><Relationship Id="rId7" Type="http://schemas.openxmlformats.org/officeDocument/2006/relationships/slide" Target="slide76.xml"/><Relationship Id="rId12" Type="http://schemas.openxmlformats.org/officeDocument/2006/relationships/image" Target="../media/image57.svg"/><Relationship Id="rId17" Type="http://schemas.openxmlformats.org/officeDocument/2006/relationships/image" Target="../media/image22.png"/><Relationship Id="rId25" Type="http://schemas.microsoft.com/office/2007/relationships/hdphoto" Target="../media/hdphoto3.wdp"/><Relationship Id="rId2" Type="http://schemas.openxmlformats.org/officeDocument/2006/relationships/notesSlide" Target="../notesSlides/notesSlide17.xml"/><Relationship Id="rId16" Type="http://schemas.openxmlformats.org/officeDocument/2006/relationships/image" Target="../media/image21.svg"/><Relationship Id="rId20" Type="http://schemas.openxmlformats.org/officeDocument/2006/relationships/image" Target="../media/image25.svg"/><Relationship Id="rId29" Type="http://schemas.openxmlformats.org/officeDocument/2006/relationships/image" Target="../media/image62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3.svg"/><Relationship Id="rId11" Type="http://schemas.openxmlformats.org/officeDocument/2006/relationships/image" Target="../media/image56.png"/><Relationship Id="rId24" Type="http://schemas.openxmlformats.org/officeDocument/2006/relationships/image" Target="../media/image58.png"/><Relationship Id="rId5" Type="http://schemas.openxmlformats.org/officeDocument/2006/relationships/image" Target="../media/image52.png"/><Relationship Id="rId15" Type="http://schemas.openxmlformats.org/officeDocument/2006/relationships/image" Target="../media/image20.png"/><Relationship Id="rId23" Type="http://schemas.openxmlformats.org/officeDocument/2006/relationships/image" Target="../media/image27.svg"/><Relationship Id="rId28" Type="http://schemas.openxmlformats.org/officeDocument/2006/relationships/image" Target="../media/image61.png"/><Relationship Id="rId10" Type="http://schemas.openxmlformats.org/officeDocument/2006/relationships/slide" Target="slide85.xml"/><Relationship Id="rId19" Type="http://schemas.openxmlformats.org/officeDocument/2006/relationships/image" Target="../media/image24.png"/><Relationship Id="rId4" Type="http://schemas.openxmlformats.org/officeDocument/2006/relationships/slide" Target="slide30.xml"/><Relationship Id="rId9" Type="http://schemas.openxmlformats.org/officeDocument/2006/relationships/image" Target="../media/image55.svg"/><Relationship Id="rId14" Type="http://schemas.openxmlformats.org/officeDocument/2006/relationships/image" Target="../media/image19.svg"/><Relationship Id="rId22" Type="http://schemas.openxmlformats.org/officeDocument/2006/relationships/image" Target="../media/image26.png"/><Relationship Id="rId27" Type="http://schemas.openxmlformats.org/officeDocument/2006/relationships/image" Target="../media/image60.sv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microsoft.com/office/2007/relationships/hdphoto" Target="../media/hdphoto2.wdp"/></Relationships>
</file>

<file path=ppt/slides/_rels/slide2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64.png"/><Relationship Id="rId18" Type="http://schemas.openxmlformats.org/officeDocument/2006/relationships/image" Target="../media/image69.svg"/><Relationship Id="rId26" Type="http://schemas.openxmlformats.org/officeDocument/2006/relationships/image" Target="../media/image59.png"/><Relationship Id="rId21" Type="http://schemas.openxmlformats.org/officeDocument/2006/relationships/slide" Target="slide56.xml"/><Relationship Id="rId34" Type="http://schemas.openxmlformats.org/officeDocument/2006/relationships/image" Target="../media/image77.png"/><Relationship Id="rId7" Type="http://schemas.openxmlformats.org/officeDocument/2006/relationships/slide" Target="slide76.xml"/><Relationship Id="rId12" Type="http://schemas.openxmlformats.org/officeDocument/2006/relationships/image" Target="../media/image57.svg"/><Relationship Id="rId17" Type="http://schemas.openxmlformats.org/officeDocument/2006/relationships/image" Target="../media/image68.png"/><Relationship Id="rId25" Type="http://schemas.microsoft.com/office/2007/relationships/hdphoto" Target="../media/hdphoto3.wdp"/><Relationship Id="rId33" Type="http://schemas.openxmlformats.org/officeDocument/2006/relationships/slide" Target="slide91.xml"/><Relationship Id="rId2" Type="http://schemas.openxmlformats.org/officeDocument/2006/relationships/notesSlide" Target="../notesSlides/notesSlide19.xml"/><Relationship Id="rId16" Type="http://schemas.openxmlformats.org/officeDocument/2006/relationships/image" Target="../media/image67.svg"/><Relationship Id="rId20" Type="http://schemas.openxmlformats.org/officeDocument/2006/relationships/image" Target="../media/image71.svg"/><Relationship Id="rId29" Type="http://schemas.openxmlformats.org/officeDocument/2006/relationships/image" Target="../media/image62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3.svg"/><Relationship Id="rId11" Type="http://schemas.openxmlformats.org/officeDocument/2006/relationships/image" Target="../media/image56.png"/><Relationship Id="rId24" Type="http://schemas.openxmlformats.org/officeDocument/2006/relationships/image" Target="../media/image74.png"/><Relationship Id="rId32" Type="http://schemas.openxmlformats.org/officeDocument/2006/relationships/image" Target="../media/image76.svg"/><Relationship Id="rId37" Type="http://schemas.openxmlformats.org/officeDocument/2006/relationships/image" Target="../media/image49.svg"/><Relationship Id="rId5" Type="http://schemas.openxmlformats.org/officeDocument/2006/relationships/image" Target="../media/image52.png"/><Relationship Id="rId15" Type="http://schemas.openxmlformats.org/officeDocument/2006/relationships/image" Target="../media/image66.png"/><Relationship Id="rId23" Type="http://schemas.openxmlformats.org/officeDocument/2006/relationships/image" Target="../media/image73.svg"/><Relationship Id="rId28" Type="http://schemas.openxmlformats.org/officeDocument/2006/relationships/image" Target="../media/image61.png"/><Relationship Id="rId36" Type="http://schemas.openxmlformats.org/officeDocument/2006/relationships/image" Target="../media/image48.png"/><Relationship Id="rId10" Type="http://schemas.openxmlformats.org/officeDocument/2006/relationships/slide" Target="slide85.xml"/><Relationship Id="rId19" Type="http://schemas.openxmlformats.org/officeDocument/2006/relationships/image" Target="../media/image70.png"/><Relationship Id="rId31" Type="http://schemas.openxmlformats.org/officeDocument/2006/relationships/image" Target="../media/image75.png"/><Relationship Id="rId4" Type="http://schemas.openxmlformats.org/officeDocument/2006/relationships/slide" Target="slide30.xml"/><Relationship Id="rId9" Type="http://schemas.openxmlformats.org/officeDocument/2006/relationships/image" Target="../media/image55.svg"/><Relationship Id="rId14" Type="http://schemas.openxmlformats.org/officeDocument/2006/relationships/image" Target="../media/image65.svg"/><Relationship Id="rId22" Type="http://schemas.openxmlformats.org/officeDocument/2006/relationships/image" Target="../media/image72.png"/><Relationship Id="rId27" Type="http://schemas.openxmlformats.org/officeDocument/2006/relationships/image" Target="../media/image60.svg"/><Relationship Id="rId30" Type="http://schemas.openxmlformats.org/officeDocument/2006/relationships/slide" Target="slide28.xml"/><Relationship Id="rId35" Type="http://schemas.openxmlformats.org/officeDocument/2006/relationships/image" Target="../media/image78.svg"/><Relationship Id="rId8" Type="http://schemas.openxmlformats.org/officeDocument/2006/relationships/image" Target="../media/image54.png"/><Relationship Id="rId3" Type="http://schemas.openxmlformats.org/officeDocument/2006/relationships/image" Target="../media/image1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" Target="slide27.xm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13" Type="http://schemas.openxmlformats.org/officeDocument/2006/relationships/slide" Target="slide27.xml"/><Relationship Id="rId3" Type="http://schemas.openxmlformats.org/officeDocument/2006/relationships/image" Target="../media/image79.png"/><Relationship Id="rId7" Type="http://schemas.openxmlformats.org/officeDocument/2006/relationships/image" Target="../media/image9.png"/><Relationship Id="rId12" Type="http://schemas.openxmlformats.org/officeDocument/2006/relationships/image" Target="../media/image84.sv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2.svg"/><Relationship Id="rId11" Type="http://schemas.openxmlformats.org/officeDocument/2006/relationships/image" Target="../media/image83.png"/><Relationship Id="rId5" Type="http://schemas.openxmlformats.org/officeDocument/2006/relationships/image" Target="../media/image81.png"/><Relationship Id="rId10" Type="http://schemas.openxmlformats.org/officeDocument/2006/relationships/image" Target="../media/image44.svg"/><Relationship Id="rId4" Type="http://schemas.openxmlformats.org/officeDocument/2006/relationships/image" Target="../media/image80.svg"/><Relationship Id="rId9" Type="http://schemas.openxmlformats.org/officeDocument/2006/relationships/image" Target="../media/image43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13" Type="http://schemas.openxmlformats.org/officeDocument/2006/relationships/image" Target="../media/image64.png"/><Relationship Id="rId18" Type="http://schemas.openxmlformats.org/officeDocument/2006/relationships/image" Target="../media/image69.svg"/><Relationship Id="rId26" Type="http://schemas.openxmlformats.org/officeDocument/2006/relationships/image" Target="../media/image76.svg"/><Relationship Id="rId3" Type="http://schemas.openxmlformats.org/officeDocument/2006/relationships/image" Target="../media/image13.png"/><Relationship Id="rId21" Type="http://schemas.openxmlformats.org/officeDocument/2006/relationships/slide" Target="slide56.xml"/><Relationship Id="rId7" Type="http://schemas.openxmlformats.org/officeDocument/2006/relationships/slide" Target="slide76.xml"/><Relationship Id="rId12" Type="http://schemas.openxmlformats.org/officeDocument/2006/relationships/image" Target="../media/image57.svg"/><Relationship Id="rId17" Type="http://schemas.openxmlformats.org/officeDocument/2006/relationships/image" Target="../media/image68.png"/><Relationship Id="rId25" Type="http://schemas.openxmlformats.org/officeDocument/2006/relationships/image" Target="../media/image75.png"/><Relationship Id="rId2" Type="http://schemas.openxmlformats.org/officeDocument/2006/relationships/notesSlide" Target="../notesSlides/notesSlide22.xml"/><Relationship Id="rId16" Type="http://schemas.openxmlformats.org/officeDocument/2006/relationships/image" Target="../media/image67.svg"/><Relationship Id="rId20" Type="http://schemas.openxmlformats.org/officeDocument/2006/relationships/image" Target="../media/image71.svg"/><Relationship Id="rId29" Type="http://schemas.openxmlformats.org/officeDocument/2006/relationships/image" Target="../media/image78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3.svg"/><Relationship Id="rId11" Type="http://schemas.openxmlformats.org/officeDocument/2006/relationships/image" Target="../media/image56.png"/><Relationship Id="rId24" Type="http://schemas.openxmlformats.org/officeDocument/2006/relationships/slide" Target="slide28.xml"/><Relationship Id="rId5" Type="http://schemas.openxmlformats.org/officeDocument/2006/relationships/image" Target="../media/image52.png"/><Relationship Id="rId15" Type="http://schemas.openxmlformats.org/officeDocument/2006/relationships/image" Target="../media/image66.png"/><Relationship Id="rId23" Type="http://schemas.openxmlformats.org/officeDocument/2006/relationships/image" Target="../media/image73.svg"/><Relationship Id="rId28" Type="http://schemas.openxmlformats.org/officeDocument/2006/relationships/image" Target="../media/image77.png"/><Relationship Id="rId10" Type="http://schemas.openxmlformats.org/officeDocument/2006/relationships/slide" Target="slide85.xml"/><Relationship Id="rId19" Type="http://schemas.openxmlformats.org/officeDocument/2006/relationships/image" Target="../media/image70.png"/><Relationship Id="rId4" Type="http://schemas.openxmlformats.org/officeDocument/2006/relationships/slide" Target="slide30.xml"/><Relationship Id="rId9" Type="http://schemas.openxmlformats.org/officeDocument/2006/relationships/image" Target="../media/image55.svg"/><Relationship Id="rId14" Type="http://schemas.openxmlformats.org/officeDocument/2006/relationships/image" Target="../media/image65.svg"/><Relationship Id="rId22" Type="http://schemas.openxmlformats.org/officeDocument/2006/relationships/image" Target="../media/image72.png"/><Relationship Id="rId27" Type="http://schemas.openxmlformats.org/officeDocument/2006/relationships/slide" Target="slide91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png"/><Relationship Id="rId13" Type="http://schemas.openxmlformats.org/officeDocument/2006/relationships/image" Target="../media/image69.svg"/><Relationship Id="rId18" Type="http://schemas.openxmlformats.org/officeDocument/2006/relationships/image" Target="../media/image73.svg"/><Relationship Id="rId3" Type="http://schemas.microsoft.com/office/2018/10/relationships/comments" Target="../comments/modernComment_118_89B7228A.xml"/><Relationship Id="rId7" Type="http://schemas.openxmlformats.org/officeDocument/2006/relationships/image" Target="../media/image88.svg"/><Relationship Id="rId12" Type="http://schemas.openxmlformats.org/officeDocument/2006/relationships/image" Target="../media/image68.png"/><Relationship Id="rId17" Type="http://schemas.openxmlformats.org/officeDocument/2006/relationships/image" Target="../media/image72.png"/><Relationship Id="rId2" Type="http://schemas.openxmlformats.org/officeDocument/2006/relationships/notesSlide" Target="../notesSlides/notesSlide23.xml"/><Relationship Id="rId16" Type="http://schemas.openxmlformats.org/officeDocument/2006/relationships/slide" Target="slide5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7.png"/><Relationship Id="rId11" Type="http://schemas.openxmlformats.org/officeDocument/2006/relationships/image" Target="../media/image67.svg"/><Relationship Id="rId5" Type="http://schemas.openxmlformats.org/officeDocument/2006/relationships/image" Target="../media/image86.svg"/><Relationship Id="rId15" Type="http://schemas.openxmlformats.org/officeDocument/2006/relationships/image" Target="../media/image71.svg"/><Relationship Id="rId10" Type="http://schemas.openxmlformats.org/officeDocument/2006/relationships/image" Target="../media/image66.png"/><Relationship Id="rId4" Type="http://schemas.openxmlformats.org/officeDocument/2006/relationships/image" Target="../media/image85.png"/><Relationship Id="rId9" Type="http://schemas.openxmlformats.org/officeDocument/2006/relationships/image" Target="../media/image65.svg"/><Relationship Id="rId14" Type="http://schemas.openxmlformats.org/officeDocument/2006/relationships/image" Target="../media/image70.png"/></Relationships>
</file>

<file path=ppt/slides/_rels/slide3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94.png"/><Relationship Id="rId18" Type="http://schemas.openxmlformats.org/officeDocument/2006/relationships/slide" Target="slide38.xml"/><Relationship Id="rId26" Type="http://schemas.openxmlformats.org/officeDocument/2006/relationships/image" Target="../media/image103.svg"/><Relationship Id="rId39" Type="http://schemas.openxmlformats.org/officeDocument/2006/relationships/image" Target="../media/image68.png"/><Relationship Id="rId21" Type="http://schemas.openxmlformats.org/officeDocument/2006/relationships/slide" Target="slide37.xml"/><Relationship Id="rId34" Type="http://schemas.openxmlformats.org/officeDocument/2006/relationships/image" Target="../media/image109.svg"/><Relationship Id="rId42" Type="http://schemas.openxmlformats.org/officeDocument/2006/relationships/image" Target="../media/image71.svg"/><Relationship Id="rId47" Type="http://schemas.openxmlformats.org/officeDocument/2006/relationships/image" Target="../media/image110.png"/><Relationship Id="rId50" Type="http://schemas.openxmlformats.org/officeDocument/2006/relationships/image" Target="../media/image45.jpg"/><Relationship Id="rId7" Type="http://schemas.openxmlformats.org/officeDocument/2006/relationships/image" Target="../media/image77.png"/><Relationship Id="rId2" Type="http://schemas.openxmlformats.org/officeDocument/2006/relationships/notesSlide" Target="../notesSlides/notesSlide24.xml"/><Relationship Id="rId16" Type="http://schemas.openxmlformats.org/officeDocument/2006/relationships/image" Target="../media/image96.png"/><Relationship Id="rId29" Type="http://schemas.openxmlformats.org/officeDocument/2006/relationships/slide" Target="slide43.xml"/><Relationship Id="rId11" Type="http://schemas.openxmlformats.org/officeDocument/2006/relationships/image" Target="../media/image93.svg"/><Relationship Id="rId24" Type="http://schemas.openxmlformats.org/officeDocument/2006/relationships/slide" Target="slide36.xml"/><Relationship Id="rId32" Type="http://schemas.openxmlformats.org/officeDocument/2006/relationships/slide" Target="slide45.xml"/><Relationship Id="rId37" Type="http://schemas.openxmlformats.org/officeDocument/2006/relationships/image" Target="../media/image66.png"/><Relationship Id="rId40" Type="http://schemas.openxmlformats.org/officeDocument/2006/relationships/image" Target="../media/image69.svg"/><Relationship Id="rId45" Type="http://schemas.openxmlformats.org/officeDocument/2006/relationships/image" Target="../media/image73.svg"/><Relationship Id="rId5" Type="http://schemas.openxmlformats.org/officeDocument/2006/relationships/image" Target="../media/image90.svg"/><Relationship Id="rId15" Type="http://schemas.openxmlformats.org/officeDocument/2006/relationships/slide" Target="slide46.xml"/><Relationship Id="rId23" Type="http://schemas.openxmlformats.org/officeDocument/2006/relationships/image" Target="../media/image101.svg"/><Relationship Id="rId28" Type="http://schemas.openxmlformats.org/officeDocument/2006/relationships/image" Target="../media/image105.svg"/><Relationship Id="rId36" Type="http://schemas.openxmlformats.org/officeDocument/2006/relationships/image" Target="../media/image65.svg"/><Relationship Id="rId49" Type="http://schemas.openxmlformats.org/officeDocument/2006/relationships/slide" Target="slide33.xml"/><Relationship Id="rId10" Type="http://schemas.openxmlformats.org/officeDocument/2006/relationships/image" Target="../media/image92.png"/><Relationship Id="rId19" Type="http://schemas.openxmlformats.org/officeDocument/2006/relationships/image" Target="../media/image98.png"/><Relationship Id="rId31" Type="http://schemas.openxmlformats.org/officeDocument/2006/relationships/image" Target="../media/image107.svg"/><Relationship Id="rId44" Type="http://schemas.openxmlformats.org/officeDocument/2006/relationships/image" Target="../media/image72.png"/><Relationship Id="rId52" Type="http://schemas.openxmlformats.org/officeDocument/2006/relationships/image" Target="../media/image113.svg"/><Relationship Id="rId4" Type="http://schemas.openxmlformats.org/officeDocument/2006/relationships/image" Target="../media/image89.png"/><Relationship Id="rId9" Type="http://schemas.openxmlformats.org/officeDocument/2006/relationships/slide" Target="slide48.xml"/><Relationship Id="rId14" Type="http://schemas.openxmlformats.org/officeDocument/2006/relationships/image" Target="../media/image95.svg"/><Relationship Id="rId22" Type="http://schemas.openxmlformats.org/officeDocument/2006/relationships/image" Target="../media/image100.png"/><Relationship Id="rId27" Type="http://schemas.openxmlformats.org/officeDocument/2006/relationships/image" Target="../media/image104.png"/><Relationship Id="rId30" Type="http://schemas.openxmlformats.org/officeDocument/2006/relationships/image" Target="../media/image106.png"/><Relationship Id="rId35" Type="http://schemas.openxmlformats.org/officeDocument/2006/relationships/image" Target="../media/image64.png"/><Relationship Id="rId43" Type="http://schemas.openxmlformats.org/officeDocument/2006/relationships/slide" Target="slide56.xml"/><Relationship Id="rId48" Type="http://schemas.openxmlformats.org/officeDocument/2006/relationships/image" Target="../media/image111.svg"/><Relationship Id="rId8" Type="http://schemas.openxmlformats.org/officeDocument/2006/relationships/image" Target="../media/image91.svg"/><Relationship Id="rId51" Type="http://schemas.openxmlformats.org/officeDocument/2006/relationships/image" Target="../media/image112.png"/><Relationship Id="rId3" Type="http://schemas.openxmlformats.org/officeDocument/2006/relationships/slide" Target="slide27.xml"/><Relationship Id="rId12" Type="http://schemas.openxmlformats.org/officeDocument/2006/relationships/slide" Target="slide35.xml"/><Relationship Id="rId17" Type="http://schemas.openxmlformats.org/officeDocument/2006/relationships/image" Target="../media/image97.svg"/><Relationship Id="rId25" Type="http://schemas.openxmlformats.org/officeDocument/2006/relationships/image" Target="../media/image102.png"/><Relationship Id="rId33" Type="http://schemas.openxmlformats.org/officeDocument/2006/relationships/image" Target="../media/image108.png"/><Relationship Id="rId38" Type="http://schemas.openxmlformats.org/officeDocument/2006/relationships/image" Target="../media/image67.svg"/><Relationship Id="rId46" Type="http://schemas.openxmlformats.org/officeDocument/2006/relationships/slide" Target="slide47.xml"/><Relationship Id="rId20" Type="http://schemas.openxmlformats.org/officeDocument/2006/relationships/image" Target="../media/image99.svg"/><Relationship Id="rId41" Type="http://schemas.openxmlformats.org/officeDocument/2006/relationships/image" Target="../media/image70.png"/><Relationship Id="rId1" Type="http://schemas.openxmlformats.org/officeDocument/2006/relationships/slideLayout" Target="../slideLayouts/slideLayout1.xml"/><Relationship Id="rId6" Type="http://schemas.openxmlformats.org/officeDocument/2006/relationships/slide" Target="slide34.xml"/></Relationships>
</file>

<file path=ppt/slides/_rels/slide3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68.png"/><Relationship Id="rId18" Type="http://schemas.openxmlformats.org/officeDocument/2006/relationships/image" Target="../media/image72.png"/><Relationship Id="rId26" Type="http://schemas.openxmlformats.org/officeDocument/2006/relationships/slide" Target="slide48.xml"/><Relationship Id="rId39" Type="http://schemas.openxmlformats.org/officeDocument/2006/relationships/image" Target="../media/image100.png"/><Relationship Id="rId21" Type="http://schemas.openxmlformats.org/officeDocument/2006/relationships/image" Target="../media/image114.png"/><Relationship Id="rId34" Type="http://schemas.openxmlformats.org/officeDocument/2006/relationships/image" Target="../media/image97.svg"/><Relationship Id="rId42" Type="http://schemas.openxmlformats.org/officeDocument/2006/relationships/image" Target="../media/image102.png"/><Relationship Id="rId47" Type="http://schemas.openxmlformats.org/officeDocument/2006/relationships/image" Target="../media/image106.png"/><Relationship Id="rId50" Type="http://schemas.openxmlformats.org/officeDocument/2006/relationships/image" Target="../media/image110.png"/><Relationship Id="rId7" Type="http://schemas.openxmlformats.org/officeDocument/2006/relationships/image" Target="../media/image108.png"/><Relationship Id="rId2" Type="http://schemas.openxmlformats.org/officeDocument/2006/relationships/notesSlide" Target="../notesSlides/notesSlide25.xml"/><Relationship Id="rId16" Type="http://schemas.openxmlformats.org/officeDocument/2006/relationships/image" Target="../media/image71.svg"/><Relationship Id="rId29" Type="http://schemas.openxmlformats.org/officeDocument/2006/relationships/slide" Target="slide35.xml"/><Relationship Id="rId11" Type="http://schemas.openxmlformats.org/officeDocument/2006/relationships/image" Target="../media/image66.png"/><Relationship Id="rId24" Type="http://schemas.openxmlformats.org/officeDocument/2006/relationships/image" Target="../media/image77.png"/><Relationship Id="rId32" Type="http://schemas.openxmlformats.org/officeDocument/2006/relationships/slide" Target="slide46.xml"/><Relationship Id="rId37" Type="http://schemas.openxmlformats.org/officeDocument/2006/relationships/image" Target="../media/image99.svg"/><Relationship Id="rId40" Type="http://schemas.openxmlformats.org/officeDocument/2006/relationships/image" Target="../media/image101.svg"/><Relationship Id="rId45" Type="http://schemas.openxmlformats.org/officeDocument/2006/relationships/image" Target="../media/image105.svg"/><Relationship Id="rId53" Type="http://schemas.openxmlformats.org/officeDocument/2006/relationships/image" Target="../media/image45.jpg"/><Relationship Id="rId5" Type="http://schemas.openxmlformats.org/officeDocument/2006/relationships/image" Target="../media/image90.svg"/><Relationship Id="rId10" Type="http://schemas.openxmlformats.org/officeDocument/2006/relationships/image" Target="../media/image65.svg"/><Relationship Id="rId19" Type="http://schemas.openxmlformats.org/officeDocument/2006/relationships/image" Target="../media/image73.svg"/><Relationship Id="rId31" Type="http://schemas.openxmlformats.org/officeDocument/2006/relationships/image" Target="../media/image95.svg"/><Relationship Id="rId44" Type="http://schemas.openxmlformats.org/officeDocument/2006/relationships/image" Target="../media/image104.png"/><Relationship Id="rId52" Type="http://schemas.openxmlformats.org/officeDocument/2006/relationships/slide" Target="slide33.xml"/><Relationship Id="rId4" Type="http://schemas.openxmlformats.org/officeDocument/2006/relationships/image" Target="../media/image89.png"/><Relationship Id="rId9" Type="http://schemas.openxmlformats.org/officeDocument/2006/relationships/image" Target="../media/image64.png"/><Relationship Id="rId14" Type="http://schemas.openxmlformats.org/officeDocument/2006/relationships/image" Target="../media/image69.svg"/><Relationship Id="rId22" Type="http://schemas.openxmlformats.org/officeDocument/2006/relationships/image" Target="../media/image115.svg"/><Relationship Id="rId27" Type="http://schemas.openxmlformats.org/officeDocument/2006/relationships/image" Target="../media/image92.png"/><Relationship Id="rId30" Type="http://schemas.openxmlformats.org/officeDocument/2006/relationships/image" Target="../media/image94.png"/><Relationship Id="rId35" Type="http://schemas.openxmlformats.org/officeDocument/2006/relationships/slide" Target="slide38.xml"/><Relationship Id="rId43" Type="http://schemas.openxmlformats.org/officeDocument/2006/relationships/image" Target="../media/image103.svg"/><Relationship Id="rId48" Type="http://schemas.openxmlformats.org/officeDocument/2006/relationships/image" Target="../media/image107.svg"/><Relationship Id="rId8" Type="http://schemas.openxmlformats.org/officeDocument/2006/relationships/image" Target="../media/image109.svg"/><Relationship Id="rId51" Type="http://schemas.openxmlformats.org/officeDocument/2006/relationships/image" Target="../media/image111.svg"/><Relationship Id="rId3" Type="http://schemas.openxmlformats.org/officeDocument/2006/relationships/slide" Target="slide27.xml"/><Relationship Id="rId12" Type="http://schemas.openxmlformats.org/officeDocument/2006/relationships/image" Target="../media/image67.svg"/><Relationship Id="rId17" Type="http://schemas.openxmlformats.org/officeDocument/2006/relationships/slide" Target="slide56.xml"/><Relationship Id="rId25" Type="http://schemas.openxmlformats.org/officeDocument/2006/relationships/image" Target="../media/image91.svg"/><Relationship Id="rId33" Type="http://schemas.openxmlformats.org/officeDocument/2006/relationships/image" Target="../media/image96.png"/><Relationship Id="rId38" Type="http://schemas.openxmlformats.org/officeDocument/2006/relationships/slide" Target="slide37.xml"/><Relationship Id="rId46" Type="http://schemas.openxmlformats.org/officeDocument/2006/relationships/slide" Target="slide43.xml"/><Relationship Id="rId20" Type="http://schemas.openxmlformats.org/officeDocument/2006/relationships/slide" Target="slide32.xml"/><Relationship Id="rId41" Type="http://schemas.openxmlformats.org/officeDocument/2006/relationships/slide" Target="slide36.xml"/><Relationship Id="rId1" Type="http://schemas.openxmlformats.org/officeDocument/2006/relationships/slideLayout" Target="../slideLayouts/slideLayout1.xml"/><Relationship Id="rId6" Type="http://schemas.openxmlformats.org/officeDocument/2006/relationships/slide" Target="slide45.xml"/><Relationship Id="rId15" Type="http://schemas.openxmlformats.org/officeDocument/2006/relationships/image" Target="../media/image70.png"/><Relationship Id="rId23" Type="http://schemas.openxmlformats.org/officeDocument/2006/relationships/slide" Target="slide34.xml"/><Relationship Id="rId28" Type="http://schemas.openxmlformats.org/officeDocument/2006/relationships/image" Target="../media/image93.svg"/><Relationship Id="rId36" Type="http://schemas.openxmlformats.org/officeDocument/2006/relationships/image" Target="../media/image98.png"/><Relationship Id="rId49" Type="http://schemas.openxmlformats.org/officeDocument/2006/relationships/slide" Target="slide47.xml"/></Relationships>
</file>

<file path=ppt/slides/_rels/slide3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68.png"/><Relationship Id="rId18" Type="http://schemas.openxmlformats.org/officeDocument/2006/relationships/image" Target="../media/image72.png"/><Relationship Id="rId26" Type="http://schemas.openxmlformats.org/officeDocument/2006/relationships/slide" Target="slide48.xml"/><Relationship Id="rId39" Type="http://schemas.openxmlformats.org/officeDocument/2006/relationships/image" Target="../media/image100.png"/><Relationship Id="rId21" Type="http://schemas.openxmlformats.org/officeDocument/2006/relationships/image" Target="../media/image114.png"/><Relationship Id="rId34" Type="http://schemas.openxmlformats.org/officeDocument/2006/relationships/image" Target="../media/image97.svg"/><Relationship Id="rId42" Type="http://schemas.openxmlformats.org/officeDocument/2006/relationships/image" Target="../media/image102.png"/><Relationship Id="rId47" Type="http://schemas.openxmlformats.org/officeDocument/2006/relationships/image" Target="../media/image106.png"/><Relationship Id="rId50" Type="http://schemas.openxmlformats.org/officeDocument/2006/relationships/image" Target="../media/image110.png"/><Relationship Id="rId55" Type="http://schemas.openxmlformats.org/officeDocument/2006/relationships/image" Target="../media/image117.svg"/><Relationship Id="rId7" Type="http://schemas.openxmlformats.org/officeDocument/2006/relationships/image" Target="../media/image108.png"/><Relationship Id="rId2" Type="http://schemas.openxmlformats.org/officeDocument/2006/relationships/notesSlide" Target="../notesSlides/notesSlide26.xml"/><Relationship Id="rId16" Type="http://schemas.openxmlformats.org/officeDocument/2006/relationships/image" Target="../media/image71.svg"/><Relationship Id="rId29" Type="http://schemas.openxmlformats.org/officeDocument/2006/relationships/slide" Target="slide35.xml"/><Relationship Id="rId11" Type="http://schemas.openxmlformats.org/officeDocument/2006/relationships/image" Target="../media/image66.png"/><Relationship Id="rId24" Type="http://schemas.openxmlformats.org/officeDocument/2006/relationships/image" Target="../media/image77.png"/><Relationship Id="rId32" Type="http://schemas.openxmlformats.org/officeDocument/2006/relationships/slide" Target="slide46.xml"/><Relationship Id="rId37" Type="http://schemas.openxmlformats.org/officeDocument/2006/relationships/image" Target="../media/image99.svg"/><Relationship Id="rId40" Type="http://schemas.openxmlformats.org/officeDocument/2006/relationships/image" Target="../media/image101.svg"/><Relationship Id="rId45" Type="http://schemas.openxmlformats.org/officeDocument/2006/relationships/image" Target="../media/image105.svg"/><Relationship Id="rId53" Type="http://schemas.openxmlformats.org/officeDocument/2006/relationships/image" Target="../media/image45.jpg"/><Relationship Id="rId58" Type="http://schemas.openxmlformats.org/officeDocument/2006/relationships/image" Target="../media/image120.png"/><Relationship Id="rId5" Type="http://schemas.openxmlformats.org/officeDocument/2006/relationships/image" Target="../media/image90.svg"/><Relationship Id="rId19" Type="http://schemas.openxmlformats.org/officeDocument/2006/relationships/image" Target="../media/image73.svg"/><Relationship Id="rId4" Type="http://schemas.openxmlformats.org/officeDocument/2006/relationships/image" Target="../media/image89.png"/><Relationship Id="rId9" Type="http://schemas.openxmlformats.org/officeDocument/2006/relationships/image" Target="../media/image64.png"/><Relationship Id="rId14" Type="http://schemas.openxmlformats.org/officeDocument/2006/relationships/image" Target="../media/image69.svg"/><Relationship Id="rId22" Type="http://schemas.openxmlformats.org/officeDocument/2006/relationships/image" Target="../media/image115.svg"/><Relationship Id="rId27" Type="http://schemas.openxmlformats.org/officeDocument/2006/relationships/image" Target="../media/image92.png"/><Relationship Id="rId30" Type="http://schemas.openxmlformats.org/officeDocument/2006/relationships/image" Target="../media/image94.png"/><Relationship Id="rId35" Type="http://schemas.openxmlformats.org/officeDocument/2006/relationships/slide" Target="slide38.xml"/><Relationship Id="rId43" Type="http://schemas.openxmlformats.org/officeDocument/2006/relationships/image" Target="../media/image103.svg"/><Relationship Id="rId48" Type="http://schemas.openxmlformats.org/officeDocument/2006/relationships/image" Target="../media/image107.svg"/><Relationship Id="rId56" Type="http://schemas.openxmlformats.org/officeDocument/2006/relationships/image" Target="../media/image118.png"/><Relationship Id="rId8" Type="http://schemas.openxmlformats.org/officeDocument/2006/relationships/image" Target="../media/image109.svg"/><Relationship Id="rId51" Type="http://schemas.openxmlformats.org/officeDocument/2006/relationships/image" Target="../media/image111.svg"/><Relationship Id="rId3" Type="http://schemas.openxmlformats.org/officeDocument/2006/relationships/slide" Target="slide27.xml"/><Relationship Id="rId12" Type="http://schemas.openxmlformats.org/officeDocument/2006/relationships/image" Target="../media/image67.svg"/><Relationship Id="rId17" Type="http://schemas.openxmlformats.org/officeDocument/2006/relationships/slide" Target="slide56.xml"/><Relationship Id="rId25" Type="http://schemas.openxmlformats.org/officeDocument/2006/relationships/image" Target="../media/image91.svg"/><Relationship Id="rId33" Type="http://schemas.openxmlformats.org/officeDocument/2006/relationships/image" Target="../media/image96.png"/><Relationship Id="rId38" Type="http://schemas.openxmlformats.org/officeDocument/2006/relationships/slide" Target="slide37.xml"/><Relationship Id="rId46" Type="http://schemas.openxmlformats.org/officeDocument/2006/relationships/slide" Target="slide43.xml"/><Relationship Id="rId59" Type="http://schemas.openxmlformats.org/officeDocument/2006/relationships/image" Target="../media/image121.svg"/><Relationship Id="rId20" Type="http://schemas.openxmlformats.org/officeDocument/2006/relationships/slide" Target="slide32.xml"/><Relationship Id="rId41" Type="http://schemas.openxmlformats.org/officeDocument/2006/relationships/slide" Target="slide36.xml"/><Relationship Id="rId54" Type="http://schemas.openxmlformats.org/officeDocument/2006/relationships/image" Target="../media/image116.png"/><Relationship Id="rId1" Type="http://schemas.openxmlformats.org/officeDocument/2006/relationships/slideLayout" Target="../slideLayouts/slideLayout1.xml"/><Relationship Id="rId6" Type="http://schemas.openxmlformats.org/officeDocument/2006/relationships/slide" Target="slide45.xml"/><Relationship Id="rId15" Type="http://schemas.openxmlformats.org/officeDocument/2006/relationships/image" Target="../media/image70.png"/><Relationship Id="rId23" Type="http://schemas.openxmlformats.org/officeDocument/2006/relationships/slide" Target="slide34.xml"/><Relationship Id="rId28" Type="http://schemas.openxmlformats.org/officeDocument/2006/relationships/image" Target="../media/image93.svg"/><Relationship Id="rId36" Type="http://schemas.openxmlformats.org/officeDocument/2006/relationships/image" Target="../media/image98.png"/><Relationship Id="rId49" Type="http://schemas.openxmlformats.org/officeDocument/2006/relationships/slide" Target="slide47.xml"/><Relationship Id="rId57" Type="http://schemas.openxmlformats.org/officeDocument/2006/relationships/image" Target="../media/image119.svg"/><Relationship Id="rId10" Type="http://schemas.openxmlformats.org/officeDocument/2006/relationships/image" Target="../media/image65.svg"/><Relationship Id="rId31" Type="http://schemas.openxmlformats.org/officeDocument/2006/relationships/image" Target="../media/image95.svg"/><Relationship Id="rId44" Type="http://schemas.openxmlformats.org/officeDocument/2006/relationships/image" Target="../media/image104.png"/><Relationship Id="rId52" Type="http://schemas.openxmlformats.org/officeDocument/2006/relationships/slide" Target="slide33.xml"/></Relationships>
</file>

<file path=ppt/slides/_rels/slide3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68.png"/><Relationship Id="rId18" Type="http://schemas.openxmlformats.org/officeDocument/2006/relationships/image" Target="../media/image72.png"/><Relationship Id="rId26" Type="http://schemas.openxmlformats.org/officeDocument/2006/relationships/slide" Target="slide48.xml"/><Relationship Id="rId39" Type="http://schemas.openxmlformats.org/officeDocument/2006/relationships/image" Target="../media/image100.png"/><Relationship Id="rId21" Type="http://schemas.openxmlformats.org/officeDocument/2006/relationships/image" Target="../media/image114.png"/><Relationship Id="rId34" Type="http://schemas.openxmlformats.org/officeDocument/2006/relationships/image" Target="../media/image97.svg"/><Relationship Id="rId42" Type="http://schemas.openxmlformats.org/officeDocument/2006/relationships/image" Target="../media/image102.png"/><Relationship Id="rId47" Type="http://schemas.openxmlformats.org/officeDocument/2006/relationships/image" Target="../media/image106.png"/><Relationship Id="rId50" Type="http://schemas.openxmlformats.org/officeDocument/2006/relationships/image" Target="../media/image110.png"/><Relationship Id="rId7" Type="http://schemas.openxmlformats.org/officeDocument/2006/relationships/image" Target="../media/image108.png"/><Relationship Id="rId2" Type="http://schemas.openxmlformats.org/officeDocument/2006/relationships/notesSlide" Target="../notesSlides/notesSlide27.xml"/><Relationship Id="rId16" Type="http://schemas.openxmlformats.org/officeDocument/2006/relationships/image" Target="../media/image71.svg"/><Relationship Id="rId29" Type="http://schemas.openxmlformats.org/officeDocument/2006/relationships/slide" Target="slide35.xml"/><Relationship Id="rId11" Type="http://schemas.openxmlformats.org/officeDocument/2006/relationships/image" Target="../media/image66.png"/><Relationship Id="rId24" Type="http://schemas.openxmlformats.org/officeDocument/2006/relationships/image" Target="../media/image77.png"/><Relationship Id="rId32" Type="http://schemas.openxmlformats.org/officeDocument/2006/relationships/slide" Target="slide46.xml"/><Relationship Id="rId37" Type="http://schemas.openxmlformats.org/officeDocument/2006/relationships/image" Target="../media/image99.svg"/><Relationship Id="rId40" Type="http://schemas.openxmlformats.org/officeDocument/2006/relationships/image" Target="../media/image101.svg"/><Relationship Id="rId45" Type="http://schemas.openxmlformats.org/officeDocument/2006/relationships/image" Target="../media/image105.svg"/><Relationship Id="rId53" Type="http://schemas.openxmlformats.org/officeDocument/2006/relationships/image" Target="../media/image45.jpg"/><Relationship Id="rId5" Type="http://schemas.openxmlformats.org/officeDocument/2006/relationships/image" Target="../media/image90.svg"/><Relationship Id="rId10" Type="http://schemas.openxmlformats.org/officeDocument/2006/relationships/image" Target="../media/image65.svg"/><Relationship Id="rId19" Type="http://schemas.openxmlformats.org/officeDocument/2006/relationships/image" Target="../media/image73.svg"/><Relationship Id="rId31" Type="http://schemas.openxmlformats.org/officeDocument/2006/relationships/image" Target="../media/image95.svg"/><Relationship Id="rId44" Type="http://schemas.openxmlformats.org/officeDocument/2006/relationships/image" Target="../media/image104.png"/><Relationship Id="rId52" Type="http://schemas.openxmlformats.org/officeDocument/2006/relationships/slide" Target="slide33.xml"/><Relationship Id="rId4" Type="http://schemas.openxmlformats.org/officeDocument/2006/relationships/image" Target="../media/image89.png"/><Relationship Id="rId9" Type="http://schemas.openxmlformats.org/officeDocument/2006/relationships/image" Target="../media/image64.png"/><Relationship Id="rId14" Type="http://schemas.openxmlformats.org/officeDocument/2006/relationships/image" Target="../media/image69.svg"/><Relationship Id="rId22" Type="http://schemas.openxmlformats.org/officeDocument/2006/relationships/image" Target="../media/image115.svg"/><Relationship Id="rId27" Type="http://schemas.openxmlformats.org/officeDocument/2006/relationships/image" Target="../media/image92.png"/><Relationship Id="rId30" Type="http://schemas.openxmlformats.org/officeDocument/2006/relationships/image" Target="../media/image94.png"/><Relationship Id="rId35" Type="http://schemas.openxmlformats.org/officeDocument/2006/relationships/slide" Target="slide38.xml"/><Relationship Id="rId43" Type="http://schemas.openxmlformats.org/officeDocument/2006/relationships/image" Target="../media/image103.svg"/><Relationship Id="rId48" Type="http://schemas.openxmlformats.org/officeDocument/2006/relationships/image" Target="../media/image107.svg"/><Relationship Id="rId8" Type="http://schemas.openxmlformats.org/officeDocument/2006/relationships/image" Target="../media/image109.svg"/><Relationship Id="rId51" Type="http://schemas.openxmlformats.org/officeDocument/2006/relationships/image" Target="../media/image111.svg"/><Relationship Id="rId3" Type="http://schemas.openxmlformats.org/officeDocument/2006/relationships/slide" Target="slide27.xml"/><Relationship Id="rId12" Type="http://schemas.openxmlformats.org/officeDocument/2006/relationships/image" Target="../media/image67.svg"/><Relationship Id="rId17" Type="http://schemas.openxmlformats.org/officeDocument/2006/relationships/slide" Target="slide56.xml"/><Relationship Id="rId25" Type="http://schemas.openxmlformats.org/officeDocument/2006/relationships/image" Target="../media/image91.svg"/><Relationship Id="rId33" Type="http://schemas.openxmlformats.org/officeDocument/2006/relationships/image" Target="../media/image96.png"/><Relationship Id="rId38" Type="http://schemas.openxmlformats.org/officeDocument/2006/relationships/slide" Target="slide37.xml"/><Relationship Id="rId46" Type="http://schemas.openxmlformats.org/officeDocument/2006/relationships/slide" Target="slide43.xml"/><Relationship Id="rId20" Type="http://schemas.openxmlformats.org/officeDocument/2006/relationships/slide" Target="slide32.xml"/><Relationship Id="rId41" Type="http://schemas.openxmlformats.org/officeDocument/2006/relationships/slide" Target="slide36.xml"/><Relationship Id="rId1" Type="http://schemas.openxmlformats.org/officeDocument/2006/relationships/slideLayout" Target="../slideLayouts/slideLayout1.xml"/><Relationship Id="rId6" Type="http://schemas.openxmlformats.org/officeDocument/2006/relationships/slide" Target="slide45.xml"/><Relationship Id="rId15" Type="http://schemas.openxmlformats.org/officeDocument/2006/relationships/image" Target="../media/image70.png"/><Relationship Id="rId23" Type="http://schemas.openxmlformats.org/officeDocument/2006/relationships/slide" Target="slide34.xml"/><Relationship Id="rId28" Type="http://schemas.openxmlformats.org/officeDocument/2006/relationships/image" Target="../media/image93.svg"/><Relationship Id="rId36" Type="http://schemas.openxmlformats.org/officeDocument/2006/relationships/image" Target="../media/image98.png"/><Relationship Id="rId49" Type="http://schemas.openxmlformats.org/officeDocument/2006/relationships/slide" Target="slide47.xml"/></Relationships>
</file>

<file path=ppt/slides/_rels/slide3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65.svg"/><Relationship Id="rId18" Type="http://schemas.openxmlformats.org/officeDocument/2006/relationships/image" Target="../media/image70.png"/><Relationship Id="rId26" Type="http://schemas.openxmlformats.org/officeDocument/2006/relationships/slide" Target="slide48.xml"/><Relationship Id="rId39" Type="http://schemas.openxmlformats.org/officeDocument/2006/relationships/image" Target="../media/image100.png"/><Relationship Id="rId21" Type="http://schemas.openxmlformats.org/officeDocument/2006/relationships/image" Target="../media/image72.png"/><Relationship Id="rId34" Type="http://schemas.openxmlformats.org/officeDocument/2006/relationships/image" Target="../media/image97.svg"/><Relationship Id="rId42" Type="http://schemas.openxmlformats.org/officeDocument/2006/relationships/image" Target="../media/image102.png"/><Relationship Id="rId47" Type="http://schemas.openxmlformats.org/officeDocument/2006/relationships/image" Target="../media/image106.png"/><Relationship Id="rId50" Type="http://schemas.openxmlformats.org/officeDocument/2006/relationships/image" Target="../media/image110.png"/><Relationship Id="rId7" Type="http://schemas.openxmlformats.org/officeDocument/2006/relationships/image" Target="../media/image108.png"/><Relationship Id="rId2" Type="http://schemas.openxmlformats.org/officeDocument/2006/relationships/notesSlide" Target="../notesSlides/notesSlide28.xml"/><Relationship Id="rId16" Type="http://schemas.openxmlformats.org/officeDocument/2006/relationships/image" Target="../media/image68.png"/><Relationship Id="rId29" Type="http://schemas.openxmlformats.org/officeDocument/2006/relationships/slide" Target="slide35.xml"/><Relationship Id="rId11" Type="http://schemas.openxmlformats.org/officeDocument/2006/relationships/image" Target="../media/image115.svg"/><Relationship Id="rId24" Type="http://schemas.openxmlformats.org/officeDocument/2006/relationships/image" Target="../media/image77.png"/><Relationship Id="rId32" Type="http://schemas.openxmlformats.org/officeDocument/2006/relationships/slide" Target="slide46.xml"/><Relationship Id="rId37" Type="http://schemas.openxmlformats.org/officeDocument/2006/relationships/image" Target="../media/image99.svg"/><Relationship Id="rId40" Type="http://schemas.openxmlformats.org/officeDocument/2006/relationships/image" Target="../media/image101.svg"/><Relationship Id="rId45" Type="http://schemas.openxmlformats.org/officeDocument/2006/relationships/image" Target="../media/image105.svg"/><Relationship Id="rId53" Type="http://schemas.openxmlformats.org/officeDocument/2006/relationships/image" Target="../media/image45.jpg"/><Relationship Id="rId5" Type="http://schemas.openxmlformats.org/officeDocument/2006/relationships/image" Target="../media/image90.svg"/><Relationship Id="rId10" Type="http://schemas.openxmlformats.org/officeDocument/2006/relationships/image" Target="../media/image114.png"/><Relationship Id="rId19" Type="http://schemas.openxmlformats.org/officeDocument/2006/relationships/image" Target="../media/image71.svg"/><Relationship Id="rId31" Type="http://schemas.openxmlformats.org/officeDocument/2006/relationships/image" Target="../media/image95.svg"/><Relationship Id="rId44" Type="http://schemas.openxmlformats.org/officeDocument/2006/relationships/image" Target="../media/image104.png"/><Relationship Id="rId52" Type="http://schemas.openxmlformats.org/officeDocument/2006/relationships/slide" Target="slide33.xml"/><Relationship Id="rId4" Type="http://schemas.openxmlformats.org/officeDocument/2006/relationships/image" Target="../media/image89.png"/><Relationship Id="rId9" Type="http://schemas.openxmlformats.org/officeDocument/2006/relationships/slide" Target="slide32.xml"/><Relationship Id="rId14" Type="http://schemas.openxmlformats.org/officeDocument/2006/relationships/image" Target="../media/image66.png"/><Relationship Id="rId22" Type="http://schemas.openxmlformats.org/officeDocument/2006/relationships/image" Target="../media/image73.svg"/><Relationship Id="rId27" Type="http://schemas.openxmlformats.org/officeDocument/2006/relationships/image" Target="../media/image92.png"/><Relationship Id="rId30" Type="http://schemas.openxmlformats.org/officeDocument/2006/relationships/image" Target="../media/image94.png"/><Relationship Id="rId35" Type="http://schemas.openxmlformats.org/officeDocument/2006/relationships/slide" Target="slide38.xml"/><Relationship Id="rId43" Type="http://schemas.openxmlformats.org/officeDocument/2006/relationships/image" Target="../media/image103.svg"/><Relationship Id="rId48" Type="http://schemas.openxmlformats.org/officeDocument/2006/relationships/image" Target="../media/image107.svg"/><Relationship Id="rId8" Type="http://schemas.openxmlformats.org/officeDocument/2006/relationships/image" Target="../media/image109.svg"/><Relationship Id="rId51" Type="http://schemas.openxmlformats.org/officeDocument/2006/relationships/image" Target="../media/image111.svg"/><Relationship Id="rId3" Type="http://schemas.openxmlformats.org/officeDocument/2006/relationships/slide" Target="slide27.xml"/><Relationship Id="rId12" Type="http://schemas.openxmlformats.org/officeDocument/2006/relationships/image" Target="../media/image64.png"/><Relationship Id="rId17" Type="http://schemas.openxmlformats.org/officeDocument/2006/relationships/image" Target="../media/image69.svg"/><Relationship Id="rId25" Type="http://schemas.openxmlformats.org/officeDocument/2006/relationships/image" Target="../media/image91.svg"/><Relationship Id="rId33" Type="http://schemas.openxmlformats.org/officeDocument/2006/relationships/image" Target="../media/image96.png"/><Relationship Id="rId38" Type="http://schemas.openxmlformats.org/officeDocument/2006/relationships/slide" Target="slide37.xml"/><Relationship Id="rId46" Type="http://schemas.openxmlformats.org/officeDocument/2006/relationships/slide" Target="slide43.xml"/><Relationship Id="rId20" Type="http://schemas.openxmlformats.org/officeDocument/2006/relationships/slide" Target="slide56.xml"/><Relationship Id="rId41" Type="http://schemas.openxmlformats.org/officeDocument/2006/relationships/slide" Target="slide36.xml"/><Relationship Id="rId1" Type="http://schemas.openxmlformats.org/officeDocument/2006/relationships/slideLayout" Target="../slideLayouts/slideLayout1.xml"/><Relationship Id="rId6" Type="http://schemas.openxmlformats.org/officeDocument/2006/relationships/slide" Target="slide45.xml"/><Relationship Id="rId15" Type="http://schemas.openxmlformats.org/officeDocument/2006/relationships/image" Target="../media/image67.svg"/><Relationship Id="rId23" Type="http://schemas.openxmlformats.org/officeDocument/2006/relationships/slide" Target="slide34.xml"/><Relationship Id="rId28" Type="http://schemas.openxmlformats.org/officeDocument/2006/relationships/image" Target="../media/image93.svg"/><Relationship Id="rId36" Type="http://schemas.openxmlformats.org/officeDocument/2006/relationships/image" Target="../media/image98.png"/><Relationship Id="rId49" Type="http://schemas.openxmlformats.org/officeDocument/2006/relationships/slide" Target="slide47.xml"/></Relationships>
</file>

<file path=ppt/slides/_rels/slide3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68.png"/><Relationship Id="rId18" Type="http://schemas.openxmlformats.org/officeDocument/2006/relationships/image" Target="../media/image72.png"/><Relationship Id="rId26" Type="http://schemas.openxmlformats.org/officeDocument/2006/relationships/slide" Target="slide48.xml"/><Relationship Id="rId39" Type="http://schemas.openxmlformats.org/officeDocument/2006/relationships/image" Target="../media/image100.png"/><Relationship Id="rId21" Type="http://schemas.openxmlformats.org/officeDocument/2006/relationships/image" Target="../media/image114.png"/><Relationship Id="rId34" Type="http://schemas.openxmlformats.org/officeDocument/2006/relationships/image" Target="../media/image97.svg"/><Relationship Id="rId42" Type="http://schemas.openxmlformats.org/officeDocument/2006/relationships/image" Target="../media/image102.png"/><Relationship Id="rId47" Type="http://schemas.openxmlformats.org/officeDocument/2006/relationships/image" Target="../media/image106.png"/><Relationship Id="rId50" Type="http://schemas.openxmlformats.org/officeDocument/2006/relationships/image" Target="../media/image110.png"/><Relationship Id="rId7" Type="http://schemas.openxmlformats.org/officeDocument/2006/relationships/image" Target="../media/image108.png"/><Relationship Id="rId2" Type="http://schemas.openxmlformats.org/officeDocument/2006/relationships/notesSlide" Target="../notesSlides/notesSlide29.xml"/><Relationship Id="rId16" Type="http://schemas.openxmlformats.org/officeDocument/2006/relationships/image" Target="../media/image71.svg"/><Relationship Id="rId29" Type="http://schemas.openxmlformats.org/officeDocument/2006/relationships/slide" Target="slide35.xml"/><Relationship Id="rId11" Type="http://schemas.openxmlformats.org/officeDocument/2006/relationships/image" Target="../media/image66.png"/><Relationship Id="rId24" Type="http://schemas.openxmlformats.org/officeDocument/2006/relationships/image" Target="../media/image77.png"/><Relationship Id="rId32" Type="http://schemas.openxmlformats.org/officeDocument/2006/relationships/slide" Target="slide46.xml"/><Relationship Id="rId37" Type="http://schemas.openxmlformats.org/officeDocument/2006/relationships/image" Target="../media/image99.svg"/><Relationship Id="rId40" Type="http://schemas.openxmlformats.org/officeDocument/2006/relationships/image" Target="../media/image101.svg"/><Relationship Id="rId45" Type="http://schemas.openxmlformats.org/officeDocument/2006/relationships/image" Target="../media/image105.svg"/><Relationship Id="rId53" Type="http://schemas.openxmlformats.org/officeDocument/2006/relationships/image" Target="../media/image45.jpg"/><Relationship Id="rId5" Type="http://schemas.openxmlformats.org/officeDocument/2006/relationships/image" Target="../media/image90.svg"/><Relationship Id="rId10" Type="http://schemas.openxmlformats.org/officeDocument/2006/relationships/image" Target="../media/image65.svg"/><Relationship Id="rId19" Type="http://schemas.openxmlformats.org/officeDocument/2006/relationships/image" Target="../media/image73.svg"/><Relationship Id="rId31" Type="http://schemas.openxmlformats.org/officeDocument/2006/relationships/image" Target="../media/image95.svg"/><Relationship Id="rId44" Type="http://schemas.openxmlformats.org/officeDocument/2006/relationships/image" Target="../media/image104.png"/><Relationship Id="rId52" Type="http://schemas.openxmlformats.org/officeDocument/2006/relationships/slide" Target="slide33.xml"/><Relationship Id="rId4" Type="http://schemas.openxmlformats.org/officeDocument/2006/relationships/image" Target="../media/image89.png"/><Relationship Id="rId9" Type="http://schemas.openxmlformats.org/officeDocument/2006/relationships/image" Target="../media/image64.png"/><Relationship Id="rId14" Type="http://schemas.openxmlformats.org/officeDocument/2006/relationships/image" Target="../media/image69.svg"/><Relationship Id="rId22" Type="http://schemas.openxmlformats.org/officeDocument/2006/relationships/image" Target="../media/image115.svg"/><Relationship Id="rId27" Type="http://schemas.openxmlformats.org/officeDocument/2006/relationships/image" Target="../media/image92.png"/><Relationship Id="rId30" Type="http://schemas.openxmlformats.org/officeDocument/2006/relationships/image" Target="../media/image94.png"/><Relationship Id="rId35" Type="http://schemas.openxmlformats.org/officeDocument/2006/relationships/slide" Target="slide38.xml"/><Relationship Id="rId43" Type="http://schemas.openxmlformats.org/officeDocument/2006/relationships/image" Target="../media/image103.svg"/><Relationship Id="rId48" Type="http://schemas.openxmlformats.org/officeDocument/2006/relationships/image" Target="../media/image107.svg"/><Relationship Id="rId8" Type="http://schemas.openxmlformats.org/officeDocument/2006/relationships/image" Target="../media/image109.svg"/><Relationship Id="rId51" Type="http://schemas.openxmlformats.org/officeDocument/2006/relationships/image" Target="../media/image111.svg"/><Relationship Id="rId3" Type="http://schemas.openxmlformats.org/officeDocument/2006/relationships/slide" Target="slide27.xml"/><Relationship Id="rId12" Type="http://schemas.openxmlformats.org/officeDocument/2006/relationships/image" Target="../media/image67.svg"/><Relationship Id="rId17" Type="http://schemas.openxmlformats.org/officeDocument/2006/relationships/slide" Target="slide56.xml"/><Relationship Id="rId25" Type="http://schemas.openxmlformats.org/officeDocument/2006/relationships/image" Target="../media/image91.svg"/><Relationship Id="rId33" Type="http://schemas.openxmlformats.org/officeDocument/2006/relationships/image" Target="../media/image96.png"/><Relationship Id="rId38" Type="http://schemas.openxmlformats.org/officeDocument/2006/relationships/slide" Target="slide37.xml"/><Relationship Id="rId46" Type="http://schemas.openxmlformats.org/officeDocument/2006/relationships/slide" Target="slide43.xml"/><Relationship Id="rId20" Type="http://schemas.openxmlformats.org/officeDocument/2006/relationships/slide" Target="slide32.xml"/><Relationship Id="rId41" Type="http://schemas.openxmlformats.org/officeDocument/2006/relationships/slide" Target="slide36.xml"/><Relationship Id="rId1" Type="http://schemas.openxmlformats.org/officeDocument/2006/relationships/slideLayout" Target="../slideLayouts/slideLayout1.xml"/><Relationship Id="rId6" Type="http://schemas.openxmlformats.org/officeDocument/2006/relationships/slide" Target="slide45.xml"/><Relationship Id="rId15" Type="http://schemas.openxmlformats.org/officeDocument/2006/relationships/image" Target="../media/image70.png"/><Relationship Id="rId23" Type="http://schemas.openxmlformats.org/officeDocument/2006/relationships/slide" Target="slide34.xml"/><Relationship Id="rId28" Type="http://schemas.openxmlformats.org/officeDocument/2006/relationships/image" Target="../media/image93.svg"/><Relationship Id="rId36" Type="http://schemas.openxmlformats.org/officeDocument/2006/relationships/image" Target="../media/image98.png"/><Relationship Id="rId49" Type="http://schemas.openxmlformats.org/officeDocument/2006/relationships/slide" Target="slide47.xml"/></Relationships>
</file>

<file path=ppt/slides/_rels/slide3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64.png"/><Relationship Id="rId18" Type="http://schemas.openxmlformats.org/officeDocument/2006/relationships/image" Target="../media/image69.svg"/><Relationship Id="rId26" Type="http://schemas.openxmlformats.org/officeDocument/2006/relationships/image" Target="../media/image115.svg"/><Relationship Id="rId39" Type="http://schemas.openxmlformats.org/officeDocument/2006/relationships/slide" Target="slide38.xml"/><Relationship Id="rId21" Type="http://schemas.openxmlformats.org/officeDocument/2006/relationships/slide" Target="slide56.xml"/><Relationship Id="rId34" Type="http://schemas.openxmlformats.org/officeDocument/2006/relationships/image" Target="../media/image94.png"/><Relationship Id="rId42" Type="http://schemas.openxmlformats.org/officeDocument/2006/relationships/slide" Target="slide37.xml"/><Relationship Id="rId47" Type="http://schemas.openxmlformats.org/officeDocument/2006/relationships/image" Target="../media/image103.svg"/><Relationship Id="rId50" Type="http://schemas.openxmlformats.org/officeDocument/2006/relationships/slide" Target="slide43.xml"/><Relationship Id="rId55" Type="http://schemas.openxmlformats.org/officeDocument/2006/relationships/image" Target="../media/image111.svg"/><Relationship Id="rId7" Type="http://schemas.openxmlformats.org/officeDocument/2006/relationships/image" Target="../media/image122.png"/><Relationship Id="rId2" Type="http://schemas.openxmlformats.org/officeDocument/2006/relationships/notesSlide" Target="../notesSlides/notesSlide30.xml"/><Relationship Id="rId16" Type="http://schemas.openxmlformats.org/officeDocument/2006/relationships/image" Target="../media/image67.svg"/><Relationship Id="rId29" Type="http://schemas.openxmlformats.org/officeDocument/2006/relationships/image" Target="../media/image91.svg"/><Relationship Id="rId11" Type="http://schemas.openxmlformats.org/officeDocument/2006/relationships/image" Target="../media/image108.png"/><Relationship Id="rId24" Type="http://schemas.openxmlformats.org/officeDocument/2006/relationships/slide" Target="slide32.xml"/><Relationship Id="rId32" Type="http://schemas.openxmlformats.org/officeDocument/2006/relationships/image" Target="../media/image93.svg"/><Relationship Id="rId37" Type="http://schemas.openxmlformats.org/officeDocument/2006/relationships/image" Target="../media/image96.png"/><Relationship Id="rId40" Type="http://schemas.openxmlformats.org/officeDocument/2006/relationships/image" Target="../media/image98.png"/><Relationship Id="rId45" Type="http://schemas.openxmlformats.org/officeDocument/2006/relationships/slide" Target="slide36.xml"/><Relationship Id="rId53" Type="http://schemas.openxmlformats.org/officeDocument/2006/relationships/slide" Target="slide47.xml"/><Relationship Id="rId5" Type="http://schemas.openxmlformats.org/officeDocument/2006/relationships/image" Target="../media/image90.svg"/><Relationship Id="rId19" Type="http://schemas.openxmlformats.org/officeDocument/2006/relationships/image" Target="../media/image70.png"/><Relationship Id="rId4" Type="http://schemas.openxmlformats.org/officeDocument/2006/relationships/image" Target="../media/image89.png"/><Relationship Id="rId9" Type="http://schemas.openxmlformats.org/officeDocument/2006/relationships/slide" Target="slide40.xml"/><Relationship Id="rId14" Type="http://schemas.openxmlformats.org/officeDocument/2006/relationships/image" Target="../media/image65.svg"/><Relationship Id="rId22" Type="http://schemas.openxmlformats.org/officeDocument/2006/relationships/image" Target="../media/image72.png"/><Relationship Id="rId27" Type="http://schemas.openxmlformats.org/officeDocument/2006/relationships/slide" Target="slide34.xml"/><Relationship Id="rId30" Type="http://schemas.openxmlformats.org/officeDocument/2006/relationships/slide" Target="slide48.xml"/><Relationship Id="rId35" Type="http://schemas.openxmlformats.org/officeDocument/2006/relationships/image" Target="../media/image95.svg"/><Relationship Id="rId43" Type="http://schemas.openxmlformats.org/officeDocument/2006/relationships/image" Target="../media/image100.png"/><Relationship Id="rId48" Type="http://schemas.openxmlformats.org/officeDocument/2006/relationships/image" Target="../media/image104.png"/><Relationship Id="rId56" Type="http://schemas.openxmlformats.org/officeDocument/2006/relationships/slide" Target="slide33.xml"/><Relationship Id="rId8" Type="http://schemas.openxmlformats.org/officeDocument/2006/relationships/image" Target="../media/image123.svg"/><Relationship Id="rId51" Type="http://schemas.openxmlformats.org/officeDocument/2006/relationships/image" Target="../media/image106.png"/><Relationship Id="rId3" Type="http://schemas.openxmlformats.org/officeDocument/2006/relationships/slide" Target="slide27.xml"/><Relationship Id="rId12" Type="http://schemas.openxmlformats.org/officeDocument/2006/relationships/image" Target="../media/image109.svg"/><Relationship Id="rId17" Type="http://schemas.openxmlformats.org/officeDocument/2006/relationships/image" Target="../media/image68.png"/><Relationship Id="rId25" Type="http://schemas.openxmlformats.org/officeDocument/2006/relationships/image" Target="../media/image114.png"/><Relationship Id="rId33" Type="http://schemas.openxmlformats.org/officeDocument/2006/relationships/slide" Target="slide35.xml"/><Relationship Id="rId38" Type="http://schemas.openxmlformats.org/officeDocument/2006/relationships/image" Target="../media/image97.svg"/><Relationship Id="rId46" Type="http://schemas.openxmlformats.org/officeDocument/2006/relationships/image" Target="../media/image102.png"/><Relationship Id="rId20" Type="http://schemas.openxmlformats.org/officeDocument/2006/relationships/image" Target="../media/image71.svg"/><Relationship Id="rId41" Type="http://schemas.openxmlformats.org/officeDocument/2006/relationships/image" Target="../media/image99.svg"/><Relationship Id="rId54" Type="http://schemas.openxmlformats.org/officeDocument/2006/relationships/image" Target="../media/image110.png"/><Relationship Id="rId1" Type="http://schemas.openxmlformats.org/officeDocument/2006/relationships/slideLayout" Target="../slideLayouts/slideLayout1.xml"/><Relationship Id="rId6" Type="http://schemas.openxmlformats.org/officeDocument/2006/relationships/slide" Target="slide39.xml"/><Relationship Id="rId15" Type="http://schemas.openxmlformats.org/officeDocument/2006/relationships/image" Target="../media/image66.png"/><Relationship Id="rId23" Type="http://schemas.openxmlformats.org/officeDocument/2006/relationships/image" Target="../media/image73.svg"/><Relationship Id="rId28" Type="http://schemas.openxmlformats.org/officeDocument/2006/relationships/image" Target="../media/image77.png"/><Relationship Id="rId36" Type="http://schemas.openxmlformats.org/officeDocument/2006/relationships/slide" Target="slide46.xml"/><Relationship Id="rId49" Type="http://schemas.openxmlformats.org/officeDocument/2006/relationships/image" Target="../media/image105.svg"/><Relationship Id="rId57" Type="http://schemas.openxmlformats.org/officeDocument/2006/relationships/image" Target="../media/image45.jpg"/><Relationship Id="rId10" Type="http://schemas.openxmlformats.org/officeDocument/2006/relationships/slide" Target="slide45.xml"/><Relationship Id="rId31" Type="http://schemas.openxmlformats.org/officeDocument/2006/relationships/image" Target="../media/image92.png"/><Relationship Id="rId44" Type="http://schemas.openxmlformats.org/officeDocument/2006/relationships/image" Target="../media/image101.svg"/><Relationship Id="rId52" Type="http://schemas.openxmlformats.org/officeDocument/2006/relationships/image" Target="../media/image107.svg"/></Relationships>
</file>

<file path=ppt/slides/_rels/slide3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4.png"/><Relationship Id="rId18" Type="http://schemas.openxmlformats.org/officeDocument/2006/relationships/image" Target="../media/image67.svg"/><Relationship Id="rId26" Type="http://schemas.openxmlformats.org/officeDocument/2006/relationships/slide" Target="slide34.xml"/><Relationship Id="rId39" Type="http://schemas.openxmlformats.org/officeDocument/2006/relationships/image" Target="../media/image99.svg"/><Relationship Id="rId21" Type="http://schemas.openxmlformats.org/officeDocument/2006/relationships/image" Target="../media/image70.png"/><Relationship Id="rId34" Type="http://schemas.openxmlformats.org/officeDocument/2006/relationships/image" Target="../media/image95.svg"/><Relationship Id="rId42" Type="http://schemas.openxmlformats.org/officeDocument/2006/relationships/image" Target="../media/image101.svg"/><Relationship Id="rId47" Type="http://schemas.openxmlformats.org/officeDocument/2006/relationships/image" Target="../media/image105.svg"/><Relationship Id="rId50" Type="http://schemas.openxmlformats.org/officeDocument/2006/relationships/image" Target="../media/image107.svg"/><Relationship Id="rId55" Type="http://schemas.openxmlformats.org/officeDocument/2006/relationships/image" Target="../media/image45.jpg"/><Relationship Id="rId7" Type="http://schemas.openxmlformats.org/officeDocument/2006/relationships/image" Target="../media/image122.png"/><Relationship Id="rId2" Type="http://schemas.openxmlformats.org/officeDocument/2006/relationships/notesSlide" Target="../notesSlides/notesSlide31.xml"/><Relationship Id="rId16" Type="http://schemas.openxmlformats.org/officeDocument/2006/relationships/image" Target="../media/image65.svg"/><Relationship Id="rId29" Type="http://schemas.openxmlformats.org/officeDocument/2006/relationships/slide" Target="slide48.xml"/><Relationship Id="rId11" Type="http://schemas.openxmlformats.org/officeDocument/2006/relationships/image" Target="../media/image109.svg"/><Relationship Id="rId24" Type="http://schemas.openxmlformats.org/officeDocument/2006/relationships/image" Target="../media/image72.png"/><Relationship Id="rId32" Type="http://schemas.openxmlformats.org/officeDocument/2006/relationships/slide" Target="slide35.xml"/><Relationship Id="rId37" Type="http://schemas.openxmlformats.org/officeDocument/2006/relationships/image" Target="../media/image97.svg"/><Relationship Id="rId40" Type="http://schemas.openxmlformats.org/officeDocument/2006/relationships/slide" Target="slide37.xml"/><Relationship Id="rId45" Type="http://schemas.openxmlformats.org/officeDocument/2006/relationships/image" Target="../media/image103.svg"/><Relationship Id="rId53" Type="http://schemas.openxmlformats.org/officeDocument/2006/relationships/image" Target="../media/image111.svg"/><Relationship Id="rId5" Type="http://schemas.openxmlformats.org/officeDocument/2006/relationships/image" Target="../media/image90.svg"/><Relationship Id="rId10" Type="http://schemas.openxmlformats.org/officeDocument/2006/relationships/image" Target="../media/image108.png"/><Relationship Id="rId19" Type="http://schemas.openxmlformats.org/officeDocument/2006/relationships/image" Target="../media/image68.png"/><Relationship Id="rId31" Type="http://schemas.openxmlformats.org/officeDocument/2006/relationships/image" Target="../media/image93.svg"/><Relationship Id="rId44" Type="http://schemas.openxmlformats.org/officeDocument/2006/relationships/image" Target="../media/image102.png"/><Relationship Id="rId52" Type="http://schemas.openxmlformats.org/officeDocument/2006/relationships/image" Target="../media/image110.png"/><Relationship Id="rId4" Type="http://schemas.openxmlformats.org/officeDocument/2006/relationships/image" Target="../media/image89.png"/><Relationship Id="rId9" Type="http://schemas.openxmlformats.org/officeDocument/2006/relationships/slide" Target="slide45.xml"/><Relationship Id="rId14" Type="http://schemas.openxmlformats.org/officeDocument/2006/relationships/image" Target="../media/image115.svg"/><Relationship Id="rId22" Type="http://schemas.openxmlformats.org/officeDocument/2006/relationships/image" Target="../media/image71.svg"/><Relationship Id="rId27" Type="http://schemas.openxmlformats.org/officeDocument/2006/relationships/image" Target="../media/image77.png"/><Relationship Id="rId30" Type="http://schemas.openxmlformats.org/officeDocument/2006/relationships/image" Target="../media/image92.png"/><Relationship Id="rId35" Type="http://schemas.openxmlformats.org/officeDocument/2006/relationships/slide" Target="slide46.xml"/><Relationship Id="rId43" Type="http://schemas.openxmlformats.org/officeDocument/2006/relationships/slide" Target="slide36.xml"/><Relationship Id="rId48" Type="http://schemas.openxmlformats.org/officeDocument/2006/relationships/slide" Target="slide43.xml"/><Relationship Id="rId8" Type="http://schemas.openxmlformats.org/officeDocument/2006/relationships/image" Target="../media/image123.svg"/><Relationship Id="rId51" Type="http://schemas.openxmlformats.org/officeDocument/2006/relationships/slide" Target="slide47.xml"/><Relationship Id="rId3" Type="http://schemas.openxmlformats.org/officeDocument/2006/relationships/slide" Target="slide27.xml"/><Relationship Id="rId12" Type="http://schemas.openxmlformats.org/officeDocument/2006/relationships/slide" Target="slide38.xml"/><Relationship Id="rId17" Type="http://schemas.openxmlformats.org/officeDocument/2006/relationships/image" Target="../media/image66.png"/><Relationship Id="rId25" Type="http://schemas.openxmlformats.org/officeDocument/2006/relationships/image" Target="../media/image73.svg"/><Relationship Id="rId33" Type="http://schemas.openxmlformats.org/officeDocument/2006/relationships/image" Target="../media/image94.png"/><Relationship Id="rId38" Type="http://schemas.openxmlformats.org/officeDocument/2006/relationships/image" Target="../media/image98.png"/><Relationship Id="rId46" Type="http://schemas.openxmlformats.org/officeDocument/2006/relationships/image" Target="../media/image104.png"/><Relationship Id="rId20" Type="http://schemas.openxmlformats.org/officeDocument/2006/relationships/image" Target="../media/image69.svg"/><Relationship Id="rId41" Type="http://schemas.openxmlformats.org/officeDocument/2006/relationships/image" Target="../media/image100.png"/><Relationship Id="rId54" Type="http://schemas.openxmlformats.org/officeDocument/2006/relationships/slide" Target="slide33.xml"/><Relationship Id="rId1" Type="http://schemas.openxmlformats.org/officeDocument/2006/relationships/slideLayout" Target="../slideLayouts/slideLayout1.xml"/><Relationship Id="rId6" Type="http://schemas.openxmlformats.org/officeDocument/2006/relationships/slide" Target="slide42.xml"/><Relationship Id="rId15" Type="http://schemas.openxmlformats.org/officeDocument/2006/relationships/image" Target="../media/image64.png"/><Relationship Id="rId23" Type="http://schemas.openxmlformats.org/officeDocument/2006/relationships/slide" Target="slide56.xml"/><Relationship Id="rId28" Type="http://schemas.openxmlformats.org/officeDocument/2006/relationships/image" Target="../media/image91.svg"/><Relationship Id="rId36" Type="http://schemas.openxmlformats.org/officeDocument/2006/relationships/image" Target="../media/image96.png"/><Relationship Id="rId49" Type="http://schemas.openxmlformats.org/officeDocument/2006/relationships/image" Target="../media/image106.png"/></Relationships>
</file>

<file path=ppt/slides/_rels/slide40.xml.rels><?xml version="1.0" encoding="UTF-8" standalone="yes"?>
<Relationships xmlns="http://schemas.openxmlformats.org/package/2006/relationships"><Relationship Id="rId13" Type="http://schemas.openxmlformats.org/officeDocument/2006/relationships/image" Target="../media/image66.png"/><Relationship Id="rId18" Type="http://schemas.openxmlformats.org/officeDocument/2006/relationships/image" Target="../media/image71.svg"/><Relationship Id="rId26" Type="http://schemas.openxmlformats.org/officeDocument/2006/relationships/image" Target="../media/image77.png"/><Relationship Id="rId39" Type="http://schemas.openxmlformats.org/officeDocument/2006/relationships/image" Target="../media/image99.svg"/><Relationship Id="rId21" Type="http://schemas.openxmlformats.org/officeDocument/2006/relationships/image" Target="../media/image73.svg"/><Relationship Id="rId34" Type="http://schemas.openxmlformats.org/officeDocument/2006/relationships/slide" Target="slide46.xml"/><Relationship Id="rId42" Type="http://schemas.openxmlformats.org/officeDocument/2006/relationships/image" Target="../media/image101.svg"/><Relationship Id="rId47" Type="http://schemas.openxmlformats.org/officeDocument/2006/relationships/image" Target="../media/image105.svg"/><Relationship Id="rId50" Type="http://schemas.openxmlformats.org/officeDocument/2006/relationships/image" Target="../media/image107.svg"/><Relationship Id="rId55" Type="http://schemas.openxmlformats.org/officeDocument/2006/relationships/image" Target="../media/image45.jpg"/><Relationship Id="rId7" Type="http://schemas.openxmlformats.org/officeDocument/2006/relationships/image" Target="../media/image108.png"/><Relationship Id="rId2" Type="http://schemas.openxmlformats.org/officeDocument/2006/relationships/notesSlide" Target="../notesSlides/notesSlide32.xml"/><Relationship Id="rId16" Type="http://schemas.openxmlformats.org/officeDocument/2006/relationships/image" Target="../media/image69.svg"/><Relationship Id="rId29" Type="http://schemas.openxmlformats.org/officeDocument/2006/relationships/image" Target="../media/image92.png"/><Relationship Id="rId11" Type="http://schemas.openxmlformats.org/officeDocument/2006/relationships/image" Target="../media/image64.png"/><Relationship Id="rId24" Type="http://schemas.openxmlformats.org/officeDocument/2006/relationships/image" Target="../media/image123.svg"/><Relationship Id="rId32" Type="http://schemas.openxmlformats.org/officeDocument/2006/relationships/image" Target="../media/image94.png"/><Relationship Id="rId37" Type="http://schemas.openxmlformats.org/officeDocument/2006/relationships/slide" Target="slide38.xml"/><Relationship Id="rId40" Type="http://schemas.openxmlformats.org/officeDocument/2006/relationships/slide" Target="slide37.xml"/><Relationship Id="rId45" Type="http://schemas.openxmlformats.org/officeDocument/2006/relationships/image" Target="../media/image103.svg"/><Relationship Id="rId53" Type="http://schemas.openxmlformats.org/officeDocument/2006/relationships/image" Target="../media/image111.svg"/><Relationship Id="rId5" Type="http://schemas.openxmlformats.org/officeDocument/2006/relationships/image" Target="../media/image90.svg"/><Relationship Id="rId10" Type="http://schemas.openxmlformats.org/officeDocument/2006/relationships/image" Target="../media/image115.svg"/><Relationship Id="rId19" Type="http://schemas.openxmlformats.org/officeDocument/2006/relationships/slide" Target="slide56.xml"/><Relationship Id="rId31" Type="http://schemas.openxmlformats.org/officeDocument/2006/relationships/slide" Target="slide35.xml"/><Relationship Id="rId44" Type="http://schemas.openxmlformats.org/officeDocument/2006/relationships/image" Target="../media/image102.png"/><Relationship Id="rId52" Type="http://schemas.openxmlformats.org/officeDocument/2006/relationships/image" Target="../media/image110.png"/><Relationship Id="rId4" Type="http://schemas.openxmlformats.org/officeDocument/2006/relationships/image" Target="../media/image89.png"/><Relationship Id="rId9" Type="http://schemas.openxmlformats.org/officeDocument/2006/relationships/image" Target="../media/image114.png"/><Relationship Id="rId14" Type="http://schemas.openxmlformats.org/officeDocument/2006/relationships/image" Target="../media/image67.svg"/><Relationship Id="rId22" Type="http://schemas.openxmlformats.org/officeDocument/2006/relationships/slide" Target="slide42.xml"/><Relationship Id="rId27" Type="http://schemas.openxmlformats.org/officeDocument/2006/relationships/image" Target="../media/image91.svg"/><Relationship Id="rId30" Type="http://schemas.openxmlformats.org/officeDocument/2006/relationships/image" Target="../media/image93.svg"/><Relationship Id="rId35" Type="http://schemas.openxmlformats.org/officeDocument/2006/relationships/image" Target="../media/image96.png"/><Relationship Id="rId43" Type="http://schemas.openxmlformats.org/officeDocument/2006/relationships/slide" Target="slide36.xml"/><Relationship Id="rId48" Type="http://schemas.openxmlformats.org/officeDocument/2006/relationships/slide" Target="slide43.xml"/><Relationship Id="rId8" Type="http://schemas.openxmlformats.org/officeDocument/2006/relationships/image" Target="../media/image109.svg"/><Relationship Id="rId51" Type="http://schemas.openxmlformats.org/officeDocument/2006/relationships/slide" Target="slide47.xml"/><Relationship Id="rId3" Type="http://schemas.openxmlformats.org/officeDocument/2006/relationships/slide" Target="slide27.xml"/><Relationship Id="rId12" Type="http://schemas.openxmlformats.org/officeDocument/2006/relationships/image" Target="../media/image65.svg"/><Relationship Id="rId17" Type="http://schemas.openxmlformats.org/officeDocument/2006/relationships/image" Target="../media/image70.png"/><Relationship Id="rId25" Type="http://schemas.openxmlformats.org/officeDocument/2006/relationships/slide" Target="slide34.xml"/><Relationship Id="rId33" Type="http://schemas.openxmlformats.org/officeDocument/2006/relationships/image" Target="../media/image95.svg"/><Relationship Id="rId38" Type="http://schemas.openxmlformats.org/officeDocument/2006/relationships/image" Target="../media/image98.png"/><Relationship Id="rId46" Type="http://schemas.openxmlformats.org/officeDocument/2006/relationships/image" Target="../media/image104.png"/><Relationship Id="rId20" Type="http://schemas.openxmlformats.org/officeDocument/2006/relationships/image" Target="../media/image72.png"/><Relationship Id="rId41" Type="http://schemas.openxmlformats.org/officeDocument/2006/relationships/image" Target="../media/image100.png"/><Relationship Id="rId54" Type="http://schemas.openxmlformats.org/officeDocument/2006/relationships/slide" Target="slide33.xml"/><Relationship Id="rId1" Type="http://schemas.openxmlformats.org/officeDocument/2006/relationships/slideLayout" Target="../slideLayouts/slideLayout1.xml"/><Relationship Id="rId6" Type="http://schemas.openxmlformats.org/officeDocument/2006/relationships/slide" Target="slide90.xml"/><Relationship Id="rId15" Type="http://schemas.openxmlformats.org/officeDocument/2006/relationships/image" Target="../media/image68.png"/><Relationship Id="rId23" Type="http://schemas.openxmlformats.org/officeDocument/2006/relationships/image" Target="../media/image122.png"/><Relationship Id="rId28" Type="http://schemas.openxmlformats.org/officeDocument/2006/relationships/slide" Target="slide48.xml"/><Relationship Id="rId36" Type="http://schemas.openxmlformats.org/officeDocument/2006/relationships/image" Target="../media/image97.svg"/><Relationship Id="rId49" Type="http://schemas.openxmlformats.org/officeDocument/2006/relationships/image" Target="../media/image106.png"/></Relationships>
</file>

<file path=ppt/slides/_rels/slide4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66.png"/><Relationship Id="rId18" Type="http://schemas.openxmlformats.org/officeDocument/2006/relationships/image" Target="../media/image71.svg"/><Relationship Id="rId26" Type="http://schemas.openxmlformats.org/officeDocument/2006/relationships/image" Target="../media/image77.png"/><Relationship Id="rId39" Type="http://schemas.openxmlformats.org/officeDocument/2006/relationships/image" Target="../media/image99.svg"/><Relationship Id="rId21" Type="http://schemas.openxmlformats.org/officeDocument/2006/relationships/image" Target="../media/image73.svg"/><Relationship Id="rId34" Type="http://schemas.openxmlformats.org/officeDocument/2006/relationships/slide" Target="slide46.xml"/><Relationship Id="rId42" Type="http://schemas.openxmlformats.org/officeDocument/2006/relationships/image" Target="../media/image101.svg"/><Relationship Id="rId47" Type="http://schemas.openxmlformats.org/officeDocument/2006/relationships/image" Target="../media/image105.svg"/><Relationship Id="rId50" Type="http://schemas.openxmlformats.org/officeDocument/2006/relationships/image" Target="../media/image107.svg"/><Relationship Id="rId55" Type="http://schemas.openxmlformats.org/officeDocument/2006/relationships/image" Target="../media/image45.jpg"/><Relationship Id="rId7" Type="http://schemas.openxmlformats.org/officeDocument/2006/relationships/image" Target="../media/image108.png"/><Relationship Id="rId2" Type="http://schemas.openxmlformats.org/officeDocument/2006/relationships/notesSlide" Target="../notesSlides/notesSlide33.xml"/><Relationship Id="rId16" Type="http://schemas.openxmlformats.org/officeDocument/2006/relationships/image" Target="../media/image69.svg"/><Relationship Id="rId29" Type="http://schemas.openxmlformats.org/officeDocument/2006/relationships/image" Target="../media/image92.png"/><Relationship Id="rId11" Type="http://schemas.openxmlformats.org/officeDocument/2006/relationships/image" Target="../media/image64.png"/><Relationship Id="rId24" Type="http://schemas.openxmlformats.org/officeDocument/2006/relationships/image" Target="../media/image123.svg"/><Relationship Id="rId32" Type="http://schemas.openxmlformats.org/officeDocument/2006/relationships/image" Target="../media/image94.png"/><Relationship Id="rId37" Type="http://schemas.openxmlformats.org/officeDocument/2006/relationships/slide" Target="slide38.xml"/><Relationship Id="rId40" Type="http://schemas.openxmlformats.org/officeDocument/2006/relationships/slide" Target="slide37.xml"/><Relationship Id="rId45" Type="http://schemas.openxmlformats.org/officeDocument/2006/relationships/image" Target="../media/image103.svg"/><Relationship Id="rId53" Type="http://schemas.openxmlformats.org/officeDocument/2006/relationships/image" Target="../media/image111.svg"/><Relationship Id="rId5" Type="http://schemas.openxmlformats.org/officeDocument/2006/relationships/image" Target="../media/image90.svg"/><Relationship Id="rId19" Type="http://schemas.openxmlformats.org/officeDocument/2006/relationships/slide" Target="slide56.xml"/><Relationship Id="rId4" Type="http://schemas.openxmlformats.org/officeDocument/2006/relationships/image" Target="../media/image89.png"/><Relationship Id="rId9" Type="http://schemas.openxmlformats.org/officeDocument/2006/relationships/image" Target="../media/image114.png"/><Relationship Id="rId14" Type="http://schemas.openxmlformats.org/officeDocument/2006/relationships/image" Target="../media/image67.svg"/><Relationship Id="rId22" Type="http://schemas.openxmlformats.org/officeDocument/2006/relationships/slide" Target="slide42.xml"/><Relationship Id="rId27" Type="http://schemas.openxmlformats.org/officeDocument/2006/relationships/image" Target="../media/image91.svg"/><Relationship Id="rId30" Type="http://schemas.openxmlformats.org/officeDocument/2006/relationships/image" Target="../media/image93.svg"/><Relationship Id="rId35" Type="http://schemas.openxmlformats.org/officeDocument/2006/relationships/image" Target="../media/image96.png"/><Relationship Id="rId43" Type="http://schemas.openxmlformats.org/officeDocument/2006/relationships/slide" Target="slide36.xml"/><Relationship Id="rId48" Type="http://schemas.openxmlformats.org/officeDocument/2006/relationships/slide" Target="slide43.xml"/><Relationship Id="rId56" Type="http://schemas.openxmlformats.org/officeDocument/2006/relationships/image" Target="../media/image124.jpg"/><Relationship Id="rId8" Type="http://schemas.openxmlformats.org/officeDocument/2006/relationships/image" Target="../media/image109.svg"/><Relationship Id="rId51" Type="http://schemas.openxmlformats.org/officeDocument/2006/relationships/slide" Target="slide47.xml"/><Relationship Id="rId3" Type="http://schemas.openxmlformats.org/officeDocument/2006/relationships/slide" Target="slide27.xml"/><Relationship Id="rId12" Type="http://schemas.openxmlformats.org/officeDocument/2006/relationships/image" Target="../media/image65.svg"/><Relationship Id="rId17" Type="http://schemas.openxmlformats.org/officeDocument/2006/relationships/image" Target="../media/image70.png"/><Relationship Id="rId25" Type="http://schemas.openxmlformats.org/officeDocument/2006/relationships/slide" Target="slide34.xml"/><Relationship Id="rId33" Type="http://schemas.openxmlformats.org/officeDocument/2006/relationships/image" Target="../media/image95.svg"/><Relationship Id="rId38" Type="http://schemas.openxmlformats.org/officeDocument/2006/relationships/image" Target="../media/image98.png"/><Relationship Id="rId46" Type="http://schemas.openxmlformats.org/officeDocument/2006/relationships/image" Target="../media/image104.png"/><Relationship Id="rId20" Type="http://schemas.openxmlformats.org/officeDocument/2006/relationships/image" Target="../media/image72.png"/><Relationship Id="rId41" Type="http://schemas.openxmlformats.org/officeDocument/2006/relationships/image" Target="../media/image100.png"/><Relationship Id="rId54" Type="http://schemas.openxmlformats.org/officeDocument/2006/relationships/slide" Target="slide33.xml"/><Relationship Id="rId1" Type="http://schemas.openxmlformats.org/officeDocument/2006/relationships/slideLayout" Target="../slideLayouts/slideLayout1.xml"/><Relationship Id="rId6" Type="http://schemas.openxmlformats.org/officeDocument/2006/relationships/slide" Target="slide90.xml"/><Relationship Id="rId15" Type="http://schemas.openxmlformats.org/officeDocument/2006/relationships/image" Target="../media/image68.png"/><Relationship Id="rId23" Type="http://schemas.openxmlformats.org/officeDocument/2006/relationships/image" Target="../media/image122.png"/><Relationship Id="rId28" Type="http://schemas.openxmlformats.org/officeDocument/2006/relationships/slide" Target="slide48.xml"/><Relationship Id="rId36" Type="http://schemas.openxmlformats.org/officeDocument/2006/relationships/image" Target="../media/image97.svg"/><Relationship Id="rId49" Type="http://schemas.openxmlformats.org/officeDocument/2006/relationships/image" Target="../media/image106.png"/><Relationship Id="rId57" Type="http://schemas.openxmlformats.org/officeDocument/2006/relationships/slide" Target="slide60.xml"/><Relationship Id="rId10" Type="http://schemas.openxmlformats.org/officeDocument/2006/relationships/image" Target="../media/image115.svg"/><Relationship Id="rId31" Type="http://schemas.openxmlformats.org/officeDocument/2006/relationships/slide" Target="slide35.xml"/><Relationship Id="rId44" Type="http://schemas.openxmlformats.org/officeDocument/2006/relationships/image" Target="../media/image102.png"/><Relationship Id="rId52" Type="http://schemas.openxmlformats.org/officeDocument/2006/relationships/image" Target="../media/image110.png"/></Relationships>
</file>

<file path=ppt/slides/_rels/slide4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65.svg"/><Relationship Id="rId18" Type="http://schemas.openxmlformats.org/officeDocument/2006/relationships/image" Target="../media/image70.png"/><Relationship Id="rId26" Type="http://schemas.openxmlformats.org/officeDocument/2006/relationships/slide" Target="slide48.xml"/><Relationship Id="rId39" Type="http://schemas.openxmlformats.org/officeDocument/2006/relationships/image" Target="../media/image100.png"/><Relationship Id="rId21" Type="http://schemas.openxmlformats.org/officeDocument/2006/relationships/image" Target="../media/image72.png"/><Relationship Id="rId34" Type="http://schemas.openxmlformats.org/officeDocument/2006/relationships/image" Target="../media/image97.svg"/><Relationship Id="rId42" Type="http://schemas.openxmlformats.org/officeDocument/2006/relationships/image" Target="../media/image102.png"/><Relationship Id="rId47" Type="http://schemas.openxmlformats.org/officeDocument/2006/relationships/image" Target="../media/image106.png"/><Relationship Id="rId50" Type="http://schemas.openxmlformats.org/officeDocument/2006/relationships/image" Target="../media/image110.png"/><Relationship Id="rId7" Type="http://schemas.openxmlformats.org/officeDocument/2006/relationships/image" Target="../media/image108.png"/><Relationship Id="rId2" Type="http://schemas.openxmlformats.org/officeDocument/2006/relationships/notesSlide" Target="../notesSlides/notesSlide34.xml"/><Relationship Id="rId16" Type="http://schemas.openxmlformats.org/officeDocument/2006/relationships/image" Target="../media/image68.png"/><Relationship Id="rId29" Type="http://schemas.openxmlformats.org/officeDocument/2006/relationships/slide" Target="slide35.xml"/><Relationship Id="rId11" Type="http://schemas.openxmlformats.org/officeDocument/2006/relationships/image" Target="../media/image115.svg"/><Relationship Id="rId24" Type="http://schemas.openxmlformats.org/officeDocument/2006/relationships/image" Target="../media/image77.png"/><Relationship Id="rId32" Type="http://schemas.openxmlformats.org/officeDocument/2006/relationships/slide" Target="slide46.xml"/><Relationship Id="rId37" Type="http://schemas.openxmlformats.org/officeDocument/2006/relationships/image" Target="../media/image99.svg"/><Relationship Id="rId40" Type="http://schemas.openxmlformats.org/officeDocument/2006/relationships/image" Target="../media/image101.svg"/><Relationship Id="rId45" Type="http://schemas.openxmlformats.org/officeDocument/2006/relationships/image" Target="../media/image105.svg"/><Relationship Id="rId53" Type="http://schemas.openxmlformats.org/officeDocument/2006/relationships/image" Target="../media/image45.jpg"/><Relationship Id="rId5" Type="http://schemas.openxmlformats.org/officeDocument/2006/relationships/image" Target="../media/image90.svg"/><Relationship Id="rId10" Type="http://schemas.openxmlformats.org/officeDocument/2006/relationships/image" Target="../media/image114.png"/><Relationship Id="rId19" Type="http://schemas.openxmlformats.org/officeDocument/2006/relationships/image" Target="../media/image71.svg"/><Relationship Id="rId31" Type="http://schemas.openxmlformats.org/officeDocument/2006/relationships/image" Target="../media/image95.svg"/><Relationship Id="rId44" Type="http://schemas.openxmlformats.org/officeDocument/2006/relationships/image" Target="../media/image104.png"/><Relationship Id="rId52" Type="http://schemas.openxmlformats.org/officeDocument/2006/relationships/slide" Target="slide33.xml"/><Relationship Id="rId4" Type="http://schemas.openxmlformats.org/officeDocument/2006/relationships/image" Target="../media/image89.png"/><Relationship Id="rId9" Type="http://schemas.openxmlformats.org/officeDocument/2006/relationships/slide" Target="slide39.xml"/><Relationship Id="rId14" Type="http://schemas.openxmlformats.org/officeDocument/2006/relationships/image" Target="../media/image66.png"/><Relationship Id="rId22" Type="http://schemas.openxmlformats.org/officeDocument/2006/relationships/image" Target="../media/image73.svg"/><Relationship Id="rId27" Type="http://schemas.openxmlformats.org/officeDocument/2006/relationships/image" Target="../media/image92.png"/><Relationship Id="rId30" Type="http://schemas.openxmlformats.org/officeDocument/2006/relationships/image" Target="../media/image94.png"/><Relationship Id="rId35" Type="http://schemas.openxmlformats.org/officeDocument/2006/relationships/slide" Target="slide38.xml"/><Relationship Id="rId43" Type="http://schemas.openxmlformats.org/officeDocument/2006/relationships/image" Target="../media/image103.svg"/><Relationship Id="rId48" Type="http://schemas.openxmlformats.org/officeDocument/2006/relationships/image" Target="../media/image107.svg"/><Relationship Id="rId8" Type="http://schemas.openxmlformats.org/officeDocument/2006/relationships/image" Target="../media/image109.svg"/><Relationship Id="rId51" Type="http://schemas.openxmlformats.org/officeDocument/2006/relationships/image" Target="../media/image111.svg"/><Relationship Id="rId3" Type="http://schemas.openxmlformats.org/officeDocument/2006/relationships/slide" Target="slide27.xml"/><Relationship Id="rId12" Type="http://schemas.openxmlformats.org/officeDocument/2006/relationships/image" Target="../media/image64.png"/><Relationship Id="rId17" Type="http://schemas.openxmlformats.org/officeDocument/2006/relationships/image" Target="../media/image69.svg"/><Relationship Id="rId25" Type="http://schemas.openxmlformats.org/officeDocument/2006/relationships/image" Target="../media/image91.svg"/><Relationship Id="rId33" Type="http://schemas.openxmlformats.org/officeDocument/2006/relationships/image" Target="../media/image96.png"/><Relationship Id="rId38" Type="http://schemas.openxmlformats.org/officeDocument/2006/relationships/slide" Target="slide37.xml"/><Relationship Id="rId46" Type="http://schemas.openxmlformats.org/officeDocument/2006/relationships/slide" Target="slide43.xml"/><Relationship Id="rId20" Type="http://schemas.openxmlformats.org/officeDocument/2006/relationships/slide" Target="slide56.xml"/><Relationship Id="rId41" Type="http://schemas.openxmlformats.org/officeDocument/2006/relationships/slide" Target="slide36.xml"/><Relationship Id="rId1" Type="http://schemas.openxmlformats.org/officeDocument/2006/relationships/slideLayout" Target="../slideLayouts/slideLayout1.xml"/><Relationship Id="rId6" Type="http://schemas.openxmlformats.org/officeDocument/2006/relationships/slide" Target="slide45.xml"/><Relationship Id="rId15" Type="http://schemas.openxmlformats.org/officeDocument/2006/relationships/image" Target="../media/image67.svg"/><Relationship Id="rId23" Type="http://schemas.openxmlformats.org/officeDocument/2006/relationships/slide" Target="slide34.xml"/><Relationship Id="rId28" Type="http://schemas.openxmlformats.org/officeDocument/2006/relationships/image" Target="../media/image93.svg"/><Relationship Id="rId36" Type="http://schemas.openxmlformats.org/officeDocument/2006/relationships/image" Target="../media/image98.png"/><Relationship Id="rId49" Type="http://schemas.openxmlformats.org/officeDocument/2006/relationships/slide" Target="slide47.xml"/></Relationships>
</file>

<file path=ppt/slides/_rels/slide43.xml.rels><?xml version="1.0" encoding="UTF-8" standalone="yes"?>
<Relationships xmlns="http://schemas.openxmlformats.org/package/2006/relationships"><Relationship Id="rId26" Type="http://schemas.openxmlformats.org/officeDocument/2006/relationships/image" Target="../media/image69.svg"/><Relationship Id="rId21" Type="http://schemas.openxmlformats.org/officeDocument/2006/relationships/image" Target="../media/image64.png"/><Relationship Id="rId34" Type="http://schemas.openxmlformats.org/officeDocument/2006/relationships/image" Target="../media/image115.svg"/><Relationship Id="rId42" Type="http://schemas.openxmlformats.org/officeDocument/2006/relationships/image" Target="../media/image94.png"/><Relationship Id="rId47" Type="http://schemas.openxmlformats.org/officeDocument/2006/relationships/slide" Target="slide38.xml"/><Relationship Id="rId50" Type="http://schemas.openxmlformats.org/officeDocument/2006/relationships/slide" Target="slide37.xml"/><Relationship Id="rId55" Type="http://schemas.openxmlformats.org/officeDocument/2006/relationships/image" Target="../media/image103.svg"/><Relationship Id="rId63" Type="http://schemas.openxmlformats.org/officeDocument/2006/relationships/image" Target="../media/image111.svg"/><Relationship Id="rId7" Type="http://schemas.openxmlformats.org/officeDocument/2006/relationships/image" Target="../media/image126.svg"/><Relationship Id="rId2" Type="http://schemas.openxmlformats.org/officeDocument/2006/relationships/notesSlide" Target="../notesSlides/notesSlide35.xml"/><Relationship Id="rId16" Type="http://schemas.openxmlformats.org/officeDocument/2006/relationships/image" Target="../media/image123.svg"/><Relationship Id="rId29" Type="http://schemas.openxmlformats.org/officeDocument/2006/relationships/slide" Target="slide56.xml"/><Relationship Id="rId11" Type="http://schemas.openxmlformats.org/officeDocument/2006/relationships/image" Target="../media/image130.svg"/><Relationship Id="rId24" Type="http://schemas.openxmlformats.org/officeDocument/2006/relationships/image" Target="../media/image67.svg"/><Relationship Id="rId32" Type="http://schemas.openxmlformats.org/officeDocument/2006/relationships/slide" Target="slide32.xml"/><Relationship Id="rId37" Type="http://schemas.openxmlformats.org/officeDocument/2006/relationships/image" Target="../media/image91.svg"/><Relationship Id="rId40" Type="http://schemas.openxmlformats.org/officeDocument/2006/relationships/image" Target="../media/image93.svg"/><Relationship Id="rId45" Type="http://schemas.openxmlformats.org/officeDocument/2006/relationships/image" Target="../media/image96.png"/><Relationship Id="rId53" Type="http://schemas.openxmlformats.org/officeDocument/2006/relationships/slide" Target="slide36.xml"/><Relationship Id="rId58" Type="http://schemas.openxmlformats.org/officeDocument/2006/relationships/slide" Target="slide43.xml"/><Relationship Id="rId5" Type="http://schemas.openxmlformats.org/officeDocument/2006/relationships/image" Target="../media/image90.svg"/><Relationship Id="rId61" Type="http://schemas.openxmlformats.org/officeDocument/2006/relationships/slide" Target="slide47.xml"/><Relationship Id="rId19" Type="http://schemas.openxmlformats.org/officeDocument/2006/relationships/image" Target="../media/image108.png"/><Relationship Id="rId14" Type="http://schemas.openxmlformats.org/officeDocument/2006/relationships/slide" Target="slide44.xml"/><Relationship Id="rId22" Type="http://schemas.openxmlformats.org/officeDocument/2006/relationships/image" Target="../media/image65.svg"/><Relationship Id="rId27" Type="http://schemas.openxmlformats.org/officeDocument/2006/relationships/image" Target="../media/image70.png"/><Relationship Id="rId30" Type="http://schemas.openxmlformats.org/officeDocument/2006/relationships/image" Target="../media/image72.png"/><Relationship Id="rId35" Type="http://schemas.openxmlformats.org/officeDocument/2006/relationships/slide" Target="slide34.xml"/><Relationship Id="rId43" Type="http://schemas.openxmlformats.org/officeDocument/2006/relationships/image" Target="../media/image95.svg"/><Relationship Id="rId48" Type="http://schemas.openxmlformats.org/officeDocument/2006/relationships/image" Target="../media/image98.png"/><Relationship Id="rId56" Type="http://schemas.openxmlformats.org/officeDocument/2006/relationships/image" Target="../media/image104.png"/><Relationship Id="rId64" Type="http://schemas.openxmlformats.org/officeDocument/2006/relationships/slide" Target="slide33.xml"/><Relationship Id="rId8" Type="http://schemas.openxmlformats.org/officeDocument/2006/relationships/image" Target="../media/image127.png"/><Relationship Id="rId51" Type="http://schemas.openxmlformats.org/officeDocument/2006/relationships/image" Target="../media/image100.png"/><Relationship Id="rId3" Type="http://schemas.openxmlformats.org/officeDocument/2006/relationships/slide" Target="slide27.xml"/><Relationship Id="rId12" Type="http://schemas.openxmlformats.org/officeDocument/2006/relationships/image" Target="../media/image131.png"/><Relationship Id="rId17" Type="http://schemas.openxmlformats.org/officeDocument/2006/relationships/hyperlink" Target="https://yusurmount.github.io/docs/Leaf-OS/open-source-statement/" TargetMode="External"/><Relationship Id="rId25" Type="http://schemas.openxmlformats.org/officeDocument/2006/relationships/image" Target="../media/image68.png"/><Relationship Id="rId33" Type="http://schemas.openxmlformats.org/officeDocument/2006/relationships/image" Target="../media/image114.png"/><Relationship Id="rId38" Type="http://schemas.openxmlformats.org/officeDocument/2006/relationships/slide" Target="slide48.xml"/><Relationship Id="rId46" Type="http://schemas.openxmlformats.org/officeDocument/2006/relationships/image" Target="../media/image97.svg"/><Relationship Id="rId59" Type="http://schemas.openxmlformats.org/officeDocument/2006/relationships/image" Target="../media/image106.png"/><Relationship Id="rId20" Type="http://schemas.openxmlformats.org/officeDocument/2006/relationships/image" Target="../media/image109.svg"/><Relationship Id="rId41" Type="http://schemas.openxmlformats.org/officeDocument/2006/relationships/slide" Target="slide35.xml"/><Relationship Id="rId54" Type="http://schemas.openxmlformats.org/officeDocument/2006/relationships/image" Target="../media/image102.png"/><Relationship Id="rId62" Type="http://schemas.openxmlformats.org/officeDocument/2006/relationships/image" Target="../media/image1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5.png"/><Relationship Id="rId15" Type="http://schemas.openxmlformats.org/officeDocument/2006/relationships/image" Target="../media/image122.png"/><Relationship Id="rId23" Type="http://schemas.openxmlformats.org/officeDocument/2006/relationships/image" Target="../media/image66.png"/><Relationship Id="rId28" Type="http://schemas.openxmlformats.org/officeDocument/2006/relationships/image" Target="../media/image71.svg"/><Relationship Id="rId36" Type="http://schemas.openxmlformats.org/officeDocument/2006/relationships/image" Target="../media/image77.png"/><Relationship Id="rId49" Type="http://schemas.openxmlformats.org/officeDocument/2006/relationships/image" Target="../media/image99.svg"/><Relationship Id="rId57" Type="http://schemas.openxmlformats.org/officeDocument/2006/relationships/image" Target="../media/image105.svg"/><Relationship Id="rId10" Type="http://schemas.openxmlformats.org/officeDocument/2006/relationships/image" Target="../media/image129.png"/><Relationship Id="rId31" Type="http://schemas.openxmlformats.org/officeDocument/2006/relationships/image" Target="../media/image73.svg"/><Relationship Id="rId44" Type="http://schemas.openxmlformats.org/officeDocument/2006/relationships/slide" Target="slide46.xml"/><Relationship Id="rId52" Type="http://schemas.openxmlformats.org/officeDocument/2006/relationships/image" Target="../media/image101.svg"/><Relationship Id="rId60" Type="http://schemas.openxmlformats.org/officeDocument/2006/relationships/image" Target="../media/image107.svg"/><Relationship Id="rId65" Type="http://schemas.openxmlformats.org/officeDocument/2006/relationships/image" Target="../media/image45.jpg"/><Relationship Id="rId4" Type="http://schemas.openxmlformats.org/officeDocument/2006/relationships/image" Target="../media/image89.png"/><Relationship Id="rId9" Type="http://schemas.openxmlformats.org/officeDocument/2006/relationships/image" Target="../media/image128.svg"/><Relationship Id="rId13" Type="http://schemas.openxmlformats.org/officeDocument/2006/relationships/image" Target="../media/image132.svg"/><Relationship Id="rId18" Type="http://schemas.openxmlformats.org/officeDocument/2006/relationships/slide" Target="slide45.xml"/><Relationship Id="rId39" Type="http://schemas.openxmlformats.org/officeDocument/2006/relationships/image" Target="../media/image92.png"/></Relationships>
</file>

<file path=ppt/slides/_rels/slide4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66.png"/><Relationship Id="rId18" Type="http://schemas.openxmlformats.org/officeDocument/2006/relationships/image" Target="../media/image71.svg"/><Relationship Id="rId26" Type="http://schemas.openxmlformats.org/officeDocument/2006/relationships/image" Target="../media/image92.png"/><Relationship Id="rId39" Type="http://schemas.openxmlformats.org/officeDocument/2006/relationships/image" Target="../media/image101.svg"/><Relationship Id="rId21" Type="http://schemas.openxmlformats.org/officeDocument/2006/relationships/image" Target="../media/image73.svg"/><Relationship Id="rId34" Type="http://schemas.openxmlformats.org/officeDocument/2006/relationships/slide" Target="slide38.xml"/><Relationship Id="rId42" Type="http://schemas.openxmlformats.org/officeDocument/2006/relationships/image" Target="../media/image103.svg"/><Relationship Id="rId47" Type="http://schemas.openxmlformats.org/officeDocument/2006/relationships/image" Target="../media/image107.svg"/><Relationship Id="rId50" Type="http://schemas.openxmlformats.org/officeDocument/2006/relationships/image" Target="../media/image111.svg"/><Relationship Id="rId7" Type="http://schemas.openxmlformats.org/officeDocument/2006/relationships/image" Target="../media/image108.png"/><Relationship Id="rId2" Type="http://schemas.openxmlformats.org/officeDocument/2006/relationships/notesSlide" Target="../notesSlides/notesSlide36.xml"/><Relationship Id="rId16" Type="http://schemas.openxmlformats.org/officeDocument/2006/relationships/image" Target="../media/image69.svg"/><Relationship Id="rId29" Type="http://schemas.openxmlformats.org/officeDocument/2006/relationships/image" Target="../media/image94.png"/><Relationship Id="rId11" Type="http://schemas.openxmlformats.org/officeDocument/2006/relationships/image" Target="../media/image64.png"/><Relationship Id="rId24" Type="http://schemas.openxmlformats.org/officeDocument/2006/relationships/image" Target="../media/image91.svg"/><Relationship Id="rId32" Type="http://schemas.openxmlformats.org/officeDocument/2006/relationships/image" Target="../media/image96.png"/><Relationship Id="rId37" Type="http://schemas.openxmlformats.org/officeDocument/2006/relationships/slide" Target="slide37.xml"/><Relationship Id="rId40" Type="http://schemas.openxmlformats.org/officeDocument/2006/relationships/slide" Target="slide36.xml"/><Relationship Id="rId45" Type="http://schemas.openxmlformats.org/officeDocument/2006/relationships/slide" Target="slide43.xml"/><Relationship Id="rId5" Type="http://schemas.openxmlformats.org/officeDocument/2006/relationships/image" Target="../media/image90.svg"/><Relationship Id="rId15" Type="http://schemas.openxmlformats.org/officeDocument/2006/relationships/image" Target="../media/image68.png"/><Relationship Id="rId23" Type="http://schemas.openxmlformats.org/officeDocument/2006/relationships/image" Target="../media/image77.png"/><Relationship Id="rId28" Type="http://schemas.openxmlformats.org/officeDocument/2006/relationships/slide" Target="slide35.xml"/><Relationship Id="rId36" Type="http://schemas.openxmlformats.org/officeDocument/2006/relationships/image" Target="../media/image99.svg"/><Relationship Id="rId49" Type="http://schemas.openxmlformats.org/officeDocument/2006/relationships/image" Target="../media/image110.png"/><Relationship Id="rId10" Type="http://schemas.openxmlformats.org/officeDocument/2006/relationships/image" Target="../media/image115.svg"/><Relationship Id="rId19" Type="http://schemas.openxmlformats.org/officeDocument/2006/relationships/slide" Target="slide56.xml"/><Relationship Id="rId31" Type="http://schemas.openxmlformats.org/officeDocument/2006/relationships/slide" Target="slide46.xml"/><Relationship Id="rId44" Type="http://schemas.openxmlformats.org/officeDocument/2006/relationships/image" Target="../media/image105.svg"/><Relationship Id="rId52" Type="http://schemas.openxmlformats.org/officeDocument/2006/relationships/image" Target="../media/image45.jpg"/><Relationship Id="rId4" Type="http://schemas.openxmlformats.org/officeDocument/2006/relationships/image" Target="../media/image89.png"/><Relationship Id="rId9" Type="http://schemas.openxmlformats.org/officeDocument/2006/relationships/image" Target="../media/image114.png"/><Relationship Id="rId14" Type="http://schemas.openxmlformats.org/officeDocument/2006/relationships/image" Target="../media/image67.svg"/><Relationship Id="rId22" Type="http://schemas.openxmlformats.org/officeDocument/2006/relationships/slide" Target="slide34.xml"/><Relationship Id="rId27" Type="http://schemas.openxmlformats.org/officeDocument/2006/relationships/image" Target="../media/image93.svg"/><Relationship Id="rId30" Type="http://schemas.openxmlformats.org/officeDocument/2006/relationships/image" Target="../media/image95.svg"/><Relationship Id="rId35" Type="http://schemas.openxmlformats.org/officeDocument/2006/relationships/image" Target="../media/image98.png"/><Relationship Id="rId43" Type="http://schemas.openxmlformats.org/officeDocument/2006/relationships/image" Target="../media/image104.png"/><Relationship Id="rId48" Type="http://schemas.openxmlformats.org/officeDocument/2006/relationships/slide" Target="slide47.xml"/><Relationship Id="rId8" Type="http://schemas.openxmlformats.org/officeDocument/2006/relationships/image" Target="../media/image109.svg"/><Relationship Id="rId51" Type="http://schemas.openxmlformats.org/officeDocument/2006/relationships/slide" Target="slide33.xml"/><Relationship Id="rId3" Type="http://schemas.openxmlformats.org/officeDocument/2006/relationships/slide" Target="slide27.xml"/><Relationship Id="rId12" Type="http://schemas.openxmlformats.org/officeDocument/2006/relationships/image" Target="../media/image65.svg"/><Relationship Id="rId17" Type="http://schemas.openxmlformats.org/officeDocument/2006/relationships/image" Target="../media/image70.png"/><Relationship Id="rId25" Type="http://schemas.openxmlformats.org/officeDocument/2006/relationships/slide" Target="slide48.xml"/><Relationship Id="rId33" Type="http://schemas.openxmlformats.org/officeDocument/2006/relationships/image" Target="../media/image97.svg"/><Relationship Id="rId38" Type="http://schemas.openxmlformats.org/officeDocument/2006/relationships/image" Target="../media/image100.png"/><Relationship Id="rId46" Type="http://schemas.openxmlformats.org/officeDocument/2006/relationships/image" Target="../media/image106.png"/><Relationship Id="rId20" Type="http://schemas.openxmlformats.org/officeDocument/2006/relationships/image" Target="../media/image72.png"/><Relationship Id="rId41" Type="http://schemas.openxmlformats.org/officeDocument/2006/relationships/image" Target="../media/image102.png"/><Relationship Id="rId1" Type="http://schemas.openxmlformats.org/officeDocument/2006/relationships/slideLayout" Target="../slideLayouts/slideLayout1.xml"/><Relationship Id="rId6" Type="http://schemas.openxmlformats.org/officeDocument/2006/relationships/slide" Target="slide45.xml"/></Relationships>
</file>

<file path=ppt/slides/_rels/slide4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65.svg"/><Relationship Id="rId18" Type="http://schemas.openxmlformats.org/officeDocument/2006/relationships/image" Target="../media/image70.png"/><Relationship Id="rId26" Type="http://schemas.openxmlformats.org/officeDocument/2006/relationships/slide" Target="slide48.xml"/><Relationship Id="rId39" Type="http://schemas.openxmlformats.org/officeDocument/2006/relationships/image" Target="../media/image100.png"/><Relationship Id="rId21" Type="http://schemas.openxmlformats.org/officeDocument/2006/relationships/image" Target="../media/image72.png"/><Relationship Id="rId34" Type="http://schemas.openxmlformats.org/officeDocument/2006/relationships/image" Target="../media/image97.svg"/><Relationship Id="rId42" Type="http://schemas.openxmlformats.org/officeDocument/2006/relationships/image" Target="../media/image102.png"/><Relationship Id="rId47" Type="http://schemas.openxmlformats.org/officeDocument/2006/relationships/image" Target="../media/image106.png"/><Relationship Id="rId50" Type="http://schemas.openxmlformats.org/officeDocument/2006/relationships/image" Target="../media/image110.png"/><Relationship Id="rId7" Type="http://schemas.openxmlformats.org/officeDocument/2006/relationships/image" Target="../media/image52.png"/><Relationship Id="rId2" Type="http://schemas.openxmlformats.org/officeDocument/2006/relationships/notesSlide" Target="../notesSlides/notesSlide37.xml"/><Relationship Id="rId16" Type="http://schemas.openxmlformats.org/officeDocument/2006/relationships/image" Target="../media/image68.png"/><Relationship Id="rId29" Type="http://schemas.openxmlformats.org/officeDocument/2006/relationships/slide" Target="slide35.xml"/><Relationship Id="rId11" Type="http://schemas.openxmlformats.org/officeDocument/2006/relationships/image" Target="../media/image134.svg"/><Relationship Id="rId24" Type="http://schemas.openxmlformats.org/officeDocument/2006/relationships/image" Target="../media/image77.png"/><Relationship Id="rId32" Type="http://schemas.openxmlformats.org/officeDocument/2006/relationships/slide" Target="slide46.xml"/><Relationship Id="rId37" Type="http://schemas.openxmlformats.org/officeDocument/2006/relationships/image" Target="../media/image99.svg"/><Relationship Id="rId40" Type="http://schemas.openxmlformats.org/officeDocument/2006/relationships/image" Target="../media/image101.svg"/><Relationship Id="rId45" Type="http://schemas.openxmlformats.org/officeDocument/2006/relationships/image" Target="../media/image105.svg"/><Relationship Id="rId53" Type="http://schemas.openxmlformats.org/officeDocument/2006/relationships/image" Target="../media/image45.jpg"/><Relationship Id="rId5" Type="http://schemas.openxmlformats.org/officeDocument/2006/relationships/image" Target="../media/image90.svg"/><Relationship Id="rId10" Type="http://schemas.openxmlformats.org/officeDocument/2006/relationships/image" Target="../media/image133.png"/><Relationship Id="rId19" Type="http://schemas.openxmlformats.org/officeDocument/2006/relationships/image" Target="../media/image71.svg"/><Relationship Id="rId31" Type="http://schemas.openxmlformats.org/officeDocument/2006/relationships/image" Target="../media/image95.svg"/><Relationship Id="rId44" Type="http://schemas.openxmlformats.org/officeDocument/2006/relationships/image" Target="../media/image104.png"/><Relationship Id="rId52" Type="http://schemas.openxmlformats.org/officeDocument/2006/relationships/slide" Target="slide33.xml"/><Relationship Id="rId4" Type="http://schemas.openxmlformats.org/officeDocument/2006/relationships/image" Target="../media/image89.png"/><Relationship Id="rId9" Type="http://schemas.openxmlformats.org/officeDocument/2006/relationships/slide" Target="slide45.xml"/><Relationship Id="rId14" Type="http://schemas.openxmlformats.org/officeDocument/2006/relationships/image" Target="../media/image66.png"/><Relationship Id="rId22" Type="http://schemas.openxmlformats.org/officeDocument/2006/relationships/image" Target="../media/image73.svg"/><Relationship Id="rId27" Type="http://schemas.openxmlformats.org/officeDocument/2006/relationships/image" Target="../media/image92.png"/><Relationship Id="rId30" Type="http://schemas.openxmlformats.org/officeDocument/2006/relationships/image" Target="../media/image94.png"/><Relationship Id="rId35" Type="http://schemas.openxmlformats.org/officeDocument/2006/relationships/slide" Target="slide38.xml"/><Relationship Id="rId43" Type="http://schemas.openxmlformats.org/officeDocument/2006/relationships/image" Target="../media/image103.svg"/><Relationship Id="rId48" Type="http://schemas.openxmlformats.org/officeDocument/2006/relationships/image" Target="../media/image107.svg"/><Relationship Id="rId8" Type="http://schemas.openxmlformats.org/officeDocument/2006/relationships/image" Target="../media/image53.svg"/><Relationship Id="rId51" Type="http://schemas.openxmlformats.org/officeDocument/2006/relationships/image" Target="../media/image111.svg"/><Relationship Id="rId3" Type="http://schemas.openxmlformats.org/officeDocument/2006/relationships/slide" Target="slide27.xml"/><Relationship Id="rId12" Type="http://schemas.openxmlformats.org/officeDocument/2006/relationships/image" Target="../media/image64.png"/><Relationship Id="rId17" Type="http://schemas.openxmlformats.org/officeDocument/2006/relationships/image" Target="../media/image69.svg"/><Relationship Id="rId25" Type="http://schemas.openxmlformats.org/officeDocument/2006/relationships/image" Target="../media/image91.svg"/><Relationship Id="rId33" Type="http://schemas.openxmlformats.org/officeDocument/2006/relationships/image" Target="../media/image96.png"/><Relationship Id="rId38" Type="http://schemas.openxmlformats.org/officeDocument/2006/relationships/slide" Target="slide37.xml"/><Relationship Id="rId46" Type="http://schemas.openxmlformats.org/officeDocument/2006/relationships/slide" Target="slide43.xml"/><Relationship Id="rId20" Type="http://schemas.openxmlformats.org/officeDocument/2006/relationships/slide" Target="slide56.xml"/><Relationship Id="rId41" Type="http://schemas.openxmlformats.org/officeDocument/2006/relationships/slide" Target="slide36.xml"/><Relationship Id="rId1" Type="http://schemas.openxmlformats.org/officeDocument/2006/relationships/slideLayout" Target="../slideLayouts/slideLayout1.xml"/><Relationship Id="rId6" Type="http://schemas.openxmlformats.org/officeDocument/2006/relationships/slide" Target="slide86.xml"/><Relationship Id="rId15" Type="http://schemas.openxmlformats.org/officeDocument/2006/relationships/image" Target="../media/image67.svg"/><Relationship Id="rId23" Type="http://schemas.openxmlformats.org/officeDocument/2006/relationships/slide" Target="slide34.xml"/><Relationship Id="rId28" Type="http://schemas.openxmlformats.org/officeDocument/2006/relationships/image" Target="../media/image93.svg"/><Relationship Id="rId36" Type="http://schemas.openxmlformats.org/officeDocument/2006/relationships/image" Target="../media/image98.png"/><Relationship Id="rId49" Type="http://schemas.openxmlformats.org/officeDocument/2006/relationships/slide" Target="slide47.xml"/></Relationships>
</file>

<file path=ppt/slides/_rels/slide4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68.png"/><Relationship Id="rId18" Type="http://schemas.openxmlformats.org/officeDocument/2006/relationships/image" Target="../media/image72.png"/><Relationship Id="rId26" Type="http://schemas.openxmlformats.org/officeDocument/2006/relationships/slide" Target="slide35.xml"/><Relationship Id="rId39" Type="http://schemas.openxmlformats.org/officeDocument/2006/relationships/image" Target="../media/image102.png"/><Relationship Id="rId21" Type="http://schemas.openxmlformats.org/officeDocument/2006/relationships/image" Target="../media/image77.png"/><Relationship Id="rId34" Type="http://schemas.openxmlformats.org/officeDocument/2006/relationships/image" Target="../media/image99.svg"/><Relationship Id="rId42" Type="http://schemas.openxmlformats.org/officeDocument/2006/relationships/image" Target="../media/image105.svg"/><Relationship Id="rId47" Type="http://schemas.openxmlformats.org/officeDocument/2006/relationships/image" Target="../media/image110.png"/><Relationship Id="rId50" Type="http://schemas.openxmlformats.org/officeDocument/2006/relationships/image" Target="../media/image45.jpg"/><Relationship Id="rId7" Type="http://schemas.openxmlformats.org/officeDocument/2006/relationships/image" Target="../media/image108.png"/><Relationship Id="rId2" Type="http://schemas.openxmlformats.org/officeDocument/2006/relationships/notesSlide" Target="../notesSlides/notesSlide38.xml"/><Relationship Id="rId16" Type="http://schemas.openxmlformats.org/officeDocument/2006/relationships/image" Target="../media/image71.svg"/><Relationship Id="rId29" Type="http://schemas.openxmlformats.org/officeDocument/2006/relationships/slide" Target="slide46.xml"/><Relationship Id="rId11" Type="http://schemas.openxmlformats.org/officeDocument/2006/relationships/image" Target="../media/image66.png"/><Relationship Id="rId24" Type="http://schemas.openxmlformats.org/officeDocument/2006/relationships/image" Target="../media/image92.png"/><Relationship Id="rId32" Type="http://schemas.openxmlformats.org/officeDocument/2006/relationships/slide" Target="slide38.xml"/><Relationship Id="rId37" Type="http://schemas.openxmlformats.org/officeDocument/2006/relationships/image" Target="../media/image101.svg"/><Relationship Id="rId40" Type="http://schemas.openxmlformats.org/officeDocument/2006/relationships/image" Target="../media/image103.svg"/><Relationship Id="rId45" Type="http://schemas.openxmlformats.org/officeDocument/2006/relationships/image" Target="../media/image107.svg"/><Relationship Id="rId5" Type="http://schemas.openxmlformats.org/officeDocument/2006/relationships/image" Target="../media/image90.svg"/><Relationship Id="rId15" Type="http://schemas.openxmlformats.org/officeDocument/2006/relationships/image" Target="../media/image70.png"/><Relationship Id="rId23" Type="http://schemas.openxmlformats.org/officeDocument/2006/relationships/slide" Target="slide48.xml"/><Relationship Id="rId28" Type="http://schemas.openxmlformats.org/officeDocument/2006/relationships/image" Target="../media/image95.svg"/><Relationship Id="rId36" Type="http://schemas.openxmlformats.org/officeDocument/2006/relationships/image" Target="../media/image100.png"/><Relationship Id="rId49" Type="http://schemas.openxmlformats.org/officeDocument/2006/relationships/slide" Target="slide33.xml"/><Relationship Id="rId10" Type="http://schemas.openxmlformats.org/officeDocument/2006/relationships/image" Target="../media/image65.svg"/><Relationship Id="rId19" Type="http://schemas.openxmlformats.org/officeDocument/2006/relationships/image" Target="../media/image73.svg"/><Relationship Id="rId31" Type="http://schemas.openxmlformats.org/officeDocument/2006/relationships/image" Target="../media/image97.svg"/><Relationship Id="rId44" Type="http://schemas.openxmlformats.org/officeDocument/2006/relationships/image" Target="../media/image106.png"/><Relationship Id="rId4" Type="http://schemas.openxmlformats.org/officeDocument/2006/relationships/image" Target="../media/image89.png"/><Relationship Id="rId9" Type="http://schemas.openxmlformats.org/officeDocument/2006/relationships/image" Target="../media/image64.png"/><Relationship Id="rId14" Type="http://schemas.openxmlformats.org/officeDocument/2006/relationships/image" Target="../media/image69.svg"/><Relationship Id="rId22" Type="http://schemas.openxmlformats.org/officeDocument/2006/relationships/image" Target="../media/image91.svg"/><Relationship Id="rId27" Type="http://schemas.openxmlformats.org/officeDocument/2006/relationships/image" Target="../media/image94.png"/><Relationship Id="rId30" Type="http://schemas.openxmlformats.org/officeDocument/2006/relationships/image" Target="../media/image96.png"/><Relationship Id="rId35" Type="http://schemas.openxmlformats.org/officeDocument/2006/relationships/slide" Target="slide37.xml"/><Relationship Id="rId43" Type="http://schemas.openxmlformats.org/officeDocument/2006/relationships/slide" Target="slide43.xml"/><Relationship Id="rId48" Type="http://schemas.openxmlformats.org/officeDocument/2006/relationships/image" Target="../media/image111.svg"/><Relationship Id="rId8" Type="http://schemas.openxmlformats.org/officeDocument/2006/relationships/image" Target="../media/image109.svg"/><Relationship Id="rId3" Type="http://schemas.openxmlformats.org/officeDocument/2006/relationships/slide" Target="slide27.xml"/><Relationship Id="rId12" Type="http://schemas.openxmlformats.org/officeDocument/2006/relationships/image" Target="../media/image67.svg"/><Relationship Id="rId17" Type="http://schemas.openxmlformats.org/officeDocument/2006/relationships/slide" Target="slide56.xml"/><Relationship Id="rId25" Type="http://schemas.openxmlformats.org/officeDocument/2006/relationships/image" Target="../media/image93.svg"/><Relationship Id="rId33" Type="http://schemas.openxmlformats.org/officeDocument/2006/relationships/image" Target="../media/image98.png"/><Relationship Id="rId38" Type="http://schemas.openxmlformats.org/officeDocument/2006/relationships/slide" Target="slide36.xml"/><Relationship Id="rId46" Type="http://schemas.openxmlformats.org/officeDocument/2006/relationships/slide" Target="slide47.xml"/><Relationship Id="rId20" Type="http://schemas.openxmlformats.org/officeDocument/2006/relationships/slide" Target="slide34.xml"/><Relationship Id="rId41" Type="http://schemas.openxmlformats.org/officeDocument/2006/relationships/image" Target="../media/image104.png"/><Relationship Id="rId1" Type="http://schemas.openxmlformats.org/officeDocument/2006/relationships/slideLayout" Target="../slideLayouts/slideLayout1.xml"/><Relationship Id="rId6" Type="http://schemas.openxmlformats.org/officeDocument/2006/relationships/slide" Target="slide45.xml"/></Relationships>
</file>

<file path=ppt/slides/_rels/slide4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68.png"/><Relationship Id="rId18" Type="http://schemas.openxmlformats.org/officeDocument/2006/relationships/image" Target="../media/image72.png"/><Relationship Id="rId26" Type="http://schemas.openxmlformats.org/officeDocument/2006/relationships/slide" Target="slide34.xml"/><Relationship Id="rId39" Type="http://schemas.openxmlformats.org/officeDocument/2006/relationships/image" Target="../media/image99.svg"/><Relationship Id="rId21" Type="http://schemas.openxmlformats.org/officeDocument/2006/relationships/image" Target="../media/image114.png"/><Relationship Id="rId34" Type="http://schemas.openxmlformats.org/officeDocument/2006/relationships/slide" Target="slide46.xml"/><Relationship Id="rId42" Type="http://schemas.openxmlformats.org/officeDocument/2006/relationships/image" Target="../media/image101.svg"/><Relationship Id="rId47" Type="http://schemas.openxmlformats.org/officeDocument/2006/relationships/image" Target="../media/image105.svg"/><Relationship Id="rId50" Type="http://schemas.openxmlformats.org/officeDocument/2006/relationships/image" Target="../media/image107.svg"/><Relationship Id="rId55" Type="http://schemas.openxmlformats.org/officeDocument/2006/relationships/image" Target="../media/image45.jpg"/><Relationship Id="rId7" Type="http://schemas.openxmlformats.org/officeDocument/2006/relationships/image" Target="../media/image108.png"/><Relationship Id="rId2" Type="http://schemas.openxmlformats.org/officeDocument/2006/relationships/notesSlide" Target="../notesSlides/notesSlide39.xml"/><Relationship Id="rId16" Type="http://schemas.openxmlformats.org/officeDocument/2006/relationships/image" Target="../media/image71.svg"/><Relationship Id="rId29" Type="http://schemas.openxmlformats.org/officeDocument/2006/relationships/image" Target="../media/image92.png"/><Relationship Id="rId11" Type="http://schemas.openxmlformats.org/officeDocument/2006/relationships/image" Target="../media/image66.png"/><Relationship Id="rId24" Type="http://schemas.openxmlformats.org/officeDocument/2006/relationships/image" Target="../media/image122.png"/><Relationship Id="rId32" Type="http://schemas.openxmlformats.org/officeDocument/2006/relationships/image" Target="../media/image94.png"/><Relationship Id="rId37" Type="http://schemas.openxmlformats.org/officeDocument/2006/relationships/slide" Target="slide38.xml"/><Relationship Id="rId40" Type="http://schemas.openxmlformats.org/officeDocument/2006/relationships/slide" Target="slide37.xml"/><Relationship Id="rId45" Type="http://schemas.openxmlformats.org/officeDocument/2006/relationships/image" Target="../media/image103.svg"/><Relationship Id="rId53" Type="http://schemas.openxmlformats.org/officeDocument/2006/relationships/image" Target="../media/image111.svg"/><Relationship Id="rId5" Type="http://schemas.openxmlformats.org/officeDocument/2006/relationships/image" Target="../media/image90.svg"/><Relationship Id="rId10" Type="http://schemas.openxmlformats.org/officeDocument/2006/relationships/image" Target="../media/image65.svg"/><Relationship Id="rId19" Type="http://schemas.openxmlformats.org/officeDocument/2006/relationships/image" Target="../media/image73.svg"/><Relationship Id="rId31" Type="http://schemas.openxmlformats.org/officeDocument/2006/relationships/slide" Target="slide35.xml"/><Relationship Id="rId44" Type="http://schemas.openxmlformats.org/officeDocument/2006/relationships/image" Target="../media/image102.png"/><Relationship Id="rId52" Type="http://schemas.openxmlformats.org/officeDocument/2006/relationships/image" Target="../media/image110.png"/><Relationship Id="rId4" Type="http://schemas.openxmlformats.org/officeDocument/2006/relationships/image" Target="../media/image89.png"/><Relationship Id="rId9" Type="http://schemas.openxmlformats.org/officeDocument/2006/relationships/image" Target="../media/image64.png"/><Relationship Id="rId14" Type="http://schemas.openxmlformats.org/officeDocument/2006/relationships/image" Target="../media/image69.svg"/><Relationship Id="rId22" Type="http://schemas.openxmlformats.org/officeDocument/2006/relationships/image" Target="../media/image115.svg"/><Relationship Id="rId27" Type="http://schemas.openxmlformats.org/officeDocument/2006/relationships/image" Target="../media/image77.png"/><Relationship Id="rId30" Type="http://schemas.openxmlformats.org/officeDocument/2006/relationships/image" Target="../media/image93.svg"/><Relationship Id="rId35" Type="http://schemas.openxmlformats.org/officeDocument/2006/relationships/image" Target="../media/image96.png"/><Relationship Id="rId43" Type="http://schemas.openxmlformats.org/officeDocument/2006/relationships/slide" Target="slide36.xml"/><Relationship Id="rId48" Type="http://schemas.openxmlformats.org/officeDocument/2006/relationships/slide" Target="slide43.xml"/><Relationship Id="rId8" Type="http://schemas.openxmlformats.org/officeDocument/2006/relationships/image" Target="../media/image109.svg"/><Relationship Id="rId51" Type="http://schemas.openxmlformats.org/officeDocument/2006/relationships/slide" Target="slide47.xml"/><Relationship Id="rId3" Type="http://schemas.openxmlformats.org/officeDocument/2006/relationships/slide" Target="slide27.xml"/><Relationship Id="rId12" Type="http://schemas.openxmlformats.org/officeDocument/2006/relationships/image" Target="../media/image67.svg"/><Relationship Id="rId17" Type="http://schemas.openxmlformats.org/officeDocument/2006/relationships/slide" Target="slide56.xml"/><Relationship Id="rId25" Type="http://schemas.openxmlformats.org/officeDocument/2006/relationships/image" Target="../media/image123.svg"/><Relationship Id="rId33" Type="http://schemas.openxmlformats.org/officeDocument/2006/relationships/image" Target="../media/image95.svg"/><Relationship Id="rId38" Type="http://schemas.openxmlformats.org/officeDocument/2006/relationships/image" Target="../media/image98.png"/><Relationship Id="rId46" Type="http://schemas.openxmlformats.org/officeDocument/2006/relationships/image" Target="../media/image104.png"/><Relationship Id="rId20" Type="http://schemas.openxmlformats.org/officeDocument/2006/relationships/slide" Target="slide32.xml"/><Relationship Id="rId41" Type="http://schemas.openxmlformats.org/officeDocument/2006/relationships/image" Target="../media/image100.png"/><Relationship Id="rId54" Type="http://schemas.openxmlformats.org/officeDocument/2006/relationships/slide" Target="slide33.xml"/><Relationship Id="rId1" Type="http://schemas.openxmlformats.org/officeDocument/2006/relationships/slideLayout" Target="../slideLayouts/slideLayout1.xml"/><Relationship Id="rId6" Type="http://schemas.openxmlformats.org/officeDocument/2006/relationships/slide" Target="slide45.xml"/><Relationship Id="rId15" Type="http://schemas.openxmlformats.org/officeDocument/2006/relationships/image" Target="../media/image70.png"/><Relationship Id="rId23" Type="http://schemas.openxmlformats.org/officeDocument/2006/relationships/slide" Target="slide48.xml"/><Relationship Id="rId28" Type="http://schemas.openxmlformats.org/officeDocument/2006/relationships/image" Target="../media/image91.svg"/><Relationship Id="rId36" Type="http://schemas.openxmlformats.org/officeDocument/2006/relationships/image" Target="../media/image97.svg"/><Relationship Id="rId49" Type="http://schemas.openxmlformats.org/officeDocument/2006/relationships/image" Target="../media/image106.png"/></Relationships>
</file>

<file path=ppt/slides/_rels/slide4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68.png"/><Relationship Id="rId18" Type="http://schemas.openxmlformats.org/officeDocument/2006/relationships/image" Target="../media/image72.png"/><Relationship Id="rId26" Type="http://schemas.openxmlformats.org/officeDocument/2006/relationships/slide" Target="slide34.xml"/><Relationship Id="rId39" Type="http://schemas.openxmlformats.org/officeDocument/2006/relationships/image" Target="../media/image99.svg"/><Relationship Id="rId21" Type="http://schemas.openxmlformats.org/officeDocument/2006/relationships/image" Target="../media/image114.png"/><Relationship Id="rId34" Type="http://schemas.openxmlformats.org/officeDocument/2006/relationships/slide" Target="slide46.xml"/><Relationship Id="rId42" Type="http://schemas.openxmlformats.org/officeDocument/2006/relationships/image" Target="../media/image101.svg"/><Relationship Id="rId47" Type="http://schemas.openxmlformats.org/officeDocument/2006/relationships/image" Target="../media/image105.svg"/><Relationship Id="rId50" Type="http://schemas.openxmlformats.org/officeDocument/2006/relationships/image" Target="../media/image107.svg"/><Relationship Id="rId55" Type="http://schemas.openxmlformats.org/officeDocument/2006/relationships/image" Target="../media/image45.jpg"/><Relationship Id="rId7" Type="http://schemas.openxmlformats.org/officeDocument/2006/relationships/image" Target="../media/image108.png"/><Relationship Id="rId2" Type="http://schemas.openxmlformats.org/officeDocument/2006/relationships/notesSlide" Target="../notesSlides/notesSlide40.xml"/><Relationship Id="rId16" Type="http://schemas.openxmlformats.org/officeDocument/2006/relationships/image" Target="../media/image71.svg"/><Relationship Id="rId29" Type="http://schemas.openxmlformats.org/officeDocument/2006/relationships/image" Target="../media/image92.png"/><Relationship Id="rId11" Type="http://schemas.openxmlformats.org/officeDocument/2006/relationships/image" Target="../media/image66.png"/><Relationship Id="rId24" Type="http://schemas.openxmlformats.org/officeDocument/2006/relationships/image" Target="../media/image122.png"/><Relationship Id="rId32" Type="http://schemas.openxmlformats.org/officeDocument/2006/relationships/image" Target="../media/image94.png"/><Relationship Id="rId37" Type="http://schemas.openxmlformats.org/officeDocument/2006/relationships/slide" Target="slide38.xml"/><Relationship Id="rId40" Type="http://schemas.openxmlformats.org/officeDocument/2006/relationships/slide" Target="slide37.xml"/><Relationship Id="rId45" Type="http://schemas.openxmlformats.org/officeDocument/2006/relationships/image" Target="../media/image103.svg"/><Relationship Id="rId53" Type="http://schemas.openxmlformats.org/officeDocument/2006/relationships/image" Target="../media/image111.svg"/><Relationship Id="rId5" Type="http://schemas.openxmlformats.org/officeDocument/2006/relationships/image" Target="../media/image90.svg"/><Relationship Id="rId10" Type="http://schemas.openxmlformats.org/officeDocument/2006/relationships/image" Target="../media/image65.svg"/><Relationship Id="rId19" Type="http://schemas.openxmlformats.org/officeDocument/2006/relationships/image" Target="../media/image73.svg"/><Relationship Id="rId31" Type="http://schemas.openxmlformats.org/officeDocument/2006/relationships/slide" Target="slide35.xml"/><Relationship Id="rId44" Type="http://schemas.openxmlformats.org/officeDocument/2006/relationships/image" Target="../media/image102.png"/><Relationship Id="rId52" Type="http://schemas.openxmlformats.org/officeDocument/2006/relationships/image" Target="../media/image110.png"/><Relationship Id="rId4" Type="http://schemas.openxmlformats.org/officeDocument/2006/relationships/image" Target="../media/image89.png"/><Relationship Id="rId9" Type="http://schemas.openxmlformats.org/officeDocument/2006/relationships/image" Target="../media/image64.png"/><Relationship Id="rId14" Type="http://schemas.openxmlformats.org/officeDocument/2006/relationships/image" Target="../media/image69.svg"/><Relationship Id="rId22" Type="http://schemas.openxmlformats.org/officeDocument/2006/relationships/image" Target="../media/image115.svg"/><Relationship Id="rId27" Type="http://schemas.openxmlformats.org/officeDocument/2006/relationships/image" Target="../media/image77.png"/><Relationship Id="rId30" Type="http://schemas.openxmlformats.org/officeDocument/2006/relationships/image" Target="../media/image93.svg"/><Relationship Id="rId35" Type="http://schemas.openxmlformats.org/officeDocument/2006/relationships/image" Target="../media/image96.png"/><Relationship Id="rId43" Type="http://schemas.openxmlformats.org/officeDocument/2006/relationships/slide" Target="slide36.xml"/><Relationship Id="rId48" Type="http://schemas.openxmlformats.org/officeDocument/2006/relationships/slide" Target="slide43.xml"/><Relationship Id="rId8" Type="http://schemas.openxmlformats.org/officeDocument/2006/relationships/image" Target="../media/image109.svg"/><Relationship Id="rId51" Type="http://schemas.openxmlformats.org/officeDocument/2006/relationships/slide" Target="slide47.xml"/><Relationship Id="rId3" Type="http://schemas.openxmlformats.org/officeDocument/2006/relationships/slide" Target="slide27.xml"/><Relationship Id="rId12" Type="http://schemas.openxmlformats.org/officeDocument/2006/relationships/image" Target="../media/image67.svg"/><Relationship Id="rId17" Type="http://schemas.openxmlformats.org/officeDocument/2006/relationships/slide" Target="slide56.xml"/><Relationship Id="rId25" Type="http://schemas.openxmlformats.org/officeDocument/2006/relationships/image" Target="../media/image123.svg"/><Relationship Id="rId33" Type="http://schemas.openxmlformats.org/officeDocument/2006/relationships/image" Target="../media/image95.svg"/><Relationship Id="rId38" Type="http://schemas.openxmlformats.org/officeDocument/2006/relationships/image" Target="../media/image98.png"/><Relationship Id="rId46" Type="http://schemas.openxmlformats.org/officeDocument/2006/relationships/image" Target="../media/image104.png"/><Relationship Id="rId20" Type="http://schemas.openxmlformats.org/officeDocument/2006/relationships/slide" Target="slide32.xml"/><Relationship Id="rId41" Type="http://schemas.openxmlformats.org/officeDocument/2006/relationships/image" Target="../media/image100.png"/><Relationship Id="rId54" Type="http://schemas.openxmlformats.org/officeDocument/2006/relationships/slide" Target="slide33.xml"/><Relationship Id="rId1" Type="http://schemas.openxmlformats.org/officeDocument/2006/relationships/slideLayout" Target="../slideLayouts/slideLayout1.xml"/><Relationship Id="rId6" Type="http://schemas.openxmlformats.org/officeDocument/2006/relationships/slide" Target="slide45.xml"/><Relationship Id="rId15" Type="http://schemas.openxmlformats.org/officeDocument/2006/relationships/image" Target="../media/image70.png"/><Relationship Id="rId23" Type="http://schemas.openxmlformats.org/officeDocument/2006/relationships/slide" Target="slide48.xml"/><Relationship Id="rId28" Type="http://schemas.openxmlformats.org/officeDocument/2006/relationships/image" Target="../media/image91.svg"/><Relationship Id="rId36" Type="http://schemas.openxmlformats.org/officeDocument/2006/relationships/image" Target="../media/image97.svg"/><Relationship Id="rId49" Type="http://schemas.openxmlformats.org/officeDocument/2006/relationships/image" Target="../media/image106.png"/></Relationships>
</file>

<file path=ppt/slides/_rels/slide4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96.png"/><Relationship Id="rId18" Type="http://schemas.openxmlformats.org/officeDocument/2006/relationships/slide" Target="slide37.xml"/><Relationship Id="rId26" Type="http://schemas.openxmlformats.org/officeDocument/2006/relationships/slide" Target="slide43.xml"/><Relationship Id="rId39" Type="http://schemas.openxmlformats.org/officeDocument/2006/relationships/image" Target="../media/image109.svg"/><Relationship Id="rId21" Type="http://schemas.openxmlformats.org/officeDocument/2006/relationships/slide" Target="slide36.xml"/><Relationship Id="rId34" Type="http://schemas.openxmlformats.org/officeDocument/2006/relationships/slide" Target="slide27.xml"/><Relationship Id="rId42" Type="http://schemas.openxmlformats.org/officeDocument/2006/relationships/image" Target="../media/image135.png"/><Relationship Id="rId47" Type="http://schemas.openxmlformats.org/officeDocument/2006/relationships/image" Target="../media/image67.svg"/><Relationship Id="rId50" Type="http://schemas.openxmlformats.org/officeDocument/2006/relationships/image" Target="../media/image70.png"/><Relationship Id="rId7" Type="http://schemas.openxmlformats.org/officeDocument/2006/relationships/image" Target="../media/image92.png"/><Relationship Id="rId2" Type="http://schemas.openxmlformats.org/officeDocument/2006/relationships/notesSlide" Target="../notesSlides/notesSlide41.xml"/><Relationship Id="rId16" Type="http://schemas.openxmlformats.org/officeDocument/2006/relationships/image" Target="../media/image98.png"/><Relationship Id="rId29" Type="http://schemas.openxmlformats.org/officeDocument/2006/relationships/slide" Target="slide47.xml"/><Relationship Id="rId11" Type="http://schemas.openxmlformats.org/officeDocument/2006/relationships/image" Target="../media/image95.svg"/><Relationship Id="rId24" Type="http://schemas.openxmlformats.org/officeDocument/2006/relationships/image" Target="../media/image104.png"/><Relationship Id="rId32" Type="http://schemas.openxmlformats.org/officeDocument/2006/relationships/slide" Target="slide33.xml"/><Relationship Id="rId37" Type="http://schemas.openxmlformats.org/officeDocument/2006/relationships/slide" Target="slide45.xml"/><Relationship Id="rId40" Type="http://schemas.openxmlformats.org/officeDocument/2006/relationships/image" Target="../media/image114.png"/><Relationship Id="rId45" Type="http://schemas.openxmlformats.org/officeDocument/2006/relationships/image" Target="../media/image65.svg"/><Relationship Id="rId53" Type="http://schemas.openxmlformats.org/officeDocument/2006/relationships/image" Target="../media/image72.png"/><Relationship Id="rId5" Type="http://schemas.openxmlformats.org/officeDocument/2006/relationships/image" Target="../media/image91.svg"/><Relationship Id="rId10" Type="http://schemas.openxmlformats.org/officeDocument/2006/relationships/image" Target="../media/image94.png"/><Relationship Id="rId19" Type="http://schemas.openxmlformats.org/officeDocument/2006/relationships/image" Target="../media/image100.png"/><Relationship Id="rId31" Type="http://schemas.openxmlformats.org/officeDocument/2006/relationships/image" Target="../media/image111.svg"/><Relationship Id="rId44" Type="http://schemas.openxmlformats.org/officeDocument/2006/relationships/image" Target="../media/image64.png"/><Relationship Id="rId52" Type="http://schemas.openxmlformats.org/officeDocument/2006/relationships/slide" Target="slide56.xml"/><Relationship Id="rId4" Type="http://schemas.openxmlformats.org/officeDocument/2006/relationships/image" Target="../media/image77.png"/><Relationship Id="rId9" Type="http://schemas.openxmlformats.org/officeDocument/2006/relationships/slide" Target="slide35.xml"/><Relationship Id="rId14" Type="http://schemas.openxmlformats.org/officeDocument/2006/relationships/image" Target="../media/image97.svg"/><Relationship Id="rId22" Type="http://schemas.openxmlformats.org/officeDocument/2006/relationships/image" Target="../media/image102.png"/><Relationship Id="rId27" Type="http://schemas.openxmlformats.org/officeDocument/2006/relationships/image" Target="../media/image106.png"/><Relationship Id="rId30" Type="http://schemas.openxmlformats.org/officeDocument/2006/relationships/image" Target="../media/image110.png"/><Relationship Id="rId35" Type="http://schemas.openxmlformats.org/officeDocument/2006/relationships/image" Target="../media/image89.png"/><Relationship Id="rId43" Type="http://schemas.openxmlformats.org/officeDocument/2006/relationships/image" Target="../media/image136.svg"/><Relationship Id="rId48" Type="http://schemas.openxmlformats.org/officeDocument/2006/relationships/image" Target="../media/image68.png"/><Relationship Id="rId8" Type="http://schemas.openxmlformats.org/officeDocument/2006/relationships/image" Target="../media/image93.svg"/><Relationship Id="rId51" Type="http://schemas.openxmlformats.org/officeDocument/2006/relationships/image" Target="../media/image71.svg"/><Relationship Id="rId3" Type="http://schemas.openxmlformats.org/officeDocument/2006/relationships/slide" Target="slide34.xml"/><Relationship Id="rId12" Type="http://schemas.openxmlformats.org/officeDocument/2006/relationships/slide" Target="slide46.xml"/><Relationship Id="rId17" Type="http://schemas.openxmlformats.org/officeDocument/2006/relationships/image" Target="../media/image99.svg"/><Relationship Id="rId25" Type="http://schemas.openxmlformats.org/officeDocument/2006/relationships/image" Target="../media/image105.svg"/><Relationship Id="rId33" Type="http://schemas.openxmlformats.org/officeDocument/2006/relationships/image" Target="../media/image45.jpg"/><Relationship Id="rId38" Type="http://schemas.openxmlformats.org/officeDocument/2006/relationships/image" Target="../media/image108.png"/><Relationship Id="rId46" Type="http://schemas.openxmlformats.org/officeDocument/2006/relationships/image" Target="../media/image66.png"/><Relationship Id="rId20" Type="http://schemas.openxmlformats.org/officeDocument/2006/relationships/image" Target="../media/image101.svg"/><Relationship Id="rId41" Type="http://schemas.openxmlformats.org/officeDocument/2006/relationships/image" Target="../media/image115.svg"/><Relationship Id="rId54" Type="http://schemas.openxmlformats.org/officeDocument/2006/relationships/image" Target="../media/image73.svg"/><Relationship Id="rId1" Type="http://schemas.openxmlformats.org/officeDocument/2006/relationships/slideLayout" Target="../slideLayouts/slideLayout1.xml"/><Relationship Id="rId6" Type="http://schemas.openxmlformats.org/officeDocument/2006/relationships/slide" Target="slide48.xml"/><Relationship Id="rId15" Type="http://schemas.openxmlformats.org/officeDocument/2006/relationships/slide" Target="slide38.xml"/><Relationship Id="rId23" Type="http://schemas.openxmlformats.org/officeDocument/2006/relationships/image" Target="../media/image103.svg"/><Relationship Id="rId28" Type="http://schemas.openxmlformats.org/officeDocument/2006/relationships/image" Target="../media/image107.svg"/><Relationship Id="rId36" Type="http://schemas.openxmlformats.org/officeDocument/2006/relationships/image" Target="../media/image90.svg"/><Relationship Id="rId49" Type="http://schemas.openxmlformats.org/officeDocument/2006/relationships/image" Target="../media/image69.svg"/></Relationships>
</file>

<file path=ppt/slides/_rels/slide50.xml.rels><?xml version="1.0" encoding="UTF-8" standalone="yes"?>
<Relationships xmlns="http://schemas.openxmlformats.org/package/2006/relationships"><Relationship Id="rId13" Type="http://schemas.openxmlformats.org/officeDocument/2006/relationships/image" Target="../media/image65.svg"/><Relationship Id="rId18" Type="http://schemas.openxmlformats.org/officeDocument/2006/relationships/image" Target="../media/image70.png"/><Relationship Id="rId26" Type="http://schemas.openxmlformats.org/officeDocument/2006/relationships/image" Target="../media/image115.svg"/><Relationship Id="rId39" Type="http://schemas.openxmlformats.org/officeDocument/2006/relationships/slide" Target="slide38.xml"/><Relationship Id="rId21" Type="http://schemas.openxmlformats.org/officeDocument/2006/relationships/image" Target="../media/image72.png"/><Relationship Id="rId34" Type="http://schemas.openxmlformats.org/officeDocument/2006/relationships/image" Target="../media/image94.png"/><Relationship Id="rId42" Type="http://schemas.openxmlformats.org/officeDocument/2006/relationships/slide" Target="slide37.xml"/><Relationship Id="rId47" Type="http://schemas.openxmlformats.org/officeDocument/2006/relationships/image" Target="../media/image103.svg"/><Relationship Id="rId50" Type="http://schemas.openxmlformats.org/officeDocument/2006/relationships/slide" Target="slide43.xml"/><Relationship Id="rId55" Type="http://schemas.openxmlformats.org/officeDocument/2006/relationships/slide" Target="slide33.xml"/><Relationship Id="rId7" Type="http://schemas.openxmlformats.org/officeDocument/2006/relationships/image" Target="../media/image108.png"/><Relationship Id="rId2" Type="http://schemas.openxmlformats.org/officeDocument/2006/relationships/notesSlide" Target="../notesSlides/notesSlide42.xml"/><Relationship Id="rId16" Type="http://schemas.openxmlformats.org/officeDocument/2006/relationships/image" Target="../media/image68.png"/><Relationship Id="rId29" Type="http://schemas.openxmlformats.org/officeDocument/2006/relationships/image" Target="../media/image91.svg"/><Relationship Id="rId11" Type="http://schemas.openxmlformats.org/officeDocument/2006/relationships/slide" Target="slide51.xml"/><Relationship Id="rId24" Type="http://schemas.openxmlformats.org/officeDocument/2006/relationships/slide" Target="slide47.xml"/><Relationship Id="rId32" Type="http://schemas.openxmlformats.org/officeDocument/2006/relationships/image" Target="../media/image93.svg"/><Relationship Id="rId37" Type="http://schemas.openxmlformats.org/officeDocument/2006/relationships/image" Target="../media/image96.png"/><Relationship Id="rId40" Type="http://schemas.openxmlformats.org/officeDocument/2006/relationships/image" Target="../media/image98.png"/><Relationship Id="rId45" Type="http://schemas.openxmlformats.org/officeDocument/2006/relationships/slide" Target="slide36.xml"/><Relationship Id="rId53" Type="http://schemas.openxmlformats.org/officeDocument/2006/relationships/image" Target="../media/image110.png"/><Relationship Id="rId5" Type="http://schemas.openxmlformats.org/officeDocument/2006/relationships/image" Target="../media/image90.svg"/><Relationship Id="rId10" Type="http://schemas.openxmlformats.org/officeDocument/2006/relationships/image" Target="../media/image136.svg"/><Relationship Id="rId19" Type="http://schemas.openxmlformats.org/officeDocument/2006/relationships/image" Target="../media/image71.svg"/><Relationship Id="rId31" Type="http://schemas.openxmlformats.org/officeDocument/2006/relationships/image" Target="../media/image92.png"/><Relationship Id="rId44" Type="http://schemas.openxmlformats.org/officeDocument/2006/relationships/image" Target="../media/image101.svg"/><Relationship Id="rId52" Type="http://schemas.openxmlformats.org/officeDocument/2006/relationships/image" Target="../media/image107.svg"/><Relationship Id="rId4" Type="http://schemas.openxmlformats.org/officeDocument/2006/relationships/image" Target="../media/image89.png"/><Relationship Id="rId9" Type="http://schemas.openxmlformats.org/officeDocument/2006/relationships/image" Target="../media/image135.png"/><Relationship Id="rId14" Type="http://schemas.openxmlformats.org/officeDocument/2006/relationships/image" Target="../media/image66.png"/><Relationship Id="rId22" Type="http://schemas.openxmlformats.org/officeDocument/2006/relationships/image" Target="../media/image73.svg"/><Relationship Id="rId27" Type="http://schemas.openxmlformats.org/officeDocument/2006/relationships/slide" Target="slide34.xml"/><Relationship Id="rId30" Type="http://schemas.openxmlformats.org/officeDocument/2006/relationships/slide" Target="slide48.xml"/><Relationship Id="rId35" Type="http://schemas.openxmlformats.org/officeDocument/2006/relationships/image" Target="../media/image95.svg"/><Relationship Id="rId43" Type="http://schemas.openxmlformats.org/officeDocument/2006/relationships/image" Target="../media/image100.png"/><Relationship Id="rId48" Type="http://schemas.openxmlformats.org/officeDocument/2006/relationships/image" Target="../media/image104.png"/><Relationship Id="rId56" Type="http://schemas.openxmlformats.org/officeDocument/2006/relationships/image" Target="../media/image45.jpg"/><Relationship Id="rId8" Type="http://schemas.openxmlformats.org/officeDocument/2006/relationships/image" Target="../media/image109.svg"/><Relationship Id="rId51" Type="http://schemas.openxmlformats.org/officeDocument/2006/relationships/image" Target="../media/image106.png"/><Relationship Id="rId3" Type="http://schemas.openxmlformats.org/officeDocument/2006/relationships/slide" Target="slide27.xml"/><Relationship Id="rId12" Type="http://schemas.openxmlformats.org/officeDocument/2006/relationships/image" Target="../media/image64.png"/><Relationship Id="rId17" Type="http://schemas.openxmlformats.org/officeDocument/2006/relationships/image" Target="../media/image69.svg"/><Relationship Id="rId25" Type="http://schemas.openxmlformats.org/officeDocument/2006/relationships/image" Target="../media/image114.png"/><Relationship Id="rId33" Type="http://schemas.openxmlformats.org/officeDocument/2006/relationships/slide" Target="slide35.xml"/><Relationship Id="rId38" Type="http://schemas.openxmlformats.org/officeDocument/2006/relationships/image" Target="../media/image97.svg"/><Relationship Id="rId46" Type="http://schemas.openxmlformats.org/officeDocument/2006/relationships/image" Target="../media/image102.png"/><Relationship Id="rId20" Type="http://schemas.openxmlformats.org/officeDocument/2006/relationships/slide" Target="slide56.xml"/><Relationship Id="rId41" Type="http://schemas.openxmlformats.org/officeDocument/2006/relationships/image" Target="../media/image99.svg"/><Relationship Id="rId54" Type="http://schemas.openxmlformats.org/officeDocument/2006/relationships/image" Target="../media/image111.svg"/><Relationship Id="rId1" Type="http://schemas.openxmlformats.org/officeDocument/2006/relationships/slideLayout" Target="../slideLayouts/slideLayout1.xml"/><Relationship Id="rId6" Type="http://schemas.openxmlformats.org/officeDocument/2006/relationships/slide" Target="slide45.xml"/><Relationship Id="rId15" Type="http://schemas.openxmlformats.org/officeDocument/2006/relationships/image" Target="../media/image67.svg"/><Relationship Id="rId23" Type="http://schemas.openxmlformats.org/officeDocument/2006/relationships/slide" Target="slide32.xml"/><Relationship Id="rId28" Type="http://schemas.openxmlformats.org/officeDocument/2006/relationships/image" Target="../media/image77.png"/><Relationship Id="rId36" Type="http://schemas.openxmlformats.org/officeDocument/2006/relationships/slide" Target="slide46.xml"/><Relationship Id="rId49" Type="http://schemas.openxmlformats.org/officeDocument/2006/relationships/image" Target="../media/image105.svg"/></Relationships>
</file>

<file path=ppt/slides/_rels/slide5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64.png"/><Relationship Id="rId18" Type="http://schemas.openxmlformats.org/officeDocument/2006/relationships/image" Target="../media/image69.svg"/><Relationship Id="rId26" Type="http://schemas.openxmlformats.org/officeDocument/2006/relationships/image" Target="../media/image91.svg"/><Relationship Id="rId39" Type="http://schemas.openxmlformats.org/officeDocument/2006/relationships/slide" Target="slide37.xml"/><Relationship Id="rId21" Type="http://schemas.openxmlformats.org/officeDocument/2006/relationships/slide" Target="slide56.xml"/><Relationship Id="rId34" Type="http://schemas.openxmlformats.org/officeDocument/2006/relationships/image" Target="../media/image96.png"/><Relationship Id="rId42" Type="http://schemas.openxmlformats.org/officeDocument/2006/relationships/slide" Target="slide36.xml"/><Relationship Id="rId47" Type="http://schemas.openxmlformats.org/officeDocument/2006/relationships/slide" Target="slide43.xml"/><Relationship Id="rId50" Type="http://schemas.openxmlformats.org/officeDocument/2006/relationships/slide" Target="slide47.xml"/><Relationship Id="rId7" Type="http://schemas.openxmlformats.org/officeDocument/2006/relationships/image" Target="../media/image108.png"/><Relationship Id="rId2" Type="http://schemas.openxmlformats.org/officeDocument/2006/relationships/notesSlide" Target="../notesSlides/notesSlide43.xml"/><Relationship Id="rId16" Type="http://schemas.openxmlformats.org/officeDocument/2006/relationships/image" Target="../media/image67.svg"/><Relationship Id="rId29" Type="http://schemas.openxmlformats.org/officeDocument/2006/relationships/image" Target="../media/image93.svg"/><Relationship Id="rId11" Type="http://schemas.openxmlformats.org/officeDocument/2006/relationships/image" Target="../media/image135.png"/><Relationship Id="rId24" Type="http://schemas.openxmlformats.org/officeDocument/2006/relationships/slide" Target="slide34.xml"/><Relationship Id="rId32" Type="http://schemas.openxmlformats.org/officeDocument/2006/relationships/image" Target="../media/image95.svg"/><Relationship Id="rId37" Type="http://schemas.openxmlformats.org/officeDocument/2006/relationships/image" Target="../media/image98.png"/><Relationship Id="rId40" Type="http://schemas.openxmlformats.org/officeDocument/2006/relationships/image" Target="../media/image100.png"/><Relationship Id="rId45" Type="http://schemas.openxmlformats.org/officeDocument/2006/relationships/image" Target="../media/image104.png"/><Relationship Id="rId53" Type="http://schemas.openxmlformats.org/officeDocument/2006/relationships/slide" Target="slide33.xml"/><Relationship Id="rId5" Type="http://schemas.openxmlformats.org/officeDocument/2006/relationships/image" Target="../media/image90.svg"/><Relationship Id="rId10" Type="http://schemas.openxmlformats.org/officeDocument/2006/relationships/image" Target="../media/image115.svg"/><Relationship Id="rId19" Type="http://schemas.openxmlformats.org/officeDocument/2006/relationships/image" Target="../media/image70.png"/><Relationship Id="rId31" Type="http://schemas.openxmlformats.org/officeDocument/2006/relationships/image" Target="../media/image94.png"/><Relationship Id="rId44" Type="http://schemas.openxmlformats.org/officeDocument/2006/relationships/image" Target="../media/image103.svg"/><Relationship Id="rId52" Type="http://schemas.openxmlformats.org/officeDocument/2006/relationships/image" Target="../media/image111.svg"/><Relationship Id="rId4" Type="http://schemas.openxmlformats.org/officeDocument/2006/relationships/image" Target="../media/image89.png"/><Relationship Id="rId9" Type="http://schemas.openxmlformats.org/officeDocument/2006/relationships/image" Target="../media/image114.png"/><Relationship Id="rId14" Type="http://schemas.openxmlformats.org/officeDocument/2006/relationships/image" Target="../media/image65.svg"/><Relationship Id="rId22" Type="http://schemas.openxmlformats.org/officeDocument/2006/relationships/image" Target="../media/image72.png"/><Relationship Id="rId27" Type="http://schemas.openxmlformats.org/officeDocument/2006/relationships/slide" Target="slide48.xml"/><Relationship Id="rId30" Type="http://schemas.openxmlformats.org/officeDocument/2006/relationships/slide" Target="slide35.xml"/><Relationship Id="rId35" Type="http://schemas.openxmlformats.org/officeDocument/2006/relationships/image" Target="../media/image97.svg"/><Relationship Id="rId43" Type="http://schemas.openxmlformats.org/officeDocument/2006/relationships/image" Target="../media/image102.png"/><Relationship Id="rId48" Type="http://schemas.openxmlformats.org/officeDocument/2006/relationships/image" Target="../media/image106.png"/><Relationship Id="rId8" Type="http://schemas.openxmlformats.org/officeDocument/2006/relationships/image" Target="../media/image109.svg"/><Relationship Id="rId51" Type="http://schemas.openxmlformats.org/officeDocument/2006/relationships/image" Target="../media/image110.png"/><Relationship Id="rId3" Type="http://schemas.openxmlformats.org/officeDocument/2006/relationships/slide" Target="slide27.xml"/><Relationship Id="rId12" Type="http://schemas.openxmlformats.org/officeDocument/2006/relationships/image" Target="../media/image136.svg"/><Relationship Id="rId17" Type="http://schemas.openxmlformats.org/officeDocument/2006/relationships/image" Target="../media/image68.png"/><Relationship Id="rId25" Type="http://schemas.openxmlformats.org/officeDocument/2006/relationships/image" Target="../media/image77.png"/><Relationship Id="rId33" Type="http://schemas.openxmlformats.org/officeDocument/2006/relationships/slide" Target="slide46.xml"/><Relationship Id="rId38" Type="http://schemas.openxmlformats.org/officeDocument/2006/relationships/image" Target="../media/image99.svg"/><Relationship Id="rId46" Type="http://schemas.openxmlformats.org/officeDocument/2006/relationships/image" Target="../media/image105.svg"/><Relationship Id="rId20" Type="http://schemas.openxmlformats.org/officeDocument/2006/relationships/image" Target="../media/image71.svg"/><Relationship Id="rId41" Type="http://schemas.openxmlformats.org/officeDocument/2006/relationships/image" Target="../media/image101.svg"/><Relationship Id="rId54" Type="http://schemas.openxmlformats.org/officeDocument/2006/relationships/image" Target="../media/image45.jpg"/><Relationship Id="rId1" Type="http://schemas.openxmlformats.org/officeDocument/2006/relationships/slideLayout" Target="../slideLayouts/slideLayout1.xml"/><Relationship Id="rId6" Type="http://schemas.openxmlformats.org/officeDocument/2006/relationships/slide" Target="slide45.xml"/><Relationship Id="rId15" Type="http://schemas.openxmlformats.org/officeDocument/2006/relationships/image" Target="../media/image66.png"/><Relationship Id="rId23" Type="http://schemas.openxmlformats.org/officeDocument/2006/relationships/image" Target="../media/image73.svg"/><Relationship Id="rId28" Type="http://schemas.openxmlformats.org/officeDocument/2006/relationships/image" Target="../media/image92.png"/><Relationship Id="rId36" Type="http://schemas.openxmlformats.org/officeDocument/2006/relationships/slide" Target="slide38.xml"/><Relationship Id="rId49" Type="http://schemas.openxmlformats.org/officeDocument/2006/relationships/image" Target="../media/image107.svg"/></Relationships>
</file>

<file path=ppt/slides/_rels/slide5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64.png"/><Relationship Id="rId18" Type="http://schemas.openxmlformats.org/officeDocument/2006/relationships/image" Target="../media/image69.svg"/><Relationship Id="rId26" Type="http://schemas.openxmlformats.org/officeDocument/2006/relationships/image" Target="../media/image91.svg"/><Relationship Id="rId39" Type="http://schemas.openxmlformats.org/officeDocument/2006/relationships/slide" Target="slide37.xml"/><Relationship Id="rId21" Type="http://schemas.openxmlformats.org/officeDocument/2006/relationships/slide" Target="slide56.xml"/><Relationship Id="rId34" Type="http://schemas.openxmlformats.org/officeDocument/2006/relationships/image" Target="../media/image96.png"/><Relationship Id="rId42" Type="http://schemas.openxmlformats.org/officeDocument/2006/relationships/slide" Target="slide36.xml"/><Relationship Id="rId47" Type="http://schemas.openxmlformats.org/officeDocument/2006/relationships/slide" Target="slide43.xml"/><Relationship Id="rId50" Type="http://schemas.openxmlformats.org/officeDocument/2006/relationships/slide" Target="slide47.xml"/><Relationship Id="rId7" Type="http://schemas.openxmlformats.org/officeDocument/2006/relationships/image" Target="../media/image108.png"/><Relationship Id="rId2" Type="http://schemas.openxmlformats.org/officeDocument/2006/relationships/notesSlide" Target="../notesSlides/notesSlide44.xml"/><Relationship Id="rId16" Type="http://schemas.openxmlformats.org/officeDocument/2006/relationships/image" Target="../media/image67.svg"/><Relationship Id="rId29" Type="http://schemas.openxmlformats.org/officeDocument/2006/relationships/image" Target="../media/image93.svg"/><Relationship Id="rId11" Type="http://schemas.openxmlformats.org/officeDocument/2006/relationships/image" Target="../media/image135.png"/><Relationship Id="rId24" Type="http://schemas.openxmlformats.org/officeDocument/2006/relationships/slide" Target="slide34.xml"/><Relationship Id="rId32" Type="http://schemas.openxmlformats.org/officeDocument/2006/relationships/image" Target="../media/image95.svg"/><Relationship Id="rId37" Type="http://schemas.openxmlformats.org/officeDocument/2006/relationships/image" Target="../media/image98.png"/><Relationship Id="rId40" Type="http://schemas.openxmlformats.org/officeDocument/2006/relationships/image" Target="../media/image100.png"/><Relationship Id="rId45" Type="http://schemas.openxmlformats.org/officeDocument/2006/relationships/image" Target="../media/image104.png"/><Relationship Id="rId53" Type="http://schemas.openxmlformats.org/officeDocument/2006/relationships/slide" Target="slide33.xml"/><Relationship Id="rId5" Type="http://schemas.openxmlformats.org/officeDocument/2006/relationships/image" Target="../media/image90.svg"/><Relationship Id="rId10" Type="http://schemas.openxmlformats.org/officeDocument/2006/relationships/image" Target="../media/image115.svg"/><Relationship Id="rId19" Type="http://schemas.openxmlformats.org/officeDocument/2006/relationships/image" Target="../media/image70.png"/><Relationship Id="rId31" Type="http://schemas.openxmlformats.org/officeDocument/2006/relationships/image" Target="../media/image94.png"/><Relationship Id="rId44" Type="http://schemas.openxmlformats.org/officeDocument/2006/relationships/image" Target="../media/image103.svg"/><Relationship Id="rId52" Type="http://schemas.openxmlformats.org/officeDocument/2006/relationships/image" Target="../media/image111.svg"/><Relationship Id="rId4" Type="http://schemas.openxmlformats.org/officeDocument/2006/relationships/image" Target="../media/image89.png"/><Relationship Id="rId9" Type="http://schemas.openxmlformats.org/officeDocument/2006/relationships/image" Target="../media/image114.png"/><Relationship Id="rId14" Type="http://schemas.openxmlformats.org/officeDocument/2006/relationships/image" Target="../media/image65.svg"/><Relationship Id="rId22" Type="http://schemas.openxmlformats.org/officeDocument/2006/relationships/image" Target="../media/image72.png"/><Relationship Id="rId27" Type="http://schemas.openxmlformats.org/officeDocument/2006/relationships/slide" Target="slide48.xml"/><Relationship Id="rId30" Type="http://schemas.openxmlformats.org/officeDocument/2006/relationships/slide" Target="slide35.xml"/><Relationship Id="rId35" Type="http://schemas.openxmlformats.org/officeDocument/2006/relationships/image" Target="../media/image97.svg"/><Relationship Id="rId43" Type="http://schemas.openxmlformats.org/officeDocument/2006/relationships/image" Target="../media/image102.png"/><Relationship Id="rId48" Type="http://schemas.openxmlformats.org/officeDocument/2006/relationships/image" Target="../media/image106.png"/><Relationship Id="rId8" Type="http://schemas.openxmlformats.org/officeDocument/2006/relationships/image" Target="../media/image109.svg"/><Relationship Id="rId51" Type="http://schemas.openxmlformats.org/officeDocument/2006/relationships/image" Target="../media/image110.png"/><Relationship Id="rId3" Type="http://schemas.openxmlformats.org/officeDocument/2006/relationships/slide" Target="slide27.xml"/><Relationship Id="rId12" Type="http://schemas.openxmlformats.org/officeDocument/2006/relationships/image" Target="../media/image136.svg"/><Relationship Id="rId17" Type="http://schemas.openxmlformats.org/officeDocument/2006/relationships/image" Target="../media/image68.png"/><Relationship Id="rId25" Type="http://schemas.openxmlformats.org/officeDocument/2006/relationships/image" Target="../media/image77.png"/><Relationship Id="rId33" Type="http://schemas.openxmlformats.org/officeDocument/2006/relationships/slide" Target="slide46.xml"/><Relationship Id="rId38" Type="http://schemas.openxmlformats.org/officeDocument/2006/relationships/image" Target="../media/image99.svg"/><Relationship Id="rId46" Type="http://schemas.openxmlformats.org/officeDocument/2006/relationships/image" Target="../media/image105.svg"/><Relationship Id="rId20" Type="http://schemas.openxmlformats.org/officeDocument/2006/relationships/image" Target="../media/image71.svg"/><Relationship Id="rId41" Type="http://schemas.openxmlformats.org/officeDocument/2006/relationships/image" Target="../media/image101.svg"/><Relationship Id="rId54" Type="http://schemas.openxmlformats.org/officeDocument/2006/relationships/image" Target="../media/image45.jpg"/><Relationship Id="rId1" Type="http://schemas.openxmlformats.org/officeDocument/2006/relationships/slideLayout" Target="../slideLayouts/slideLayout1.xml"/><Relationship Id="rId6" Type="http://schemas.openxmlformats.org/officeDocument/2006/relationships/slide" Target="slide45.xml"/><Relationship Id="rId15" Type="http://schemas.openxmlformats.org/officeDocument/2006/relationships/image" Target="../media/image66.png"/><Relationship Id="rId23" Type="http://schemas.openxmlformats.org/officeDocument/2006/relationships/image" Target="../media/image73.svg"/><Relationship Id="rId28" Type="http://schemas.openxmlformats.org/officeDocument/2006/relationships/image" Target="../media/image92.png"/><Relationship Id="rId36" Type="http://schemas.openxmlformats.org/officeDocument/2006/relationships/slide" Target="slide38.xml"/><Relationship Id="rId49" Type="http://schemas.openxmlformats.org/officeDocument/2006/relationships/image" Target="../media/image107.svg"/></Relationships>
</file>

<file path=ppt/slides/_rels/slide5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96.png"/><Relationship Id="rId18" Type="http://schemas.openxmlformats.org/officeDocument/2006/relationships/slide" Target="slide37.xml"/><Relationship Id="rId26" Type="http://schemas.openxmlformats.org/officeDocument/2006/relationships/slide" Target="slide43.xml"/><Relationship Id="rId39" Type="http://schemas.openxmlformats.org/officeDocument/2006/relationships/image" Target="../media/image109.svg"/><Relationship Id="rId21" Type="http://schemas.openxmlformats.org/officeDocument/2006/relationships/slide" Target="slide36.xml"/><Relationship Id="rId34" Type="http://schemas.openxmlformats.org/officeDocument/2006/relationships/slide" Target="slide27.xml"/><Relationship Id="rId42" Type="http://schemas.openxmlformats.org/officeDocument/2006/relationships/image" Target="../media/image135.png"/><Relationship Id="rId47" Type="http://schemas.openxmlformats.org/officeDocument/2006/relationships/image" Target="../media/image67.svg"/><Relationship Id="rId50" Type="http://schemas.openxmlformats.org/officeDocument/2006/relationships/image" Target="../media/image70.png"/><Relationship Id="rId7" Type="http://schemas.openxmlformats.org/officeDocument/2006/relationships/image" Target="../media/image92.png"/><Relationship Id="rId2" Type="http://schemas.openxmlformats.org/officeDocument/2006/relationships/notesSlide" Target="../notesSlides/notesSlide45.xml"/><Relationship Id="rId16" Type="http://schemas.openxmlformats.org/officeDocument/2006/relationships/image" Target="../media/image98.png"/><Relationship Id="rId29" Type="http://schemas.openxmlformats.org/officeDocument/2006/relationships/slide" Target="slide47.xml"/><Relationship Id="rId11" Type="http://schemas.openxmlformats.org/officeDocument/2006/relationships/image" Target="../media/image95.svg"/><Relationship Id="rId24" Type="http://schemas.openxmlformats.org/officeDocument/2006/relationships/image" Target="../media/image104.png"/><Relationship Id="rId32" Type="http://schemas.openxmlformats.org/officeDocument/2006/relationships/slide" Target="slide33.xml"/><Relationship Id="rId37" Type="http://schemas.openxmlformats.org/officeDocument/2006/relationships/slide" Target="slide45.xml"/><Relationship Id="rId40" Type="http://schemas.openxmlformats.org/officeDocument/2006/relationships/image" Target="../media/image114.png"/><Relationship Id="rId45" Type="http://schemas.openxmlformats.org/officeDocument/2006/relationships/image" Target="../media/image65.svg"/><Relationship Id="rId53" Type="http://schemas.openxmlformats.org/officeDocument/2006/relationships/image" Target="../media/image72.png"/><Relationship Id="rId5" Type="http://schemas.openxmlformats.org/officeDocument/2006/relationships/image" Target="../media/image91.svg"/><Relationship Id="rId10" Type="http://schemas.openxmlformats.org/officeDocument/2006/relationships/image" Target="../media/image94.png"/><Relationship Id="rId19" Type="http://schemas.openxmlformats.org/officeDocument/2006/relationships/image" Target="../media/image100.png"/><Relationship Id="rId31" Type="http://schemas.openxmlformats.org/officeDocument/2006/relationships/image" Target="../media/image111.svg"/><Relationship Id="rId44" Type="http://schemas.openxmlformats.org/officeDocument/2006/relationships/image" Target="../media/image64.png"/><Relationship Id="rId52" Type="http://schemas.openxmlformats.org/officeDocument/2006/relationships/slide" Target="slide56.xml"/><Relationship Id="rId4" Type="http://schemas.openxmlformats.org/officeDocument/2006/relationships/image" Target="../media/image77.png"/><Relationship Id="rId9" Type="http://schemas.openxmlformats.org/officeDocument/2006/relationships/slide" Target="slide35.xml"/><Relationship Id="rId14" Type="http://schemas.openxmlformats.org/officeDocument/2006/relationships/image" Target="../media/image97.svg"/><Relationship Id="rId22" Type="http://schemas.openxmlformats.org/officeDocument/2006/relationships/image" Target="../media/image102.png"/><Relationship Id="rId27" Type="http://schemas.openxmlformats.org/officeDocument/2006/relationships/image" Target="../media/image106.png"/><Relationship Id="rId30" Type="http://schemas.openxmlformats.org/officeDocument/2006/relationships/image" Target="../media/image110.png"/><Relationship Id="rId35" Type="http://schemas.openxmlformats.org/officeDocument/2006/relationships/image" Target="../media/image89.png"/><Relationship Id="rId43" Type="http://schemas.openxmlformats.org/officeDocument/2006/relationships/image" Target="../media/image136.svg"/><Relationship Id="rId48" Type="http://schemas.openxmlformats.org/officeDocument/2006/relationships/image" Target="../media/image68.png"/><Relationship Id="rId8" Type="http://schemas.openxmlformats.org/officeDocument/2006/relationships/image" Target="../media/image93.svg"/><Relationship Id="rId51" Type="http://schemas.openxmlformats.org/officeDocument/2006/relationships/image" Target="../media/image71.svg"/><Relationship Id="rId3" Type="http://schemas.openxmlformats.org/officeDocument/2006/relationships/slide" Target="slide34.xml"/><Relationship Id="rId12" Type="http://schemas.openxmlformats.org/officeDocument/2006/relationships/slide" Target="slide46.xml"/><Relationship Id="rId17" Type="http://schemas.openxmlformats.org/officeDocument/2006/relationships/image" Target="../media/image99.svg"/><Relationship Id="rId25" Type="http://schemas.openxmlformats.org/officeDocument/2006/relationships/image" Target="../media/image105.svg"/><Relationship Id="rId33" Type="http://schemas.openxmlformats.org/officeDocument/2006/relationships/image" Target="../media/image45.jpg"/><Relationship Id="rId38" Type="http://schemas.openxmlformats.org/officeDocument/2006/relationships/image" Target="../media/image108.png"/><Relationship Id="rId46" Type="http://schemas.openxmlformats.org/officeDocument/2006/relationships/image" Target="../media/image66.png"/><Relationship Id="rId20" Type="http://schemas.openxmlformats.org/officeDocument/2006/relationships/image" Target="../media/image101.svg"/><Relationship Id="rId41" Type="http://schemas.openxmlformats.org/officeDocument/2006/relationships/image" Target="../media/image115.svg"/><Relationship Id="rId54" Type="http://schemas.openxmlformats.org/officeDocument/2006/relationships/image" Target="../media/image73.svg"/><Relationship Id="rId1" Type="http://schemas.openxmlformats.org/officeDocument/2006/relationships/slideLayout" Target="../slideLayouts/slideLayout1.xml"/><Relationship Id="rId6" Type="http://schemas.openxmlformats.org/officeDocument/2006/relationships/slide" Target="slide48.xml"/><Relationship Id="rId15" Type="http://schemas.openxmlformats.org/officeDocument/2006/relationships/slide" Target="slide38.xml"/><Relationship Id="rId23" Type="http://schemas.openxmlformats.org/officeDocument/2006/relationships/image" Target="../media/image103.svg"/><Relationship Id="rId28" Type="http://schemas.openxmlformats.org/officeDocument/2006/relationships/image" Target="../media/image107.svg"/><Relationship Id="rId36" Type="http://schemas.openxmlformats.org/officeDocument/2006/relationships/image" Target="../media/image90.svg"/><Relationship Id="rId49" Type="http://schemas.openxmlformats.org/officeDocument/2006/relationships/image" Target="../media/image69.svg"/></Relationships>
</file>

<file path=ppt/slides/_rels/slide54.xml.rels><?xml version="1.0" encoding="UTF-8" standalone="yes"?>
<Relationships xmlns="http://schemas.openxmlformats.org/package/2006/relationships"><Relationship Id="rId13" Type="http://schemas.openxmlformats.org/officeDocument/2006/relationships/slide" Target="slide34.xml"/><Relationship Id="rId18" Type="http://schemas.openxmlformats.org/officeDocument/2006/relationships/image" Target="../media/image93.svg"/><Relationship Id="rId26" Type="http://schemas.openxmlformats.org/officeDocument/2006/relationships/image" Target="../media/image98.png"/><Relationship Id="rId39" Type="http://schemas.openxmlformats.org/officeDocument/2006/relationships/slide" Target="slide47.xml"/><Relationship Id="rId21" Type="http://schemas.openxmlformats.org/officeDocument/2006/relationships/image" Target="../media/image95.svg"/><Relationship Id="rId34" Type="http://schemas.openxmlformats.org/officeDocument/2006/relationships/image" Target="../media/image104.png"/><Relationship Id="rId42" Type="http://schemas.openxmlformats.org/officeDocument/2006/relationships/slide" Target="slide33.xml"/><Relationship Id="rId47" Type="http://schemas.openxmlformats.org/officeDocument/2006/relationships/image" Target="../media/image65.svg"/><Relationship Id="rId50" Type="http://schemas.openxmlformats.org/officeDocument/2006/relationships/image" Target="../media/image68.png"/><Relationship Id="rId55" Type="http://schemas.openxmlformats.org/officeDocument/2006/relationships/image" Target="../media/image72.png"/><Relationship Id="rId7" Type="http://schemas.openxmlformats.org/officeDocument/2006/relationships/image" Target="../media/image108.png"/><Relationship Id="rId2" Type="http://schemas.openxmlformats.org/officeDocument/2006/relationships/notesSlide" Target="../notesSlides/notesSlide46.xml"/><Relationship Id="rId16" Type="http://schemas.openxmlformats.org/officeDocument/2006/relationships/slide" Target="slide48.xml"/><Relationship Id="rId29" Type="http://schemas.openxmlformats.org/officeDocument/2006/relationships/image" Target="../media/image100.png"/><Relationship Id="rId11" Type="http://schemas.openxmlformats.org/officeDocument/2006/relationships/image" Target="../media/image135.png"/><Relationship Id="rId24" Type="http://schemas.openxmlformats.org/officeDocument/2006/relationships/image" Target="../media/image97.svg"/><Relationship Id="rId32" Type="http://schemas.openxmlformats.org/officeDocument/2006/relationships/image" Target="../media/image102.png"/><Relationship Id="rId37" Type="http://schemas.openxmlformats.org/officeDocument/2006/relationships/image" Target="../media/image106.png"/><Relationship Id="rId40" Type="http://schemas.openxmlformats.org/officeDocument/2006/relationships/image" Target="../media/image110.png"/><Relationship Id="rId45" Type="http://schemas.openxmlformats.org/officeDocument/2006/relationships/slide" Target="slide55.xml"/><Relationship Id="rId53" Type="http://schemas.openxmlformats.org/officeDocument/2006/relationships/image" Target="../media/image71.svg"/><Relationship Id="rId5" Type="http://schemas.openxmlformats.org/officeDocument/2006/relationships/image" Target="../media/image90.svg"/><Relationship Id="rId10" Type="http://schemas.openxmlformats.org/officeDocument/2006/relationships/image" Target="../media/image115.svg"/><Relationship Id="rId19" Type="http://schemas.openxmlformats.org/officeDocument/2006/relationships/slide" Target="slide35.xml"/><Relationship Id="rId31" Type="http://schemas.openxmlformats.org/officeDocument/2006/relationships/slide" Target="slide36.xml"/><Relationship Id="rId44" Type="http://schemas.openxmlformats.org/officeDocument/2006/relationships/slide" Target="slide49.xml"/><Relationship Id="rId52" Type="http://schemas.openxmlformats.org/officeDocument/2006/relationships/image" Target="../media/image70.png"/><Relationship Id="rId4" Type="http://schemas.openxmlformats.org/officeDocument/2006/relationships/image" Target="../media/image89.png"/><Relationship Id="rId9" Type="http://schemas.openxmlformats.org/officeDocument/2006/relationships/image" Target="../media/image114.png"/><Relationship Id="rId14" Type="http://schemas.openxmlformats.org/officeDocument/2006/relationships/image" Target="../media/image77.png"/><Relationship Id="rId22" Type="http://schemas.openxmlformats.org/officeDocument/2006/relationships/slide" Target="slide46.xml"/><Relationship Id="rId27" Type="http://schemas.openxmlformats.org/officeDocument/2006/relationships/image" Target="../media/image99.svg"/><Relationship Id="rId30" Type="http://schemas.openxmlformats.org/officeDocument/2006/relationships/image" Target="../media/image101.svg"/><Relationship Id="rId35" Type="http://schemas.openxmlformats.org/officeDocument/2006/relationships/image" Target="../media/image105.svg"/><Relationship Id="rId43" Type="http://schemas.openxmlformats.org/officeDocument/2006/relationships/image" Target="../media/image45.jpg"/><Relationship Id="rId48" Type="http://schemas.openxmlformats.org/officeDocument/2006/relationships/image" Target="../media/image66.png"/><Relationship Id="rId56" Type="http://schemas.openxmlformats.org/officeDocument/2006/relationships/image" Target="../media/image73.svg"/><Relationship Id="rId8" Type="http://schemas.openxmlformats.org/officeDocument/2006/relationships/image" Target="../media/image109.svg"/><Relationship Id="rId51" Type="http://schemas.openxmlformats.org/officeDocument/2006/relationships/image" Target="../media/image69.svg"/><Relationship Id="rId3" Type="http://schemas.openxmlformats.org/officeDocument/2006/relationships/slide" Target="slide27.xml"/><Relationship Id="rId12" Type="http://schemas.openxmlformats.org/officeDocument/2006/relationships/image" Target="../media/image136.svg"/><Relationship Id="rId17" Type="http://schemas.openxmlformats.org/officeDocument/2006/relationships/image" Target="../media/image92.png"/><Relationship Id="rId25" Type="http://schemas.openxmlformats.org/officeDocument/2006/relationships/slide" Target="slide38.xml"/><Relationship Id="rId33" Type="http://schemas.openxmlformats.org/officeDocument/2006/relationships/image" Target="../media/image103.svg"/><Relationship Id="rId38" Type="http://schemas.openxmlformats.org/officeDocument/2006/relationships/image" Target="../media/image107.svg"/><Relationship Id="rId46" Type="http://schemas.openxmlformats.org/officeDocument/2006/relationships/image" Target="../media/image64.png"/><Relationship Id="rId20" Type="http://schemas.openxmlformats.org/officeDocument/2006/relationships/image" Target="../media/image94.png"/><Relationship Id="rId41" Type="http://schemas.openxmlformats.org/officeDocument/2006/relationships/image" Target="../media/image111.svg"/><Relationship Id="rId54" Type="http://schemas.openxmlformats.org/officeDocument/2006/relationships/slide" Target="slide56.xml"/><Relationship Id="rId1" Type="http://schemas.openxmlformats.org/officeDocument/2006/relationships/slideLayout" Target="../slideLayouts/slideLayout1.xml"/><Relationship Id="rId6" Type="http://schemas.openxmlformats.org/officeDocument/2006/relationships/slide" Target="slide45.xml"/><Relationship Id="rId15" Type="http://schemas.openxmlformats.org/officeDocument/2006/relationships/image" Target="../media/image91.svg"/><Relationship Id="rId23" Type="http://schemas.openxmlformats.org/officeDocument/2006/relationships/image" Target="../media/image96.png"/><Relationship Id="rId28" Type="http://schemas.openxmlformats.org/officeDocument/2006/relationships/slide" Target="slide37.xml"/><Relationship Id="rId36" Type="http://schemas.openxmlformats.org/officeDocument/2006/relationships/slide" Target="slide43.xml"/><Relationship Id="rId49" Type="http://schemas.openxmlformats.org/officeDocument/2006/relationships/image" Target="../media/image67.svg"/></Relationships>
</file>

<file path=ppt/slides/_rels/slide55.xml.rels><?xml version="1.0" encoding="UTF-8" standalone="yes"?>
<Relationships xmlns="http://schemas.openxmlformats.org/package/2006/relationships"><Relationship Id="rId13" Type="http://schemas.openxmlformats.org/officeDocument/2006/relationships/slide" Target="slide34.xml"/><Relationship Id="rId18" Type="http://schemas.openxmlformats.org/officeDocument/2006/relationships/image" Target="../media/image93.svg"/><Relationship Id="rId26" Type="http://schemas.openxmlformats.org/officeDocument/2006/relationships/image" Target="../media/image98.png"/><Relationship Id="rId39" Type="http://schemas.openxmlformats.org/officeDocument/2006/relationships/slide" Target="slide47.xml"/><Relationship Id="rId21" Type="http://schemas.openxmlformats.org/officeDocument/2006/relationships/image" Target="../media/image95.svg"/><Relationship Id="rId34" Type="http://schemas.openxmlformats.org/officeDocument/2006/relationships/image" Target="../media/image104.png"/><Relationship Id="rId42" Type="http://schemas.openxmlformats.org/officeDocument/2006/relationships/slide" Target="slide33.xml"/><Relationship Id="rId47" Type="http://schemas.openxmlformats.org/officeDocument/2006/relationships/image" Target="../media/image65.svg"/><Relationship Id="rId50" Type="http://schemas.openxmlformats.org/officeDocument/2006/relationships/image" Target="../media/image68.png"/><Relationship Id="rId55" Type="http://schemas.openxmlformats.org/officeDocument/2006/relationships/image" Target="../media/image72.png"/><Relationship Id="rId7" Type="http://schemas.openxmlformats.org/officeDocument/2006/relationships/image" Target="../media/image108.png"/><Relationship Id="rId2" Type="http://schemas.openxmlformats.org/officeDocument/2006/relationships/notesSlide" Target="../notesSlides/notesSlide47.xml"/><Relationship Id="rId16" Type="http://schemas.openxmlformats.org/officeDocument/2006/relationships/slide" Target="slide48.xml"/><Relationship Id="rId29" Type="http://schemas.openxmlformats.org/officeDocument/2006/relationships/image" Target="../media/image100.png"/><Relationship Id="rId11" Type="http://schemas.openxmlformats.org/officeDocument/2006/relationships/image" Target="../media/image135.png"/><Relationship Id="rId24" Type="http://schemas.openxmlformats.org/officeDocument/2006/relationships/image" Target="../media/image97.svg"/><Relationship Id="rId32" Type="http://schemas.openxmlformats.org/officeDocument/2006/relationships/image" Target="../media/image102.png"/><Relationship Id="rId37" Type="http://schemas.openxmlformats.org/officeDocument/2006/relationships/image" Target="../media/image106.png"/><Relationship Id="rId40" Type="http://schemas.openxmlformats.org/officeDocument/2006/relationships/image" Target="../media/image110.png"/><Relationship Id="rId45" Type="http://schemas.openxmlformats.org/officeDocument/2006/relationships/slide" Target="slide54.xml"/><Relationship Id="rId53" Type="http://schemas.openxmlformats.org/officeDocument/2006/relationships/image" Target="../media/image71.svg"/><Relationship Id="rId5" Type="http://schemas.openxmlformats.org/officeDocument/2006/relationships/image" Target="../media/image90.svg"/><Relationship Id="rId10" Type="http://schemas.openxmlformats.org/officeDocument/2006/relationships/image" Target="../media/image115.svg"/><Relationship Id="rId19" Type="http://schemas.openxmlformats.org/officeDocument/2006/relationships/slide" Target="slide35.xml"/><Relationship Id="rId31" Type="http://schemas.openxmlformats.org/officeDocument/2006/relationships/slide" Target="slide36.xml"/><Relationship Id="rId44" Type="http://schemas.openxmlformats.org/officeDocument/2006/relationships/slide" Target="slide49.xml"/><Relationship Id="rId52" Type="http://schemas.openxmlformats.org/officeDocument/2006/relationships/image" Target="../media/image70.png"/><Relationship Id="rId4" Type="http://schemas.openxmlformats.org/officeDocument/2006/relationships/image" Target="../media/image89.png"/><Relationship Id="rId9" Type="http://schemas.openxmlformats.org/officeDocument/2006/relationships/image" Target="../media/image114.png"/><Relationship Id="rId14" Type="http://schemas.openxmlformats.org/officeDocument/2006/relationships/image" Target="../media/image77.png"/><Relationship Id="rId22" Type="http://schemas.openxmlformats.org/officeDocument/2006/relationships/slide" Target="slide46.xml"/><Relationship Id="rId27" Type="http://schemas.openxmlformats.org/officeDocument/2006/relationships/image" Target="../media/image99.svg"/><Relationship Id="rId30" Type="http://schemas.openxmlformats.org/officeDocument/2006/relationships/image" Target="../media/image101.svg"/><Relationship Id="rId35" Type="http://schemas.openxmlformats.org/officeDocument/2006/relationships/image" Target="../media/image105.svg"/><Relationship Id="rId43" Type="http://schemas.openxmlformats.org/officeDocument/2006/relationships/image" Target="../media/image45.jpg"/><Relationship Id="rId48" Type="http://schemas.openxmlformats.org/officeDocument/2006/relationships/image" Target="../media/image66.png"/><Relationship Id="rId56" Type="http://schemas.openxmlformats.org/officeDocument/2006/relationships/image" Target="../media/image73.svg"/><Relationship Id="rId8" Type="http://schemas.openxmlformats.org/officeDocument/2006/relationships/image" Target="../media/image109.svg"/><Relationship Id="rId51" Type="http://schemas.openxmlformats.org/officeDocument/2006/relationships/image" Target="../media/image69.svg"/><Relationship Id="rId3" Type="http://schemas.openxmlformats.org/officeDocument/2006/relationships/slide" Target="slide27.xml"/><Relationship Id="rId12" Type="http://schemas.openxmlformats.org/officeDocument/2006/relationships/image" Target="../media/image136.svg"/><Relationship Id="rId17" Type="http://schemas.openxmlformats.org/officeDocument/2006/relationships/image" Target="../media/image92.png"/><Relationship Id="rId25" Type="http://schemas.openxmlformats.org/officeDocument/2006/relationships/slide" Target="slide38.xml"/><Relationship Id="rId33" Type="http://schemas.openxmlformats.org/officeDocument/2006/relationships/image" Target="../media/image103.svg"/><Relationship Id="rId38" Type="http://schemas.openxmlformats.org/officeDocument/2006/relationships/image" Target="../media/image107.svg"/><Relationship Id="rId46" Type="http://schemas.openxmlformats.org/officeDocument/2006/relationships/image" Target="../media/image64.png"/><Relationship Id="rId20" Type="http://schemas.openxmlformats.org/officeDocument/2006/relationships/image" Target="../media/image94.png"/><Relationship Id="rId41" Type="http://schemas.openxmlformats.org/officeDocument/2006/relationships/image" Target="../media/image111.svg"/><Relationship Id="rId54" Type="http://schemas.openxmlformats.org/officeDocument/2006/relationships/slide" Target="slide56.xml"/><Relationship Id="rId1" Type="http://schemas.openxmlformats.org/officeDocument/2006/relationships/slideLayout" Target="../slideLayouts/slideLayout1.xml"/><Relationship Id="rId6" Type="http://schemas.openxmlformats.org/officeDocument/2006/relationships/slide" Target="slide45.xml"/><Relationship Id="rId15" Type="http://schemas.openxmlformats.org/officeDocument/2006/relationships/image" Target="../media/image91.svg"/><Relationship Id="rId23" Type="http://schemas.openxmlformats.org/officeDocument/2006/relationships/image" Target="../media/image96.png"/><Relationship Id="rId28" Type="http://schemas.openxmlformats.org/officeDocument/2006/relationships/slide" Target="slide37.xml"/><Relationship Id="rId36" Type="http://schemas.openxmlformats.org/officeDocument/2006/relationships/slide" Target="slide43.xml"/><Relationship Id="rId49" Type="http://schemas.openxmlformats.org/officeDocument/2006/relationships/image" Target="../media/image67.svg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0.svg"/><Relationship Id="rId3" Type="http://schemas.openxmlformats.org/officeDocument/2006/relationships/image" Target="../media/image137.png"/><Relationship Id="rId7" Type="http://schemas.openxmlformats.org/officeDocument/2006/relationships/image" Target="../media/image139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Relationship Id="rId6" Type="http://schemas.openxmlformats.org/officeDocument/2006/relationships/slide" Target="slide1.xml"/><Relationship Id="rId5" Type="http://schemas.openxmlformats.org/officeDocument/2006/relationships/image" Target="../media/image138.svg"/><Relationship Id="rId4" Type="http://schemas.openxmlformats.org/officeDocument/2006/relationships/image" Target="../media/image26.png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slide" Target="slide1.xml"/><Relationship Id="rId3" Type="http://schemas.openxmlformats.org/officeDocument/2006/relationships/image" Target="../media/image137.png"/><Relationship Id="rId7" Type="http://schemas.openxmlformats.org/officeDocument/2006/relationships/slide" Target="slide5.xml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8.svg"/><Relationship Id="rId11" Type="http://schemas.openxmlformats.org/officeDocument/2006/relationships/image" Target="../media/image140.svg"/><Relationship Id="rId5" Type="http://schemas.openxmlformats.org/officeDocument/2006/relationships/image" Target="../media/image26.png"/><Relationship Id="rId10" Type="http://schemas.openxmlformats.org/officeDocument/2006/relationships/image" Target="../media/image139.png"/><Relationship Id="rId4" Type="http://schemas.openxmlformats.org/officeDocument/2006/relationships/slide" Target="slide58.xml"/><Relationship Id="rId9" Type="http://schemas.openxmlformats.org/officeDocument/2006/relationships/slide" Target="slide27.xml"/></Relationships>
</file>

<file path=ppt/slides/_rels/slide58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22_AC97742F.xml"/><Relationship Id="rId7" Type="http://schemas.openxmlformats.org/officeDocument/2006/relationships/image" Target="../media/image142.sv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1.png"/><Relationship Id="rId5" Type="http://schemas.openxmlformats.org/officeDocument/2006/relationships/slide" Target="slide58.xml"/><Relationship Id="rId4" Type="http://schemas.openxmlformats.org/officeDocument/2006/relationships/image" Target="../media/image137.png"/></Relationships>
</file>

<file path=ppt/slides/_rels/slide59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21_1E197F79.xml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Relationship Id="rId4" Type="http://schemas.openxmlformats.org/officeDocument/2006/relationships/slide" Target="slide7.xml"/></Relationships>
</file>

<file path=ppt/slides/_rels/slide60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4.png"/><Relationship Id="rId18" Type="http://schemas.openxmlformats.org/officeDocument/2006/relationships/slide" Target="slide38.xml"/><Relationship Id="rId26" Type="http://schemas.openxmlformats.org/officeDocument/2006/relationships/image" Target="../media/image103.svg"/><Relationship Id="rId3" Type="http://schemas.openxmlformats.org/officeDocument/2006/relationships/image" Target="../media/image2.png"/><Relationship Id="rId21" Type="http://schemas.openxmlformats.org/officeDocument/2006/relationships/slide" Target="slide37.xml"/><Relationship Id="rId34" Type="http://schemas.openxmlformats.org/officeDocument/2006/relationships/image" Target="../media/image144.svg"/><Relationship Id="rId7" Type="http://schemas.openxmlformats.org/officeDocument/2006/relationships/slide" Target="slide59.xml"/><Relationship Id="rId12" Type="http://schemas.openxmlformats.org/officeDocument/2006/relationships/image" Target="../media/image109.svg"/><Relationship Id="rId17" Type="http://schemas.openxmlformats.org/officeDocument/2006/relationships/image" Target="../media/image97.svg"/><Relationship Id="rId25" Type="http://schemas.openxmlformats.org/officeDocument/2006/relationships/image" Target="../media/image102.png"/><Relationship Id="rId33" Type="http://schemas.openxmlformats.org/officeDocument/2006/relationships/image" Target="../media/image143.png"/><Relationship Id="rId2" Type="http://schemas.openxmlformats.org/officeDocument/2006/relationships/notesSlide" Target="../notesSlides/notesSlide52.xml"/><Relationship Id="rId16" Type="http://schemas.openxmlformats.org/officeDocument/2006/relationships/image" Target="../media/image96.png"/><Relationship Id="rId20" Type="http://schemas.openxmlformats.org/officeDocument/2006/relationships/image" Target="../media/image99.svg"/><Relationship Id="rId29" Type="http://schemas.openxmlformats.org/officeDocument/2006/relationships/slide" Target="slide4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0.svg"/><Relationship Id="rId11" Type="http://schemas.openxmlformats.org/officeDocument/2006/relationships/image" Target="../media/image108.png"/><Relationship Id="rId24" Type="http://schemas.openxmlformats.org/officeDocument/2006/relationships/slide" Target="slide36.xml"/><Relationship Id="rId32" Type="http://schemas.openxmlformats.org/officeDocument/2006/relationships/slide" Target="slide48.xml"/><Relationship Id="rId5" Type="http://schemas.openxmlformats.org/officeDocument/2006/relationships/image" Target="../media/image89.png"/><Relationship Id="rId15" Type="http://schemas.openxmlformats.org/officeDocument/2006/relationships/slide" Target="slide46.xml"/><Relationship Id="rId23" Type="http://schemas.openxmlformats.org/officeDocument/2006/relationships/image" Target="../media/image101.svg"/><Relationship Id="rId28" Type="http://schemas.openxmlformats.org/officeDocument/2006/relationships/image" Target="../media/image105.svg"/><Relationship Id="rId10" Type="http://schemas.openxmlformats.org/officeDocument/2006/relationships/slide" Target="slide90.xml"/><Relationship Id="rId19" Type="http://schemas.openxmlformats.org/officeDocument/2006/relationships/image" Target="../media/image98.png"/><Relationship Id="rId31" Type="http://schemas.openxmlformats.org/officeDocument/2006/relationships/image" Target="../media/image107.svg"/><Relationship Id="rId4" Type="http://schemas.openxmlformats.org/officeDocument/2006/relationships/slide" Target="slide27.xml"/><Relationship Id="rId9" Type="http://schemas.openxmlformats.org/officeDocument/2006/relationships/image" Target="../media/image123.svg"/><Relationship Id="rId14" Type="http://schemas.openxmlformats.org/officeDocument/2006/relationships/image" Target="../media/image115.svg"/><Relationship Id="rId22" Type="http://schemas.openxmlformats.org/officeDocument/2006/relationships/image" Target="../media/image100.png"/><Relationship Id="rId27" Type="http://schemas.openxmlformats.org/officeDocument/2006/relationships/image" Target="../media/image104.png"/><Relationship Id="rId30" Type="http://schemas.openxmlformats.org/officeDocument/2006/relationships/image" Target="../media/image106.png"/><Relationship Id="rId35" Type="http://schemas.openxmlformats.org/officeDocument/2006/relationships/image" Target="../media/image124.jpg"/><Relationship Id="rId8" Type="http://schemas.openxmlformats.org/officeDocument/2006/relationships/image" Target="../media/image122.png"/></Relationships>
</file>

<file path=ppt/slides/_rels/slide6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5.svg"/><Relationship Id="rId18" Type="http://schemas.openxmlformats.org/officeDocument/2006/relationships/image" Target="../media/image98.png"/><Relationship Id="rId26" Type="http://schemas.openxmlformats.org/officeDocument/2006/relationships/image" Target="../media/image104.png"/><Relationship Id="rId3" Type="http://schemas.openxmlformats.org/officeDocument/2006/relationships/slide" Target="slide27.xml"/><Relationship Id="rId21" Type="http://schemas.openxmlformats.org/officeDocument/2006/relationships/image" Target="../media/image100.png"/><Relationship Id="rId34" Type="http://schemas.openxmlformats.org/officeDocument/2006/relationships/image" Target="../media/image124.jpg"/><Relationship Id="rId7" Type="http://schemas.openxmlformats.org/officeDocument/2006/relationships/image" Target="../media/image122.png"/><Relationship Id="rId12" Type="http://schemas.openxmlformats.org/officeDocument/2006/relationships/image" Target="../media/image114.png"/><Relationship Id="rId17" Type="http://schemas.openxmlformats.org/officeDocument/2006/relationships/slide" Target="slide38.xml"/><Relationship Id="rId25" Type="http://schemas.openxmlformats.org/officeDocument/2006/relationships/image" Target="../media/image103.svg"/><Relationship Id="rId33" Type="http://schemas.openxmlformats.org/officeDocument/2006/relationships/image" Target="../media/image144.svg"/><Relationship Id="rId2" Type="http://schemas.openxmlformats.org/officeDocument/2006/relationships/notesSlide" Target="../notesSlides/notesSlide53.xml"/><Relationship Id="rId16" Type="http://schemas.openxmlformats.org/officeDocument/2006/relationships/image" Target="../media/image97.svg"/><Relationship Id="rId20" Type="http://schemas.openxmlformats.org/officeDocument/2006/relationships/slide" Target="slide37.xml"/><Relationship Id="rId29" Type="http://schemas.openxmlformats.org/officeDocument/2006/relationships/image" Target="../media/image106.png"/><Relationship Id="rId1" Type="http://schemas.openxmlformats.org/officeDocument/2006/relationships/slideLayout" Target="../slideLayouts/slideLayout1.xml"/><Relationship Id="rId6" Type="http://schemas.openxmlformats.org/officeDocument/2006/relationships/slide" Target="slide59.xml"/><Relationship Id="rId11" Type="http://schemas.openxmlformats.org/officeDocument/2006/relationships/image" Target="../media/image109.svg"/><Relationship Id="rId24" Type="http://schemas.openxmlformats.org/officeDocument/2006/relationships/image" Target="../media/image102.png"/><Relationship Id="rId32" Type="http://schemas.openxmlformats.org/officeDocument/2006/relationships/image" Target="../media/image143.png"/><Relationship Id="rId5" Type="http://schemas.openxmlformats.org/officeDocument/2006/relationships/image" Target="../media/image90.svg"/><Relationship Id="rId15" Type="http://schemas.openxmlformats.org/officeDocument/2006/relationships/image" Target="../media/image96.png"/><Relationship Id="rId23" Type="http://schemas.openxmlformats.org/officeDocument/2006/relationships/slide" Target="slide36.xml"/><Relationship Id="rId28" Type="http://schemas.openxmlformats.org/officeDocument/2006/relationships/slide" Target="slide43.xml"/><Relationship Id="rId10" Type="http://schemas.openxmlformats.org/officeDocument/2006/relationships/image" Target="../media/image108.png"/><Relationship Id="rId19" Type="http://schemas.openxmlformats.org/officeDocument/2006/relationships/image" Target="../media/image99.svg"/><Relationship Id="rId31" Type="http://schemas.openxmlformats.org/officeDocument/2006/relationships/slide" Target="slide48.xml"/><Relationship Id="rId4" Type="http://schemas.openxmlformats.org/officeDocument/2006/relationships/image" Target="../media/image89.png"/><Relationship Id="rId9" Type="http://schemas.openxmlformats.org/officeDocument/2006/relationships/slide" Target="slide90.xml"/><Relationship Id="rId14" Type="http://schemas.openxmlformats.org/officeDocument/2006/relationships/slide" Target="slide46.xml"/><Relationship Id="rId22" Type="http://schemas.openxmlformats.org/officeDocument/2006/relationships/image" Target="../media/image101.svg"/><Relationship Id="rId27" Type="http://schemas.openxmlformats.org/officeDocument/2006/relationships/image" Target="../media/image105.svg"/><Relationship Id="rId30" Type="http://schemas.openxmlformats.org/officeDocument/2006/relationships/image" Target="../media/image107.svg"/><Relationship Id="rId35" Type="http://schemas.openxmlformats.org/officeDocument/2006/relationships/slide" Target="slide63.xml"/><Relationship Id="rId8" Type="http://schemas.openxmlformats.org/officeDocument/2006/relationships/image" Target="../media/image123.sv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4.jp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Relationship Id="rId5" Type="http://schemas.openxmlformats.org/officeDocument/2006/relationships/slide" Target="slide38.xml"/><Relationship Id="rId4" Type="http://schemas.openxmlformats.org/officeDocument/2006/relationships/slide" Target="slide63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4.jp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4.jp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4.jp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4.jp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9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124.jp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4.jp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1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2.xml"/><Relationship Id="rId4" Type="http://schemas.openxmlformats.org/officeDocument/2006/relationships/image" Target="../media/image124.jp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4.jp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8" Type="http://schemas.openxmlformats.org/officeDocument/2006/relationships/slide" Target="slide32.xml"/><Relationship Id="rId13" Type="http://schemas.openxmlformats.org/officeDocument/2006/relationships/image" Target="../media/image20.png"/><Relationship Id="rId18" Type="http://schemas.openxmlformats.org/officeDocument/2006/relationships/image" Target="../media/image25.svg"/><Relationship Id="rId3" Type="http://schemas.microsoft.com/office/2018/10/relationships/comments" Target="../comments/modernComment_17B_7F49B7F8.xml"/><Relationship Id="rId7" Type="http://schemas.openxmlformats.org/officeDocument/2006/relationships/slide" Target="slide63.xml"/><Relationship Id="rId12" Type="http://schemas.openxmlformats.org/officeDocument/2006/relationships/image" Target="../media/image150.svg"/><Relationship Id="rId17" Type="http://schemas.openxmlformats.org/officeDocument/2006/relationships/image" Target="../media/image24.png"/><Relationship Id="rId2" Type="http://schemas.openxmlformats.org/officeDocument/2006/relationships/notesSlide" Target="../notesSlides/notesSlide63.xml"/><Relationship Id="rId16" Type="http://schemas.openxmlformats.org/officeDocument/2006/relationships/image" Target="../media/image23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6.svg"/><Relationship Id="rId11" Type="http://schemas.openxmlformats.org/officeDocument/2006/relationships/image" Target="../media/image149.png"/><Relationship Id="rId5" Type="http://schemas.openxmlformats.org/officeDocument/2006/relationships/image" Target="../media/image145.png"/><Relationship Id="rId15" Type="http://schemas.openxmlformats.org/officeDocument/2006/relationships/image" Target="../media/image22.png"/><Relationship Id="rId10" Type="http://schemas.openxmlformats.org/officeDocument/2006/relationships/image" Target="../media/image148.svg"/><Relationship Id="rId4" Type="http://schemas.openxmlformats.org/officeDocument/2006/relationships/image" Target="../media/image124.jpg"/><Relationship Id="rId9" Type="http://schemas.openxmlformats.org/officeDocument/2006/relationships/image" Target="../media/image147.png"/><Relationship Id="rId14" Type="http://schemas.openxmlformats.org/officeDocument/2006/relationships/image" Target="../media/image21.svg"/></Relationships>
</file>

<file path=ppt/slides/_rels/slide72.xml.rels><?xml version="1.0" encoding="UTF-8" standalone="yes"?>
<Relationships xmlns="http://schemas.openxmlformats.org/package/2006/relationships"><Relationship Id="rId8" Type="http://schemas.openxmlformats.org/officeDocument/2006/relationships/slide" Target="slide32.xml"/><Relationship Id="rId13" Type="http://schemas.openxmlformats.org/officeDocument/2006/relationships/image" Target="../media/image150.svg"/><Relationship Id="rId18" Type="http://schemas.openxmlformats.org/officeDocument/2006/relationships/image" Target="../media/image24.png"/><Relationship Id="rId3" Type="http://schemas.openxmlformats.org/officeDocument/2006/relationships/image" Target="../media/image124.jpg"/><Relationship Id="rId7" Type="http://schemas.openxmlformats.org/officeDocument/2006/relationships/slide" Target="slide73.xml"/><Relationship Id="rId12" Type="http://schemas.openxmlformats.org/officeDocument/2006/relationships/image" Target="../media/image149.png"/><Relationship Id="rId17" Type="http://schemas.openxmlformats.org/officeDocument/2006/relationships/image" Target="../media/image23.svg"/><Relationship Id="rId2" Type="http://schemas.openxmlformats.org/officeDocument/2006/relationships/notesSlide" Target="../notesSlides/notesSlide64.xml"/><Relationship Id="rId16" Type="http://schemas.openxmlformats.org/officeDocument/2006/relationships/image" Target="../media/image2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6.svg"/><Relationship Id="rId11" Type="http://schemas.openxmlformats.org/officeDocument/2006/relationships/slide" Target="slide74.xml"/><Relationship Id="rId5" Type="http://schemas.openxmlformats.org/officeDocument/2006/relationships/image" Target="../media/image145.png"/><Relationship Id="rId15" Type="http://schemas.openxmlformats.org/officeDocument/2006/relationships/image" Target="../media/image21.svg"/><Relationship Id="rId10" Type="http://schemas.openxmlformats.org/officeDocument/2006/relationships/image" Target="../media/image148.svg"/><Relationship Id="rId19" Type="http://schemas.openxmlformats.org/officeDocument/2006/relationships/image" Target="../media/image25.svg"/><Relationship Id="rId4" Type="http://schemas.openxmlformats.org/officeDocument/2006/relationships/slide" Target="slide75.xml"/><Relationship Id="rId9" Type="http://schemas.openxmlformats.org/officeDocument/2006/relationships/image" Target="../media/image147.png"/><Relationship Id="rId14" Type="http://schemas.openxmlformats.org/officeDocument/2006/relationships/image" Target="../media/image20.png"/></Relationships>
</file>

<file path=ppt/slides/_rels/slide7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7.png"/><Relationship Id="rId13" Type="http://schemas.openxmlformats.org/officeDocument/2006/relationships/image" Target="../media/image20.png"/><Relationship Id="rId18" Type="http://schemas.openxmlformats.org/officeDocument/2006/relationships/image" Target="../media/image25.svg"/><Relationship Id="rId3" Type="http://schemas.microsoft.com/office/2018/10/relationships/comments" Target="../comments/modernComment_184_8F6B1876.xml"/><Relationship Id="rId7" Type="http://schemas.openxmlformats.org/officeDocument/2006/relationships/image" Target="../media/image146.svg"/><Relationship Id="rId12" Type="http://schemas.openxmlformats.org/officeDocument/2006/relationships/image" Target="../media/image150.svg"/><Relationship Id="rId17" Type="http://schemas.openxmlformats.org/officeDocument/2006/relationships/image" Target="../media/image24.png"/><Relationship Id="rId2" Type="http://schemas.openxmlformats.org/officeDocument/2006/relationships/notesSlide" Target="../notesSlides/notesSlide65.xml"/><Relationship Id="rId16" Type="http://schemas.openxmlformats.org/officeDocument/2006/relationships/image" Target="../media/image23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5.png"/><Relationship Id="rId11" Type="http://schemas.openxmlformats.org/officeDocument/2006/relationships/image" Target="../media/image149.png"/><Relationship Id="rId5" Type="http://schemas.openxmlformats.org/officeDocument/2006/relationships/slide" Target="slide75.xml"/><Relationship Id="rId15" Type="http://schemas.openxmlformats.org/officeDocument/2006/relationships/image" Target="../media/image22.png"/><Relationship Id="rId10" Type="http://schemas.openxmlformats.org/officeDocument/2006/relationships/slide" Target="slide74.xml"/><Relationship Id="rId4" Type="http://schemas.openxmlformats.org/officeDocument/2006/relationships/image" Target="../media/image124.jpg"/><Relationship Id="rId9" Type="http://schemas.openxmlformats.org/officeDocument/2006/relationships/image" Target="../media/image148.svg"/><Relationship Id="rId14" Type="http://schemas.openxmlformats.org/officeDocument/2006/relationships/image" Target="../media/image21.svg"/></Relationships>
</file>

<file path=ppt/slides/_rels/slide7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7.png"/><Relationship Id="rId13" Type="http://schemas.openxmlformats.org/officeDocument/2006/relationships/image" Target="../media/image21.svg"/><Relationship Id="rId3" Type="http://schemas.openxmlformats.org/officeDocument/2006/relationships/image" Target="../media/image124.jpg"/><Relationship Id="rId7" Type="http://schemas.openxmlformats.org/officeDocument/2006/relationships/slide" Target="slide73.xml"/><Relationship Id="rId12" Type="http://schemas.openxmlformats.org/officeDocument/2006/relationships/image" Target="../media/image20.png"/><Relationship Id="rId17" Type="http://schemas.openxmlformats.org/officeDocument/2006/relationships/image" Target="../media/image25.svg"/><Relationship Id="rId2" Type="http://schemas.openxmlformats.org/officeDocument/2006/relationships/notesSlide" Target="../notesSlides/notesSlide66.xml"/><Relationship Id="rId16" Type="http://schemas.openxmlformats.org/officeDocument/2006/relationships/image" Target="../media/image2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6.svg"/><Relationship Id="rId11" Type="http://schemas.openxmlformats.org/officeDocument/2006/relationships/image" Target="../media/image150.svg"/><Relationship Id="rId5" Type="http://schemas.openxmlformats.org/officeDocument/2006/relationships/image" Target="../media/image145.png"/><Relationship Id="rId15" Type="http://schemas.openxmlformats.org/officeDocument/2006/relationships/image" Target="../media/image23.svg"/><Relationship Id="rId10" Type="http://schemas.openxmlformats.org/officeDocument/2006/relationships/image" Target="../media/image149.png"/><Relationship Id="rId4" Type="http://schemas.openxmlformats.org/officeDocument/2006/relationships/slide" Target="slide75.xml"/><Relationship Id="rId9" Type="http://schemas.openxmlformats.org/officeDocument/2006/relationships/image" Target="../media/image148.svg"/><Relationship Id="rId14" Type="http://schemas.openxmlformats.org/officeDocument/2006/relationships/image" Target="../media/image22.png"/></Relationships>
</file>

<file path=ppt/slides/_rels/slide75.xml.rels><?xml version="1.0" encoding="UTF-8" standalone="yes"?>
<Relationships xmlns="http://schemas.openxmlformats.org/package/2006/relationships"><Relationship Id="rId8" Type="http://schemas.openxmlformats.org/officeDocument/2006/relationships/slide" Target="slide32.xml"/><Relationship Id="rId13" Type="http://schemas.openxmlformats.org/officeDocument/2006/relationships/image" Target="../media/image20.png"/><Relationship Id="rId18" Type="http://schemas.openxmlformats.org/officeDocument/2006/relationships/image" Target="../media/image25.svg"/><Relationship Id="rId3" Type="http://schemas.openxmlformats.org/officeDocument/2006/relationships/image" Target="../media/image124.jpg"/><Relationship Id="rId21" Type="http://schemas.openxmlformats.org/officeDocument/2006/relationships/image" Target="../media/image151.png"/><Relationship Id="rId7" Type="http://schemas.openxmlformats.org/officeDocument/2006/relationships/slide" Target="slide63.xml"/><Relationship Id="rId12" Type="http://schemas.openxmlformats.org/officeDocument/2006/relationships/image" Target="../media/image150.svg"/><Relationship Id="rId17" Type="http://schemas.openxmlformats.org/officeDocument/2006/relationships/image" Target="../media/image24.png"/><Relationship Id="rId2" Type="http://schemas.openxmlformats.org/officeDocument/2006/relationships/notesSlide" Target="../notesSlides/notesSlide67.xml"/><Relationship Id="rId16" Type="http://schemas.openxmlformats.org/officeDocument/2006/relationships/image" Target="../media/image23.svg"/><Relationship Id="rId20" Type="http://schemas.openxmlformats.org/officeDocument/2006/relationships/slide" Target="slide7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6.svg"/><Relationship Id="rId11" Type="http://schemas.openxmlformats.org/officeDocument/2006/relationships/image" Target="../media/image149.png"/><Relationship Id="rId5" Type="http://schemas.openxmlformats.org/officeDocument/2006/relationships/image" Target="../media/image145.png"/><Relationship Id="rId15" Type="http://schemas.openxmlformats.org/officeDocument/2006/relationships/image" Target="../media/image22.png"/><Relationship Id="rId10" Type="http://schemas.openxmlformats.org/officeDocument/2006/relationships/image" Target="../media/image148.svg"/><Relationship Id="rId19" Type="http://schemas.openxmlformats.org/officeDocument/2006/relationships/slide" Target="slide38.xml"/><Relationship Id="rId4" Type="http://schemas.openxmlformats.org/officeDocument/2006/relationships/slide" Target="slide75.xml"/><Relationship Id="rId9" Type="http://schemas.openxmlformats.org/officeDocument/2006/relationships/image" Target="../media/image147.png"/><Relationship Id="rId14" Type="http://schemas.openxmlformats.org/officeDocument/2006/relationships/image" Target="../media/image21.svg"/><Relationship Id="rId22" Type="http://schemas.openxmlformats.org/officeDocument/2006/relationships/image" Target="../media/image152.svg"/></Relationships>
</file>

<file path=ppt/slides/_rels/slide7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13" Type="http://schemas.openxmlformats.org/officeDocument/2006/relationships/image" Target="../media/image64.png"/><Relationship Id="rId18" Type="http://schemas.openxmlformats.org/officeDocument/2006/relationships/image" Target="../media/image69.svg"/><Relationship Id="rId26" Type="http://schemas.openxmlformats.org/officeDocument/2006/relationships/image" Target="../media/image76.svg"/><Relationship Id="rId3" Type="http://schemas.openxmlformats.org/officeDocument/2006/relationships/image" Target="../media/image137.png"/><Relationship Id="rId21" Type="http://schemas.openxmlformats.org/officeDocument/2006/relationships/slide" Target="slide56.xml"/><Relationship Id="rId7" Type="http://schemas.openxmlformats.org/officeDocument/2006/relationships/slide" Target="slide76.xml"/><Relationship Id="rId12" Type="http://schemas.openxmlformats.org/officeDocument/2006/relationships/image" Target="../media/image57.svg"/><Relationship Id="rId17" Type="http://schemas.openxmlformats.org/officeDocument/2006/relationships/image" Target="../media/image68.png"/><Relationship Id="rId25" Type="http://schemas.openxmlformats.org/officeDocument/2006/relationships/image" Target="../media/image75.png"/><Relationship Id="rId2" Type="http://schemas.openxmlformats.org/officeDocument/2006/relationships/notesSlide" Target="../notesSlides/notesSlide68.xml"/><Relationship Id="rId16" Type="http://schemas.openxmlformats.org/officeDocument/2006/relationships/image" Target="../media/image67.svg"/><Relationship Id="rId20" Type="http://schemas.openxmlformats.org/officeDocument/2006/relationships/image" Target="../media/image71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3.svg"/><Relationship Id="rId11" Type="http://schemas.openxmlformats.org/officeDocument/2006/relationships/image" Target="../media/image56.png"/><Relationship Id="rId24" Type="http://schemas.openxmlformats.org/officeDocument/2006/relationships/slide" Target="slide28.xml"/><Relationship Id="rId5" Type="http://schemas.openxmlformats.org/officeDocument/2006/relationships/image" Target="../media/image52.png"/><Relationship Id="rId15" Type="http://schemas.openxmlformats.org/officeDocument/2006/relationships/image" Target="../media/image66.png"/><Relationship Id="rId23" Type="http://schemas.openxmlformats.org/officeDocument/2006/relationships/image" Target="../media/image73.svg"/><Relationship Id="rId28" Type="http://schemas.openxmlformats.org/officeDocument/2006/relationships/image" Target="../media/image78.svg"/><Relationship Id="rId10" Type="http://schemas.openxmlformats.org/officeDocument/2006/relationships/slide" Target="slide85.xml"/><Relationship Id="rId19" Type="http://schemas.openxmlformats.org/officeDocument/2006/relationships/image" Target="../media/image70.png"/><Relationship Id="rId4" Type="http://schemas.openxmlformats.org/officeDocument/2006/relationships/slide" Target="slide30.xml"/><Relationship Id="rId9" Type="http://schemas.openxmlformats.org/officeDocument/2006/relationships/image" Target="../media/image55.svg"/><Relationship Id="rId14" Type="http://schemas.openxmlformats.org/officeDocument/2006/relationships/image" Target="../media/image65.svg"/><Relationship Id="rId22" Type="http://schemas.openxmlformats.org/officeDocument/2006/relationships/image" Target="../media/image72.png"/><Relationship Id="rId27" Type="http://schemas.openxmlformats.org/officeDocument/2006/relationships/image" Target="../media/image77.png"/></Relationships>
</file>

<file path=ppt/slides/_rels/slide7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svg"/><Relationship Id="rId13" Type="http://schemas.openxmlformats.org/officeDocument/2006/relationships/image" Target="../media/image70.png"/><Relationship Id="rId3" Type="http://schemas.openxmlformats.org/officeDocument/2006/relationships/image" Target="../media/image153.png"/><Relationship Id="rId7" Type="http://schemas.openxmlformats.org/officeDocument/2006/relationships/image" Target="../media/image64.png"/><Relationship Id="rId12" Type="http://schemas.openxmlformats.org/officeDocument/2006/relationships/image" Target="../media/image69.svg"/><Relationship Id="rId17" Type="http://schemas.openxmlformats.org/officeDocument/2006/relationships/image" Target="../media/image73.svg"/><Relationship Id="rId2" Type="http://schemas.openxmlformats.org/officeDocument/2006/relationships/notesSlide" Target="../notesSlides/notesSlide69.xml"/><Relationship Id="rId16" Type="http://schemas.openxmlformats.org/officeDocument/2006/relationships/image" Target="../media/image7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5.svg"/><Relationship Id="rId11" Type="http://schemas.openxmlformats.org/officeDocument/2006/relationships/image" Target="../media/image68.png"/><Relationship Id="rId5" Type="http://schemas.openxmlformats.org/officeDocument/2006/relationships/image" Target="../media/image116.png"/><Relationship Id="rId15" Type="http://schemas.openxmlformats.org/officeDocument/2006/relationships/slide" Target="slide56.xml"/><Relationship Id="rId10" Type="http://schemas.openxmlformats.org/officeDocument/2006/relationships/image" Target="../media/image67.svg"/><Relationship Id="rId4" Type="http://schemas.openxmlformats.org/officeDocument/2006/relationships/image" Target="../media/image154.svg"/><Relationship Id="rId9" Type="http://schemas.openxmlformats.org/officeDocument/2006/relationships/image" Target="../media/image66.png"/><Relationship Id="rId14" Type="http://schemas.openxmlformats.org/officeDocument/2006/relationships/image" Target="../media/image71.svg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slide" Target="slide81.xml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8" Type="http://schemas.openxmlformats.org/officeDocument/2006/relationships/slide" Target="slide27.xml"/><Relationship Id="rId13" Type="http://schemas.openxmlformats.org/officeDocument/2006/relationships/image" Target="../media/image66.png"/><Relationship Id="rId18" Type="http://schemas.openxmlformats.org/officeDocument/2006/relationships/image" Target="../media/image71.svg"/><Relationship Id="rId3" Type="http://schemas.openxmlformats.org/officeDocument/2006/relationships/slide" Target="slide79.xml"/><Relationship Id="rId21" Type="http://schemas.openxmlformats.org/officeDocument/2006/relationships/image" Target="../media/image73.svg"/><Relationship Id="rId7" Type="http://schemas.openxmlformats.org/officeDocument/2006/relationships/slide" Target="slide82.xml"/><Relationship Id="rId12" Type="http://schemas.openxmlformats.org/officeDocument/2006/relationships/image" Target="../media/image65.svg"/><Relationship Id="rId17" Type="http://schemas.openxmlformats.org/officeDocument/2006/relationships/image" Target="../media/image70.png"/><Relationship Id="rId2" Type="http://schemas.openxmlformats.org/officeDocument/2006/relationships/notesSlide" Target="../notesSlides/notesSlide71.xml"/><Relationship Id="rId16" Type="http://schemas.openxmlformats.org/officeDocument/2006/relationships/image" Target="../media/image69.svg"/><Relationship Id="rId20" Type="http://schemas.openxmlformats.org/officeDocument/2006/relationships/image" Target="../media/image72.png"/><Relationship Id="rId1" Type="http://schemas.openxmlformats.org/officeDocument/2006/relationships/slideLayout" Target="../slideLayouts/slideLayout1.xml"/><Relationship Id="rId6" Type="http://schemas.openxmlformats.org/officeDocument/2006/relationships/slide" Target="slide83.xml"/><Relationship Id="rId11" Type="http://schemas.openxmlformats.org/officeDocument/2006/relationships/image" Target="../media/image64.png"/><Relationship Id="rId5" Type="http://schemas.openxmlformats.org/officeDocument/2006/relationships/slide" Target="slide81.xml"/><Relationship Id="rId15" Type="http://schemas.openxmlformats.org/officeDocument/2006/relationships/image" Target="../media/image68.png"/><Relationship Id="rId10" Type="http://schemas.openxmlformats.org/officeDocument/2006/relationships/image" Target="../media/image156.svg"/><Relationship Id="rId19" Type="http://schemas.openxmlformats.org/officeDocument/2006/relationships/slide" Target="slide56.xml"/><Relationship Id="rId4" Type="http://schemas.openxmlformats.org/officeDocument/2006/relationships/slide" Target="slide80.xml"/><Relationship Id="rId9" Type="http://schemas.openxmlformats.org/officeDocument/2006/relationships/image" Target="../media/image14.png"/><Relationship Id="rId14" Type="http://schemas.openxmlformats.org/officeDocument/2006/relationships/image" Target="../media/image67.svg"/></Relationships>
</file>

<file path=ppt/slides/_rels/slide80.xml.rels><?xml version="1.0" encoding="UTF-8" standalone="yes"?>
<Relationships xmlns="http://schemas.openxmlformats.org/package/2006/relationships"><Relationship Id="rId8" Type="http://schemas.openxmlformats.org/officeDocument/2006/relationships/slide" Target="slide27.xml"/><Relationship Id="rId13" Type="http://schemas.openxmlformats.org/officeDocument/2006/relationships/image" Target="../media/image66.png"/><Relationship Id="rId18" Type="http://schemas.openxmlformats.org/officeDocument/2006/relationships/image" Target="../media/image71.svg"/><Relationship Id="rId3" Type="http://schemas.openxmlformats.org/officeDocument/2006/relationships/slide" Target="slide79.xml"/><Relationship Id="rId21" Type="http://schemas.openxmlformats.org/officeDocument/2006/relationships/image" Target="../media/image73.svg"/><Relationship Id="rId7" Type="http://schemas.openxmlformats.org/officeDocument/2006/relationships/slide" Target="slide82.xml"/><Relationship Id="rId12" Type="http://schemas.openxmlformats.org/officeDocument/2006/relationships/image" Target="../media/image65.svg"/><Relationship Id="rId17" Type="http://schemas.openxmlformats.org/officeDocument/2006/relationships/image" Target="../media/image70.png"/><Relationship Id="rId2" Type="http://schemas.openxmlformats.org/officeDocument/2006/relationships/notesSlide" Target="../notesSlides/notesSlide72.xml"/><Relationship Id="rId16" Type="http://schemas.openxmlformats.org/officeDocument/2006/relationships/image" Target="../media/image69.svg"/><Relationship Id="rId20" Type="http://schemas.openxmlformats.org/officeDocument/2006/relationships/image" Target="../media/image72.png"/><Relationship Id="rId1" Type="http://schemas.openxmlformats.org/officeDocument/2006/relationships/slideLayout" Target="../slideLayouts/slideLayout1.xml"/><Relationship Id="rId6" Type="http://schemas.openxmlformats.org/officeDocument/2006/relationships/slide" Target="slide83.xml"/><Relationship Id="rId11" Type="http://schemas.openxmlformats.org/officeDocument/2006/relationships/image" Target="../media/image64.png"/><Relationship Id="rId5" Type="http://schemas.openxmlformats.org/officeDocument/2006/relationships/slide" Target="slide81.xml"/><Relationship Id="rId15" Type="http://schemas.openxmlformats.org/officeDocument/2006/relationships/image" Target="../media/image68.png"/><Relationship Id="rId10" Type="http://schemas.openxmlformats.org/officeDocument/2006/relationships/image" Target="../media/image156.svg"/><Relationship Id="rId19" Type="http://schemas.openxmlformats.org/officeDocument/2006/relationships/slide" Target="slide56.xml"/><Relationship Id="rId4" Type="http://schemas.openxmlformats.org/officeDocument/2006/relationships/slide" Target="slide80.xml"/><Relationship Id="rId9" Type="http://schemas.openxmlformats.org/officeDocument/2006/relationships/image" Target="../media/image14.png"/><Relationship Id="rId14" Type="http://schemas.openxmlformats.org/officeDocument/2006/relationships/image" Target="../media/image67.svg"/></Relationships>
</file>

<file path=ppt/slides/_rels/slide81.xml.rels><?xml version="1.0" encoding="UTF-8" standalone="yes"?>
<Relationships xmlns="http://schemas.openxmlformats.org/package/2006/relationships"><Relationship Id="rId8" Type="http://schemas.openxmlformats.org/officeDocument/2006/relationships/slide" Target="slide27.xml"/><Relationship Id="rId13" Type="http://schemas.openxmlformats.org/officeDocument/2006/relationships/image" Target="../media/image66.png"/><Relationship Id="rId18" Type="http://schemas.openxmlformats.org/officeDocument/2006/relationships/image" Target="../media/image71.svg"/><Relationship Id="rId3" Type="http://schemas.openxmlformats.org/officeDocument/2006/relationships/slide" Target="slide79.xml"/><Relationship Id="rId21" Type="http://schemas.openxmlformats.org/officeDocument/2006/relationships/image" Target="../media/image73.svg"/><Relationship Id="rId7" Type="http://schemas.openxmlformats.org/officeDocument/2006/relationships/slide" Target="slide82.xml"/><Relationship Id="rId12" Type="http://schemas.openxmlformats.org/officeDocument/2006/relationships/image" Target="../media/image65.svg"/><Relationship Id="rId17" Type="http://schemas.openxmlformats.org/officeDocument/2006/relationships/image" Target="../media/image70.png"/><Relationship Id="rId2" Type="http://schemas.openxmlformats.org/officeDocument/2006/relationships/notesSlide" Target="../notesSlides/notesSlide73.xml"/><Relationship Id="rId16" Type="http://schemas.openxmlformats.org/officeDocument/2006/relationships/image" Target="../media/image69.svg"/><Relationship Id="rId20" Type="http://schemas.openxmlformats.org/officeDocument/2006/relationships/image" Target="../media/image72.png"/><Relationship Id="rId1" Type="http://schemas.openxmlformats.org/officeDocument/2006/relationships/slideLayout" Target="../slideLayouts/slideLayout1.xml"/><Relationship Id="rId6" Type="http://schemas.openxmlformats.org/officeDocument/2006/relationships/slide" Target="slide83.xml"/><Relationship Id="rId11" Type="http://schemas.openxmlformats.org/officeDocument/2006/relationships/image" Target="../media/image64.png"/><Relationship Id="rId5" Type="http://schemas.openxmlformats.org/officeDocument/2006/relationships/slide" Target="slide81.xml"/><Relationship Id="rId15" Type="http://schemas.openxmlformats.org/officeDocument/2006/relationships/image" Target="../media/image68.png"/><Relationship Id="rId10" Type="http://schemas.openxmlformats.org/officeDocument/2006/relationships/image" Target="../media/image156.svg"/><Relationship Id="rId19" Type="http://schemas.openxmlformats.org/officeDocument/2006/relationships/slide" Target="slide56.xml"/><Relationship Id="rId4" Type="http://schemas.openxmlformats.org/officeDocument/2006/relationships/slide" Target="slide80.xml"/><Relationship Id="rId9" Type="http://schemas.openxmlformats.org/officeDocument/2006/relationships/image" Target="../media/image14.png"/><Relationship Id="rId14" Type="http://schemas.openxmlformats.org/officeDocument/2006/relationships/image" Target="../media/image67.svg"/></Relationships>
</file>

<file path=ppt/slides/_rels/slide8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67.svg"/><Relationship Id="rId18" Type="http://schemas.openxmlformats.org/officeDocument/2006/relationships/slide" Target="slide56.xml"/><Relationship Id="rId3" Type="http://schemas.openxmlformats.org/officeDocument/2006/relationships/slide" Target="slide79.xml"/><Relationship Id="rId7" Type="http://schemas.openxmlformats.org/officeDocument/2006/relationships/slide" Target="slide27.xml"/><Relationship Id="rId12" Type="http://schemas.openxmlformats.org/officeDocument/2006/relationships/image" Target="../media/image66.png"/><Relationship Id="rId17" Type="http://schemas.openxmlformats.org/officeDocument/2006/relationships/image" Target="../media/image71.svg"/><Relationship Id="rId2" Type="http://schemas.openxmlformats.org/officeDocument/2006/relationships/notesSlide" Target="../notesSlides/notesSlide74.xml"/><Relationship Id="rId16" Type="http://schemas.openxmlformats.org/officeDocument/2006/relationships/image" Target="../media/image70.png"/><Relationship Id="rId20" Type="http://schemas.openxmlformats.org/officeDocument/2006/relationships/image" Target="../media/image73.svg"/><Relationship Id="rId1" Type="http://schemas.openxmlformats.org/officeDocument/2006/relationships/slideLayout" Target="../slideLayouts/slideLayout1.xml"/><Relationship Id="rId6" Type="http://schemas.openxmlformats.org/officeDocument/2006/relationships/slide" Target="slide82.xml"/><Relationship Id="rId11" Type="http://schemas.openxmlformats.org/officeDocument/2006/relationships/image" Target="../media/image65.svg"/><Relationship Id="rId5" Type="http://schemas.openxmlformats.org/officeDocument/2006/relationships/slide" Target="slide81.xml"/><Relationship Id="rId15" Type="http://schemas.openxmlformats.org/officeDocument/2006/relationships/image" Target="../media/image69.svg"/><Relationship Id="rId10" Type="http://schemas.openxmlformats.org/officeDocument/2006/relationships/image" Target="../media/image64.png"/><Relationship Id="rId19" Type="http://schemas.openxmlformats.org/officeDocument/2006/relationships/image" Target="../media/image72.png"/><Relationship Id="rId4" Type="http://schemas.openxmlformats.org/officeDocument/2006/relationships/slide" Target="slide80.xml"/><Relationship Id="rId9" Type="http://schemas.openxmlformats.org/officeDocument/2006/relationships/image" Target="../media/image156.svg"/><Relationship Id="rId14" Type="http://schemas.openxmlformats.org/officeDocument/2006/relationships/image" Target="../media/image68.png"/></Relationships>
</file>

<file path=ppt/slides/_rels/slide8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66.png"/><Relationship Id="rId18" Type="http://schemas.openxmlformats.org/officeDocument/2006/relationships/image" Target="../media/image71.svg"/><Relationship Id="rId3" Type="http://schemas.openxmlformats.org/officeDocument/2006/relationships/slide" Target="slide79.xml"/><Relationship Id="rId21" Type="http://schemas.openxmlformats.org/officeDocument/2006/relationships/image" Target="../media/image73.svg"/><Relationship Id="rId7" Type="http://schemas.openxmlformats.org/officeDocument/2006/relationships/slide" Target="slide27.xml"/><Relationship Id="rId12" Type="http://schemas.openxmlformats.org/officeDocument/2006/relationships/image" Target="../media/image65.svg"/><Relationship Id="rId17" Type="http://schemas.openxmlformats.org/officeDocument/2006/relationships/image" Target="../media/image70.png"/><Relationship Id="rId2" Type="http://schemas.openxmlformats.org/officeDocument/2006/relationships/notesSlide" Target="../notesSlides/notesSlide75.xml"/><Relationship Id="rId16" Type="http://schemas.openxmlformats.org/officeDocument/2006/relationships/image" Target="../media/image69.svg"/><Relationship Id="rId20" Type="http://schemas.openxmlformats.org/officeDocument/2006/relationships/image" Target="../media/image72.png"/><Relationship Id="rId1" Type="http://schemas.openxmlformats.org/officeDocument/2006/relationships/slideLayout" Target="../slideLayouts/slideLayout1.xml"/><Relationship Id="rId6" Type="http://schemas.openxmlformats.org/officeDocument/2006/relationships/slide" Target="slide83.xml"/><Relationship Id="rId11" Type="http://schemas.openxmlformats.org/officeDocument/2006/relationships/image" Target="../media/image64.png"/><Relationship Id="rId5" Type="http://schemas.openxmlformats.org/officeDocument/2006/relationships/slide" Target="slide81.xml"/><Relationship Id="rId15" Type="http://schemas.openxmlformats.org/officeDocument/2006/relationships/image" Target="../media/image68.png"/><Relationship Id="rId10" Type="http://schemas.openxmlformats.org/officeDocument/2006/relationships/slide" Target="slide84.xml"/><Relationship Id="rId19" Type="http://schemas.openxmlformats.org/officeDocument/2006/relationships/slide" Target="slide56.xml"/><Relationship Id="rId4" Type="http://schemas.openxmlformats.org/officeDocument/2006/relationships/slide" Target="slide80.xml"/><Relationship Id="rId9" Type="http://schemas.openxmlformats.org/officeDocument/2006/relationships/image" Target="../media/image156.svg"/><Relationship Id="rId14" Type="http://schemas.openxmlformats.org/officeDocument/2006/relationships/image" Target="../media/image67.svg"/></Relationships>
</file>

<file path=ppt/slides/_rels/slide8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67.svg"/><Relationship Id="rId18" Type="http://schemas.openxmlformats.org/officeDocument/2006/relationships/slide" Target="slide56.xml"/><Relationship Id="rId3" Type="http://schemas.openxmlformats.org/officeDocument/2006/relationships/slide" Target="slide79.xml"/><Relationship Id="rId7" Type="http://schemas.openxmlformats.org/officeDocument/2006/relationships/slide" Target="slide27.xml"/><Relationship Id="rId12" Type="http://schemas.openxmlformats.org/officeDocument/2006/relationships/image" Target="../media/image66.png"/><Relationship Id="rId17" Type="http://schemas.openxmlformats.org/officeDocument/2006/relationships/image" Target="../media/image71.svg"/><Relationship Id="rId2" Type="http://schemas.openxmlformats.org/officeDocument/2006/relationships/notesSlide" Target="../notesSlides/notesSlide76.xml"/><Relationship Id="rId16" Type="http://schemas.openxmlformats.org/officeDocument/2006/relationships/image" Target="../media/image70.png"/><Relationship Id="rId20" Type="http://schemas.openxmlformats.org/officeDocument/2006/relationships/image" Target="../media/image73.svg"/><Relationship Id="rId1" Type="http://schemas.openxmlformats.org/officeDocument/2006/relationships/slideLayout" Target="../slideLayouts/slideLayout1.xml"/><Relationship Id="rId6" Type="http://schemas.openxmlformats.org/officeDocument/2006/relationships/slide" Target="slide83.xml"/><Relationship Id="rId11" Type="http://schemas.openxmlformats.org/officeDocument/2006/relationships/image" Target="../media/image65.svg"/><Relationship Id="rId5" Type="http://schemas.openxmlformats.org/officeDocument/2006/relationships/slide" Target="slide81.xml"/><Relationship Id="rId15" Type="http://schemas.openxmlformats.org/officeDocument/2006/relationships/image" Target="../media/image69.svg"/><Relationship Id="rId10" Type="http://schemas.openxmlformats.org/officeDocument/2006/relationships/image" Target="../media/image64.png"/><Relationship Id="rId19" Type="http://schemas.openxmlformats.org/officeDocument/2006/relationships/image" Target="../media/image72.png"/><Relationship Id="rId4" Type="http://schemas.openxmlformats.org/officeDocument/2006/relationships/slide" Target="slide80.xml"/><Relationship Id="rId9" Type="http://schemas.openxmlformats.org/officeDocument/2006/relationships/image" Target="../media/image156.svg"/><Relationship Id="rId14" Type="http://schemas.openxmlformats.org/officeDocument/2006/relationships/image" Target="../media/image68.png"/></Relationships>
</file>

<file path=ppt/slides/_rels/slide8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13" Type="http://schemas.openxmlformats.org/officeDocument/2006/relationships/image" Target="../media/image64.png"/><Relationship Id="rId18" Type="http://schemas.openxmlformats.org/officeDocument/2006/relationships/image" Target="../media/image69.svg"/><Relationship Id="rId26" Type="http://schemas.openxmlformats.org/officeDocument/2006/relationships/image" Target="../media/image76.svg"/><Relationship Id="rId3" Type="http://schemas.openxmlformats.org/officeDocument/2006/relationships/image" Target="../media/image137.png"/><Relationship Id="rId21" Type="http://schemas.openxmlformats.org/officeDocument/2006/relationships/slide" Target="slide56.xml"/><Relationship Id="rId7" Type="http://schemas.openxmlformats.org/officeDocument/2006/relationships/slide" Target="slide76.xml"/><Relationship Id="rId12" Type="http://schemas.openxmlformats.org/officeDocument/2006/relationships/image" Target="../media/image57.svg"/><Relationship Id="rId17" Type="http://schemas.openxmlformats.org/officeDocument/2006/relationships/image" Target="../media/image68.png"/><Relationship Id="rId25" Type="http://schemas.openxmlformats.org/officeDocument/2006/relationships/image" Target="../media/image75.png"/><Relationship Id="rId2" Type="http://schemas.openxmlformats.org/officeDocument/2006/relationships/notesSlide" Target="../notesSlides/notesSlide77.xml"/><Relationship Id="rId16" Type="http://schemas.openxmlformats.org/officeDocument/2006/relationships/image" Target="../media/image67.svg"/><Relationship Id="rId20" Type="http://schemas.openxmlformats.org/officeDocument/2006/relationships/image" Target="../media/image71.svg"/><Relationship Id="rId29" Type="http://schemas.openxmlformats.org/officeDocument/2006/relationships/image" Target="../media/image78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3.svg"/><Relationship Id="rId11" Type="http://schemas.openxmlformats.org/officeDocument/2006/relationships/image" Target="../media/image56.png"/><Relationship Id="rId24" Type="http://schemas.openxmlformats.org/officeDocument/2006/relationships/slide" Target="slide28.xml"/><Relationship Id="rId5" Type="http://schemas.openxmlformats.org/officeDocument/2006/relationships/image" Target="../media/image52.png"/><Relationship Id="rId15" Type="http://schemas.openxmlformats.org/officeDocument/2006/relationships/image" Target="../media/image66.png"/><Relationship Id="rId23" Type="http://schemas.openxmlformats.org/officeDocument/2006/relationships/image" Target="../media/image73.svg"/><Relationship Id="rId28" Type="http://schemas.openxmlformats.org/officeDocument/2006/relationships/image" Target="../media/image77.png"/><Relationship Id="rId10" Type="http://schemas.openxmlformats.org/officeDocument/2006/relationships/slide" Target="slide85.xml"/><Relationship Id="rId19" Type="http://schemas.openxmlformats.org/officeDocument/2006/relationships/image" Target="../media/image70.png"/><Relationship Id="rId4" Type="http://schemas.openxmlformats.org/officeDocument/2006/relationships/slide" Target="slide30.xml"/><Relationship Id="rId9" Type="http://schemas.openxmlformats.org/officeDocument/2006/relationships/image" Target="../media/image55.svg"/><Relationship Id="rId14" Type="http://schemas.openxmlformats.org/officeDocument/2006/relationships/image" Target="../media/image65.svg"/><Relationship Id="rId22" Type="http://schemas.openxmlformats.org/officeDocument/2006/relationships/image" Target="../media/image72.png"/><Relationship Id="rId27" Type="http://schemas.openxmlformats.org/officeDocument/2006/relationships/slide" Target="slide91.xml"/></Relationships>
</file>

<file path=ppt/slides/_rels/slide8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svg"/><Relationship Id="rId13" Type="http://schemas.openxmlformats.org/officeDocument/2006/relationships/image" Target="../media/image27.svg"/><Relationship Id="rId18" Type="http://schemas.openxmlformats.org/officeDocument/2006/relationships/image" Target="../media/image55.svg"/><Relationship Id="rId26" Type="http://schemas.openxmlformats.org/officeDocument/2006/relationships/image" Target="../media/image67.svg"/><Relationship Id="rId3" Type="http://schemas.openxmlformats.org/officeDocument/2006/relationships/image" Target="../media/image18.png"/><Relationship Id="rId21" Type="http://schemas.openxmlformats.org/officeDocument/2006/relationships/image" Target="../media/image116.png"/><Relationship Id="rId7" Type="http://schemas.openxmlformats.org/officeDocument/2006/relationships/image" Target="../media/image22.png"/><Relationship Id="rId12" Type="http://schemas.openxmlformats.org/officeDocument/2006/relationships/image" Target="../media/image26.png"/><Relationship Id="rId17" Type="http://schemas.openxmlformats.org/officeDocument/2006/relationships/image" Target="../media/image54.png"/><Relationship Id="rId25" Type="http://schemas.openxmlformats.org/officeDocument/2006/relationships/image" Target="../media/image66.png"/><Relationship Id="rId2" Type="http://schemas.openxmlformats.org/officeDocument/2006/relationships/notesSlide" Target="../notesSlides/notesSlide78.xml"/><Relationship Id="rId16" Type="http://schemas.openxmlformats.org/officeDocument/2006/relationships/image" Target="../media/image53.svg"/><Relationship Id="rId20" Type="http://schemas.openxmlformats.org/officeDocument/2006/relationships/image" Target="../media/image158.svg"/><Relationship Id="rId29" Type="http://schemas.openxmlformats.org/officeDocument/2006/relationships/image" Target="../media/image7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svg"/><Relationship Id="rId11" Type="http://schemas.openxmlformats.org/officeDocument/2006/relationships/slide" Target="slide56.xml"/><Relationship Id="rId24" Type="http://schemas.openxmlformats.org/officeDocument/2006/relationships/image" Target="../media/image65.svg"/><Relationship Id="rId32" Type="http://schemas.openxmlformats.org/officeDocument/2006/relationships/image" Target="../media/image73.svg"/><Relationship Id="rId5" Type="http://schemas.openxmlformats.org/officeDocument/2006/relationships/image" Target="../media/image20.png"/><Relationship Id="rId15" Type="http://schemas.openxmlformats.org/officeDocument/2006/relationships/image" Target="../media/image52.png"/><Relationship Id="rId23" Type="http://schemas.openxmlformats.org/officeDocument/2006/relationships/image" Target="../media/image64.png"/><Relationship Id="rId28" Type="http://schemas.openxmlformats.org/officeDocument/2006/relationships/image" Target="../media/image69.svg"/><Relationship Id="rId10" Type="http://schemas.openxmlformats.org/officeDocument/2006/relationships/image" Target="../media/image25.svg"/><Relationship Id="rId19" Type="http://schemas.openxmlformats.org/officeDocument/2006/relationships/image" Target="../media/image157.png"/><Relationship Id="rId31" Type="http://schemas.openxmlformats.org/officeDocument/2006/relationships/image" Target="../media/image72.png"/><Relationship Id="rId4" Type="http://schemas.openxmlformats.org/officeDocument/2006/relationships/image" Target="../media/image19.svg"/><Relationship Id="rId9" Type="http://schemas.openxmlformats.org/officeDocument/2006/relationships/image" Target="../media/image24.png"/><Relationship Id="rId14" Type="http://schemas.openxmlformats.org/officeDocument/2006/relationships/slide" Target="slide30.xml"/><Relationship Id="rId22" Type="http://schemas.openxmlformats.org/officeDocument/2006/relationships/image" Target="../media/image159.svg"/><Relationship Id="rId27" Type="http://schemas.openxmlformats.org/officeDocument/2006/relationships/image" Target="../media/image68.png"/><Relationship Id="rId30" Type="http://schemas.openxmlformats.org/officeDocument/2006/relationships/image" Target="../media/image71.svg"/></Relationships>
</file>

<file path=ppt/slides/_rels/slide8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1.svg"/><Relationship Id="rId13" Type="http://schemas.openxmlformats.org/officeDocument/2006/relationships/image" Target="../media/image108.png"/><Relationship Id="rId18" Type="http://schemas.openxmlformats.org/officeDocument/2006/relationships/image" Target="../media/image65.svg"/><Relationship Id="rId26" Type="http://schemas.openxmlformats.org/officeDocument/2006/relationships/image" Target="../media/image72.png"/><Relationship Id="rId3" Type="http://schemas.openxmlformats.org/officeDocument/2006/relationships/slide" Target="slide27.xml"/><Relationship Id="rId21" Type="http://schemas.openxmlformats.org/officeDocument/2006/relationships/image" Target="../media/image68.png"/><Relationship Id="rId7" Type="http://schemas.openxmlformats.org/officeDocument/2006/relationships/image" Target="../media/image160.png"/><Relationship Id="rId12" Type="http://schemas.openxmlformats.org/officeDocument/2006/relationships/slide" Target="slide90.xml"/><Relationship Id="rId17" Type="http://schemas.openxmlformats.org/officeDocument/2006/relationships/image" Target="../media/image64.png"/><Relationship Id="rId25" Type="http://schemas.openxmlformats.org/officeDocument/2006/relationships/slide" Target="slide56.xml"/><Relationship Id="rId2" Type="http://schemas.openxmlformats.org/officeDocument/2006/relationships/notesSlide" Target="../notesSlides/notesSlide79.xml"/><Relationship Id="rId16" Type="http://schemas.openxmlformats.org/officeDocument/2006/relationships/image" Target="../media/image165.svg"/><Relationship Id="rId20" Type="http://schemas.openxmlformats.org/officeDocument/2006/relationships/image" Target="../media/image67.svg"/><Relationship Id="rId1" Type="http://schemas.openxmlformats.org/officeDocument/2006/relationships/slideLayout" Target="../slideLayouts/slideLayout1.xml"/><Relationship Id="rId6" Type="http://schemas.openxmlformats.org/officeDocument/2006/relationships/slide" Target="slide88.xml"/><Relationship Id="rId11" Type="http://schemas.openxmlformats.org/officeDocument/2006/relationships/image" Target="../media/image163.svg"/><Relationship Id="rId24" Type="http://schemas.openxmlformats.org/officeDocument/2006/relationships/image" Target="../media/image71.svg"/><Relationship Id="rId5" Type="http://schemas.openxmlformats.org/officeDocument/2006/relationships/image" Target="../media/image90.svg"/><Relationship Id="rId15" Type="http://schemas.openxmlformats.org/officeDocument/2006/relationships/image" Target="../media/image164.png"/><Relationship Id="rId23" Type="http://schemas.openxmlformats.org/officeDocument/2006/relationships/image" Target="../media/image70.png"/><Relationship Id="rId10" Type="http://schemas.openxmlformats.org/officeDocument/2006/relationships/image" Target="../media/image162.png"/><Relationship Id="rId19" Type="http://schemas.openxmlformats.org/officeDocument/2006/relationships/image" Target="../media/image66.png"/><Relationship Id="rId4" Type="http://schemas.openxmlformats.org/officeDocument/2006/relationships/image" Target="../media/image89.png"/><Relationship Id="rId9" Type="http://schemas.openxmlformats.org/officeDocument/2006/relationships/slide" Target="slide89.xml"/><Relationship Id="rId14" Type="http://schemas.openxmlformats.org/officeDocument/2006/relationships/image" Target="../media/image109.svg"/><Relationship Id="rId22" Type="http://schemas.openxmlformats.org/officeDocument/2006/relationships/image" Target="../media/image69.svg"/><Relationship Id="rId27" Type="http://schemas.openxmlformats.org/officeDocument/2006/relationships/image" Target="../media/image73.svg"/></Relationships>
</file>

<file path=ppt/slides/_rels/slide8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9.svg"/><Relationship Id="rId13" Type="http://schemas.openxmlformats.org/officeDocument/2006/relationships/image" Target="../media/image162.png"/><Relationship Id="rId18" Type="http://schemas.openxmlformats.org/officeDocument/2006/relationships/image" Target="../media/image67.svg"/><Relationship Id="rId3" Type="http://schemas.openxmlformats.org/officeDocument/2006/relationships/slide" Target="slide27.xml"/><Relationship Id="rId21" Type="http://schemas.openxmlformats.org/officeDocument/2006/relationships/image" Target="../media/image70.png"/><Relationship Id="rId7" Type="http://schemas.openxmlformats.org/officeDocument/2006/relationships/image" Target="../media/image108.png"/><Relationship Id="rId12" Type="http://schemas.openxmlformats.org/officeDocument/2006/relationships/slide" Target="slide89.xml"/><Relationship Id="rId17" Type="http://schemas.openxmlformats.org/officeDocument/2006/relationships/image" Target="../media/image66.png"/><Relationship Id="rId25" Type="http://schemas.openxmlformats.org/officeDocument/2006/relationships/image" Target="../media/image73.svg"/><Relationship Id="rId2" Type="http://schemas.openxmlformats.org/officeDocument/2006/relationships/notesSlide" Target="../notesSlides/notesSlide80.xml"/><Relationship Id="rId16" Type="http://schemas.openxmlformats.org/officeDocument/2006/relationships/image" Target="../media/image65.svg"/><Relationship Id="rId20" Type="http://schemas.openxmlformats.org/officeDocument/2006/relationships/image" Target="../media/image69.svg"/><Relationship Id="rId1" Type="http://schemas.openxmlformats.org/officeDocument/2006/relationships/slideLayout" Target="../slideLayouts/slideLayout1.xml"/><Relationship Id="rId6" Type="http://schemas.openxmlformats.org/officeDocument/2006/relationships/slide" Target="slide90.xml"/><Relationship Id="rId11" Type="http://schemas.openxmlformats.org/officeDocument/2006/relationships/image" Target="../media/image161.svg"/><Relationship Id="rId24" Type="http://schemas.openxmlformats.org/officeDocument/2006/relationships/image" Target="../media/image72.png"/><Relationship Id="rId5" Type="http://schemas.openxmlformats.org/officeDocument/2006/relationships/image" Target="../media/image90.svg"/><Relationship Id="rId15" Type="http://schemas.openxmlformats.org/officeDocument/2006/relationships/image" Target="../media/image64.png"/><Relationship Id="rId23" Type="http://schemas.openxmlformats.org/officeDocument/2006/relationships/slide" Target="slide56.xml"/><Relationship Id="rId10" Type="http://schemas.openxmlformats.org/officeDocument/2006/relationships/image" Target="../media/image160.png"/><Relationship Id="rId19" Type="http://schemas.openxmlformats.org/officeDocument/2006/relationships/image" Target="../media/image68.png"/><Relationship Id="rId4" Type="http://schemas.openxmlformats.org/officeDocument/2006/relationships/image" Target="../media/image89.png"/><Relationship Id="rId9" Type="http://schemas.openxmlformats.org/officeDocument/2006/relationships/slide" Target="slide88.xml"/><Relationship Id="rId14" Type="http://schemas.openxmlformats.org/officeDocument/2006/relationships/image" Target="../media/image163.svg"/><Relationship Id="rId22" Type="http://schemas.openxmlformats.org/officeDocument/2006/relationships/image" Target="../media/image71.svg"/></Relationships>
</file>

<file path=ppt/slides/_rels/slide8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9.svg"/><Relationship Id="rId13" Type="http://schemas.openxmlformats.org/officeDocument/2006/relationships/image" Target="../media/image162.png"/><Relationship Id="rId18" Type="http://schemas.openxmlformats.org/officeDocument/2006/relationships/image" Target="../media/image67.svg"/><Relationship Id="rId3" Type="http://schemas.openxmlformats.org/officeDocument/2006/relationships/slide" Target="slide27.xml"/><Relationship Id="rId21" Type="http://schemas.openxmlformats.org/officeDocument/2006/relationships/image" Target="../media/image70.png"/><Relationship Id="rId7" Type="http://schemas.openxmlformats.org/officeDocument/2006/relationships/image" Target="../media/image108.png"/><Relationship Id="rId12" Type="http://schemas.openxmlformats.org/officeDocument/2006/relationships/slide" Target="slide89.xml"/><Relationship Id="rId17" Type="http://schemas.openxmlformats.org/officeDocument/2006/relationships/image" Target="../media/image66.png"/><Relationship Id="rId25" Type="http://schemas.openxmlformats.org/officeDocument/2006/relationships/image" Target="../media/image73.svg"/><Relationship Id="rId2" Type="http://schemas.openxmlformats.org/officeDocument/2006/relationships/notesSlide" Target="../notesSlides/notesSlide81.xml"/><Relationship Id="rId16" Type="http://schemas.openxmlformats.org/officeDocument/2006/relationships/image" Target="../media/image65.svg"/><Relationship Id="rId20" Type="http://schemas.openxmlformats.org/officeDocument/2006/relationships/image" Target="../media/image69.svg"/><Relationship Id="rId1" Type="http://schemas.openxmlformats.org/officeDocument/2006/relationships/slideLayout" Target="../slideLayouts/slideLayout1.xml"/><Relationship Id="rId6" Type="http://schemas.openxmlformats.org/officeDocument/2006/relationships/slide" Target="slide90.xml"/><Relationship Id="rId11" Type="http://schemas.openxmlformats.org/officeDocument/2006/relationships/image" Target="../media/image161.svg"/><Relationship Id="rId24" Type="http://schemas.openxmlformats.org/officeDocument/2006/relationships/image" Target="../media/image72.png"/><Relationship Id="rId5" Type="http://schemas.openxmlformats.org/officeDocument/2006/relationships/image" Target="../media/image90.svg"/><Relationship Id="rId15" Type="http://schemas.openxmlformats.org/officeDocument/2006/relationships/image" Target="../media/image64.png"/><Relationship Id="rId23" Type="http://schemas.openxmlformats.org/officeDocument/2006/relationships/slide" Target="slide56.xml"/><Relationship Id="rId10" Type="http://schemas.openxmlformats.org/officeDocument/2006/relationships/image" Target="../media/image160.png"/><Relationship Id="rId19" Type="http://schemas.openxmlformats.org/officeDocument/2006/relationships/image" Target="../media/image68.png"/><Relationship Id="rId4" Type="http://schemas.openxmlformats.org/officeDocument/2006/relationships/image" Target="../media/image89.png"/><Relationship Id="rId9" Type="http://schemas.openxmlformats.org/officeDocument/2006/relationships/slide" Target="slide88.xml"/><Relationship Id="rId14" Type="http://schemas.openxmlformats.org/officeDocument/2006/relationships/image" Target="../media/image163.svg"/><Relationship Id="rId22" Type="http://schemas.openxmlformats.org/officeDocument/2006/relationships/image" Target="../media/image71.svg"/></Relationships>
</file>

<file path=ppt/slides/_rels/slide90.xml.rels><?xml version="1.0" encoding="UTF-8" standalone="yes"?>
<Relationships xmlns="http://schemas.openxmlformats.org/package/2006/relationships"><Relationship Id="rId8" Type="http://schemas.openxmlformats.org/officeDocument/2006/relationships/slide" Target="slide86.xml"/><Relationship Id="rId13" Type="http://schemas.openxmlformats.org/officeDocument/2006/relationships/image" Target="../media/image161.svg"/><Relationship Id="rId18" Type="http://schemas.openxmlformats.org/officeDocument/2006/relationships/image" Target="../media/image65.svg"/><Relationship Id="rId26" Type="http://schemas.openxmlformats.org/officeDocument/2006/relationships/image" Target="../media/image72.png"/><Relationship Id="rId3" Type="http://schemas.openxmlformats.org/officeDocument/2006/relationships/slide" Target="slide27.xml"/><Relationship Id="rId21" Type="http://schemas.openxmlformats.org/officeDocument/2006/relationships/image" Target="../media/image68.png"/><Relationship Id="rId7" Type="http://schemas.openxmlformats.org/officeDocument/2006/relationships/image" Target="../media/image134.svg"/><Relationship Id="rId12" Type="http://schemas.openxmlformats.org/officeDocument/2006/relationships/image" Target="../media/image160.png"/><Relationship Id="rId17" Type="http://schemas.openxmlformats.org/officeDocument/2006/relationships/image" Target="../media/image64.png"/><Relationship Id="rId25" Type="http://schemas.openxmlformats.org/officeDocument/2006/relationships/slide" Target="slide56.xml"/><Relationship Id="rId2" Type="http://schemas.openxmlformats.org/officeDocument/2006/relationships/notesSlide" Target="../notesSlides/notesSlide82.xml"/><Relationship Id="rId16" Type="http://schemas.openxmlformats.org/officeDocument/2006/relationships/image" Target="../media/image163.svg"/><Relationship Id="rId20" Type="http://schemas.openxmlformats.org/officeDocument/2006/relationships/image" Target="../media/image67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3.png"/><Relationship Id="rId11" Type="http://schemas.openxmlformats.org/officeDocument/2006/relationships/slide" Target="slide88.xml"/><Relationship Id="rId24" Type="http://schemas.openxmlformats.org/officeDocument/2006/relationships/image" Target="../media/image71.svg"/><Relationship Id="rId5" Type="http://schemas.openxmlformats.org/officeDocument/2006/relationships/image" Target="../media/image90.svg"/><Relationship Id="rId15" Type="http://schemas.openxmlformats.org/officeDocument/2006/relationships/image" Target="../media/image162.png"/><Relationship Id="rId23" Type="http://schemas.openxmlformats.org/officeDocument/2006/relationships/image" Target="../media/image70.png"/><Relationship Id="rId10" Type="http://schemas.openxmlformats.org/officeDocument/2006/relationships/image" Target="../media/image57.svg"/><Relationship Id="rId19" Type="http://schemas.openxmlformats.org/officeDocument/2006/relationships/image" Target="../media/image66.png"/><Relationship Id="rId4" Type="http://schemas.openxmlformats.org/officeDocument/2006/relationships/image" Target="../media/image89.png"/><Relationship Id="rId9" Type="http://schemas.openxmlformats.org/officeDocument/2006/relationships/image" Target="../media/image56.png"/><Relationship Id="rId14" Type="http://schemas.openxmlformats.org/officeDocument/2006/relationships/slide" Target="slide89.xml"/><Relationship Id="rId22" Type="http://schemas.openxmlformats.org/officeDocument/2006/relationships/image" Target="../media/image69.svg"/><Relationship Id="rId27" Type="http://schemas.openxmlformats.org/officeDocument/2006/relationships/image" Target="../media/image73.svg"/></Relationships>
</file>

<file path=ppt/slides/_rels/slide9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13" Type="http://schemas.openxmlformats.org/officeDocument/2006/relationships/image" Target="../media/image64.png"/><Relationship Id="rId18" Type="http://schemas.openxmlformats.org/officeDocument/2006/relationships/image" Target="../media/image69.svg"/><Relationship Id="rId26" Type="http://schemas.openxmlformats.org/officeDocument/2006/relationships/image" Target="../media/image76.svg"/><Relationship Id="rId3" Type="http://schemas.openxmlformats.org/officeDocument/2006/relationships/image" Target="../media/image13.png"/><Relationship Id="rId21" Type="http://schemas.openxmlformats.org/officeDocument/2006/relationships/slide" Target="slide56.xml"/><Relationship Id="rId7" Type="http://schemas.openxmlformats.org/officeDocument/2006/relationships/slide" Target="slide76.xml"/><Relationship Id="rId12" Type="http://schemas.openxmlformats.org/officeDocument/2006/relationships/image" Target="../media/image57.svg"/><Relationship Id="rId17" Type="http://schemas.openxmlformats.org/officeDocument/2006/relationships/image" Target="../media/image68.png"/><Relationship Id="rId25" Type="http://schemas.openxmlformats.org/officeDocument/2006/relationships/image" Target="../media/image75.png"/><Relationship Id="rId2" Type="http://schemas.openxmlformats.org/officeDocument/2006/relationships/notesSlide" Target="../notesSlides/notesSlide83.xml"/><Relationship Id="rId16" Type="http://schemas.openxmlformats.org/officeDocument/2006/relationships/image" Target="../media/image67.svg"/><Relationship Id="rId20" Type="http://schemas.openxmlformats.org/officeDocument/2006/relationships/image" Target="../media/image71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3.svg"/><Relationship Id="rId11" Type="http://schemas.openxmlformats.org/officeDocument/2006/relationships/image" Target="../media/image56.png"/><Relationship Id="rId24" Type="http://schemas.openxmlformats.org/officeDocument/2006/relationships/slide" Target="slide28.xml"/><Relationship Id="rId5" Type="http://schemas.openxmlformats.org/officeDocument/2006/relationships/image" Target="../media/image52.png"/><Relationship Id="rId15" Type="http://schemas.openxmlformats.org/officeDocument/2006/relationships/image" Target="../media/image66.png"/><Relationship Id="rId23" Type="http://schemas.openxmlformats.org/officeDocument/2006/relationships/image" Target="../media/image73.svg"/><Relationship Id="rId28" Type="http://schemas.openxmlformats.org/officeDocument/2006/relationships/image" Target="../media/image78.svg"/><Relationship Id="rId10" Type="http://schemas.openxmlformats.org/officeDocument/2006/relationships/slide" Target="slide85.xml"/><Relationship Id="rId19" Type="http://schemas.openxmlformats.org/officeDocument/2006/relationships/image" Target="../media/image70.png"/><Relationship Id="rId4" Type="http://schemas.openxmlformats.org/officeDocument/2006/relationships/slide" Target="slide30.xml"/><Relationship Id="rId9" Type="http://schemas.openxmlformats.org/officeDocument/2006/relationships/image" Target="../media/image55.svg"/><Relationship Id="rId14" Type="http://schemas.openxmlformats.org/officeDocument/2006/relationships/image" Target="../media/image65.svg"/><Relationship Id="rId22" Type="http://schemas.openxmlformats.org/officeDocument/2006/relationships/image" Target="../media/image72.png"/><Relationship Id="rId27" Type="http://schemas.openxmlformats.org/officeDocument/2006/relationships/image" Target="../media/image77.png"/></Relationships>
</file>

<file path=ppt/slides/_rels/slide9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7.svg"/><Relationship Id="rId18" Type="http://schemas.openxmlformats.org/officeDocument/2006/relationships/image" Target="../media/image55.svg"/><Relationship Id="rId26" Type="http://schemas.openxmlformats.org/officeDocument/2006/relationships/image" Target="../media/image66.png"/><Relationship Id="rId3" Type="http://schemas.openxmlformats.org/officeDocument/2006/relationships/image" Target="../media/image18.png"/><Relationship Id="rId21" Type="http://schemas.openxmlformats.org/officeDocument/2006/relationships/image" Target="../media/image167.svg"/><Relationship Id="rId34" Type="http://schemas.openxmlformats.org/officeDocument/2006/relationships/slide" Target="slide27.xml"/><Relationship Id="rId7" Type="http://schemas.openxmlformats.org/officeDocument/2006/relationships/image" Target="../media/image22.png"/><Relationship Id="rId12" Type="http://schemas.openxmlformats.org/officeDocument/2006/relationships/image" Target="../media/image26.png"/><Relationship Id="rId17" Type="http://schemas.openxmlformats.org/officeDocument/2006/relationships/image" Target="../media/image54.png"/><Relationship Id="rId25" Type="http://schemas.openxmlformats.org/officeDocument/2006/relationships/image" Target="../media/image65.svg"/><Relationship Id="rId33" Type="http://schemas.openxmlformats.org/officeDocument/2006/relationships/image" Target="../media/image73.svg"/><Relationship Id="rId2" Type="http://schemas.openxmlformats.org/officeDocument/2006/relationships/notesSlide" Target="../notesSlides/notesSlide84.xml"/><Relationship Id="rId16" Type="http://schemas.openxmlformats.org/officeDocument/2006/relationships/image" Target="../media/image53.svg"/><Relationship Id="rId20" Type="http://schemas.openxmlformats.org/officeDocument/2006/relationships/image" Target="../media/image166.png"/><Relationship Id="rId29" Type="http://schemas.openxmlformats.org/officeDocument/2006/relationships/image" Target="../media/image69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svg"/><Relationship Id="rId11" Type="http://schemas.openxmlformats.org/officeDocument/2006/relationships/slide" Target="slide56.xml"/><Relationship Id="rId24" Type="http://schemas.openxmlformats.org/officeDocument/2006/relationships/image" Target="../media/image64.png"/><Relationship Id="rId32" Type="http://schemas.openxmlformats.org/officeDocument/2006/relationships/image" Target="../media/image72.png"/><Relationship Id="rId5" Type="http://schemas.openxmlformats.org/officeDocument/2006/relationships/image" Target="../media/image20.png"/><Relationship Id="rId15" Type="http://schemas.openxmlformats.org/officeDocument/2006/relationships/image" Target="../media/image52.png"/><Relationship Id="rId23" Type="http://schemas.openxmlformats.org/officeDocument/2006/relationships/image" Target="../media/image168.svg"/><Relationship Id="rId28" Type="http://schemas.openxmlformats.org/officeDocument/2006/relationships/image" Target="../media/image68.png"/><Relationship Id="rId10" Type="http://schemas.openxmlformats.org/officeDocument/2006/relationships/image" Target="../media/image25.svg"/><Relationship Id="rId19" Type="http://schemas.openxmlformats.org/officeDocument/2006/relationships/slide" Target="slide94.xml"/><Relationship Id="rId31" Type="http://schemas.openxmlformats.org/officeDocument/2006/relationships/image" Target="../media/image71.svg"/><Relationship Id="rId4" Type="http://schemas.openxmlformats.org/officeDocument/2006/relationships/image" Target="../media/image19.svg"/><Relationship Id="rId9" Type="http://schemas.openxmlformats.org/officeDocument/2006/relationships/image" Target="../media/image24.png"/><Relationship Id="rId14" Type="http://schemas.openxmlformats.org/officeDocument/2006/relationships/slide" Target="slide30.xml"/><Relationship Id="rId22" Type="http://schemas.openxmlformats.org/officeDocument/2006/relationships/image" Target="../media/image116.png"/><Relationship Id="rId27" Type="http://schemas.openxmlformats.org/officeDocument/2006/relationships/image" Target="../media/image67.svg"/><Relationship Id="rId30" Type="http://schemas.openxmlformats.org/officeDocument/2006/relationships/image" Target="../media/image70.png"/><Relationship Id="rId8" Type="http://schemas.openxmlformats.org/officeDocument/2006/relationships/image" Target="../media/image23.svg"/></Relationships>
</file>

<file path=ppt/slides/_rels/slide9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7.svg"/><Relationship Id="rId18" Type="http://schemas.openxmlformats.org/officeDocument/2006/relationships/image" Target="../media/image55.svg"/><Relationship Id="rId26" Type="http://schemas.openxmlformats.org/officeDocument/2006/relationships/image" Target="../media/image66.png"/><Relationship Id="rId3" Type="http://schemas.openxmlformats.org/officeDocument/2006/relationships/image" Target="../media/image18.png"/><Relationship Id="rId21" Type="http://schemas.openxmlformats.org/officeDocument/2006/relationships/image" Target="../media/image167.svg"/><Relationship Id="rId34" Type="http://schemas.openxmlformats.org/officeDocument/2006/relationships/slide" Target="slide27.xml"/><Relationship Id="rId7" Type="http://schemas.openxmlformats.org/officeDocument/2006/relationships/image" Target="../media/image22.png"/><Relationship Id="rId12" Type="http://schemas.openxmlformats.org/officeDocument/2006/relationships/image" Target="../media/image26.png"/><Relationship Id="rId17" Type="http://schemas.openxmlformats.org/officeDocument/2006/relationships/image" Target="../media/image54.png"/><Relationship Id="rId25" Type="http://schemas.openxmlformats.org/officeDocument/2006/relationships/image" Target="../media/image65.svg"/><Relationship Id="rId33" Type="http://schemas.openxmlformats.org/officeDocument/2006/relationships/image" Target="../media/image73.svg"/><Relationship Id="rId2" Type="http://schemas.openxmlformats.org/officeDocument/2006/relationships/notesSlide" Target="../notesSlides/notesSlide85.xml"/><Relationship Id="rId16" Type="http://schemas.openxmlformats.org/officeDocument/2006/relationships/image" Target="../media/image53.svg"/><Relationship Id="rId20" Type="http://schemas.openxmlformats.org/officeDocument/2006/relationships/image" Target="../media/image166.png"/><Relationship Id="rId29" Type="http://schemas.openxmlformats.org/officeDocument/2006/relationships/image" Target="../media/image69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svg"/><Relationship Id="rId11" Type="http://schemas.openxmlformats.org/officeDocument/2006/relationships/slide" Target="slide56.xml"/><Relationship Id="rId24" Type="http://schemas.openxmlformats.org/officeDocument/2006/relationships/image" Target="../media/image64.png"/><Relationship Id="rId32" Type="http://schemas.openxmlformats.org/officeDocument/2006/relationships/image" Target="../media/image72.png"/><Relationship Id="rId5" Type="http://schemas.openxmlformats.org/officeDocument/2006/relationships/image" Target="../media/image20.png"/><Relationship Id="rId15" Type="http://schemas.openxmlformats.org/officeDocument/2006/relationships/image" Target="../media/image52.png"/><Relationship Id="rId23" Type="http://schemas.openxmlformats.org/officeDocument/2006/relationships/image" Target="../media/image168.svg"/><Relationship Id="rId28" Type="http://schemas.openxmlformats.org/officeDocument/2006/relationships/image" Target="../media/image68.png"/><Relationship Id="rId10" Type="http://schemas.openxmlformats.org/officeDocument/2006/relationships/image" Target="../media/image25.svg"/><Relationship Id="rId19" Type="http://schemas.openxmlformats.org/officeDocument/2006/relationships/slide" Target="slide94.xml"/><Relationship Id="rId31" Type="http://schemas.openxmlformats.org/officeDocument/2006/relationships/image" Target="../media/image71.svg"/><Relationship Id="rId4" Type="http://schemas.openxmlformats.org/officeDocument/2006/relationships/image" Target="../media/image19.svg"/><Relationship Id="rId9" Type="http://schemas.openxmlformats.org/officeDocument/2006/relationships/image" Target="../media/image24.png"/><Relationship Id="rId14" Type="http://schemas.openxmlformats.org/officeDocument/2006/relationships/slide" Target="slide30.xml"/><Relationship Id="rId22" Type="http://schemas.openxmlformats.org/officeDocument/2006/relationships/image" Target="../media/image116.png"/><Relationship Id="rId27" Type="http://schemas.openxmlformats.org/officeDocument/2006/relationships/image" Target="../media/image67.svg"/><Relationship Id="rId30" Type="http://schemas.openxmlformats.org/officeDocument/2006/relationships/image" Target="../media/image70.png"/><Relationship Id="rId8" Type="http://schemas.openxmlformats.org/officeDocument/2006/relationships/image" Target="../media/image23.svg"/></Relationships>
</file>

<file path=ppt/slides/_rels/slide9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7.svg"/><Relationship Id="rId18" Type="http://schemas.openxmlformats.org/officeDocument/2006/relationships/image" Target="../media/image55.svg"/><Relationship Id="rId26" Type="http://schemas.openxmlformats.org/officeDocument/2006/relationships/image" Target="../media/image68.png"/><Relationship Id="rId3" Type="http://schemas.openxmlformats.org/officeDocument/2006/relationships/image" Target="../media/image18.png"/><Relationship Id="rId21" Type="http://schemas.openxmlformats.org/officeDocument/2006/relationships/image" Target="../media/image168.svg"/><Relationship Id="rId34" Type="http://schemas.openxmlformats.org/officeDocument/2006/relationships/image" Target="../media/image170.svg"/><Relationship Id="rId7" Type="http://schemas.openxmlformats.org/officeDocument/2006/relationships/image" Target="../media/image22.png"/><Relationship Id="rId12" Type="http://schemas.openxmlformats.org/officeDocument/2006/relationships/image" Target="../media/image26.png"/><Relationship Id="rId17" Type="http://schemas.openxmlformats.org/officeDocument/2006/relationships/image" Target="../media/image54.png"/><Relationship Id="rId25" Type="http://schemas.openxmlformats.org/officeDocument/2006/relationships/image" Target="../media/image67.svg"/><Relationship Id="rId33" Type="http://schemas.openxmlformats.org/officeDocument/2006/relationships/image" Target="../media/image169.png"/><Relationship Id="rId2" Type="http://schemas.openxmlformats.org/officeDocument/2006/relationships/notesSlide" Target="../notesSlides/notesSlide86.xml"/><Relationship Id="rId16" Type="http://schemas.openxmlformats.org/officeDocument/2006/relationships/image" Target="../media/image53.svg"/><Relationship Id="rId20" Type="http://schemas.openxmlformats.org/officeDocument/2006/relationships/image" Target="../media/image116.png"/><Relationship Id="rId29" Type="http://schemas.openxmlformats.org/officeDocument/2006/relationships/image" Target="../media/image71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svg"/><Relationship Id="rId11" Type="http://schemas.openxmlformats.org/officeDocument/2006/relationships/slide" Target="slide56.xml"/><Relationship Id="rId24" Type="http://schemas.openxmlformats.org/officeDocument/2006/relationships/image" Target="../media/image66.png"/><Relationship Id="rId32" Type="http://schemas.openxmlformats.org/officeDocument/2006/relationships/slide" Target="slide27.xml"/><Relationship Id="rId5" Type="http://schemas.openxmlformats.org/officeDocument/2006/relationships/image" Target="../media/image20.png"/><Relationship Id="rId15" Type="http://schemas.openxmlformats.org/officeDocument/2006/relationships/image" Target="../media/image52.png"/><Relationship Id="rId23" Type="http://schemas.openxmlformats.org/officeDocument/2006/relationships/image" Target="../media/image65.svg"/><Relationship Id="rId28" Type="http://schemas.openxmlformats.org/officeDocument/2006/relationships/image" Target="../media/image70.png"/><Relationship Id="rId10" Type="http://schemas.openxmlformats.org/officeDocument/2006/relationships/image" Target="../media/image25.svg"/><Relationship Id="rId19" Type="http://schemas.openxmlformats.org/officeDocument/2006/relationships/slide" Target="slide93.xml"/><Relationship Id="rId31" Type="http://schemas.openxmlformats.org/officeDocument/2006/relationships/image" Target="../media/image73.svg"/><Relationship Id="rId4" Type="http://schemas.openxmlformats.org/officeDocument/2006/relationships/image" Target="../media/image19.svg"/><Relationship Id="rId9" Type="http://schemas.openxmlformats.org/officeDocument/2006/relationships/image" Target="../media/image24.png"/><Relationship Id="rId14" Type="http://schemas.openxmlformats.org/officeDocument/2006/relationships/slide" Target="slide30.xml"/><Relationship Id="rId22" Type="http://schemas.openxmlformats.org/officeDocument/2006/relationships/image" Target="../media/image64.png"/><Relationship Id="rId27" Type="http://schemas.openxmlformats.org/officeDocument/2006/relationships/image" Target="../media/image69.svg"/><Relationship Id="rId30" Type="http://schemas.openxmlformats.org/officeDocument/2006/relationships/image" Target="../media/image72.png"/><Relationship Id="rId8" Type="http://schemas.openxmlformats.org/officeDocument/2006/relationships/image" Target="../media/image23.svg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slide" Target="slide7.xml"/><Relationship Id="rId2" Type="http://schemas.openxmlformats.org/officeDocument/2006/relationships/slide" Target="slide59.xml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slide" Target="slide98.xml"/><Relationship Id="rId2" Type="http://schemas.openxmlformats.org/officeDocument/2006/relationships/slide" Target="slide99.xml"/><Relationship Id="rId1" Type="http://schemas.openxmlformats.org/officeDocument/2006/relationships/slideLayout" Target="../slideLayouts/slideLayout2.xml"/><Relationship Id="rId5" Type="http://schemas.openxmlformats.org/officeDocument/2006/relationships/slide" Target="slide96.xml"/><Relationship Id="rId4" Type="http://schemas.openxmlformats.org/officeDocument/2006/relationships/slide" Target="slide100.xml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slide" Target="slide97.xml"/><Relationship Id="rId2" Type="http://schemas.openxmlformats.org/officeDocument/2006/relationships/slide" Target="slide101.xml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slide" Target="slide105.xml"/><Relationship Id="rId2" Type="http://schemas.openxmlformats.org/officeDocument/2006/relationships/slide" Target="slide106.xml"/><Relationship Id="rId1" Type="http://schemas.openxmlformats.org/officeDocument/2006/relationships/slideLayout" Target="../slideLayouts/slideLayout2.xml"/><Relationship Id="rId4" Type="http://schemas.openxmlformats.org/officeDocument/2006/relationships/slide" Target="slide97.xml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slide" Target="slide111.xml"/><Relationship Id="rId2" Type="http://schemas.openxmlformats.org/officeDocument/2006/relationships/slide" Target="slide109.xml"/><Relationship Id="rId1" Type="http://schemas.openxmlformats.org/officeDocument/2006/relationships/slideLayout" Target="../slideLayouts/slideLayout2.xml"/><Relationship Id="rId4" Type="http://schemas.openxmlformats.org/officeDocument/2006/relationships/slide" Target="slide97.xml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slide" Target="slide96.xml"/><Relationship Id="rId2" Type="http://schemas.openxmlformats.org/officeDocument/2006/relationships/slide" Target="slide98.xml"/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slide" Target="slide103.xml"/><Relationship Id="rId2" Type="http://schemas.openxmlformats.org/officeDocument/2006/relationships/slide" Target="slide98.xml"/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2.svg"/><Relationship Id="rId2" Type="http://schemas.openxmlformats.org/officeDocument/2006/relationships/image" Target="../media/image171.png"/><Relationship Id="rId1" Type="http://schemas.openxmlformats.org/officeDocument/2006/relationships/slideLayout" Target="../slideLayouts/slideLayout2.xml"/><Relationship Id="rId5" Type="http://schemas.openxmlformats.org/officeDocument/2006/relationships/slide" Target="slide6.xml"/><Relationship Id="rId4" Type="http://schemas.openxmlformats.org/officeDocument/2006/relationships/slide" Target="slide98.xml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slide" Target="slide96.xml"/><Relationship Id="rId2" Type="http://schemas.openxmlformats.org/officeDocument/2006/relationships/slide" Target="slide98.xml"/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slide" Target="slide96.xml"/><Relationship Id="rId2" Type="http://schemas.openxmlformats.org/officeDocument/2006/relationships/slide" Target="slide98.xml"/><Relationship Id="rId1" Type="http://schemas.openxmlformats.org/officeDocument/2006/relationships/slideLayout" Target="../slideLayouts/slideLayout2.xml"/><Relationship Id="rId4" Type="http://schemas.openxmlformats.org/officeDocument/2006/relationships/slide" Target="slide99.xml"/></Relationships>
</file>

<file path=ppt/slides/_rels/slide106.xml.rels><?xml version="1.0" encoding="UTF-8" standalone="yes"?>
<Relationships xmlns="http://schemas.openxmlformats.org/package/2006/relationships"><Relationship Id="rId3" Type="http://schemas.openxmlformats.org/officeDocument/2006/relationships/slide" Target="slide96.xml"/><Relationship Id="rId2" Type="http://schemas.openxmlformats.org/officeDocument/2006/relationships/slide" Target="slide98.xml"/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3" Type="http://schemas.openxmlformats.org/officeDocument/2006/relationships/slide" Target="slide96.xml"/><Relationship Id="rId2" Type="http://schemas.openxmlformats.org/officeDocument/2006/relationships/slide" Target="slide98.xml"/><Relationship Id="rId1" Type="http://schemas.openxmlformats.org/officeDocument/2006/relationships/slideLayout" Target="../slideLayouts/slideLayout2.xml"/><Relationship Id="rId4" Type="http://schemas.openxmlformats.org/officeDocument/2006/relationships/slide" Target="slide108.xml"/></Relationships>
</file>

<file path=ppt/slides/_rels/slide108.xml.rels><?xml version="1.0" encoding="UTF-8" standalone="yes"?>
<Relationships xmlns="http://schemas.openxmlformats.org/package/2006/relationships"><Relationship Id="rId3" Type="http://schemas.openxmlformats.org/officeDocument/2006/relationships/slide" Target="slide96.xml"/><Relationship Id="rId2" Type="http://schemas.openxmlformats.org/officeDocument/2006/relationships/slide" Target="slide98.xml"/><Relationship Id="rId1" Type="http://schemas.openxmlformats.org/officeDocument/2006/relationships/slideLayout" Target="../slideLayouts/slideLayout2.xml"/><Relationship Id="rId4" Type="http://schemas.openxmlformats.org/officeDocument/2006/relationships/slide" Target="slide99.xml"/></Relationships>
</file>

<file path=ppt/slides/_rels/slide109.xml.rels><?xml version="1.0" encoding="UTF-8" standalone="yes"?>
<Relationships xmlns="http://schemas.openxmlformats.org/package/2006/relationships"><Relationship Id="rId3" Type="http://schemas.openxmlformats.org/officeDocument/2006/relationships/slide" Target="slide96.xml"/><Relationship Id="rId2" Type="http://schemas.openxmlformats.org/officeDocument/2006/relationships/slide" Target="slide98.xml"/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3" Type="http://schemas.openxmlformats.org/officeDocument/2006/relationships/slide" Target="slide96.xml"/><Relationship Id="rId2" Type="http://schemas.openxmlformats.org/officeDocument/2006/relationships/slide" Target="slide98.xml"/><Relationship Id="rId1" Type="http://schemas.openxmlformats.org/officeDocument/2006/relationships/slideLayout" Target="../slideLayouts/slideLayout2.xml"/><Relationship Id="rId4" Type="http://schemas.openxmlformats.org/officeDocument/2006/relationships/slide" Target="slide100.xml"/></Relationships>
</file>

<file path=ppt/slides/_rels/slide111.xml.rels><?xml version="1.0" encoding="UTF-8" standalone="yes"?>
<Relationships xmlns="http://schemas.openxmlformats.org/package/2006/relationships"><Relationship Id="rId3" Type="http://schemas.openxmlformats.org/officeDocument/2006/relationships/slide" Target="slide96.xml"/><Relationship Id="rId2" Type="http://schemas.openxmlformats.org/officeDocument/2006/relationships/slide" Target="slide98.xml"/><Relationship Id="rId1" Type="http://schemas.openxmlformats.org/officeDocument/2006/relationships/slideLayout" Target="../slideLayouts/slideLayout2.xml"/><Relationship Id="rId5" Type="http://schemas.openxmlformats.org/officeDocument/2006/relationships/slide" Target="slide100.xml"/><Relationship Id="rId4" Type="http://schemas.openxmlformats.org/officeDocument/2006/relationships/hyperlink" Target="https://creativecommons.org/licenses/by-nc-sa/4.0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!! 壁纸" descr="背景图案&#10;&#10;AI 生成的内容可能不正确。">
            <a:extLst>
              <a:ext uri="{FF2B5EF4-FFF2-40B4-BE49-F238E27FC236}">
                <a16:creationId xmlns:a16="http://schemas.microsoft.com/office/drawing/2014/main" id="{5AC26BEA-0311-A8A2-C4F5-38C23905487D}"/>
              </a:ext>
            </a:extLst>
          </p:cNvPr>
          <p:cNvPicPr/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21" name="!! 提示框">
            <a:extLst>
              <a:ext uri="{FF2B5EF4-FFF2-40B4-BE49-F238E27FC236}">
                <a16:creationId xmlns:a16="http://schemas.microsoft.com/office/drawing/2014/main" id="{7BBED355-78A4-48CE-81E5-DD5A908E8CDA}"/>
              </a:ext>
            </a:extLst>
          </p:cNvPr>
          <p:cNvGrpSpPr/>
          <p:nvPr/>
        </p:nvGrpSpPr>
        <p:grpSpPr>
          <a:xfrm>
            <a:off x="503074" y="423334"/>
            <a:ext cx="4564916" cy="1236135"/>
            <a:chOff x="3813540" y="2810933"/>
            <a:chExt cx="4564916" cy="1236134"/>
          </a:xfrm>
        </p:grpSpPr>
        <p:sp>
          <p:nvSpPr>
            <p:cNvPr id="14" name="!! 弹窗">
              <a:extLst>
                <a:ext uri="{FF2B5EF4-FFF2-40B4-BE49-F238E27FC236}">
                  <a16:creationId xmlns:a16="http://schemas.microsoft.com/office/drawing/2014/main" id="{E947320B-1308-2478-6F63-D7540448DABB}"/>
                </a:ext>
              </a:extLst>
            </p:cNvPr>
            <p:cNvSpPr/>
            <p:nvPr/>
          </p:nvSpPr>
          <p:spPr>
            <a:xfrm>
              <a:off x="3813540" y="2810933"/>
              <a:ext cx="4564916" cy="1236134"/>
            </a:xfrm>
            <a:prstGeom prst="roundRect">
              <a:avLst>
                <a:gd name="adj" fmla="val 7669"/>
              </a:avLst>
            </a:prstGeom>
            <a:solidFill>
              <a:schemeClr val="bg1"/>
            </a:solidFill>
            <a:ln>
              <a:noFill/>
            </a:ln>
            <a:effectLst>
              <a:outerShdw blurRad="254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标题">
              <a:extLst>
                <a:ext uri="{FF2B5EF4-FFF2-40B4-BE49-F238E27FC236}">
                  <a16:creationId xmlns:a16="http://schemas.microsoft.com/office/drawing/2014/main" id="{3EB2CD1C-44FD-6F34-7D92-025704BAACBC}"/>
                </a:ext>
              </a:extLst>
            </p:cNvPr>
            <p:cNvSpPr txBox="1"/>
            <p:nvPr/>
          </p:nvSpPr>
          <p:spPr>
            <a:xfrm>
              <a:off x="5012459" y="3068008"/>
              <a:ext cx="120502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>
                  <a:latin typeface="+mj-ea"/>
                  <a:ea typeface="+mj-ea"/>
                </a:rPr>
                <a:t>标题</a:t>
              </a:r>
            </a:p>
          </p:txBody>
        </p:sp>
        <p:sp>
          <p:nvSpPr>
            <p:cNvPr id="19" name="副标题">
              <a:extLst>
                <a:ext uri="{FF2B5EF4-FFF2-40B4-BE49-F238E27FC236}">
                  <a16:creationId xmlns:a16="http://schemas.microsoft.com/office/drawing/2014/main" id="{64FA04D5-2AD8-11FD-F92D-A5B489110609}"/>
                </a:ext>
              </a:extLst>
            </p:cNvPr>
            <p:cNvSpPr txBox="1"/>
            <p:nvPr/>
          </p:nvSpPr>
          <p:spPr>
            <a:xfrm>
              <a:off x="5012459" y="3386665"/>
              <a:ext cx="292572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dirty="0">
                  <a:latin typeface="+mn-ea"/>
                </a:rPr>
                <a:t>副标题</a:t>
              </a:r>
            </a:p>
          </p:txBody>
        </p:sp>
        <p:sp>
          <p:nvSpPr>
            <p:cNvPr id="20" name="!! 图标">
              <a:extLst>
                <a:ext uri="{FF2B5EF4-FFF2-40B4-BE49-F238E27FC236}">
                  <a16:creationId xmlns:a16="http://schemas.microsoft.com/office/drawing/2014/main" id="{D0370A60-DB8E-77A8-4E3C-39F6061F51C8}"/>
                </a:ext>
              </a:extLst>
            </p:cNvPr>
            <p:cNvSpPr/>
            <p:nvPr/>
          </p:nvSpPr>
          <p:spPr>
            <a:xfrm>
              <a:off x="4257672" y="3133803"/>
              <a:ext cx="602974" cy="602974"/>
            </a:xfrm>
            <a:prstGeom prst="roundRect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" name="!! 顶部警告">
            <a:extLst>
              <a:ext uri="{FF2B5EF4-FFF2-40B4-BE49-F238E27FC236}">
                <a16:creationId xmlns:a16="http://schemas.microsoft.com/office/drawing/2014/main" id="{491D7F82-06D3-5733-71EC-E762B40B0AB7}"/>
              </a:ext>
            </a:extLst>
          </p:cNvPr>
          <p:cNvGrpSpPr/>
          <p:nvPr/>
        </p:nvGrpSpPr>
        <p:grpSpPr>
          <a:xfrm>
            <a:off x="5595095" y="592910"/>
            <a:ext cx="3541817" cy="781669"/>
            <a:chOff x="6744289" y="1953066"/>
            <a:chExt cx="3541817" cy="781669"/>
          </a:xfrm>
        </p:grpSpPr>
        <p:sp>
          <p:nvSpPr>
            <p:cNvPr id="5" name="!! 背景">
              <a:extLst>
                <a:ext uri="{FF2B5EF4-FFF2-40B4-BE49-F238E27FC236}">
                  <a16:creationId xmlns:a16="http://schemas.microsoft.com/office/drawing/2014/main" id="{92A0E51D-49DA-E539-4A66-A2079DD20A1B}"/>
                </a:ext>
              </a:extLst>
            </p:cNvPr>
            <p:cNvSpPr/>
            <p:nvPr/>
          </p:nvSpPr>
          <p:spPr>
            <a:xfrm>
              <a:off x="6744289" y="1953066"/>
              <a:ext cx="3541817" cy="781669"/>
            </a:xfrm>
            <a:prstGeom prst="roundRect">
              <a:avLst>
                <a:gd name="adj" fmla="val 8838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28575">
              <a:solidFill>
                <a:schemeClr val="accent6"/>
              </a:solidFill>
            </a:ln>
            <a:effectLst>
              <a:outerShdw blurRad="127000" algn="c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defTabSz="457189">
                <a:defRPr/>
              </a:pPr>
              <a:endParaRPr lang="zh-CN" altLang="en-US" sz="1400" dirty="0">
                <a:solidFill>
                  <a:srgbClr val="FF5252"/>
                </a:solidFill>
                <a:latin typeface="OPPOSans M"/>
                <a:ea typeface="OPPOSans M"/>
              </a:endParaRPr>
            </a:p>
          </p:txBody>
        </p:sp>
        <p:sp>
          <p:nvSpPr>
            <p:cNvPr id="6" name="!! 标题">
              <a:extLst>
                <a:ext uri="{FF2B5EF4-FFF2-40B4-BE49-F238E27FC236}">
                  <a16:creationId xmlns:a16="http://schemas.microsoft.com/office/drawing/2014/main" id="{790370DB-E1E4-D294-BA2C-7532E7AD78A6}"/>
                </a:ext>
              </a:extLst>
            </p:cNvPr>
            <p:cNvSpPr txBox="1"/>
            <p:nvPr/>
          </p:nvSpPr>
          <p:spPr>
            <a:xfrm>
              <a:off x="6879497" y="2081313"/>
              <a:ext cx="242656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914377">
                <a:defRPr/>
              </a:pPr>
              <a:r>
                <a:rPr lang="zh-CN" altLang="en-US" sz="1400" dirty="0">
                  <a:solidFill>
                    <a:srgbClr val="181818"/>
                  </a:solidFill>
                  <a:latin typeface="vivo Sans Medium"/>
                  <a:ea typeface="vivo Sans Medium"/>
                </a:rPr>
                <a:t>标题</a:t>
              </a:r>
            </a:p>
          </p:txBody>
        </p:sp>
        <p:sp>
          <p:nvSpPr>
            <p:cNvPr id="7" name="!! 副标题">
              <a:extLst>
                <a:ext uri="{FF2B5EF4-FFF2-40B4-BE49-F238E27FC236}">
                  <a16:creationId xmlns:a16="http://schemas.microsoft.com/office/drawing/2014/main" id="{EAFA26E0-9DDD-B186-D076-493D86C30DED}"/>
                </a:ext>
              </a:extLst>
            </p:cNvPr>
            <p:cNvSpPr txBox="1"/>
            <p:nvPr/>
          </p:nvSpPr>
          <p:spPr>
            <a:xfrm>
              <a:off x="6879497" y="2343837"/>
              <a:ext cx="321700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914377">
                <a:defRPr/>
              </a:pPr>
              <a:r>
                <a:rPr lang="zh-CN" altLang="en-US" sz="1200" dirty="0">
                  <a:solidFill>
                    <a:srgbClr val="181818"/>
                  </a:solidFill>
                  <a:latin typeface="vivo Sans"/>
                  <a:ea typeface="vivo Sans"/>
                </a:rPr>
                <a:t>副标题</a:t>
              </a:r>
            </a:p>
          </p:txBody>
        </p:sp>
      </p:grpSp>
      <p:sp>
        <p:nvSpPr>
          <p:cNvPr id="8" name="!! 按钮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95E58A48-7930-C570-310B-285DBA500AEE}"/>
              </a:ext>
            </a:extLst>
          </p:cNvPr>
          <p:cNvSpPr/>
          <p:nvPr/>
        </p:nvSpPr>
        <p:spPr>
          <a:xfrm>
            <a:off x="9507547" y="563124"/>
            <a:ext cx="2313819" cy="40821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  <a:effectLst>
            <a:outerShdw blurRad="88900" sx="101000" sy="101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bg2"/>
                </a:solidFill>
              </a:rPr>
              <a:t>强调按钮</a:t>
            </a:r>
          </a:p>
        </p:txBody>
      </p:sp>
      <p:sp>
        <p:nvSpPr>
          <p:cNvPr id="9" name="!! 返回">
            <a:hlinkClick r:id="rId8" action="ppaction://hlinksldjump"/>
            <a:extLst>
              <a:ext uri="{FF2B5EF4-FFF2-40B4-BE49-F238E27FC236}">
                <a16:creationId xmlns:a16="http://schemas.microsoft.com/office/drawing/2014/main" id="{D6E799BD-D024-6320-460E-2FB7DEE6FD3C}"/>
              </a:ext>
            </a:extLst>
          </p:cNvPr>
          <p:cNvSpPr/>
          <p:nvPr/>
        </p:nvSpPr>
        <p:spPr>
          <a:xfrm>
            <a:off x="9507547" y="1145072"/>
            <a:ext cx="2313819" cy="408215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accent1"/>
            </a:solidFill>
          </a:ln>
          <a:effectLst>
            <a:outerShdw blurRad="88900" sx="101000" sy="101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>
              <a:defRPr/>
            </a:pPr>
            <a:r>
              <a:rPr lang="zh-CN" altLang="en-US" sz="1400" dirty="0">
                <a:solidFill>
                  <a:srgbClr val="62A8D3"/>
                </a:solidFill>
                <a:latin typeface="vivo Sans"/>
                <a:ea typeface="vivo Sans"/>
              </a:rPr>
              <a:t>次要按钮</a:t>
            </a:r>
          </a:p>
        </p:txBody>
      </p:sp>
      <p:grpSp>
        <p:nvGrpSpPr>
          <p:cNvPr id="10" name="!! 大标题">
            <a:extLst>
              <a:ext uri="{FF2B5EF4-FFF2-40B4-BE49-F238E27FC236}">
                <a16:creationId xmlns:a16="http://schemas.microsoft.com/office/drawing/2014/main" id="{23320455-370C-8A57-20CE-D1520395090C}"/>
              </a:ext>
            </a:extLst>
          </p:cNvPr>
          <p:cNvGrpSpPr/>
          <p:nvPr/>
        </p:nvGrpSpPr>
        <p:grpSpPr>
          <a:xfrm>
            <a:off x="9502477" y="4453761"/>
            <a:ext cx="1160605" cy="461665"/>
            <a:chOff x="3079753" y="1375827"/>
            <a:chExt cx="726902" cy="461665"/>
          </a:xfrm>
        </p:grpSpPr>
        <p:sp>
          <p:nvSpPr>
            <p:cNvPr id="11" name="!! 标题符">
              <a:extLst>
                <a:ext uri="{FF2B5EF4-FFF2-40B4-BE49-F238E27FC236}">
                  <a16:creationId xmlns:a16="http://schemas.microsoft.com/office/drawing/2014/main" id="{EBB6EE75-9D18-F84C-379E-1C8758B897B7}"/>
                </a:ext>
              </a:extLst>
            </p:cNvPr>
            <p:cNvSpPr/>
            <p:nvPr/>
          </p:nvSpPr>
          <p:spPr>
            <a:xfrm>
              <a:off x="3107206" y="1685496"/>
              <a:ext cx="672811" cy="1255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189">
                <a:defRPr/>
              </a:pPr>
              <a:endParaRPr lang="zh-CN" altLang="en-US">
                <a:solidFill>
                  <a:srgbClr val="FFFFFF"/>
                </a:solidFill>
                <a:latin typeface="OPPOSans R"/>
                <a:ea typeface="OPPOSans R"/>
              </a:endParaRPr>
            </a:p>
          </p:txBody>
        </p:sp>
        <p:sp>
          <p:nvSpPr>
            <p:cNvPr id="12" name="!! 标题">
              <a:extLst>
                <a:ext uri="{FF2B5EF4-FFF2-40B4-BE49-F238E27FC236}">
                  <a16:creationId xmlns:a16="http://schemas.microsoft.com/office/drawing/2014/main" id="{83094075-49E1-AC8A-69AC-757CBA70B2BB}"/>
                </a:ext>
              </a:extLst>
            </p:cNvPr>
            <p:cNvSpPr txBox="1"/>
            <p:nvPr/>
          </p:nvSpPr>
          <p:spPr>
            <a:xfrm>
              <a:off x="3079753" y="1375827"/>
              <a:ext cx="72690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457189">
                <a:defRPr/>
              </a:pPr>
              <a:r>
                <a:rPr lang="zh-CN" altLang="en-US" sz="2400" dirty="0">
                  <a:solidFill>
                    <a:srgbClr val="000000">
                      <a:lumMod val="75000"/>
                      <a:lumOff val="25000"/>
                    </a:srgbClr>
                  </a:solidFill>
                  <a:latin typeface="+mj-ea"/>
                  <a:ea typeface="+mj-ea"/>
                </a:rPr>
                <a:t>大标题</a:t>
              </a:r>
            </a:p>
          </p:txBody>
        </p:sp>
      </p:grpSp>
      <p:grpSp>
        <p:nvGrpSpPr>
          <p:cNvPr id="16" name="!! 顶部错误">
            <a:extLst>
              <a:ext uri="{FF2B5EF4-FFF2-40B4-BE49-F238E27FC236}">
                <a16:creationId xmlns:a16="http://schemas.microsoft.com/office/drawing/2014/main" id="{3FEAA996-D087-C023-17DE-791E3E15A3C6}"/>
              </a:ext>
            </a:extLst>
          </p:cNvPr>
          <p:cNvGrpSpPr/>
          <p:nvPr/>
        </p:nvGrpSpPr>
        <p:grpSpPr>
          <a:xfrm>
            <a:off x="5595095" y="1476570"/>
            <a:ext cx="3541817" cy="781669"/>
            <a:chOff x="6744289" y="1953066"/>
            <a:chExt cx="3541817" cy="781669"/>
          </a:xfrm>
        </p:grpSpPr>
        <p:sp>
          <p:nvSpPr>
            <p:cNvPr id="17" name="!! 背景">
              <a:extLst>
                <a:ext uri="{FF2B5EF4-FFF2-40B4-BE49-F238E27FC236}">
                  <a16:creationId xmlns:a16="http://schemas.microsoft.com/office/drawing/2014/main" id="{BB94669E-26D9-4A76-7242-58A1FA0590D4}"/>
                </a:ext>
              </a:extLst>
            </p:cNvPr>
            <p:cNvSpPr/>
            <p:nvPr/>
          </p:nvSpPr>
          <p:spPr>
            <a:xfrm>
              <a:off x="6744289" y="1953066"/>
              <a:ext cx="3541817" cy="781669"/>
            </a:xfrm>
            <a:prstGeom prst="roundRect">
              <a:avLst>
                <a:gd name="adj" fmla="val 8838"/>
              </a:avLst>
            </a:prstGeom>
            <a:solidFill>
              <a:schemeClr val="accent5">
                <a:lumMod val="20000"/>
                <a:lumOff val="80000"/>
              </a:schemeClr>
            </a:solidFill>
            <a:ln w="28575">
              <a:solidFill>
                <a:schemeClr val="accent5"/>
              </a:solidFill>
            </a:ln>
            <a:effectLst>
              <a:outerShdw blurRad="127000" algn="c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defTabSz="457189">
                <a:defRPr/>
              </a:pPr>
              <a:endParaRPr lang="zh-CN" altLang="en-US" sz="1400" dirty="0">
                <a:solidFill>
                  <a:srgbClr val="FF5252"/>
                </a:solidFill>
                <a:latin typeface="OPPOSans M"/>
                <a:ea typeface="OPPOSans M"/>
              </a:endParaRPr>
            </a:p>
          </p:txBody>
        </p:sp>
        <p:sp>
          <p:nvSpPr>
            <p:cNvPr id="18" name="!! 标题">
              <a:extLst>
                <a:ext uri="{FF2B5EF4-FFF2-40B4-BE49-F238E27FC236}">
                  <a16:creationId xmlns:a16="http://schemas.microsoft.com/office/drawing/2014/main" id="{A3CF0E0D-D8A9-8EB3-3971-D647E42C03B5}"/>
                </a:ext>
              </a:extLst>
            </p:cNvPr>
            <p:cNvSpPr txBox="1"/>
            <p:nvPr/>
          </p:nvSpPr>
          <p:spPr>
            <a:xfrm>
              <a:off x="6879497" y="2081313"/>
              <a:ext cx="242656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914377">
                <a:defRPr/>
              </a:pPr>
              <a:r>
                <a:rPr lang="zh-CN" altLang="en-US" sz="1400" dirty="0">
                  <a:solidFill>
                    <a:srgbClr val="181818"/>
                  </a:solidFill>
                  <a:latin typeface="vivo Sans Medium"/>
                  <a:ea typeface="vivo Sans Medium"/>
                </a:rPr>
                <a:t>标题</a:t>
              </a:r>
            </a:p>
          </p:txBody>
        </p:sp>
        <p:sp>
          <p:nvSpPr>
            <p:cNvPr id="22" name="!! 副标题">
              <a:extLst>
                <a:ext uri="{FF2B5EF4-FFF2-40B4-BE49-F238E27FC236}">
                  <a16:creationId xmlns:a16="http://schemas.microsoft.com/office/drawing/2014/main" id="{AAFDA4AD-1858-8144-B348-5571C06BD006}"/>
                </a:ext>
              </a:extLst>
            </p:cNvPr>
            <p:cNvSpPr txBox="1"/>
            <p:nvPr/>
          </p:nvSpPr>
          <p:spPr>
            <a:xfrm>
              <a:off x="6879497" y="2343837"/>
              <a:ext cx="321700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914377">
                <a:defRPr/>
              </a:pPr>
              <a:r>
                <a:rPr lang="zh-CN" altLang="en-US" sz="1200" dirty="0">
                  <a:solidFill>
                    <a:srgbClr val="181818"/>
                  </a:solidFill>
                  <a:latin typeface="vivo Sans"/>
                  <a:ea typeface="vivo Sans"/>
                </a:rPr>
                <a:t>副标题</a:t>
              </a:r>
            </a:p>
          </p:txBody>
        </p:sp>
      </p:grpSp>
      <p:grpSp>
        <p:nvGrpSpPr>
          <p:cNvPr id="33" name="带按钮的提示框">
            <a:extLst>
              <a:ext uri="{FF2B5EF4-FFF2-40B4-BE49-F238E27FC236}">
                <a16:creationId xmlns:a16="http://schemas.microsoft.com/office/drawing/2014/main" id="{C3F8505E-7C32-8FAB-DD38-AF64F4098614}"/>
              </a:ext>
            </a:extLst>
          </p:cNvPr>
          <p:cNvGrpSpPr/>
          <p:nvPr/>
        </p:nvGrpSpPr>
        <p:grpSpPr>
          <a:xfrm>
            <a:off x="503074" y="1796573"/>
            <a:ext cx="4564916" cy="1666468"/>
            <a:chOff x="2912999" y="3341281"/>
            <a:chExt cx="4564916" cy="1666468"/>
          </a:xfrm>
        </p:grpSpPr>
        <p:sp>
          <p:nvSpPr>
            <p:cNvPr id="24" name="!! 弹窗">
              <a:extLst>
                <a:ext uri="{FF2B5EF4-FFF2-40B4-BE49-F238E27FC236}">
                  <a16:creationId xmlns:a16="http://schemas.microsoft.com/office/drawing/2014/main" id="{3811793A-6D36-4707-5EC9-01B5F56FEAEB}"/>
                </a:ext>
              </a:extLst>
            </p:cNvPr>
            <p:cNvSpPr/>
            <p:nvPr/>
          </p:nvSpPr>
          <p:spPr>
            <a:xfrm>
              <a:off x="2912999" y="3341281"/>
              <a:ext cx="4564916" cy="1666468"/>
            </a:xfrm>
            <a:prstGeom prst="roundRect">
              <a:avLst>
                <a:gd name="adj" fmla="val 4327"/>
              </a:avLst>
            </a:prstGeom>
            <a:solidFill>
              <a:schemeClr val="bg1"/>
            </a:solidFill>
            <a:ln>
              <a:noFill/>
            </a:ln>
            <a:effectLst>
              <a:outerShdw blurRad="254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标题">
              <a:extLst>
                <a:ext uri="{FF2B5EF4-FFF2-40B4-BE49-F238E27FC236}">
                  <a16:creationId xmlns:a16="http://schemas.microsoft.com/office/drawing/2014/main" id="{06720A20-87A8-D9E2-FB45-D89B77C3F724}"/>
                </a:ext>
              </a:extLst>
            </p:cNvPr>
            <p:cNvSpPr txBox="1"/>
            <p:nvPr/>
          </p:nvSpPr>
          <p:spPr>
            <a:xfrm>
              <a:off x="4111918" y="3598356"/>
              <a:ext cx="120502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>
                  <a:latin typeface="+mj-ea"/>
                  <a:ea typeface="+mj-ea"/>
                </a:rPr>
                <a:t>标题</a:t>
              </a:r>
            </a:p>
          </p:txBody>
        </p:sp>
        <p:sp>
          <p:nvSpPr>
            <p:cNvPr id="26" name="副标题">
              <a:extLst>
                <a:ext uri="{FF2B5EF4-FFF2-40B4-BE49-F238E27FC236}">
                  <a16:creationId xmlns:a16="http://schemas.microsoft.com/office/drawing/2014/main" id="{6ACE7C96-A879-4B81-520C-0932AE427B4F}"/>
                </a:ext>
              </a:extLst>
            </p:cNvPr>
            <p:cNvSpPr txBox="1"/>
            <p:nvPr/>
          </p:nvSpPr>
          <p:spPr>
            <a:xfrm>
              <a:off x="4111918" y="3917013"/>
              <a:ext cx="292572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dirty="0">
                  <a:latin typeface="+mn-ea"/>
                </a:rPr>
                <a:t>副标题</a:t>
              </a:r>
            </a:p>
          </p:txBody>
        </p:sp>
        <p:sp>
          <p:nvSpPr>
            <p:cNvPr id="27" name="!! 图标">
              <a:extLst>
                <a:ext uri="{FF2B5EF4-FFF2-40B4-BE49-F238E27FC236}">
                  <a16:creationId xmlns:a16="http://schemas.microsoft.com/office/drawing/2014/main" id="{48B24D1F-D366-56B2-CC46-2459852A1245}"/>
                </a:ext>
              </a:extLst>
            </p:cNvPr>
            <p:cNvSpPr/>
            <p:nvPr/>
          </p:nvSpPr>
          <p:spPr>
            <a:xfrm>
              <a:off x="3357131" y="3664151"/>
              <a:ext cx="602974" cy="602974"/>
            </a:xfrm>
            <a:prstGeom prst="roundRect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矩形: 圆角 30">
              <a:hlinkClick r:id="" action="ppaction://noaction"/>
              <a:extLst>
                <a:ext uri="{FF2B5EF4-FFF2-40B4-BE49-F238E27FC236}">
                  <a16:creationId xmlns:a16="http://schemas.microsoft.com/office/drawing/2014/main" id="{775723E6-BACB-AEB4-A627-CFDCD8919820}"/>
                </a:ext>
              </a:extLst>
            </p:cNvPr>
            <p:cNvSpPr/>
            <p:nvPr/>
          </p:nvSpPr>
          <p:spPr>
            <a:xfrm>
              <a:off x="6114226" y="4496746"/>
              <a:ext cx="1125334" cy="307777"/>
            </a:xfrm>
            <a:prstGeom prst="roundRect">
              <a:avLst>
                <a:gd name="adj" fmla="val 17692"/>
              </a:avLst>
            </a:prstGeom>
            <a:solidFill>
              <a:schemeClr val="accent1"/>
            </a:solidFill>
            <a:ln>
              <a:noFill/>
            </a:ln>
            <a:effectLst>
              <a:outerShdw blurRad="50800" dist="25400" dir="5400000" algn="t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189">
                <a:defRPr/>
              </a:pPr>
              <a:r>
                <a:rPr lang="zh-CN" altLang="en-US" sz="1100" dirty="0">
                  <a:solidFill>
                    <a:prstClr val="white"/>
                  </a:solidFill>
                  <a:latin typeface="OPPOSans M" panose="00020600040101010101" pitchFamily="18" charset="-122"/>
                  <a:ea typeface="OPPOSans M" panose="00020600040101010101" pitchFamily="18" charset="-122"/>
                  <a:cs typeface="OPPOSans M" panose="00020600040101010101" pitchFamily="18" charset="-122"/>
                </a:rPr>
                <a:t>按钮</a:t>
              </a:r>
            </a:p>
          </p:txBody>
        </p:sp>
        <p:sp>
          <p:nvSpPr>
            <p:cNvPr id="32" name="矩形: 圆角 31">
              <a:hlinkClick r:id="" action="ppaction://noaction"/>
              <a:extLst>
                <a:ext uri="{FF2B5EF4-FFF2-40B4-BE49-F238E27FC236}">
                  <a16:creationId xmlns:a16="http://schemas.microsoft.com/office/drawing/2014/main" id="{C7B478A5-0622-264F-498D-4F952B2B1946}"/>
                </a:ext>
              </a:extLst>
            </p:cNvPr>
            <p:cNvSpPr/>
            <p:nvPr/>
          </p:nvSpPr>
          <p:spPr>
            <a:xfrm>
              <a:off x="4851768" y="4493520"/>
              <a:ext cx="1125334" cy="307777"/>
            </a:xfrm>
            <a:prstGeom prst="roundRect">
              <a:avLst>
                <a:gd name="adj" fmla="val 17692"/>
              </a:avLst>
            </a:prstGeom>
            <a:solidFill>
              <a:schemeClr val="bg1"/>
            </a:solidFill>
            <a:ln w="9525">
              <a:solidFill>
                <a:schemeClr val="accent1"/>
              </a:solidFill>
            </a:ln>
            <a:effectLst>
              <a:outerShdw blurRad="50800" dist="25400" dir="5400000" algn="t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189">
                <a:defRPr/>
              </a:pPr>
              <a:r>
                <a:rPr lang="zh-CN" altLang="en-US" sz="1100" dirty="0">
                  <a:solidFill>
                    <a:schemeClr val="accent1"/>
                  </a:solidFill>
                  <a:latin typeface="OPPOSans M" panose="00020600040101010101" pitchFamily="18" charset="-122"/>
                  <a:ea typeface="OPPOSans M" panose="00020600040101010101" pitchFamily="18" charset="-122"/>
                  <a:cs typeface="OPPOSans M" panose="00020600040101010101" pitchFamily="18" charset="-122"/>
                </a:rPr>
                <a:t>按钮</a:t>
              </a:r>
            </a:p>
          </p:txBody>
        </p:sp>
      </p:grpSp>
      <p:grpSp>
        <p:nvGrpSpPr>
          <p:cNvPr id="43" name="!! 带输入框的提示框">
            <a:extLst>
              <a:ext uri="{FF2B5EF4-FFF2-40B4-BE49-F238E27FC236}">
                <a16:creationId xmlns:a16="http://schemas.microsoft.com/office/drawing/2014/main" id="{25AD1416-ED9E-BE7E-BB54-B4B13916F55A}"/>
              </a:ext>
            </a:extLst>
          </p:cNvPr>
          <p:cNvGrpSpPr/>
          <p:nvPr/>
        </p:nvGrpSpPr>
        <p:grpSpPr>
          <a:xfrm>
            <a:off x="503074" y="3600145"/>
            <a:ext cx="4564916" cy="2137716"/>
            <a:chOff x="503073" y="3600144"/>
            <a:chExt cx="4564916" cy="2137716"/>
          </a:xfrm>
        </p:grpSpPr>
        <p:sp>
          <p:nvSpPr>
            <p:cNvPr id="35" name="!! 弹窗">
              <a:extLst>
                <a:ext uri="{FF2B5EF4-FFF2-40B4-BE49-F238E27FC236}">
                  <a16:creationId xmlns:a16="http://schemas.microsoft.com/office/drawing/2014/main" id="{0B41555A-D8F5-7AE8-A923-B8AB6E85C36C}"/>
                </a:ext>
              </a:extLst>
            </p:cNvPr>
            <p:cNvSpPr/>
            <p:nvPr/>
          </p:nvSpPr>
          <p:spPr>
            <a:xfrm>
              <a:off x="503073" y="3600144"/>
              <a:ext cx="4564916" cy="2137716"/>
            </a:xfrm>
            <a:prstGeom prst="roundRect">
              <a:avLst>
                <a:gd name="adj" fmla="val 4327"/>
              </a:avLst>
            </a:prstGeom>
            <a:solidFill>
              <a:schemeClr val="bg1"/>
            </a:solidFill>
            <a:ln>
              <a:noFill/>
            </a:ln>
            <a:effectLst>
              <a:outerShdw blurRad="254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" name="标题">
              <a:extLst>
                <a:ext uri="{FF2B5EF4-FFF2-40B4-BE49-F238E27FC236}">
                  <a16:creationId xmlns:a16="http://schemas.microsoft.com/office/drawing/2014/main" id="{182A1699-2718-AA58-0266-15781B5DDD17}"/>
                </a:ext>
              </a:extLst>
            </p:cNvPr>
            <p:cNvSpPr txBox="1"/>
            <p:nvPr/>
          </p:nvSpPr>
          <p:spPr>
            <a:xfrm>
              <a:off x="1701992" y="3857219"/>
              <a:ext cx="120502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>
                  <a:latin typeface="+mj-ea"/>
                  <a:ea typeface="+mj-ea"/>
                </a:rPr>
                <a:t>标题</a:t>
              </a:r>
            </a:p>
          </p:txBody>
        </p:sp>
        <p:sp>
          <p:nvSpPr>
            <p:cNvPr id="37" name="副标题">
              <a:extLst>
                <a:ext uri="{FF2B5EF4-FFF2-40B4-BE49-F238E27FC236}">
                  <a16:creationId xmlns:a16="http://schemas.microsoft.com/office/drawing/2014/main" id="{C27593F4-7922-8C9E-BA04-F11015239BB7}"/>
                </a:ext>
              </a:extLst>
            </p:cNvPr>
            <p:cNvSpPr txBox="1"/>
            <p:nvPr/>
          </p:nvSpPr>
          <p:spPr>
            <a:xfrm>
              <a:off x="1701992" y="4175877"/>
              <a:ext cx="292572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dirty="0">
                  <a:latin typeface="+mn-ea"/>
                </a:rPr>
                <a:t>副标题</a:t>
              </a:r>
            </a:p>
          </p:txBody>
        </p:sp>
        <p:sp>
          <p:nvSpPr>
            <p:cNvPr id="38" name="!! 图标">
              <a:extLst>
                <a:ext uri="{FF2B5EF4-FFF2-40B4-BE49-F238E27FC236}">
                  <a16:creationId xmlns:a16="http://schemas.microsoft.com/office/drawing/2014/main" id="{4265D6A8-732C-F12F-CD3C-EFFB4BFCC449}"/>
                </a:ext>
              </a:extLst>
            </p:cNvPr>
            <p:cNvSpPr/>
            <p:nvPr/>
          </p:nvSpPr>
          <p:spPr>
            <a:xfrm>
              <a:off x="947205" y="3923015"/>
              <a:ext cx="602974" cy="602974"/>
            </a:xfrm>
            <a:prstGeom prst="roundRect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" name="矩形: 圆角 38">
              <a:hlinkClick r:id="" action="ppaction://noaction"/>
              <a:extLst>
                <a:ext uri="{FF2B5EF4-FFF2-40B4-BE49-F238E27FC236}">
                  <a16:creationId xmlns:a16="http://schemas.microsoft.com/office/drawing/2014/main" id="{D3338296-B41F-50A8-F5FE-5D00E279081D}"/>
                </a:ext>
              </a:extLst>
            </p:cNvPr>
            <p:cNvSpPr/>
            <p:nvPr/>
          </p:nvSpPr>
          <p:spPr>
            <a:xfrm>
              <a:off x="3704300" y="5196475"/>
              <a:ext cx="1125334" cy="307777"/>
            </a:xfrm>
            <a:prstGeom prst="roundRect">
              <a:avLst>
                <a:gd name="adj" fmla="val 17692"/>
              </a:avLst>
            </a:prstGeom>
            <a:solidFill>
              <a:schemeClr val="accent1"/>
            </a:solidFill>
            <a:ln>
              <a:noFill/>
            </a:ln>
            <a:effectLst>
              <a:outerShdw blurRad="50800" dist="25400" dir="5400000" algn="t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189">
                <a:defRPr/>
              </a:pPr>
              <a:r>
                <a:rPr lang="zh-CN" altLang="en-US" sz="1100" dirty="0">
                  <a:solidFill>
                    <a:prstClr val="white"/>
                  </a:solidFill>
                  <a:latin typeface="OPPOSans M" panose="00020600040101010101" pitchFamily="18" charset="-122"/>
                  <a:ea typeface="OPPOSans M" panose="00020600040101010101" pitchFamily="18" charset="-122"/>
                  <a:cs typeface="OPPOSans M" panose="00020600040101010101" pitchFamily="18" charset="-122"/>
                </a:rPr>
                <a:t>按钮</a:t>
              </a:r>
            </a:p>
          </p:txBody>
        </p:sp>
        <p:sp>
          <p:nvSpPr>
            <p:cNvPr id="40" name="矩形: 圆角 39">
              <a:hlinkClick r:id="" action="ppaction://noaction"/>
              <a:extLst>
                <a:ext uri="{FF2B5EF4-FFF2-40B4-BE49-F238E27FC236}">
                  <a16:creationId xmlns:a16="http://schemas.microsoft.com/office/drawing/2014/main" id="{1F2467BF-31D5-96AA-8D79-781E2C34C527}"/>
                </a:ext>
              </a:extLst>
            </p:cNvPr>
            <p:cNvSpPr/>
            <p:nvPr/>
          </p:nvSpPr>
          <p:spPr>
            <a:xfrm>
              <a:off x="2441842" y="5193249"/>
              <a:ext cx="1125334" cy="307777"/>
            </a:xfrm>
            <a:prstGeom prst="roundRect">
              <a:avLst>
                <a:gd name="adj" fmla="val 17692"/>
              </a:avLst>
            </a:prstGeom>
            <a:solidFill>
              <a:schemeClr val="bg1"/>
            </a:solidFill>
            <a:ln w="9525">
              <a:solidFill>
                <a:schemeClr val="accent1"/>
              </a:solidFill>
            </a:ln>
            <a:effectLst>
              <a:outerShdw blurRad="50800" dist="25400" dir="5400000" algn="t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189">
                <a:defRPr/>
              </a:pPr>
              <a:r>
                <a:rPr lang="zh-CN" altLang="en-US" sz="1100" dirty="0">
                  <a:solidFill>
                    <a:schemeClr val="accent1"/>
                  </a:solidFill>
                  <a:latin typeface="OPPOSans M" panose="00020600040101010101" pitchFamily="18" charset="-122"/>
                  <a:ea typeface="OPPOSans M" panose="00020600040101010101" pitchFamily="18" charset="-122"/>
                  <a:cs typeface="OPPOSans M" panose="00020600040101010101" pitchFamily="18" charset="-122"/>
                </a:rPr>
                <a:t>按钮</a:t>
              </a:r>
            </a:p>
          </p:txBody>
        </p:sp>
        <p:sp>
          <p:nvSpPr>
            <p:cNvPr id="41" name="矩形: 圆角 40">
              <a:extLst>
                <a:ext uri="{FF2B5EF4-FFF2-40B4-BE49-F238E27FC236}">
                  <a16:creationId xmlns:a16="http://schemas.microsoft.com/office/drawing/2014/main" id="{5D5E0815-1D6E-FC51-783A-3ACD0AAB0163}"/>
                </a:ext>
              </a:extLst>
            </p:cNvPr>
            <p:cNvSpPr/>
            <p:nvPr/>
          </p:nvSpPr>
          <p:spPr>
            <a:xfrm>
              <a:off x="947205" y="4708371"/>
              <a:ext cx="3882429" cy="305722"/>
            </a:xfrm>
            <a:prstGeom prst="roundRect">
              <a:avLst/>
            </a:prstGeom>
            <a:solidFill>
              <a:schemeClr val="bg2"/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zh-CN" altLang="en-US" sz="1200" dirty="0">
                  <a:solidFill>
                    <a:schemeClr val="bg1">
                      <a:lumMod val="75000"/>
                    </a:schemeClr>
                  </a:solidFill>
                </a:rPr>
                <a:t>输入框</a:t>
              </a:r>
            </a:p>
          </p:txBody>
        </p:sp>
      </p:grpSp>
      <p:sp>
        <p:nvSpPr>
          <p:cNvPr id="48" name="!! 输入框">
            <a:extLst>
              <a:ext uri="{FF2B5EF4-FFF2-40B4-BE49-F238E27FC236}">
                <a16:creationId xmlns:a16="http://schemas.microsoft.com/office/drawing/2014/main" id="{C4FDA68A-A7F3-5292-D379-2AD5002D380C}"/>
              </a:ext>
            </a:extLst>
          </p:cNvPr>
          <p:cNvSpPr/>
          <p:nvPr/>
        </p:nvSpPr>
        <p:spPr>
          <a:xfrm>
            <a:off x="9507544" y="5341540"/>
            <a:ext cx="2359488" cy="392193"/>
          </a:xfrm>
          <a:prstGeom prst="roundRect">
            <a:avLst>
              <a:gd name="adj" fmla="val 20553"/>
            </a:avLst>
          </a:prstGeom>
          <a:solidFill>
            <a:schemeClr val="bg2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200" dirty="0">
                <a:solidFill>
                  <a:schemeClr val="bg1">
                    <a:lumMod val="75000"/>
                  </a:schemeClr>
                </a:solidFill>
              </a:rPr>
              <a:t>输入框</a:t>
            </a:r>
          </a:p>
        </p:txBody>
      </p:sp>
      <p:grpSp>
        <p:nvGrpSpPr>
          <p:cNvPr id="54" name="!! load">
            <a:extLst>
              <a:ext uri="{FF2B5EF4-FFF2-40B4-BE49-F238E27FC236}">
                <a16:creationId xmlns:a16="http://schemas.microsoft.com/office/drawing/2014/main" id="{EC294FFD-D529-38FA-EF26-1F5E34348EC9}"/>
              </a:ext>
            </a:extLst>
          </p:cNvPr>
          <p:cNvGrpSpPr/>
          <p:nvPr/>
        </p:nvGrpSpPr>
        <p:grpSpPr>
          <a:xfrm>
            <a:off x="11230651" y="2490689"/>
            <a:ext cx="245532" cy="245532"/>
            <a:chOff x="7349534" y="4722202"/>
            <a:chExt cx="279398" cy="279398"/>
          </a:xfrm>
        </p:grpSpPr>
        <p:sp>
          <p:nvSpPr>
            <p:cNvPr id="55" name="弧形 54">
              <a:extLst>
                <a:ext uri="{FF2B5EF4-FFF2-40B4-BE49-F238E27FC236}">
                  <a16:creationId xmlns:a16="http://schemas.microsoft.com/office/drawing/2014/main" id="{A711C09C-922D-C512-F70E-74E970E78050}"/>
                </a:ext>
              </a:extLst>
            </p:cNvPr>
            <p:cNvSpPr/>
            <p:nvPr/>
          </p:nvSpPr>
          <p:spPr>
            <a:xfrm>
              <a:off x="7349534" y="4722202"/>
              <a:ext cx="279398" cy="279398"/>
            </a:xfrm>
            <a:prstGeom prst="arc">
              <a:avLst>
                <a:gd name="adj1" fmla="val 16200000"/>
                <a:gd name="adj2" fmla="val 16194911"/>
              </a:avLst>
            </a:prstGeom>
            <a:noFill/>
            <a:ln w="38100">
              <a:solidFill>
                <a:schemeClr val="accent1">
                  <a:alpha val="1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" name="弧形 55">
              <a:extLst>
                <a:ext uri="{FF2B5EF4-FFF2-40B4-BE49-F238E27FC236}">
                  <a16:creationId xmlns:a16="http://schemas.microsoft.com/office/drawing/2014/main" id="{008987E4-3B5B-1E42-4C21-DA3824FA717C}"/>
                </a:ext>
              </a:extLst>
            </p:cNvPr>
            <p:cNvSpPr/>
            <p:nvPr/>
          </p:nvSpPr>
          <p:spPr>
            <a:xfrm>
              <a:off x="7349534" y="4722202"/>
              <a:ext cx="279398" cy="279398"/>
            </a:xfrm>
            <a:prstGeom prst="arc">
              <a:avLst>
                <a:gd name="adj1" fmla="val 16250568"/>
                <a:gd name="adj2" fmla="val 321908"/>
              </a:avLst>
            </a:prstGeom>
            <a:noFill/>
            <a:ln w="38100" cap="rnd">
              <a:solidFill>
                <a:schemeClr val="accent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57" name="!! 检测">
            <a:extLst>
              <a:ext uri="{FF2B5EF4-FFF2-40B4-BE49-F238E27FC236}">
                <a16:creationId xmlns:a16="http://schemas.microsoft.com/office/drawing/2014/main" id="{6038F025-F48A-0765-AC31-3AECC2373A42}"/>
              </a:ext>
            </a:extLst>
          </p:cNvPr>
          <p:cNvSpPr txBox="1"/>
          <p:nvPr/>
        </p:nvSpPr>
        <p:spPr>
          <a:xfrm>
            <a:off x="9589764" y="3787937"/>
            <a:ext cx="10697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提示文字</a:t>
            </a:r>
          </a:p>
        </p:txBody>
      </p:sp>
      <p:sp>
        <p:nvSpPr>
          <p:cNvPr id="89" name="!! 副标题">
            <a:extLst>
              <a:ext uri="{FF2B5EF4-FFF2-40B4-BE49-F238E27FC236}">
                <a16:creationId xmlns:a16="http://schemas.microsoft.com/office/drawing/2014/main" id="{F937FD0C-C645-9BC9-14A9-61CC38F3421E}"/>
              </a:ext>
            </a:extLst>
          </p:cNvPr>
          <p:cNvSpPr txBox="1"/>
          <p:nvPr/>
        </p:nvSpPr>
        <p:spPr>
          <a:xfrm>
            <a:off x="9459127" y="4943379"/>
            <a:ext cx="24079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副标题</a:t>
            </a:r>
          </a:p>
        </p:txBody>
      </p:sp>
      <p:sp>
        <p:nvSpPr>
          <p:cNvPr id="92" name="!! 禁用按钮">
            <a:extLst>
              <a:ext uri="{FF2B5EF4-FFF2-40B4-BE49-F238E27FC236}">
                <a16:creationId xmlns:a16="http://schemas.microsoft.com/office/drawing/2014/main" id="{AEC38742-094E-6D8B-ACF3-1438A955CD03}"/>
              </a:ext>
            </a:extLst>
          </p:cNvPr>
          <p:cNvSpPr/>
          <p:nvPr/>
        </p:nvSpPr>
        <p:spPr>
          <a:xfrm>
            <a:off x="9507545" y="1665957"/>
            <a:ext cx="2313819" cy="408215"/>
          </a:xfrm>
          <a:prstGeom prst="roundRect">
            <a:avLst>
              <a:gd name="adj" fmla="val 50000"/>
            </a:avLst>
          </a:prstGeom>
          <a:solidFill>
            <a:schemeClr val="bg2">
              <a:lumMod val="95000"/>
            </a:schemeClr>
          </a:solidFill>
          <a:ln w="12700">
            <a:solidFill>
              <a:schemeClr val="bg1">
                <a:lumMod val="75000"/>
              </a:schemeClr>
            </a:solidFill>
          </a:ln>
          <a:effectLst>
            <a:outerShdw blurRad="88900" sx="101000" sy="101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>
              <a:defRPr/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vivo Sans"/>
                <a:ea typeface="vivo Sans"/>
              </a:rPr>
              <a:t>禁用按钮</a:t>
            </a:r>
          </a:p>
        </p:txBody>
      </p:sp>
      <p:sp>
        <p:nvSpPr>
          <p:cNvPr id="93" name="文本框 92">
            <a:extLst>
              <a:ext uri="{FF2B5EF4-FFF2-40B4-BE49-F238E27FC236}">
                <a16:creationId xmlns:a16="http://schemas.microsoft.com/office/drawing/2014/main" id="{084C6977-90E3-98EA-52A9-D3B1BD111178}"/>
              </a:ext>
            </a:extLst>
          </p:cNvPr>
          <p:cNvSpPr txBox="1"/>
          <p:nvPr/>
        </p:nvSpPr>
        <p:spPr>
          <a:xfrm>
            <a:off x="1248693" y="6016743"/>
            <a:ext cx="51138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dirty="0">
                <a:solidFill>
                  <a:schemeClr val="bg2"/>
                </a:solidFill>
              </a:rPr>
              <a:t>Leaf Design</a:t>
            </a:r>
            <a:endParaRPr lang="zh-CN" altLang="en-US" sz="3600" dirty="0">
              <a:solidFill>
                <a:schemeClr val="bg2"/>
              </a:solidFill>
            </a:endParaRPr>
          </a:p>
        </p:txBody>
      </p:sp>
      <p:sp>
        <p:nvSpPr>
          <p:cNvPr id="94" name="!! Leaf">
            <a:extLst>
              <a:ext uri="{FF2B5EF4-FFF2-40B4-BE49-F238E27FC236}">
                <a16:creationId xmlns:a16="http://schemas.microsoft.com/office/drawing/2014/main" id="{EBB3BF2F-F56A-B48A-F806-B24CA9A2B7FA}"/>
              </a:ext>
            </a:extLst>
          </p:cNvPr>
          <p:cNvSpPr/>
          <p:nvPr/>
        </p:nvSpPr>
        <p:spPr>
          <a:xfrm>
            <a:off x="641748" y="6051227"/>
            <a:ext cx="610915" cy="610915"/>
          </a:xfrm>
          <a:prstGeom prst="ellipse">
            <a:avLst/>
          </a:pr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2934D2E8-F3E9-67E1-BFE4-77A7DED1EA65}"/>
              </a:ext>
            </a:extLst>
          </p:cNvPr>
          <p:cNvGrpSpPr/>
          <p:nvPr/>
        </p:nvGrpSpPr>
        <p:grpSpPr>
          <a:xfrm>
            <a:off x="5585427" y="2395424"/>
            <a:ext cx="3541817" cy="3601925"/>
            <a:chOff x="4462984" y="189717"/>
            <a:chExt cx="3541817" cy="3914923"/>
          </a:xfrm>
        </p:grpSpPr>
        <p:sp>
          <p:nvSpPr>
            <p:cNvPr id="23" name="!! 背景板">
              <a:extLst>
                <a:ext uri="{FF2B5EF4-FFF2-40B4-BE49-F238E27FC236}">
                  <a16:creationId xmlns:a16="http://schemas.microsoft.com/office/drawing/2014/main" id="{790123C1-EB9A-AEB7-DF83-DFD5CE990411}"/>
                </a:ext>
              </a:extLst>
            </p:cNvPr>
            <p:cNvSpPr/>
            <p:nvPr/>
          </p:nvSpPr>
          <p:spPr>
            <a:xfrm>
              <a:off x="4462984" y="189717"/>
              <a:ext cx="3541817" cy="3914923"/>
            </a:xfrm>
            <a:prstGeom prst="roundRect">
              <a:avLst>
                <a:gd name="adj" fmla="val 4577"/>
              </a:avLst>
            </a:prstGeom>
            <a:solidFill>
              <a:schemeClr val="bg1"/>
            </a:solidFill>
            <a:ln w="6350">
              <a:solidFill>
                <a:schemeClr val="bg1">
                  <a:lumMod val="90000"/>
                </a:schemeClr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1998"/>
              <a:endParaRPr lang="zh-CN" alt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49" name="文本框 48">
              <a:extLst>
                <a:ext uri="{FF2B5EF4-FFF2-40B4-BE49-F238E27FC236}">
                  <a16:creationId xmlns:a16="http://schemas.microsoft.com/office/drawing/2014/main" id="{AFC1B797-7084-F471-D5D6-B6D08FC3B2D6}"/>
                </a:ext>
              </a:extLst>
            </p:cNvPr>
            <p:cNvSpPr txBox="1"/>
            <p:nvPr/>
          </p:nvSpPr>
          <p:spPr>
            <a:xfrm>
              <a:off x="4727422" y="410984"/>
              <a:ext cx="2137062" cy="338554"/>
            </a:xfrm>
            <a:prstGeom prst="rect">
              <a:avLst/>
            </a:prstGeom>
            <a:noFill/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72000">
                <a:defRPr sz="1200"/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zh-CN" altLang="en-US" sz="1600" dirty="0">
                  <a:solidFill>
                    <a:schemeClr val="tx1"/>
                  </a:solidFill>
                </a:rPr>
                <a:t>可活动列表名（可选）</a:t>
              </a:r>
            </a:p>
          </p:txBody>
        </p:sp>
      </p:grpSp>
      <p:sp>
        <p:nvSpPr>
          <p:cNvPr id="52" name="!! 选中">
            <a:extLst>
              <a:ext uri="{FF2B5EF4-FFF2-40B4-BE49-F238E27FC236}">
                <a16:creationId xmlns:a16="http://schemas.microsoft.com/office/drawing/2014/main" id="{A8E87AE5-93AC-200A-15C5-259B6872CCA4}"/>
              </a:ext>
            </a:extLst>
          </p:cNvPr>
          <p:cNvSpPr/>
          <p:nvPr/>
        </p:nvSpPr>
        <p:spPr>
          <a:xfrm>
            <a:off x="5867783" y="3698281"/>
            <a:ext cx="2996007" cy="457924"/>
          </a:xfrm>
          <a:prstGeom prst="roundRect">
            <a:avLst>
              <a:gd name="adj" fmla="val 22880"/>
            </a:avLst>
          </a:prstGeom>
          <a:solidFill>
            <a:schemeClr val="accent1"/>
          </a:solidFill>
          <a:ln w="635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71998"/>
            <a:r>
              <a:rPr lang="zh-CN" altLang="en-US" sz="1400">
                <a:solidFill>
                  <a:schemeClr val="bg2"/>
                </a:solidFill>
                <a:latin typeface="vivo Sans Light" panose="02000400000000000000" pitchFamily="2" charset="-122"/>
                <a:ea typeface="vivo Sans Light" panose="02000400000000000000" pitchFamily="2" charset="-122"/>
                <a:cs typeface="vivo Sans Light" panose="02000400000000000000" pitchFamily="2" charset="-122"/>
              </a:rPr>
              <a:t>选项</a:t>
            </a:r>
            <a:r>
              <a:rPr lang="en-US" altLang="zh-CN" sz="1400" dirty="0">
                <a:solidFill>
                  <a:schemeClr val="bg2"/>
                </a:solidFill>
                <a:latin typeface="vivo Sans Light" panose="02000400000000000000" pitchFamily="2" charset="-122"/>
                <a:ea typeface="vivo Sans Light" panose="02000400000000000000" pitchFamily="2" charset="-122"/>
                <a:cs typeface="vivo Sans Light" panose="02000400000000000000" pitchFamily="2" charset="-122"/>
              </a:rPr>
              <a:t>2</a:t>
            </a:r>
            <a:endParaRPr lang="zh-CN" altLang="en-US" sz="1400" dirty="0">
              <a:solidFill>
                <a:schemeClr val="bg2"/>
              </a:solidFill>
              <a:latin typeface="vivo Sans Light" panose="02000400000000000000" pitchFamily="2" charset="-122"/>
              <a:ea typeface="vivo Sans Light" panose="02000400000000000000" pitchFamily="2" charset="-122"/>
              <a:cs typeface="vivo Sans Light" panose="02000400000000000000" pitchFamily="2" charset="-122"/>
            </a:endParaRPr>
          </a:p>
        </p:txBody>
      </p:sp>
      <p:sp>
        <p:nvSpPr>
          <p:cNvPr id="53" name="!! 未选中">
            <a:extLst>
              <a:ext uri="{FF2B5EF4-FFF2-40B4-BE49-F238E27FC236}">
                <a16:creationId xmlns:a16="http://schemas.microsoft.com/office/drawing/2014/main" id="{1AAF161E-6B81-C1EA-A211-CBC29223AA6C}"/>
              </a:ext>
            </a:extLst>
          </p:cNvPr>
          <p:cNvSpPr/>
          <p:nvPr/>
        </p:nvSpPr>
        <p:spPr>
          <a:xfrm>
            <a:off x="5867783" y="3046851"/>
            <a:ext cx="2996007" cy="457924"/>
          </a:xfrm>
          <a:prstGeom prst="roundRect">
            <a:avLst>
              <a:gd name="adj" fmla="val 22880"/>
            </a:avLst>
          </a:prstGeom>
          <a:solidFill>
            <a:schemeClr val="bg2"/>
          </a:solidFill>
          <a:ln w="635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71998"/>
            <a:r>
              <a:rPr lang="zh-CN" altLang="en-US" sz="1400">
                <a:solidFill>
                  <a:schemeClr val="tx1">
                    <a:lumMod val="90000"/>
                    <a:lumOff val="10000"/>
                  </a:schemeClr>
                </a:solidFill>
                <a:latin typeface="vivo Sans Light" panose="02000400000000000000" pitchFamily="2" charset="-122"/>
                <a:ea typeface="vivo Sans Light" panose="02000400000000000000" pitchFamily="2" charset="-122"/>
                <a:cs typeface="vivo Sans Light" panose="02000400000000000000" pitchFamily="2" charset="-122"/>
              </a:rPr>
              <a:t>选项</a:t>
            </a:r>
            <a:r>
              <a:rPr lang="en-US" altLang="zh-CN" sz="1400" dirty="0">
                <a:solidFill>
                  <a:schemeClr val="tx1">
                    <a:lumMod val="90000"/>
                    <a:lumOff val="10000"/>
                  </a:schemeClr>
                </a:solidFill>
                <a:latin typeface="vivo Sans Light" panose="02000400000000000000" pitchFamily="2" charset="-122"/>
                <a:ea typeface="vivo Sans Light" panose="02000400000000000000" pitchFamily="2" charset="-122"/>
                <a:cs typeface="vivo Sans Light" panose="02000400000000000000" pitchFamily="2" charset="-122"/>
              </a:rPr>
              <a:t>1</a:t>
            </a:r>
            <a:endParaRPr lang="zh-CN" altLang="en-US" sz="1400" dirty="0">
              <a:solidFill>
                <a:schemeClr val="tx1">
                  <a:lumMod val="90000"/>
                  <a:lumOff val="10000"/>
                </a:schemeClr>
              </a:solidFill>
              <a:latin typeface="vivo Sans Light" panose="02000400000000000000" pitchFamily="2" charset="-122"/>
              <a:ea typeface="vivo Sans Light" panose="02000400000000000000" pitchFamily="2" charset="-122"/>
              <a:cs typeface="vivo Sans Light" panose="02000400000000000000" pitchFamily="2" charset="-122"/>
            </a:endParaRPr>
          </a:p>
        </p:txBody>
      </p:sp>
      <p:sp>
        <p:nvSpPr>
          <p:cNvPr id="59" name="!! 未选中">
            <a:extLst>
              <a:ext uri="{FF2B5EF4-FFF2-40B4-BE49-F238E27FC236}">
                <a16:creationId xmlns:a16="http://schemas.microsoft.com/office/drawing/2014/main" id="{DDA07492-C14E-BF5E-84D6-3472D41786B4}"/>
              </a:ext>
            </a:extLst>
          </p:cNvPr>
          <p:cNvSpPr/>
          <p:nvPr/>
        </p:nvSpPr>
        <p:spPr>
          <a:xfrm>
            <a:off x="5867783" y="4418451"/>
            <a:ext cx="2996007" cy="457924"/>
          </a:xfrm>
          <a:prstGeom prst="roundRect">
            <a:avLst>
              <a:gd name="adj" fmla="val 22880"/>
            </a:avLst>
          </a:prstGeom>
          <a:solidFill>
            <a:schemeClr val="bg2"/>
          </a:solidFill>
          <a:ln w="635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71998"/>
            <a:r>
              <a:rPr lang="zh-CN" altLang="en-US" sz="1400">
                <a:solidFill>
                  <a:schemeClr val="tx1">
                    <a:lumMod val="90000"/>
                    <a:lumOff val="10000"/>
                  </a:schemeClr>
                </a:solidFill>
                <a:latin typeface="vivo Sans Light" panose="02000400000000000000" pitchFamily="2" charset="-122"/>
                <a:ea typeface="vivo Sans Light" panose="02000400000000000000" pitchFamily="2" charset="-122"/>
                <a:cs typeface="vivo Sans Light" panose="02000400000000000000" pitchFamily="2" charset="-122"/>
              </a:rPr>
              <a:t>选项</a:t>
            </a:r>
            <a:r>
              <a:rPr lang="en-US" altLang="zh-CN" sz="1400" dirty="0">
                <a:solidFill>
                  <a:schemeClr val="tx1">
                    <a:lumMod val="90000"/>
                    <a:lumOff val="10000"/>
                  </a:schemeClr>
                </a:solidFill>
                <a:latin typeface="vivo Sans Light" panose="02000400000000000000" pitchFamily="2" charset="-122"/>
                <a:ea typeface="vivo Sans Light" panose="02000400000000000000" pitchFamily="2" charset="-122"/>
                <a:cs typeface="vivo Sans Light" panose="02000400000000000000" pitchFamily="2" charset="-122"/>
              </a:rPr>
              <a:t>3</a:t>
            </a:r>
            <a:endParaRPr lang="zh-CN" altLang="en-US" sz="1400" dirty="0">
              <a:solidFill>
                <a:schemeClr val="tx1">
                  <a:lumMod val="90000"/>
                  <a:lumOff val="10000"/>
                </a:schemeClr>
              </a:solidFill>
              <a:latin typeface="vivo Sans Light" panose="02000400000000000000" pitchFamily="2" charset="-122"/>
              <a:ea typeface="vivo Sans Light" panose="02000400000000000000" pitchFamily="2" charset="-122"/>
              <a:cs typeface="vivo Sans Light" panose="02000400000000000000" pitchFamily="2" charset="-122"/>
            </a:endParaRPr>
          </a:p>
        </p:txBody>
      </p:sp>
      <p:sp>
        <p:nvSpPr>
          <p:cNvPr id="63" name="MG-!! 不可用">
            <a:extLst>
              <a:ext uri="{FF2B5EF4-FFF2-40B4-BE49-F238E27FC236}">
                <a16:creationId xmlns:a16="http://schemas.microsoft.com/office/drawing/2014/main" id="{D5F79F60-7E02-2466-7259-90C713306117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5858332" y="5107483"/>
            <a:ext cx="2996007" cy="457924"/>
          </a:xfrm>
          <a:prstGeom prst="roundRect">
            <a:avLst>
              <a:gd name="adj" fmla="val 22880"/>
            </a:avLst>
          </a:prstGeom>
          <a:solidFill>
            <a:schemeClr val="bg2"/>
          </a:solidFill>
          <a:ln w="635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71998"/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vivo Sans Light" panose="02000400000000000000" pitchFamily="2" charset="-122"/>
                <a:ea typeface="vivo Sans Light" panose="02000400000000000000" pitchFamily="2" charset="-122"/>
                <a:cs typeface="vivo Sans Light" panose="02000400000000000000" pitchFamily="2" charset="-122"/>
              </a:rPr>
              <a:t>不可用</a:t>
            </a:r>
          </a:p>
        </p:txBody>
      </p:sp>
      <p:sp>
        <p:nvSpPr>
          <p:cNvPr id="64" name="矩形: 圆角 63">
            <a:extLst>
              <a:ext uri="{FF2B5EF4-FFF2-40B4-BE49-F238E27FC236}">
                <a16:creationId xmlns:a16="http://schemas.microsoft.com/office/drawing/2014/main" id="{922343C2-8227-7871-DCA1-D254F6D2DA7B}"/>
              </a:ext>
            </a:extLst>
          </p:cNvPr>
          <p:cNvSpPr/>
          <p:nvPr/>
        </p:nvSpPr>
        <p:spPr>
          <a:xfrm>
            <a:off x="9565427" y="3398272"/>
            <a:ext cx="1266731" cy="1019160"/>
          </a:xfrm>
          <a:prstGeom prst="roundRect">
            <a:avLst/>
          </a:prstGeom>
          <a:solidFill>
            <a:schemeClr val="bg1"/>
          </a:solidFill>
          <a:ln>
            <a:solidFill>
              <a:schemeClr val="bg2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6" name="矩形: 圆角 65">
            <a:extLst>
              <a:ext uri="{FF2B5EF4-FFF2-40B4-BE49-F238E27FC236}">
                <a16:creationId xmlns:a16="http://schemas.microsoft.com/office/drawing/2014/main" id="{ADFD8B86-9678-1E2C-7B17-F02038F2DCF9}"/>
              </a:ext>
            </a:extLst>
          </p:cNvPr>
          <p:cNvSpPr/>
          <p:nvPr/>
        </p:nvSpPr>
        <p:spPr>
          <a:xfrm>
            <a:off x="9561112" y="2324398"/>
            <a:ext cx="1252887" cy="923749"/>
          </a:xfrm>
          <a:prstGeom prst="roundRect">
            <a:avLst/>
          </a:prstGeom>
          <a:solidFill>
            <a:schemeClr val="bg1"/>
          </a:solidFill>
          <a:ln>
            <a:solidFill>
              <a:schemeClr val="bg2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7" name="!! 单选框1">
            <a:extLst>
              <a:ext uri="{FF2B5EF4-FFF2-40B4-BE49-F238E27FC236}">
                <a16:creationId xmlns:a16="http://schemas.microsoft.com/office/drawing/2014/main" id="{7ED560CC-909A-A59A-B939-783DA04063F9}"/>
              </a:ext>
            </a:extLst>
          </p:cNvPr>
          <p:cNvSpPr/>
          <p:nvPr/>
        </p:nvSpPr>
        <p:spPr>
          <a:xfrm>
            <a:off x="9754396" y="3499569"/>
            <a:ext cx="188783" cy="188783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>
              <a:defRPr/>
            </a:pPr>
            <a:endParaRPr lang="zh-CN" altLang="en-US" dirty="0">
              <a:solidFill>
                <a:srgbClr val="F5F5F5"/>
              </a:solidFill>
              <a:latin typeface="vivo Sans"/>
              <a:ea typeface="vivo Sans"/>
            </a:endParaRPr>
          </a:p>
        </p:txBody>
      </p:sp>
      <p:sp>
        <p:nvSpPr>
          <p:cNvPr id="68" name="!! 单选文本">
            <a:extLst>
              <a:ext uri="{FF2B5EF4-FFF2-40B4-BE49-F238E27FC236}">
                <a16:creationId xmlns:a16="http://schemas.microsoft.com/office/drawing/2014/main" id="{155343A5-3B23-0BBE-9844-0C511FD02619}"/>
              </a:ext>
            </a:extLst>
          </p:cNvPr>
          <p:cNvSpPr txBox="1"/>
          <p:nvPr/>
        </p:nvSpPr>
        <p:spPr>
          <a:xfrm>
            <a:off x="9943179" y="3456931"/>
            <a:ext cx="9768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377">
              <a:defRPr/>
            </a:pPr>
            <a:r>
              <a:rPr lang="zh-CN" altLang="en-US" sz="1200" dirty="0">
                <a:latin typeface="vivo Sans"/>
                <a:ea typeface="vivo Sans"/>
              </a:rPr>
              <a:t>填入选项</a:t>
            </a:r>
          </a:p>
        </p:txBody>
      </p:sp>
      <p:grpSp>
        <p:nvGrpSpPr>
          <p:cNvPr id="69" name="MG-!! 单选框2">
            <a:extLst>
              <a:ext uri="{FF2B5EF4-FFF2-40B4-BE49-F238E27FC236}">
                <a16:creationId xmlns:a16="http://schemas.microsoft.com/office/drawing/2014/main" id="{4FD40F6A-7ABB-4819-A225-C0F7D9438F41}"/>
              </a:ext>
            </a:extLst>
          </p:cNvPr>
          <p:cNvGrpSpPr/>
          <p:nvPr>
            <p:custDataLst>
              <p:tags r:id="rId2"/>
            </p:custDataLst>
          </p:nvPr>
        </p:nvGrpSpPr>
        <p:grpSpPr>
          <a:xfrm>
            <a:off x="9754395" y="3765697"/>
            <a:ext cx="1544068" cy="276999"/>
            <a:chOff x="6879497" y="3107891"/>
            <a:chExt cx="1544068" cy="276999"/>
          </a:xfrm>
        </p:grpSpPr>
        <p:sp>
          <p:nvSpPr>
            <p:cNvPr id="70" name="MG-!! 单选框1">
              <a:extLst>
                <a:ext uri="{FF2B5EF4-FFF2-40B4-BE49-F238E27FC236}">
                  <a16:creationId xmlns:a16="http://schemas.microsoft.com/office/drawing/2014/main" id="{2576C7DA-C307-2FD9-A35D-808F5CFF0AB7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>
            <a:xfrm>
              <a:off x="6879497" y="3167389"/>
              <a:ext cx="188782" cy="188782"/>
            </a:xfrm>
            <a:prstGeom prst="ellipse">
              <a:avLst/>
            </a:prstGeom>
            <a:solidFill>
              <a:schemeClr val="bg1">
                <a:lumMod val="90000"/>
              </a:schemeClr>
            </a:solidFill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77">
                <a:defRPr/>
              </a:pPr>
              <a:endParaRPr lang="zh-CN" altLang="en-US">
                <a:solidFill>
                  <a:srgbClr val="F5F5F5"/>
                </a:solidFill>
                <a:latin typeface="vivo Sans"/>
                <a:ea typeface="vivo Sans"/>
              </a:endParaRPr>
            </a:p>
          </p:txBody>
        </p:sp>
        <p:sp>
          <p:nvSpPr>
            <p:cNvPr id="71" name="MG-!! 单选文本">
              <a:extLst>
                <a:ext uri="{FF2B5EF4-FFF2-40B4-BE49-F238E27FC236}">
                  <a16:creationId xmlns:a16="http://schemas.microsoft.com/office/drawing/2014/main" id="{16F070E2-8A17-A696-2496-2DF898E6D515}"/>
                </a:ext>
              </a:extLst>
            </p:cNvPr>
            <p:cNvSpPr txBox="1"/>
            <p:nvPr>
              <p:custDataLst>
                <p:tags r:id="rId4"/>
              </p:custDataLst>
            </p:nvPr>
          </p:nvSpPr>
          <p:spPr>
            <a:xfrm>
              <a:off x="7081697" y="3107891"/>
              <a:ext cx="134186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914377">
                <a:defRPr/>
              </a:pPr>
              <a:r>
                <a:rPr lang="zh-CN" altLang="en-US" sz="1200" dirty="0">
                  <a:solidFill>
                    <a:schemeClr val="bg1">
                      <a:lumMod val="50000"/>
                    </a:schemeClr>
                  </a:solidFill>
                  <a:latin typeface="vivo Sans"/>
                  <a:ea typeface="vivo Sans"/>
                </a:rPr>
                <a:t>未选禁用</a:t>
              </a:r>
            </a:p>
          </p:txBody>
        </p:sp>
      </p:grpSp>
      <p:grpSp>
        <p:nvGrpSpPr>
          <p:cNvPr id="72" name="!! 单选框 3">
            <a:extLst>
              <a:ext uri="{FF2B5EF4-FFF2-40B4-BE49-F238E27FC236}">
                <a16:creationId xmlns:a16="http://schemas.microsoft.com/office/drawing/2014/main" id="{D506B155-BC2A-6CF2-F833-7E0E49E33A66}"/>
              </a:ext>
            </a:extLst>
          </p:cNvPr>
          <p:cNvGrpSpPr/>
          <p:nvPr/>
        </p:nvGrpSpPr>
        <p:grpSpPr>
          <a:xfrm>
            <a:off x="9754395" y="4061004"/>
            <a:ext cx="1730112" cy="276999"/>
            <a:chOff x="6879497" y="3889843"/>
            <a:chExt cx="1730112" cy="276999"/>
          </a:xfrm>
        </p:grpSpPr>
        <p:sp>
          <p:nvSpPr>
            <p:cNvPr id="73" name="!! 单选框1">
              <a:extLst>
                <a:ext uri="{FF2B5EF4-FFF2-40B4-BE49-F238E27FC236}">
                  <a16:creationId xmlns:a16="http://schemas.microsoft.com/office/drawing/2014/main" id="{65C38A01-C509-1193-0D8F-48882CA7B655}"/>
                </a:ext>
              </a:extLst>
            </p:cNvPr>
            <p:cNvSpPr/>
            <p:nvPr/>
          </p:nvSpPr>
          <p:spPr>
            <a:xfrm>
              <a:off x="6879497" y="3949341"/>
              <a:ext cx="188782" cy="188782"/>
            </a:xfrm>
            <a:prstGeom prst="ellipse">
              <a:avLst/>
            </a:prstGeom>
            <a:noFill/>
            <a:ln w="28575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77">
                <a:defRPr/>
              </a:pPr>
              <a:endParaRPr lang="zh-CN" altLang="en-US">
                <a:solidFill>
                  <a:srgbClr val="F5F5F5"/>
                </a:solidFill>
                <a:latin typeface="vivo Sans"/>
                <a:ea typeface="vivo Sans"/>
              </a:endParaRPr>
            </a:p>
          </p:txBody>
        </p:sp>
        <p:sp>
          <p:nvSpPr>
            <p:cNvPr id="74" name="!! 单选文本">
              <a:extLst>
                <a:ext uri="{FF2B5EF4-FFF2-40B4-BE49-F238E27FC236}">
                  <a16:creationId xmlns:a16="http://schemas.microsoft.com/office/drawing/2014/main" id="{3228B806-065B-AAC1-B91A-20C4420C5388}"/>
                </a:ext>
              </a:extLst>
            </p:cNvPr>
            <p:cNvSpPr txBox="1"/>
            <p:nvPr/>
          </p:nvSpPr>
          <p:spPr>
            <a:xfrm>
              <a:off x="7081696" y="3889843"/>
              <a:ext cx="152791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914377">
                <a:defRPr/>
              </a:pPr>
              <a:r>
                <a:rPr lang="zh-CN" altLang="en-US" sz="1200" dirty="0">
                  <a:solidFill>
                    <a:schemeClr val="bg1">
                      <a:lumMod val="50000"/>
                    </a:schemeClr>
                  </a:solidFill>
                  <a:latin typeface="vivo Sans"/>
                  <a:ea typeface="vivo Sans"/>
                </a:rPr>
                <a:t>已选禁用</a:t>
              </a:r>
            </a:p>
          </p:txBody>
        </p:sp>
        <p:sp>
          <p:nvSpPr>
            <p:cNvPr id="95" name="椭圆 94">
              <a:extLst>
                <a:ext uri="{FF2B5EF4-FFF2-40B4-BE49-F238E27FC236}">
                  <a16:creationId xmlns:a16="http://schemas.microsoft.com/office/drawing/2014/main" id="{F7DDAB74-761F-418A-A6F8-B4799EC8DCD1}"/>
                </a:ext>
              </a:extLst>
            </p:cNvPr>
            <p:cNvSpPr/>
            <p:nvPr/>
          </p:nvSpPr>
          <p:spPr>
            <a:xfrm>
              <a:off x="6916111" y="3985955"/>
              <a:ext cx="115555" cy="115555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77">
                <a:defRPr/>
              </a:pPr>
              <a:endParaRPr lang="zh-CN" altLang="en-US">
                <a:solidFill>
                  <a:srgbClr val="F5F5F5"/>
                </a:solidFill>
                <a:latin typeface="vivo Sans"/>
                <a:ea typeface="vivo Sans"/>
              </a:endParaRPr>
            </a:p>
          </p:txBody>
        </p:sp>
      </p:grpSp>
      <p:sp>
        <p:nvSpPr>
          <p:cNvPr id="96" name="!! 开关1背景">
            <a:extLst>
              <a:ext uri="{FF2B5EF4-FFF2-40B4-BE49-F238E27FC236}">
                <a16:creationId xmlns:a16="http://schemas.microsoft.com/office/drawing/2014/main" id="{933686DB-EBFB-7952-312F-353CFA8A3107}"/>
              </a:ext>
            </a:extLst>
          </p:cNvPr>
          <p:cNvSpPr/>
          <p:nvPr/>
        </p:nvSpPr>
        <p:spPr>
          <a:xfrm>
            <a:off x="10316822" y="2456851"/>
            <a:ext cx="361453" cy="207217"/>
          </a:xfrm>
          <a:prstGeom prst="roundRect">
            <a:avLst>
              <a:gd name="adj" fmla="val 50000"/>
            </a:avLst>
          </a:prstGeom>
          <a:solidFill>
            <a:srgbClr val="DDDDDD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189">
              <a:defRPr/>
            </a:pPr>
            <a:endParaRPr lang="zh-CN" altLang="en-US">
              <a:solidFill>
                <a:srgbClr val="FFFFFF"/>
              </a:solidFill>
              <a:latin typeface="OPPOSans R"/>
              <a:ea typeface="OPPOSans R"/>
            </a:endParaRPr>
          </a:p>
        </p:txBody>
      </p:sp>
      <p:sp>
        <p:nvSpPr>
          <p:cNvPr id="97" name="!! 开关1">
            <a:extLst>
              <a:ext uri="{FF2B5EF4-FFF2-40B4-BE49-F238E27FC236}">
                <a16:creationId xmlns:a16="http://schemas.microsoft.com/office/drawing/2014/main" id="{24941D60-B6FA-E7E9-E217-8C7774546CEA}"/>
              </a:ext>
            </a:extLst>
          </p:cNvPr>
          <p:cNvSpPr/>
          <p:nvPr/>
        </p:nvSpPr>
        <p:spPr>
          <a:xfrm>
            <a:off x="10356219" y="2497595"/>
            <a:ext cx="126000" cy="1260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189">
              <a:defRPr/>
            </a:pPr>
            <a:endParaRPr lang="zh-CN" altLang="en-US">
              <a:solidFill>
                <a:srgbClr val="FFFFFF"/>
              </a:solidFill>
              <a:latin typeface="OPPOSans R"/>
              <a:ea typeface="OPPOSans R"/>
            </a:endParaRPr>
          </a:p>
        </p:txBody>
      </p:sp>
      <p:sp>
        <p:nvSpPr>
          <p:cNvPr id="98" name="!! 开关1触控响应层">
            <a:extLst>
              <a:ext uri="{FF2B5EF4-FFF2-40B4-BE49-F238E27FC236}">
                <a16:creationId xmlns:a16="http://schemas.microsoft.com/office/drawing/2014/main" id="{9D57EDF5-031C-6C2B-A421-4F11D93C02E5}"/>
              </a:ext>
            </a:extLst>
          </p:cNvPr>
          <p:cNvSpPr/>
          <p:nvPr/>
        </p:nvSpPr>
        <p:spPr>
          <a:xfrm>
            <a:off x="10306357" y="2457406"/>
            <a:ext cx="364911" cy="207217"/>
          </a:xfrm>
          <a:prstGeom prst="roundRect">
            <a:avLst>
              <a:gd name="adj" fmla="val 50000"/>
            </a:avLst>
          </a:prstGeom>
          <a:solidFill>
            <a:srgbClr val="B8B8B8">
              <a:alpha val="0"/>
            </a:srgb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189">
              <a:defRPr/>
            </a:pPr>
            <a:endParaRPr lang="zh-CN" altLang="en-US" dirty="0">
              <a:solidFill>
                <a:srgbClr val="FFFFFF"/>
              </a:solidFill>
              <a:latin typeface="OPPOSans R"/>
              <a:ea typeface="OPPOSans R"/>
            </a:endParaRPr>
          </a:p>
        </p:txBody>
      </p:sp>
      <p:sp>
        <p:nvSpPr>
          <p:cNvPr id="99" name="!! 开关1背景">
            <a:extLst>
              <a:ext uri="{FF2B5EF4-FFF2-40B4-BE49-F238E27FC236}">
                <a16:creationId xmlns:a16="http://schemas.microsoft.com/office/drawing/2014/main" id="{FE80CD0F-F17F-41FF-CD67-299BF0F8D169}"/>
              </a:ext>
            </a:extLst>
          </p:cNvPr>
          <p:cNvSpPr/>
          <p:nvPr/>
        </p:nvSpPr>
        <p:spPr>
          <a:xfrm>
            <a:off x="10323830" y="2751124"/>
            <a:ext cx="361453" cy="207217"/>
          </a:xfrm>
          <a:prstGeom prst="roundRect">
            <a:avLst>
              <a:gd name="adj" fmla="val 50000"/>
            </a:avLst>
          </a:prstGeom>
          <a:solidFill>
            <a:schemeClr val="accent1">
              <a:lumMod val="60000"/>
              <a:lumOff val="40000"/>
            </a:scheme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189">
              <a:defRPr/>
            </a:pPr>
            <a:endParaRPr lang="zh-CN" altLang="en-US">
              <a:solidFill>
                <a:srgbClr val="FFFFFF"/>
              </a:solidFill>
              <a:latin typeface="OPPOSans R"/>
              <a:ea typeface="OPPOSans R"/>
            </a:endParaRPr>
          </a:p>
        </p:txBody>
      </p:sp>
      <p:sp>
        <p:nvSpPr>
          <p:cNvPr id="100" name="!! 开关1">
            <a:extLst>
              <a:ext uri="{FF2B5EF4-FFF2-40B4-BE49-F238E27FC236}">
                <a16:creationId xmlns:a16="http://schemas.microsoft.com/office/drawing/2014/main" id="{451C905A-D28D-9750-9C68-211AF091DDF2}"/>
              </a:ext>
            </a:extLst>
          </p:cNvPr>
          <p:cNvSpPr/>
          <p:nvPr/>
        </p:nvSpPr>
        <p:spPr>
          <a:xfrm>
            <a:off x="10520587" y="2791729"/>
            <a:ext cx="126000" cy="1260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189">
              <a:defRPr/>
            </a:pPr>
            <a:endParaRPr lang="zh-CN" altLang="en-US">
              <a:solidFill>
                <a:srgbClr val="FFFFFF"/>
              </a:solidFill>
              <a:latin typeface="OPPOSans R"/>
              <a:ea typeface="OPPOSans R"/>
            </a:endParaRPr>
          </a:p>
        </p:txBody>
      </p:sp>
      <p:sp>
        <p:nvSpPr>
          <p:cNvPr id="101" name="!! 开关1触控响应层">
            <a:extLst>
              <a:ext uri="{FF2B5EF4-FFF2-40B4-BE49-F238E27FC236}">
                <a16:creationId xmlns:a16="http://schemas.microsoft.com/office/drawing/2014/main" id="{EF80369D-36C3-924D-DEAD-900D79EE8F14}"/>
              </a:ext>
            </a:extLst>
          </p:cNvPr>
          <p:cNvSpPr/>
          <p:nvPr/>
        </p:nvSpPr>
        <p:spPr>
          <a:xfrm>
            <a:off x="10313365" y="2751123"/>
            <a:ext cx="364911" cy="207771"/>
          </a:xfrm>
          <a:prstGeom prst="roundRect">
            <a:avLst>
              <a:gd name="adj" fmla="val 50000"/>
            </a:avLst>
          </a:prstGeom>
          <a:solidFill>
            <a:srgbClr val="B8B8B8">
              <a:alpha val="0"/>
            </a:srgb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189">
              <a:defRPr/>
            </a:pPr>
            <a:endParaRPr lang="zh-CN" altLang="en-US" dirty="0">
              <a:solidFill>
                <a:srgbClr val="FFFFFF"/>
              </a:solidFill>
              <a:latin typeface="OPPOSans R"/>
              <a:ea typeface="OPPOSans R"/>
            </a:endParaRPr>
          </a:p>
        </p:txBody>
      </p:sp>
      <p:grpSp>
        <p:nvGrpSpPr>
          <p:cNvPr id="102" name="组合 101">
            <a:extLst>
              <a:ext uri="{FF2B5EF4-FFF2-40B4-BE49-F238E27FC236}">
                <a16:creationId xmlns:a16="http://schemas.microsoft.com/office/drawing/2014/main" id="{D15E0B35-6BBC-B4DC-2569-F7ACA51C790D}"/>
              </a:ext>
            </a:extLst>
          </p:cNvPr>
          <p:cNvGrpSpPr/>
          <p:nvPr/>
        </p:nvGrpSpPr>
        <p:grpSpPr>
          <a:xfrm>
            <a:off x="9755871" y="3499569"/>
            <a:ext cx="188783" cy="188783"/>
            <a:chOff x="8861344" y="3620163"/>
            <a:chExt cx="188782" cy="188782"/>
          </a:xfrm>
        </p:grpSpPr>
        <p:sp>
          <p:nvSpPr>
            <p:cNvPr id="103" name="!! 单选框1">
              <a:extLst>
                <a:ext uri="{FF2B5EF4-FFF2-40B4-BE49-F238E27FC236}">
                  <a16:creationId xmlns:a16="http://schemas.microsoft.com/office/drawing/2014/main" id="{52970A67-A27A-CB48-C831-FA37D2AFCCA5}"/>
                </a:ext>
              </a:extLst>
            </p:cNvPr>
            <p:cNvSpPr/>
            <p:nvPr/>
          </p:nvSpPr>
          <p:spPr>
            <a:xfrm>
              <a:off x="8861344" y="3620163"/>
              <a:ext cx="188782" cy="188782"/>
            </a:xfrm>
            <a:prstGeom prst="ellipse">
              <a:avLst/>
            </a:prstGeom>
            <a:noFill/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77">
                <a:defRPr/>
              </a:pPr>
              <a:endParaRPr lang="zh-CN" altLang="en-US" dirty="0">
                <a:solidFill>
                  <a:srgbClr val="F5F5F5"/>
                </a:solidFill>
                <a:latin typeface="vivo Sans"/>
                <a:ea typeface="vivo Sans"/>
              </a:endParaRPr>
            </a:p>
          </p:txBody>
        </p:sp>
        <p:sp>
          <p:nvSpPr>
            <p:cNvPr id="104" name="椭圆 103">
              <a:extLst>
                <a:ext uri="{FF2B5EF4-FFF2-40B4-BE49-F238E27FC236}">
                  <a16:creationId xmlns:a16="http://schemas.microsoft.com/office/drawing/2014/main" id="{21B56575-A13A-9309-97D9-21E85AFD88E2}"/>
                </a:ext>
              </a:extLst>
            </p:cNvPr>
            <p:cNvSpPr/>
            <p:nvPr/>
          </p:nvSpPr>
          <p:spPr>
            <a:xfrm>
              <a:off x="8897958" y="3656777"/>
              <a:ext cx="115555" cy="115555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77">
                <a:defRPr/>
              </a:pPr>
              <a:endParaRPr lang="zh-CN" altLang="en-US">
                <a:solidFill>
                  <a:srgbClr val="F5F5F5"/>
                </a:solidFill>
                <a:latin typeface="vivo Sans"/>
                <a:ea typeface="vivo Sans"/>
              </a:endParaRPr>
            </a:p>
          </p:txBody>
        </p:sp>
      </p:grpSp>
      <p:sp>
        <p:nvSpPr>
          <p:cNvPr id="105" name="!! 开关1背景">
            <a:extLst>
              <a:ext uri="{FF2B5EF4-FFF2-40B4-BE49-F238E27FC236}">
                <a16:creationId xmlns:a16="http://schemas.microsoft.com/office/drawing/2014/main" id="{E704F608-F8AF-4FD2-EB6C-39EA229941D7}"/>
              </a:ext>
            </a:extLst>
          </p:cNvPr>
          <p:cNvSpPr/>
          <p:nvPr/>
        </p:nvSpPr>
        <p:spPr>
          <a:xfrm>
            <a:off x="9748628" y="2464016"/>
            <a:ext cx="358687" cy="198221"/>
          </a:xfrm>
          <a:prstGeom prst="roundRect">
            <a:avLst>
              <a:gd name="adj" fmla="val 50000"/>
            </a:avLst>
          </a:prstGeom>
          <a:solidFill>
            <a:schemeClr val="bg1">
              <a:lumMod val="75000"/>
            </a:scheme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189">
              <a:defRPr/>
            </a:pPr>
            <a:endParaRPr lang="zh-CN" altLang="en-US">
              <a:solidFill>
                <a:srgbClr val="FFFFFF"/>
              </a:solidFill>
              <a:latin typeface="OPPOSans R"/>
              <a:ea typeface="OPPOSans R"/>
            </a:endParaRPr>
          </a:p>
        </p:txBody>
      </p:sp>
      <p:sp>
        <p:nvSpPr>
          <p:cNvPr id="106" name="!! 开关1">
            <a:extLst>
              <a:ext uri="{FF2B5EF4-FFF2-40B4-BE49-F238E27FC236}">
                <a16:creationId xmlns:a16="http://schemas.microsoft.com/office/drawing/2014/main" id="{B7BC6B50-917A-5E53-DD7F-D0BF95D45E61}"/>
              </a:ext>
            </a:extLst>
          </p:cNvPr>
          <p:cNvSpPr/>
          <p:nvPr/>
        </p:nvSpPr>
        <p:spPr>
          <a:xfrm>
            <a:off x="9785267" y="2497598"/>
            <a:ext cx="126000" cy="125257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189">
              <a:defRPr/>
            </a:pPr>
            <a:endParaRPr lang="zh-CN" altLang="en-US">
              <a:solidFill>
                <a:srgbClr val="FFFFFF"/>
              </a:solidFill>
              <a:latin typeface="OPPOSans R"/>
              <a:ea typeface="OPPOSans R"/>
            </a:endParaRPr>
          </a:p>
        </p:txBody>
      </p:sp>
      <p:sp>
        <p:nvSpPr>
          <p:cNvPr id="107" name="!! 开关1触控响应层">
            <a:extLst>
              <a:ext uri="{FF2B5EF4-FFF2-40B4-BE49-F238E27FC236}">
                <a16:creationId xmlns:a16="http://schemas.microsoft.com/office/drawing/2014/main" id="{ED99D677-D6EE-E27E-46A8-BB4391780E3B}"/>
              </a:ext>
            </a:extLst>
          </p:cNvPr>
          <p:cNvSpPr/>
          <p:nvPr/>
        </p:nvSpPr>
        <p:spPr>
          <a:xfrm>
            <a:off x="9748628" y="2463462"/>
            <a:ext cx="358687" cy="198221"/>
          </a:xfrm>
          <a:prstGeom prst="roundRect">
            <a:avLst>
              <a:gd name="adj" fmla="val 50000"/>
            </a:avLst>
          </a:prstGeom>
          <a:solidFill>
            <a:srgbClr val="B8B8B8">
              <a:alpha val="0"/>
            </a:srgb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189">
              <a:defRPr/>
            </a:pPr>
            <a:endParaRPr lang="zh-CN" altLang="en-US" dirty="0">
              <a:solidFill>
                <a:srgbClr val="FFFFFF"/>
              </a:solidFill>
              <a:latin typeface="OPPOSans R"/>
              <a:ea typeface="OPPOSans R"/>
            </a:endParaRPr>
          </a:p>
        </p:txBody>
      </p:sp>
      <p:pic>
        <p:nvPicPr>
          <p:cNvPr id="108" name="图形 107">
            <a:extLst>
              <a:ext uri="{FF2B5EF4-FFF2-40B4-BE49-F238E27FC236}">
                <a16:creationId xmlns:a16="http://schemas.microsoft.com/office/drawing/2014/main" id="{42BC78E3-7A58-95F9-DA89-7F334C63AED7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 r="11053" b="1180"/>
          <a:stretch>
            <a:fillRect/>
          </a:stretch>
        </p:blipFill>
        <p:spPr>
          <a:xfrm>
            <a:off x="10987378" y="3152739"/>
            <a:ext cx="2491281" cy="645559"/>
          </a:xfrm>
          <a:prstGeom prst="rect">
            <a:avLst/>
          </a:prstGeom>
        </p:spPr>
      </p:pic>
      <p:pic>
        <p:nvPicPr>
          <p:cNvPr id="109" name="图形 108">
            <a:extLst>
              <a:ext uri="{FF2B5EF4-FFF2-40B4-BE49-F238E27FC236}">
                <a16:creationId xmlns:a16="http://schemas.microsoft.com/office/drawing/2014/main" id="{A46A9F33-B271-893D-6882-62D16F2BEF17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1186079" y="4334874"/>
            <a:ext cx="461968" cy="555751"/>
          </a:xfrm>
          <a:prstGeom prst="rect">
            <a:avLst/>
          </a:prstGeom>
        </p:spPr>
      </p:pic>
      <p:pic>
        <p:nvPicPr>
          <p:cNvPr id="110" name="图形 109">
            <a:extLst>
              <a:ext uri="{FF2B5EF4-FFF2-40B4-BE49-F238E27FC236}">
                <a16:creationId xmlns:a16="http://schemas.microsoft.com/office/drawing/2014/main" id="{F620E4DD-267C-69E3-F87C-A69C91534105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1923589" y="4329794"/>
            <a:ext cx="461968" cy="555751"/>
          </a:xfrm>
          <a:prstGeom prst="rect">
            <a:avLst/>
          </a:prstGeom>
        </p:spPr>
      </p:pic>
      <p:pic>
        <p:nvPicPr>
          <p:cNvPr id="111" name="图形 110">
            <a:extLst>
              <a:ext uri="{FF2B5EF4-FFF2-40B4-BE49-F238E27FC236}">
                <a16:creationId xmlns:a16="http://schemas.microsoft.com/office/drawing/2014/main" id="{5C6573F0-1919-4A5F-18CF-37EDAE4B5F96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2678403" y="4329791"/>
            <a:ext cx="461968" cy="555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05921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8" presetClass="emph" presetSubtype="0" repeatCount="indefinite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Rot by="21600000">
                                          <p:cBhvr>
                                            <p:cTn id="6" dur="2000" fill="hold"/>
                                            <p:tgtEl>
                                              <p:spTgt spid="54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7" presetID="10" presetClass="entr" presetSubtype="0" fill="hold" nodeType="withEffect">
                                      <p:stCondLst>
                                        <p:cond delay="150"/>
                                      </p:stCondLst>
                                      <p:childTnLst>
                                        <p:set>
                                          <p:cBhvr>
                                            <p:cTn id="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" dur="150"/>
                                            <p:tgtEl>
                                              <p:spTgt spid="2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" presetID="42" presetClass="path" presetSubtype="0" decel="90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0 0 L 0 0.09005 " pathEditMode="relative" rAng="0" ptsTypes="AA">
                                          <p:cBhvr>
                                            <p:cTn id="11" dur="500" spd="-10000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4491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2" presetID="10" presetClass="entr" presetSubtype="0" fill="hold" nodeType="withEffect">
                                      <p:stCondLst>
                                        <p:cond delay="150"/>
                                      </p:stCondLst>
                                      <p:childTnLst>
                                        <p:set>
                                          <p:cBhvr>
                                            <p:cTn id="1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4" dur="150"/>
                                            <p:tgtEl>
                                              <p:spTgt spid="3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5" presetID="42" presetClass="path" presetSubtype="0" decel="90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0 0 L 0 0.09005 " pathEditMode="relative" rAng="0" ptsTypes="AA">
                                          <p:cBhvr>
                                            <p:cTn id="16" dur="500" spd="-1000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4491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7" presetID="10" presetClass="entr" presetSubtype="0" fill="hold" nodeType="withEffect">
                                      <p:stCondLst>
                                        <p:cond delay="15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9" dur="150"/>
                                            <p:tgtEl>
                                              <p:spTgt spid="4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0" presetID="42" presetClass="path" presetSubtype="0" decel="90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0 0 L 0 0.09005 " pathEditMode="relative" rAng="0" ptsTypes="AA">
                                          <p:cBhvr>
                                            <p:cTn id="21" dur="500" spd="-100000" fill="hold"/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4491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2" presetID="2" presetClass="entr" presetSubtype="1" accel="20000" decel="80000" fill="hold" nodeType="withEffect">
                                      <p:stCondLst>
                                        <p:cond delay="1300"/>
                                      </p:stCondLst>
                                      <p:childTnLst>
                                        <p:set>
                                          <p:cBhvr>
                                            <p:cTn id="2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4" dur="5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5" dur="5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6" fill="hold">
                                <p:stCondLst>
                                  <p:cond delay="2000"/>
                                </p:stCondLst>
                                <p:childTnLst>
                                  <p:par>
                                    <p:cTn id="27" presetID="2" presetClass="exit" presetSubtype="1" accel="20000" decel="80000" fill="hold" nodeType="afterEffect">
                                      <p:stCondLst>
                                        <p:cond delay="3000"/>
                                      </p:stCondLst>
                                      <p:childTnLst>
                                        <p:anim calcmode="lin" valueType="num">
                                          <p:cBhvr additive="base">
                                            <p:cTn id="28" dur="500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9" dur="500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0-ppt_h/2"/>
                                              </p:val>
                                            </p:tav>
                                          </p:tavLst>
                                        </p:anim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1" presetID="2" presetClass="entr" presetSubtype="1" accel="20000" decel="80000" fill="hold" nodeType="withEffect">
                                      <p:stCondLst>
                                        <p:cond delay="1300"/>
                                      </p:stCondLst>
                                      <p:childTnLst>
                                        <p:set>
                                          <p:cBhvr>
                                            <p:cTn id="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3" dur="5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4" dur="5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5" fill="hold">
                                <p:stCondLst>
                                  <p:cond delay="5500"/>
                                </p:stCondLst>
                                <p:childTnLst>
                                  <p:par>
                                    <p:cTn id="36" presetID="2" presetClass="exit" presetSubtype="1" accel="20000" decel="80000" fill="hold" nodeType="afterEffect">
                                      <p:stCondLst>
                                        <p:cond delay="3000"/>
                                      </p:stCondLst>
                                      <p:childTnLst>
                                        <p:anim calcmode="lin" valueType="num">
                                          <p:cBhvr additive="base">
                                            <p:cTn id="37" dur="500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8" dur="500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0-ppt_h/2"/>
                                              </p:val>
                                            </p:tav>
                                          </p:tavLst>
                                        </p:anim>
                                        <p:set>
                                          <p:cBhvr>
                                            <p:cTn id="39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seq concurrent="1" nextAc="seek">
                  <p:cTn id="40" restart="whenNotActive" fill="hold" evtFilter="cancelBubble" nodeType="interactiveSeq">
                    <p:stCondLst>
                      <p:cond evt="onClick" delay="0">
                        <p:tgtEl>
                          <p:spTgt spid="53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41" fill="hold">
                          <p:stCondLst>
                            <p:cond delay="0"/>
                          </p:stCondLst>
                          <p:childTnLst>
                            <p:par>
                              <p:cTn id="42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43" presetID="16" presetClass="emph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 override="childStyle">
                                            <p:cTn id="44" dur="250" fill="hold"/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style.color</p:attrName>
                                            </p:attrNameLst>
                                          </p:cBhvr>
                                          <p:to>
                                            <p:clrVal>
                                              <a:srgbClr val="FFFFFF"/>
                                            </p:clrVal>
                                          </p:to>
                                        </p:set>
                                        <p:set>
                                          <p:cBhvr>
                                            <p:cTn id="45" dur="250" fill="hold"/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fillcolor</p:attrName>
                                            </p:attrNameLst>
                                          </p:cBhvr>
                                          <p:to>
                                            <p:clrVal>
                                              <a:srgbClr val="FFFFFF"/>
                                            </p:clrVal>
                                          </p:to>
                                        </p:set>
                                        <p:set>
                                          <p:cBhvr>
                                            <p:cTn id="46" dur="250" fill="hold"/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fill.type</p:attrName>
                                            </p:attrNameLst>
                                          </p:cBhvr>
                                          <p:to>
                                            <p:strVal val="solid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7" presetID="6" presetClass="emph" presetSubtype="0" fill="hold" grpId="1" nodeType="withEffect" p14:presetBounceEnd="100000">
                                      <p:stCondLst>
                                        <p:cond delay="0"/>
                                      </p:stCondLst>
                                      <p:childTnLst>
                                        <p:animScale p14:bounceEnd="100000">
                                          <p:cBhvr>
                                            <p:cTn id="48" dur="1000" fill="hold"/>
                                            <p:tgtEl>
                                              <p:spTgt spid="53"/>
                                            </p:tgtEl>
                                          </p:cBhvr>
                                          <p:by x="99500" y="995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49" presetID="1" presetClass="emph" presetSubtype="1" grpId="2" nodeType="withEffect">
                                      <p:stCondLst>
                                        <p:cond delay="0"/>
                                      </p:stCondLst>
                                      <p:iterate type="lt">
                                        <p:tmAbs val="500"/>
                                      </p:iterate>
                                      <p:childTnLst>
                                        <p:set>
                                          <p:cBhvr>
                                            <p:cTn id="50" dur="indefinite"/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fillcolor</p:attrName>
                                            </p:attrNameLst>
                                          </p:cBhvr>
                                          <p:to>
                                            <p:clrVal>
                                              <a:srgbClr val="62A8D3"/>
                                            </p:clrVal>
                                          </p:to>
                                        </p:set>
                                        <p:set>
                                          <p:cBhvr>
                                            <p:cTn id="51" dur="indefinite"/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fill.type</p:attrName>
                                            </p:attrNameLst>
                                          </p:cBhvr>
                                          <p:to>
                                            <p:strVal val="solid"/>
                                          </p:to>
                                        </p:set>
                                        <p:set>
                                          <p:cBhvr>
                                            <p:cTn id="52" dur="indefinite"/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fill.on</p:attrName>
                                            </p:attrNameLst>
                                          </p:cBhvr>
                                          <p:to>
                                            <p:strVal val="true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53" fill="hold">
                          <p:stCondLst>
                            <p:cond delay="indefinite"/>
                          </p:stCondLst>
                          <p:childTnLst>
                            <p:par>
                              <p:cTn id="5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5" presetID="16" presetClass="emph" presetSubtype="0" fill="hold" grpId="3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 override="childStyle">
                                            <p:cTn id="56" dur="250" fill="hold"/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style.color</p:attrName>
                                            </p:attrNameLst>
                                          </p:cBhvr>
                                          <p:to>
                                            <p:clrVal>
                                              <a:schemeClr val="tx1"/>
                                            </p:clrVal>
                                          </p:to>
                                        </p:set>
                                        <p:set>
                                          <p:cBhvr>
                                            <p:cTn id="57" dur="250" fill="hold"/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fillcolor</p:attrName>
                                            </p:attrNameLst>
                                          </p:cBhvr>
                                          <p:to>
                                            <p:clrVal>
                                              <a:schemeClr val="tx1"/>
                                            </p:clrVal>
                                          </p:to>
                                        </p:set>
                                        <p:set>
                                          <p:cBhvr>
                                            <p:cTn id="58" dur="250" fill="hold"/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fill.type</p:attrName>
                                            </p:attrNameLst>
                                          </p:cBhvr>
                                          <p:to>
                                            <p:strVal val="solid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9" presetID="1" presetClass="emph" presetSubtype="2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Clr clrSpc="rgb" dir="cw">
                                          <p:cBhvr>
                                            <p:cTn id="60" dur="500" fill="hold"/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fillcolor</p:attrName>
                                            </p:attrNameLst>
                                          </p:cBhvr>
                                          <p:to>
                                            <a:srgbClr val="FFFFFF"/>
                                          </p:to>
                                        </p:animClr>
                                        <p:set>
                                          <p:cBhvr>
                                            <p:cTn id="61" dur="500" fill="hold"/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fill.type</p:attrName>
                                            </p:attrNameLst>
                                          </p:cBhvr>
                                          <p:to>
                                            <p:strVal val="solid"/>
                                          </p:to>
                                        </p:set>
                                        <p:set>
                                          <p:cBhvr>
                                            <p:cTn id="62" dur="500" fill="hold"/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fill.on</p:attrName>
                                            </p:attrNameLst>
                                          </p:cBhvr>
                                          <p:to>
                                            <p:strVal val="true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53"/>
                      </p:tgtEl>
                    </p:cond>
                  </p:nextCondLst>
                </p:seq>
                <p:seq concurrent="1" nextAc="seek">
                  <p:cTn id="63" restart="whenNotActive" fill="hold" evtFilter="cancelBubble" nodeType="interactiveSeq">
                    <p:stCondLst>
                      <p:cond evt="onClick" delay="0">
                        <p:tgtEl>
                          <p:spTgt spid="52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64" fill="hold">
                          <p:stCondLst>
                            <p:cond delay="0"/>
                          </p:stCondLst>
                          <p:childTnLst>
                            <p:par>
                              <p:cTn id="6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66" presetID="16" presetClass="emph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 override="childStyle">
                                            <p:cTn id="67" dur="250" fill="hold"/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style.color</p:attrName>
                                            </p:attrNameLst>
                                          </p:cBhvr>
                                          <p:to>
                                            <p:clrVal>
                                              <a:srgbClr val="FFFFFF"/>
                                            </p:clrVal>
                                          </p:to>
                                        </p:set>
                                        <p:set>
                                          <p:cBhvr>
                                            <p:cTn id="68" dur="250" fill="hold"/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fillcolor</p:attrName>
                                            </p:attrNameLst>
                                          </p:cBhvr>
                                          <p:to>
                                            <p:clrVal>
                                              <a:srgbClr val="FFFFFF"/>
                                            </p:clrVal>
                                          </p:to>
                                        </p:set>
                                        <p:set>
                                          <p:cBhvr>
                                            <p:cTn id="69" dur="250" fill="hold"/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fill.type</p:attrName>
                                            </p:attrNameLst>
                                          </p:cBhvr>
                                          <p:to>
                                            <p:strVal val="solid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0" presetID="6" presetClass="emph" presetSubtype="0" fill="hold" grpId="1" nodeType="withEffect" p14:presetBounceEnd="100000">
                                      <p:stCondLst>
                                        <p:cond delay="0"/>
                                      </p:stCondLst>
                                      <p:childTnLst>
                                        <p:animScale p14:bounceEnd="100000">
                                          <p:cBhvr>
                                            <p:cTn id="71" dur="1000" fill="hold"/>
                                            <p:tgtEl>
                                              <p:spTgt spid="52"/>
                                            </p:tgtEl>
                                          </p:cBhvr>
                                          <p:by x="99500" y="995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72" presetID="1" presetClass="emph" presetSubtype="1" nodeType="withEffect">
                                      <p:stCondLst>
                                        <p:cond delay="0"/>
                                      </p:stCondLst>
                                      <p:iterate type="lt">
                                        <p:tmAbs val="500"/>
                                      </p:iterate>
                                      <p:childTnLst>
                                        <p:set>
                                          <p:cBhvr>
                                            <p:cTn id="73" dur="indefinite"/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fillcolor</p:attrName>
                                            </p:attrNameLst>
                                          </p:cBhvr>
                                          <p:to>
                                            <p:clrVal>
                                              <a:srgbClr val="62A8D3"/>
                                            </p:clrVal>
                                          </p:to>
                                        </p:set>
                                        <p:set>
                                          <p:cBhvr>
                                            <p:cTn id="74" dur="indefinite"/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fill.type</p:attrName>
                                            </p:attrNameLst>
                                          </p:cBhvr>
                                          <p:to>
                                            <p:strVal val="solid"/>
                                          </p:to>
                                        </p:set>
                                        <p:set>
                                          <p:cBhvr>
                                            <p:cTn id="75" dur="indefinite"/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fill.on</p:attrName>
                                            </p:attrNameLst>
                                          </p:cBhvr>
                                          <p:to>
                                            <p:strVal val="true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76" fill="hold">
                          <p:stCondLst>
                            <p:cond delay="indefinite"/>
                          </p:stCondLst>
                          <p:childTnLst>
                            <p:par>
                              <p:cTn id="77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78" presetID="16" presetClass="emph" presetSubtype="0" fill="hold" grpId="2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 override="childStyle">
                                            <p:cTn id="79" dur="250" fill="hold"/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style.color</p:attrName>
                                            </p:attrNameLst>
                                          </p:cBhvr>
                                          <p:to>
                                            <p:clrVal>
                                              <a:schemeClr val="tx1"/>
                                            </p:clrVal>
                                          </p:to>
                                        </p:set>
                                        <p:set>
                                          <p:cBhvr>
                                            <p:cTn id="80" dur="250" fill="hold"/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fillcolor</p:attrName>
                                            </p:attrNameLst>
                                          </p:cBhvr>
                                          <p:to>
                                            <p:clrVal>
                                              <a:schemeClr val="tx1"/>
                                            </p:clrVal>
                                          </p:to>
                                        </p:set>
                                        <p:set>
                                          <p:cBhvr>
                                            <p:cTn id="81" dur="250" fill="hold"/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fill.type</p:attrName>
                                            </p:attrNameLst>
                                          </p:cBhvr>
                                          <p:to>
                                            <p:strVal val="solid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2" presetID="1" presetClass="emph" presetSubtype="2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Clr clrSpc="rgb" dir="cw">
                                          <p:cBhvr>
                                            <p:cTn id="83" dur="500" fill="hold"/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fillcolor</p:attrName>
                                            </p:attrNameLst>
                                          </p:cBhvr>
                                          <p:to>
                                            <a:srgbClr val="FFFFFF"/>
                                          </p:to>
                                        </p:animClr>
                                        <p:set>
                                          <p:cBhvr>
                                            <p:cTn id="84" dur="500" fill="hold"/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fill.type</p:attrName>
                                            </p:attrNameLst>
                                          </p:cBhvr>
                                          <p:to>
                                            <p:strVal val="solid"/>
                                          </p:to>
                                        </p:set>
                                        <p:set>
                                          <p:cBhvr>
                                            <p:cTn id="85" dur="500" fill="hold"/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fill.on</p:attrName>
                                            </p:attrNameLst>
                                          </p:cBhvr>
                                          <p:to>
                                            <p:strVal val="true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52"/>
                      </p:tgtEl>
                    </p:cond>
                  </p:nextCondLst>
                </p:seq>
                <p:seq concurrent="1" nextAc="seek">
                  <p:cTn id="86" restart="whenNotActive" fill="hold" evtFilter="cancelBubble" nodeType="interactiveSeq">
                    <p:stCondLst>
                      <p:cond evt="onClick" delay="0">
                        <p:tgtEl>
                          <p:spTgt spid="59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87" fill="hold">
                          <p:stCondLst>
                            <p:cond delay="0"/>
                          </p:stCondLst>
                          <p:childTnLst>
                            <p:par>
                              <p:cTn id="88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89" presetID="16" presetClass="emph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 override="childStyle">
                                            <p:cTn id="90" dur="250" fill="hold"/>
                                            <p:tgtEl>
                                              <p:spTgt spid="59"/>
                                            </p:tgtEl>
                                            <p:attrNameLst>
                                              <p:attrName>style.color</p:attrName>
                                            </p:attrNameLst>
                                          </p:cBhvr>
                                          <p:to>
                                            <p:clrVal>
                                              <a:srgbClr val="FFFFFF"/>
                                            </p:clrVal>
                                          </p:to>
                                        </p:set>
                                        <p:set>
                                          <p:cBhvr>
                                            <p:cTn id="91" dur="250" fill="hold"/>
                                            <p:tgtEl>
                                              <p:spTgt spid="59"/>
                                            </p:tgtEl>
                                            <p:attrNameLst>
                                              <p:attrName>fillcolor</p:attrName>
                                            </p:attrNameLst>
                                          </p:cBhvr>
                                          <p:to>
                                            <p:clrVal>
                                              <a:srgbClr val="FFFFFF"/>
                                            </p:clrVal>
                                          </p:to>
                                        </p:set>
                                        <p:set>
                                          <p:cBhvr>
                                            <p:cTn id="92" dur="250" fill="hold"/>
                                            <p:tgtEl>
                                              <p:spTgt spid="59"/>
                                            </p:tgtEl>
                                            <p:attrNameLst>
                                              <p:attrName>fill.type</p:attrName>
                                            </p:attrNameLst>
                                          </p:cBhvr>
                                          <p:to>
                                            <p:strVal val="solid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93" presetID="6" presetClass="emph" presetSubtype="0" fill="hold" grpId="1" nodeType="withEffect" p14:presetBounceEnd="100000">
                                      <p:stCondLst>
                                        <p:cond delay="0"/>
                                      </p:stCondLst>
                                      <p:childTnLst>
                                        <p:animScale p14:bounceEnd="100000">
                                          <p:cBhvr>
                                            <p:cTn id="94" dur="1000" fill="hold"/>
                                            <p:tgtEl>
                                              <p:spTgt spid="59"/>
                                            </p:tgtEl>
                                          </p:cBhvr>
                                          <p:by x="99500" y="995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95" presetID="1" presetClass="emph" presetSubtype="1" nodeType="withEffect">
                                      <p:stCondLst>
                                        <p:cond delay="0"/>
                                      </p:stCondLst>
                                      <p:iterate type="lt">
                                        <p:tmAbs val="500"/>
                                      </p:iterate>
                                      <p:childTnLst>
                                        <p:set>
                                          <p:cBhvr>
                                            <p:cTn id="96" dur="indefinite"/>
                                            <p:tgtEl>
                                              <p:spTgt spid="59"/>
                                            </p:tgtEl>
                                            <p:attrNameLst>
                                              <p:attrName>fillcolor</p:attrName>
                                            </p:attrNameLst>
                                          </p:cBhvr>
                                          <p:to>
                                            <p:clrVal>
                                              <a:srgbClr val="62A8D3"/>
                                            </p:clrVal>
                                          </p:to>
                                        </p:set>
                                        <p:set>
                                          <p:cBhvr>
                                            <p:cTn id="97" dur="indefinite"/>
                                            <p:tgtEl>
                                              <p:spTgt spid="59"/>
                                            </p:tgtEl>
                                            <p:attrNameLst>
                                              <p:attrName>fill.type</p:attrName>
                                            </p:attrNameLst>
                                          </p:cBhvr>
                                          <p:to>
                                            <p:strVal val="solid"/>
                                          </p:to>
                                        </p:set>
                                        <p:set>
                                          <p:cBhvr>
                                            <p:cTn id="98" dur="indefinite"/>
                                            <p:tgtEl>
                                              <p:spTgt spid="59"/>
                                            </p:tgtEl>
                                            <p:attrNameLst>
                                              <p:attrName>fill.on</p:attrName>
                                            </p:attrNameLst>
                                          </p:cBhvr>
                                          <p:to>
                                            <p:strVal val="true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99" fill="hold">
                          <p:stCondLst>
                            <p:cond delay="indefinite"/>
                          </p:stCondLst>
                          <p:childTnLst>
                            <p:par>
                              <p:cTn id="10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01" presetID="16" presetClass="emph" presetSubtype="0" fill="hold" grpId="2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 override="childStyle">
                                            <p:cTn id="102" dur="250" fill="hold"/>
                                            <p:tgtEl>
                                              <p:spTgt spid="59"/>
                                            </p:tgtEl>
                                            <p:attrNameLst>
                                              <p:attrName>style.color</p:attrName>
                                            </p:attrNameLst>
                                          </p:cBhvr>
                                          <p:to>
                                            <p:clrVal>
                                              <a:schemeClr val="tx1"/>
                                            </p:clrVal>
                                          </p:to>
                                        </p:set>
                                        <p:set>
                                          <p:cBhvr>
                                            <p:cTn id="103" dur="250" fill="hold"/>
                                            <p:tgtEl>
                                              <p:spTgt spid="59"/>
                                            </p:tgtEl>
                                            <p:attrNameLst>
                                              <p:attrName>fillcolor</p:attrName>
                                            </p:attrNameLst>
                                          </p:cBhvr>
                                          <p:to>
                                            <p:clrVal>
                                              <a:schemeClr val="tx1"/>
                                            </p:clrVal>
                                          </p:to>
                                        </p:set>
                                        <p:set>
                                          <p:cBhvr>
                                            <p:cTn id="104" dur="250" fill="hold"/>
                                            <p:tgtEl>
                                              <p:spTgt spid="59"/>
                                            </p:tgtEl>
                                            <p:attrNameLst>
                                              <p:attrName>fill.type</p:attrName>
                                            </p:attrNameLst>
                                          </p:cBhvr>
                                          <p:to>
                                            <p:strVal val="solid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05" presetID="1" presetClass="emph" presetSubtype="2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Clr clrSpc="rgb" dir="cw">
                                          <p:cBhvr>
                                            <p:cTn id="106" dur="500" fill="hold"/>
                                            <p:tgtEl>
                                              <p:spTgt spid="59"/>
                                            </p:tgtEl>
                                            <p:attrNameLst>
                                              <p:attrName>fillcolor</p:attrName>
                                            </p:attrNameLst>
                                          </p:cBhvr>
                                          <p:to>
                                            <a:srgbClr val="FFFFFF"/>
                                          </p:to>
                                        </p:animClr>
                                        <p:set>
                                          <p:cBhvr>
                                            <p:cTn id="107" dur="500" fill="hold"/>
                                            <p:tgtEl>
                                              <p:spTgt spid="59"/>
                                            </p:tgtEl>
                                            <p:attrNameLst>
                                              <p:attrName>fill.type</p:attrName>
                                            </p:attrNameLst>
                                          </p:cBhvr>
                                          <p:to>
                                            <p:strVal val="solid"/>
                                          </p:to>
                                        </p:set>
                                        <p:set>
                                          <p:cBhvr>
                                            <p:cTn id="108" dur="500" fill="hold"/>
                                            <p:tgtEl>
                                              <p:spTgt spid="59"/>
                                            </p:tgtEl>
                                            <p:attrNameLst>
                                              <p:attrName>fill.on</p:attrName>
                                            </p:attrNameLst>
                                          </p:cBhvr>
                                          <p:to>
                                            <p:strVal val="true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59"/>
                      </p:tgtEl>
                    </p:cond>
                  </p:nextCondLst>
                </p:seq>
                <p:seq concurrent="1" nextAc="seek">
                  <p:cTn id="109" restart="whenNotActive" fill="hold" evtFilter="cancelBubble" nodeType="interactiveSeq">
                    <p:stCondLst>
                      <p:cond evt="onClick" delay="0">
                        <p:tgtEl>
                          <p:spTgt spid="63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110" fill="hold">
                          <p:stCondLst>
                            <p:cond delay="0"/>
                          </p:stCondLst>
                          <p:childTnLst>
                            <p:par>
                              <p:cTn id="111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2" presetID="42" presetClass="path" presetSubtype="0" accel="50000" decel="5000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2.5E-6 -4.81481E-6 L 0.01472 0.00024 " pathEditMode="relative" rAng="0" ptsTypes="AA">
                                          <p:cBhvr>
                                            <p:cTn id="113" dur="10" fill="hold"/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729" y="0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14" fill="hold">
                                <p:stCondLst>
                                  <p:cond delay="10"/>
                                </p:stCondLst>
                                <p:childTnLst>
                                  <p:par>
                                    <p:cTn id="115" presetID="42" presetClass="path" presetSubtype="0" accel="100000" fill="hold" grpId="1" nodeType="afterEffect" p14:presetBounceEnd="96000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2.5E-6 -4.81481E-6 L 0.01472 -4.81481E-6 " pathEditMode="relative" rAng="0" ptsTypes="AA" p14:bounceEnd="96000">
                                          <p:cBhvr>
                                            <p:cTn id="116" dur="500" spd="-100000" fill="hold"/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729" y="0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63"/>
                      </p:tgtEl>
                    </p:cond>
                  </p:nextCondLst>
                </p:seq>
                <p:seq concurrent="1" nextAc="seek">
                  <p:cTn id="117" restart="whenNotActive" fill="hold" evtFilter="cancelBubble" nodeType="interactiveSeq">
                    <p:stCondLst>
                      <p:cond evt="onClick" delay="0">
                        <p:tgtEl>
                          <p:spTgt spid="98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118" fill="hold">
                          <p:stCondLst>
                            <p:cond delay="0"/>
                          </p:stCondLst>
                          <p:childTnLst>
                            <p:par>
                              <p:cTn id="119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20" presetID="19" presetClass="emph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animClr clrSpc="rgb" dir="cw">
                                          <p:cBhvr override="childStyle">
                                            <p:cTn id="121" dur="250" fill="hold"/>
                                            <p:tgtEl>
                                              <p:spTgt spid="96"/>
                                            </p:tgtEl>
                                            <p:attrNameLst>
                                              <p:attrName>style.color</p:attrName>
                                            </p:attrNameLst>
                                          </p:cBhvr>
                                          <p:to>
                                            <a:srgbClr val="AED6F1"/>
                                          </p:to>
                                        </p:animClr>
                                        <p:animClr clrSpc="rgb" dir="cw">
                                          <p:cBhvr>
                                            <p:cTn id="122" dur="250" fill="hold"/>
                                            <p:tgtEl>
                                              <p:spTgt spid="96"/>
                                            </p:tgtEl>
                                            <p:attrNameLst>
                                              <p:attrName>fillcolor</p:attrName>
                                            </p:attrNameLst>
                                          </p:cBhvr>
                                          <p:to>
                                            <a:srgbClr val="AED6F1"/>
                                          </p:to>
                                        </p:animClr>
                                        <p:set>
                                          <p:cBhvr>
                                            <p:cTn id="123" dur="250" fill="hold"/>
                                            <p:tgtEl>
                                              <p:spTgt spid="96"/>
                                            </p:tgtEl>
                                            <p:attrNameLst>
                                              <p:attrName>fill.type</p:attrName>
                                            </p:attrNameLst>
                                          </p:cBhvr>
                                          <p:to>
                                            <p:strVal val="solid"/>
                                          </p:to>
                                        </p:set>
                                        <p:set>
                                          <p:cBhvr>
                                            <p:cTn id="124" dur="250" fill="hold"/>
                                            <p:tgtEl>
                                              <p:spTgt spid="96"/>
                                            </p:tgtEl>
                                            <p:attrNameLst>
                                              <p:attrName>fill.on</p:attrName>
                                            </p:attrNameLst>
                                          </p:cBhvr>
                                          <p:to>
                                            <p:strVal val="tru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25" presetID="42" presetClass="path" presetSubtype="0" accel="6000" fill="hold" grpId="0" nodeType="withEffect" p14:presetBounceEnd="64000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2.77556E-17 -4.44444E-6 L 0.01263 0.00024 " pathEditMode="relative" rAng="0" ptsTypes="AA" p14:bounceEnd="64000">
                                          <p:cBhvr>
                                            <p:cTn id="126" dur="250" fill="hold"/>
                                            <p:tgtEl>
                                              <p:spTgt spid="97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625" y="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27" presetID="42" presetClass="path" presetSubtype="0" accel="18000" fill="hold" grpId="1" nodeType="withEffect" p14:presetBounceEnd="64000">
                                      <p:stCondLst>
                                        <p:cond delay="250"/>
                                      </p:stCondLst>
                                      <p:childTnLst>
                                        <p:animMotion origin="layout" path="M 0.01263 0.00024 L 2.77556E-17 -4.44444E-6 " pathEditMode="relative" rAng="0" ptsTypes="AA" p14:bounceEnd="64000">
                                          <p:cBhvr>
                                            <p:cTn id="128" dur="100" fill="hold"/>
                                            <p:tgtEl>
                                              <p:spTgt spid="97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638" y="-23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29" presetID="19" presetClass="emph" presetSubtype="0" fill="hold" grpId="1" nodeType="withEffect">
                                      <p:stCondLst>
                                        <p:cond delay="250"/>
                                      </p:stCondLst>
                                      <p:childTnLst>
                                        <p:animClr clrSpc="rgb" dir="cw">
                                          <p:cBhvr override="childStyle">
                                            <p:cTn id="130" dur="250" fill="hold"/>
                                            <p:tgtEl>
                                              <p:spTgt spid="96"/>
                                            </p:tgtEl>
                                            <p:attrNameLst>
                                              <p:attrName>style.color</p:attrName>
                                            </p:attrNameLst>
                                          </p:cBhvr>
                                          <p:to>
                                            <a:srgbClr val="DDDDDD"/>
                                          </p:to>
                                        </p:animClr>
                                        <p:animClr clrSpc="rgb" dir="cw">
                                          <p:cBhvr>
                                            <p:cTn id="131" dur="250" fill="hold"/>
                                            <p:tgtEl>
                                              <p:spTgt spid="96"/>
                                            </p:tgtEl>
                                            <p:attrNameLst>
                                              <p:attrName>fillcolor</p:attrName>
                                            </p:attrNameLst>
                                          </p:cBhvr>
                                          <p:to>
                                            <a:srgbClr val="DDDDDD"/>
                                          </p:to>
                                        </p:animClr>
                                        <p:set>
                                          <p:cBhvr>
                                            <p:cTn id="132" dur="250" fill="hold"/>
                                            <p:tgtEl>
                                              <p:spTgt spid="96"/>
                                            </p:tgtEl>
                                            <p:attrNameLst>
                                              <p:attrName>fill.type</p:attrName>
                                            </p:attrNameLst>
                                          </p:cBhvr>
                                          <p:to>
                                            <p:strVal val="solid"/>
                                          </p:to>
                                        </p:set>
                                        <p:set>
                                          <p:cBhvr>
                                            <p:cTn id="133" dur="250" fill="hold"/>
                                            <p:tgtEl>
                                              <p:spTgt spid="96"/>
                                            </p:tgtEl>
                                            <p:attrNameLst>
                                              <p:attrName>fill.on</p:attrName>
                                            </p:attrNameLst>
                                          </p:cBhvr>
                                          <p:to>
                                            <p:strVal val="true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98"/>
                      </p:tgtEl>
                    </p:cond>
                  </p:nextCondLst>
                </p:seq>
                <p:seq concurrent="1" nextAc="seek">
                  <p:cTn id="134" restart="whenNotActive" fill="hold" evtFilter="cancelBubble" nodeType="interactiveSeq">
                    <p:stCondLst>
                      <p:cond evt="onClick" delay="0">
                        <p:tgtEl>
                          <p:spTgt spid="101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135" fill="hold">
                          <p:stCondLst>
                            <p:cond delay="0"/>
                          </p:stCondLst>
                          <p:childTnLst>
                            <p:par>
                              <p:cTn id="136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37" presetID="42" presetClass="path" presetSubtype="0" accel="18000" fill="hold" grpId="1" nodeType="withEffect" p14:presetBounceEnd="64000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1.66667E-6 0 L -0.0125 -0.00046 " pathEditMode="relative" rAng="0" ptsTypes="AA" p14:bounceEnd="64000">
                                          <p:cBhvr>
                                            <p:cTn id="138" dur="100" fill="hold"/>
                                            <p:tgtEl>
                                              <p:spTgt spid="100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625" y="-23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39" presetID="19" presetClass="emph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Clr clrSpc="rgb" dir="cw">
                                          <p:cBhvr override="childStyle">
                                            <p:cTn id="140" dur="250" fill="hold"/>
                                            <p:tgtEl>
                                              <p:spTgt spid="99"/>
                                            </p:tgtEl>
                                            <p:attrNameLst>
                                              <p:attrName>style.color</p:attrName>
                                            </p:attrNameLst>
                                          </p:cBhvr>
                                          <p:to>
                                            <a:srgbClr val="DDDDDD"/>
                                          </p:to>
                                        </p:animClr>
                                        <p:animClr clrSpc="rgb" dir="cw">
                                          <p:cBhvr>
                                            <p:cTn id="141" dur="250" fill="hold"/>
                                            <p:tgtEl>
                                              <p:spTgt spid="99"/>
                                            </p:tgtEl>
                                            <p:attrNameLst>
                                              <p:attrName>fillcolor</p:attrName>
                                            </p:attrNameLst>
                                          </p:cBhvr>
                                          <p:to>
                                            <a:srgbClr val="DDDDDD"/>
                                          </p:to>
                                        </p:animClr>
                                        <p:set>
                                          <p:cBhvr>
                                            <p:cTn id="142" dur="250" fill="hold"/>
                                            <p:tgtEl>
                                              <p:spTgt spid="99"/>
                                            </p:tgtEl>
                                            <p:attrNameLst>
                                              <p:attrName>fill.type</p:attrName>
                                            </p:attrNameLst>
                                          </p:cBhvr>
                                          <p:to>
                                            <p:strVal val="solid"/>
                                          </p:to>
                                        </p:set>
                                        <p:set>
                                          <p:cBhvr>
                                            <p:cTn id="143" dur="250" fill="hold"/>
                                            <p:tgtEl>
                                              <p:spTgt spid="99"/>
                                            </p:tgtEl>
                                            <p:attrNameLst>
                                              <p:attrName>fill.on</p:attrName>
                                            </p:attrNameLst>
                                          </p:cBhvr>
                                          <p:to>
                                            <p:strVal val="true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44" fill="hold">
                                <p:stCondLst>
                                  <p:cond delay="250"/>
                                </p:stCondLst>
                                <p:childTnLst>
                                  <p:par>
                                    <p:cTn id="145" presetID="19" presetClass="emph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animClr clrSpc="rgb" dir="cw">
                                          <p:cBhvr override="childStyle">
                                            <p:cTn id="146" dur="250" fill="hold"/>
                                            <p:tgtEl>
                                              <p:spTgt spid="99"/>
                                            </p:tgtEl>
                                            <p:attrNameLst>
                                              <p:attrName>style.color</p:attrName>
                                            </p:attrNameLst>
                                          </p:cBhvr>
                                          <p:to>
                                            <a:srgbClr val="AED6F1"/>
                                          </p:to>
                                        </p:animClr>
                                        <p:animClr clrSpc="rgb" dir="cw">
                                          <p:cBhvr>
                                            <p:cTn id="147" dur="250" fill="hold"/>
                                            <p:tgtEl>
                                              <p:spTgt spid="99"/>
                                            </p:tgtEl>
                                            <p:attrNameLst>
                                              <p:attrName>fillcolor</p:attrName>
                                            </p:attrNameLst>
                                          </p:cBhvr>
                                          <p:to>
                                            <a:srgbClr val="AED6F1"/>
                                          </p:to>
                                        </p:animClr>
                                        <p:set>
                                          <p:cBhvr>
                                            <p:cTn id="148" dur="250" fill="hold"/>
                                            <p:tgtEl>
                                              <p:spTgt spid="99"/>
                                            </p:tgtEl>
                                            <p:attrNameLst>
                                              <p:attrName>fill.type</p:attrName>
                                            </p:attrNameLst>
                                          </p:cBhvr>
                                          <p:to>
                                            <p:strVal val="solid"/>
                                          </p:to>
                                        </p:set>
                                        <p:set>
                                          <p:cBhvr>
                                            <p:cTn id="149" dur="250" fill="hold"/>
                                            <p:tgtEl>
                                              <p:spTgt spid="99"/>
                                            </p:tgtEl>
                                            <p:attrNameLst>
                                              <p:attrName>fill.on</p:attrName>
                                            </p:attrNameLst>
                                          </p:cBhvr>
                                          <p:to>
                                            <p:strVal val="tru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50" presetID="42" presetClass="path" presetSubtype="0" accel="6000" fill="hold" grpId="0" nodeType="withEffect" p14:presetBounceEnd="64000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0.0125 -0.00046 L -1.66667E-6 0 " pathEditMode="relative" rAng="0" ptsTypes="AA" p14:bounceEnd="64000">
                                          <p:cBhvr>
                                            <p:cTn id="151" dur="250" fill="hold"/>
                                            <p:tgtEl>
                                              <p:spTgt spid="100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625" y="23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101"/>
                      </p:tgtEl>
                    </p:cond>
                  </p:nextCondLst>
                </p:seq>
                <p:seq concurrent="1" nextAc="seek">
                  <p:cTn id="152" restart="whenNotActive" fill="hold" evtFilter="cancelBubble" nodeType="interactiveSeq">
                    <p:stCondLst>
                      <p:cond evt="onClick" delay="0">
                        <p:tgtEl>
                          <p:spTgt spid="107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153" fill="hold">
                          <p:stCondLst>
                            <p:cond delay="0"/>
                          </p:stCondLst>
                          <p:childTnLst>
                            <p:par>
                              <p:cTn id="15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55" presetID="19" presetClass="emph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animClr clrSpc="rgb" dir="cw">
                                          <p:cBhvr override="childStyle">
                                            <p:cTn id="156" dur="250" fill="hold"/>
                                            <p:tgtEl>
                                              <p:spTgt spid="105"/>
                                            </p:tgtEl>
                                            <p:attrNameLst>
                                              <p:attrName>style.color</p:attrName>
                                            </p:attrNameLst>
                                          </p:cBhvr>
                                          <p:to>
                                            <a:srgbClr val="55A9E1"/>
                                          </p:to>
                                        </p:animClr>
                                        <p:animClr clrSpc="rgb" dir="cw">
                                          <p:cBhvr>
                                            <p:cTn id="157" dur="250" fill="hold"/>
                                            <p:tgtEl>
                                              <p:spTgt spid="105"/>
                                            </p:tgtEl>
                                            <p:attrNameLst>
                                              <p:attrName>fillcolor</p:attrName>
                                            </p:attrNameLst>
                                          </p:cBhvr>
                                          <p:to>
                                            <a:srgbClr val="55A9E1"/>
                                          </p:to>
                                        </p:animClr>
                                        <p:set>
                                          <p:cBhvr>
                                            <p:cTn id="158" dur="250" fill="hold"/>
                                            <p:tgtEl>
                                              <p:spTgt spid="105"/>
                                            </p:tgtEl>
                                            <p:attrNameLst>
                                              <p:attrName>fill.type</p:attrName>
                                            </p:attrNameLst>
                                          </p:cBhvr>
                                          <p:to>
                                            <p:strVal val="solid"/>
                                          </p:to>
                                        </p:set>
                                        <p:set>
                                          <p:cBhvr>
                                            <p:cTn id="159" dur="250" fill="hold"/>
                                            <p:tgtEl>
                                              <p:spTgt spid="105"/>
                                            </p:tgtEl>
                                            <p:attrNameLst>
                                              <p:attrName>fill.on</p:attrName>
                                            </p:attrNameLst>
                                          </p:cBhvr>
                                          <p:to>
                                            <p:strVal val="tru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60" presetID="42" presetClass="path" presetSubtype="0" accel="6000" fill="hold" grpId="0" nodeType="withEffect" p14:presetBounceEnd="64000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4.79167E-6 -4.44444E-6 L 0.01341 0.0007 " pathEditMode="relative" rAng="0" ptsTypes="AA" p14:bounceEnd="64000">
                                          <p:cBhvr>
                                            <p:cTn id="161" dur="250" fill="hold"/>
                                            <p:tgtEl>
                                              <p:spTgt spid="106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664" y="23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62" fill="hold">
                          <p:stCondLst>
                            <p:cond delay="indefinite"/>
                          </p:stCondLst>
                          <p:childTnLst>
                            <p:par>
                              <p:cTn id="163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64" presetID="42" presetClass="path" presetSubtype="0" accel="18000" fill="hold" grpId="1" nodeType="clickEffect" p14:presetBounceEnd="64000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0.01341 0.0007 L 4.79167E-6 -4.44444E-6 " pathEditMode="relative" rAng="0" ptsTypes="AA" p14:bounceEnd="64000">
                                          <p:cBhvr>
                                            <p:cTn id="165" dur="250" fill="hold"/>
                                            <p:tgtEl>
                                              <p:spTgt spid="106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677" y="-46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66" presetID="19" presetClass="emph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Clr clrSpc="rgb" dir="cw">
                                          <p:cBhvr override="childStyle">
                                            <p:cTn id="167" dur="250" fill="hold"/>
                                            <p:tgtEl>
                                              <p:spTgt spid="105"/>
                                            </p:tgtEl>
                                            <p:attrNameLst>
                                              <p:attrName>style.color</p:attrName>
                                            </p:attrNameLst>
                                          </p:cBhvr>
                                          <p:to>
                                            <a:srgbClr val="A5A5A5"/>
                                          </p:to>
                                        </p:animClr>
                                        <p:animClr clrSpc="rgb" dir="cw">
                                          <p:cBhvr>
                                            <p:cTn id="168" dur="250" fill="hold"/>
                                            <p:tgtEl>
                                              <p:spTgt spid="105"/>
                                            </p:tgtEl>
                                            <p:attrNameLst>
                                              <p:attrName>fillcolor</p:attrName>
                                            </p:attrNameLst>
                                          </p:cBhvr>
                                          <p:to>
                                            <a:srgbClr val="A5A5A5"/>
                                          </p:to>
                                        </p:animClr>
                                        <p:set>
                                          <p:cBhvr>
                                            <p:cTn id="169" dur="250" fill="hold"/>
                                            <p:tgtEl>
                                              <p:spTgt spid="105"/>
                                            </p:tgtEl>
                                            <p:attrNameLst>
                                              <p:attrName>fill.type</p:attrName>
                                            </p:attrNameLst>
                                          </p:cBhvr>
                                          <p:to>
                                            <p:strVal val="solid"/>
                                          </p:to>
                                        </p:set>
                                        <p:set>
                                          <p:cBhvr>
                                            <p:cTn id="170" dur="250" fill="hold"/>
                                            <p:tgtEl>
                                              <p:spTgt spid="105"/>
                                            </p:tgtEl>
                                            <p:attrNameLst>
                                              <p:attrName>fill.on</p:attrName>
                                            </p:attrNameLst>
                                          </p:cBhvr>
                                          <p:to>
                                            <p:strVal val="true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107"/>
                      </p:tgtEl>
                    </p:cond>
                  </p:nextCondLst>
                </p:seq>
                <p:seq concurrent="1" nextAc="seek">
                  <p:cTn id="171" restart="whenNotActive" fill="hold" evtFilter="cancelBubble" nodeType="interactiveSeq">
                    <p:stCondLst>
                      <p:cond evt="onClick" delay="0">
                        <p:tgtEl>
                          <p:spTgt spid="67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172" fill="hold">
                          <p:stCondLst>
                            <p:cond delay="0"/>
                          </p:stCondLst>
                          <p:childTnLst>
                            <p:par>
                              <p:cTn id="173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74" presetID="6" presetClass="emph" presetSubtype="0" fill="hold" grpId="0" nodeType="clickEffect" p14:presetBounceEnd="96000">
                                      <p:stCondLst>
                                        <p:cond delay="0"/>
                                      </p:stCondLst>
                                      <p:childTnLst>
                                        <p:animScale p14:bounceEnd="96000">
                                          <p:cBhvr>
                                            <p:cTn id="175" dur="750" fill="hold"/>
                                            <p:tgtEl>
                                              <p:spTgt spid="67"/>
                                            </p:tgtEl>
                                          </p:cBhvr>
                                          <p:by x="90000" y="90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176" presetID="1" presetClass="exit" presetSubtype="0" fill="hold" grpId="1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17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78" presetID="1" presetClass="entr" presetSubtype="0" fill="hold" nodeType="withEffect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17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67"/>
                      </p:tgtEl>
                    </p:cond>
                  </p:nextCondLst>
                </p:seq>
                <p:seq concurrent="1" nextAc="seek">
                  <p:cTn id="180" restart="whenNotActive" fill="hold" evtFilter="cancelBubble" nodeType="interactiveSeq">
                    <p:stCondLst>
                      <p:cond evt="onClick" delay="0">
                        <p:tgtEl>
                          <p:spTgt spid="102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181" fill="hold">
                          <p:stCondLst>
                            <p:cond delay="0"/>
                          </p:stCondLst>
                          <p:childTnLst>
                            <p:par>
                              <p:cTn id="182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83" presetID="6" presetClass="emph" presetSubtype="0" fill="hold" nodeType="clickEffect" p14:presetBounceEnd="96000">
                                      <p:stCondLst>
                                        <p:cond delay="0"/>
                                      </p:stCondLst>
                                      <p:childTnLst>
                                        <p:animScale p14:bounceEnd="96000">
                                          <p:cBhvr>
                                            <p:cTn id="184" dur="750" fill="hold"/>
                                            <p:tgtEl>
                                              <p:spTgt spid="102"/>
                                            </p:tgtEl>
                                          </p:cBhvr>
                                          <p:by x="90000" y="90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185" presetID="1" presetClass="exit" presetSubtype="0" fill="hold" nodeType="withEffect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18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87" presetID="1" presetClass="entr" presetSubtype="0" fill="hold" grpId="2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102"/>
                      </p:tgtEl>
                    </p:cond>
                  </p:nextCondLst>
                </p:seq>
                <p:seq concurrent="1" nextAc="seek">
                  <p:cTn id="189" restart="whenNotActive" fill="hold" evtFilter="cancelBubble" nodeType="interactiveSeq">
                    <p:stCondLst>
                      <p:cond evt="onClick" delay="0">
                        <p:tgtEl>
                          <p:spTgt spid="69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190" fill="hold">
                          <p:stCondLst>
                            <p:cond delay="0"/>
                          </p:stCondLst>
                          <p:childTnLst>
                            <p:par>
                              <p:cTn id="191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92" presetID="42" presetClass="path" presetSubtype="0" accel="100000" fill="hold" nodeType="clickEffect" p14:presetBounceEnd="96000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0.01107 -2.96296E-6 L -1.45833E-6 -2.96296E-6 " pathEditMode="relative" rAng="0" ptsTypes="AA" p14:bounceEnd="96000">
                                          <p:cBhvr>
                                            <p:cTn id="193" dur="10" fill="hold"/>
                                            <p:tgtEl>
                                              <p:spTgt spid="69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560" y="0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94" fill="hold">
                                <p:stCondLst>
                                  <p:cond delay="10"/>
                                </p:stCondLst>
                                <p:childTnLst>
                                  <p:par>
                                    <p:cTn id="195" presetID="42" presetClass="path" presetSubtype="0" accel="100000" fill="hold" nodeType="afterEffect" p14:presetBounceEnd="96000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1.45833E-6 -2.96296E-6 L 0.01107 -2.96296E-6 " pathEditMode="relative" rAng="0" ptsTypes="AA" p14:bounceEnd="96000">
                                          <p:cBhvr>
                                            <p:cTn id="196" dur="500" spd="-100000" fill="hold"/>
                                            <p:tgtEl>
                                              <p:spTgt spid="69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547" y="0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69"/>
                      </p:tgtEl>
                    </p:cond>
                  </p:nextCondLst>
                </p:seq>
                <p:seq concurrent="1" nextAc="seek">
                  <p:cTn id="197" restart="whenNotActive" fill="hold" evtFilter="cancelBubble" nodeType="interactiveSeq">
                    <p:stCondLst>
                      <p:cond evt="onClick" delay="0">
                        <p:tgtEl>
                          <p:spTgt spid="72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198" fill="hold">
                          <p:stCondLst>
                            <p:cond delay="0"/>
                          </p:stCondLst>
                          <p:childTnLst>
                            <p:par>
                              <p:cTn id="199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200" presetID="42" presetClass="path" presetSubtype="0" accel="100000" fill="hold" nodeType="clickEffect" p14:presetBounceEnd="96000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0.01107 -3.33333E-6 L 2.77556E-17 -3.33333E-6 " pathEditMode="relative" rAng="0" ptsTypes="AA" p14:bounceEnd="96000">
                                          <p:cBhvr>
                                            <p:cTn id="201" dur="10" fill="hold"/>
                                            <p:tgtEl>
                                              <p:spTgt spid="72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560" y="0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02" fill="hold">
                                <p:stCondLst>
                                  <p:cond delay="10"/>
                                </p:stCondLst>
                                <p:childTnLst>
                                  <p:par>
                                    <p:cTn id="203" presetID="42" presetClass="path" presetSubtype="0" accel="100000" fill="hold" nodeType="afterEffect" p14:presetBounceEnd="96000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2.77556E-17 -3.33333E-6 L 0.01107 -3.33333E-6 " pathEditMode="relative" rAng="0" ptsTypes="AA" p14:bounceEnd="96000">
                                          <p:cBhvr>
                                            <p:cTn id="204" dur="500" spd="-100000" fill="hold"/>
                                            <p:tgtEl>
                                              <p:spTgt spid="72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547" y="0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72"/>
                      </p:tgtEl>
                    </p:cond>
                  </p:nextCondLst>
                </p:seq>
              </p:childTnLst>
            </p:cTn>
          </p:par>
        </p:tnLst>
        <p:bldLst>
          <p:bldP spid="52" grpId="0" animBg="1"/>
          <p:bldP spid="52" grpId="1" animBg="1"/>
          <p:bldP spid="52" grpId="2" animBg="1"/>
          <p:bldP spid="53" grpId="0" animBg="1"/>
          <p:bldP spid="53" grpId="1" animBg="1"/>
          <p:bldP spid="53" grpId="2" animBg="1"/>
          <p:bldP spid="53" grpId="3" animBg="1"/>
          <p:bldP spid="59" grpId="0" animBg="1"/>
          <p:bldP spid="59" grpId="1" animBg="1"/>
          <p:bldP spid="59" grpId="2" animBg="1"/>
          <p:bldP spid="63" grpId="0" animBg="1"/>
          <p:bldP spid="63" grpId="1" animBg="1"/>
          <p:bldP spid="67" grpId="0" animBg="1"/>
          <p:bldP spid="67" grpId="1" animBg="1"/>
          <p:bldP spid="67" grpId="2" animBg="1"/>
          <p:bldP spid="96" grpId="0" animBg="1"/>
          <p:bldP spid="96" grpId="1" animBg="1"/>
          <p:bldP spid="97" grpId="0" animBg="1"/>
          <p:bldP spid="97" grpId="1" animBg="1"/>
          <p:bldP spid="99" grpId="0" animBg="1"/>
          <p:bldP spid="99" grpId="1" animBg="1"/>
          <p:bldP spid="100" grpId="0" animBg="1"/>
          <p:bldP spid="100" grpId="1" animBg="1"/>
          <p:bldP spid="105" grpId="0" animBg="1"/>
          <p:bldP spid="105" grpId="1" animBg="1"/>
          <p:bldP spid="106" grpId="0" animBg="1"/>
          <p:bldP spid="106" grpId="1" animBg="1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8" presetClass="emph" presetSubtype="0" repeatCount="indefinite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Rot by="21600000">
                                          <p:cBhvr>
                                            <p:cTn id="6" dur="2000" fill="hold"/>
                                            <p:tgtEl>
                                              <p:spTgt spid="54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7" presetID="10" presetClass="entr" presetSubtype="0" fill="hold" nodeType="withEffect">
                                      <p:stCondLst>
                                        <p:cond delay="150"/>
                                      </p:stCondLst>
                                      <p:childTnLst>
                                        <p:set>
                                          <p:cBhvr>
                                            <p:cTn id="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" dur="150"/>
                                            <p:tgtEl>
                                              <p:spTgt spid="2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" presetID="42" presetClass="path" presetSubtype="0" decel="90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0 0 L 0 0.09005 " pathEditMode="relative" rAng="0" ptsTypes="AA">
                                          <p:cBhvr>
                                            <p:cTn id="11" dur="500" spd="-10000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4491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2" presetID="10" presetClass="entr" presetSubtype="0" fill="hold" nodeType="withEffect">
                                      <p:stCondLst>
                                        <p:cond delay="150"/>
                                      </p:stCondLst>
                                      <p:childTnLst>
                                        <p:set>
                                          <p:cBhvr>
                                            <p:cTn id="1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4" dur="150"/>
                                            <p:tgtEl>
                                              <p:spTgt spid="3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5" presetID="42" presetClass="path" presetSubtype="0" decel="90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0 0 L 0 0.09005 " pathEditMode="relative" rAng="0" ptsTypes="AA">
                                          <p:cBhvr>
                                            <p:cTn id="16" dur="500" spd="-1000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4491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7" presetID="10" presetClass="entr" presetSubtype="0" fill="hold" nodeType="withEffect">
                                      <p:stCondLst>
                                        <p:cond delay="15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9" dur="150"/>
                                            <p:tgtEl>
                                              <p:spTgt spid="4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0" presetID="42" presetClass="path" presetSubtype="0" decel="90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0 0 L 0 0.09005 " pathEditMode="relative" rAng="0" ptsTypes="AA">
                                          <p:cBhvr>
                                            <p:cTn id="21" dur="500" spd="-100000" fill="hold"/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4491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2" presetID="2" presetClass="entr" presetSubtype="1" accel="20000" decel="80000" fill="hold" nodeType="withEffect">
                                      <p:stCondLst>
                                        <p:cond delay="1300"/>
                                      </p:stCondLst>
                                      <p:childTnLst>
                                        <p:set>
                                          <p:cBhvr>
                                            <p:cTn id="2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4" dur="5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5" dur="5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6" fill="hold">
                                <p:stCondLst>
                                  <p:cond delay="2000"/>
                                </p:stCondLst>
                                <p:childTnLst>
                                  <p:par>
                                    <p:cTn id="27" presetID="2" presetClass="exit" presetSubtype="1" accel="20000" decel="80000" fill="hold" nodeType="afterEffect">
                                      <p:stCondLst>
                                        <p:cond delay="3000"/>
                                      </p:stCondLst>
                                      <p:childTnLst>
                                        <p:anim calcmode="lin" valueType="num">
                                          <p:cBhvr additive="base">
                                            <p:cTn id="28" dur="500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9" dur="500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0-ppt_h/2"/>
                                              </p:val>
                                            </p:tav>
                                          </p:tavLst>
                                        </p:anim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1" presetID="2" presetClass="entr" presetSubtype="1" accel="20000" decel="80000" fill="hold" nodeType="withEffect">
                                      <p:stCondLst>
                                        <p:cond delay="1300"/>
                                      </p:stCondLst>
                                      <p:childTnLst>
                                        <p:set>
                                          <p:cBhvr>
                                            <p:cTn id="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3" dur="5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4" dur="5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5" fill="hold">
                                <p:stCondLst>
                                  <p:cond delay="5500"/>
                                </p:stCondLst>
                                <p:childTnLst>
                                  <p:par>
                                    <p:cTn id="36" presetID="2" presetClass="exit" presetSubtype="1" accel="20000" decel="80000" fill="hold" nodeType="afterEffect">
                                      <p:stCondLst>
                                        <p:cond delay="3000"/>
                                      </p:stCondLst>
                                      <p:childTnLst>
                                        <p:anim calcmode="lin" valueType="num">
                                          <p:cBhvr additive="base">
                                            <p:cTn id="37" dur="500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8" dur="500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0-ppt_h/2"/>
                                              </p:val>
                                            </p:tav>
                                          </p:tavLst>
                                        </p:anim>
                                        <p:set>
                                          <p:cBhvr>
                                            <p:cTn id="39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seq concurrent="1" nextAc="seek">
                  <p:cTn id="40" restart="whenNotActive" fill="hold" evtFilter="cancelBubble" nodeType="interactiveSeq">
                    <p:stCondLst>
                      <p:cond evt="onClick" delay="0">
                        <p:tgtEl>
                          <p:spTgt spid="53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41" fill="hold">
                          <p:stCondLst>
                            <p:cond delay="0"/>
                          </p:stCondLst>
                          <p:childTnLst>
                            <p:par>
                              <p:cTn id="42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43" presetID="16" presetClass="emph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 override="childStyle">
                                            <p:cTn id="44" dur="250" fill="hold"/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style.color</p:attrName>
                                            </p:attrNameLst>
                                          </p:cBhvr>
                                          <p:to>
                                            <p:clrVal>
                                              <a:srgbClr val="FFFFFF"/>
                                            </p:clrVal>
                                          </p:to>
                                        </p:set>
                                        <p:set>
                                          <p:cBhvr>
                                            <p:cTn id="45" dur="250" fill="hold"/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fillcolor</p:attrName>
                                            </p:attrNameLst>
                                          </p:cBhvr>
                                          <p:to>
                                            <p:clrVal>
                                              <a:srgbClr val="FFFFFF"/>
                                            </p:clrVal>
                                          </p:to>
                                        </p:set>
                                        <p:set>
                                          <p:cBhvr>
                                            <p:cTn id="46" dur="250" fill="hold"/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fill.type</p:attrName>
                                            </p:attrNameLst>
                                          </p:cBhvr>
                                          <p:to>
                                            <p:strVal val="solid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7" presetID="6" presetClass="emph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Scale>
                                          <p:cBhvr>
                                            <p:cTn id="48" dur="1000" fill="hold"/>
                                            <p:tgtEl>
                                              <p:spTgt spid="53"/>
                                            </p:tgtEl>
                                          </p:cBhvr>
                                          <p:by x="99500" y="995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49" presetID="1" presetClass="emph" presetSubtype="1" grpId="2" nodeType="withEffect">
                                      <p:stCondLst>
                                        <p:cond delay="0"/>
                                      </p:stCondLst>
                                      <p:iterate type="lt">
                                        <p:tmAbs val="500"/>
                                      </p:iterate>
                                      <p:childTnLst>
                                        <p:set>
                                          <p:cBhvr>
                                            <p:cTn id="50" dur="indefinite"/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fillcolor</p:attrName>
                                            </p:attrNameLst>
                                          </p:cBhvr>
                                          <p:to>
                                            <p:clrVal>
                                              <a:srgbClr val="62A8D3"/>
                                            </p:clrVal>
                                          </p:to>
                                        </p:set>
                                        <p:set>
                                          <p:cBhvr>
                                            <p:cTn id="51" dur="indefinite"/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fill.type</p:attrName>
                                            </p:attrNameLst>
                                          </p:cBhvr>
                                          <p:to>
                                            <p:strVal val="solid"/>
                                          </p:to>
                                        </p:set>
                                        <p:set>
                                          <p:cBhvr>
                                            <p:cTn id="52" dur="indefinite"/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fill.on</p:attrName>
                                            </p:attrNameLst>
                                          </p:cBhvr>
                                          <p:to>
                                            <p:strVal val="true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53" fill="hold">
                          <p:stCondLst>
                            <p:cond delay="indefinite"/>
                          </p:stCondLst>
                          <p:childTnLst>
                            <p:par>
                              <p:cTn id="5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5" presetID="16" presetClass="emph" presetSubtype="0" fill="hold" grpId="3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 override="childStyle">
                                            <p:cTn id="56" dur="250" fill="hold"/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style.color</p:attrName>
                                            </p:attrNameLst>
                                          </p:cBhvr>
                                          <p:to>
                                            <p:clrVal>
                                              <a:schemeClr val="tx1"/>
                                            </p:clrVal>
                                          </p:to>
                                        </p:set>
                                        <p:set>
                                          <p:cBhvr>
                                            <p:cTn id="57" dur="250" fill="hold"/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fillcolor</p:attrName>
                                            </p:attrNameLst>
                                          </p:cBhvr>
                                          <p:to>
                                            <p:clrVal>
                                              <a:schemeClr val="tx1"/>
                                            </p:clrVal>
                                          </p:to>
                                        </p:set>
                                        <p:set>
                                          <p:cBhvr>
                                            <p:cTn id="58" dur="250" fill="hold"/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fill.type</p:attrName>
                                            </p:attrNameLst>
                                          </p:cBhvr>
                                          <p:to>
                                            <p:strVal val="solid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9" presetID="1" presetClass="emph" presetSubtype="2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Clr clrSpc="rgb" dir="cw">
                                          <p:cBhvr>
                                            <p:cTn id="60" dur="500" fill="hold"/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fillcolor</p:attrName>
                                            </p:attrNameLst>
                                          </p:cBhvr>
                                          <p:to>
                                            <a:srgbClr val="FFFFFF"/>
                                          </p:to>
                                        </p:animClr>
                                        <p:set>
                                          <p:cBhvr>
                                            <p:cTn id="61" dur="500" fill="hold"/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fill.type</p:attrName>
                                            </p:attrNameLst>
                                          </p:cBhvr>
                                          <p:to>
                                            <p:strVal val="solid"/>
                                          </p:to>
                                        </p:set>
                                        <p:set>
                                          <p:cBhvr>
                                            <p:cTn id="62" dur="500" fill="hold"/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fill.on</p:attrName>
                                            </p:attrNameLst>
                                          </p:cBhvr>
                                          <p:to>
                                            <p:strVal val="true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53"/>
                      </p:tgtEl>
                    </p:cond>
                  </p:nextCondLst>
                </p:seq>
                <p:seq concurrent="1" nextAc="seek">
                  <p:cTn id="63" restart="whenNotActive" fill="hold" evtFilter="cancelBubble" nodeType="interactiveSeq">
                    <p:stCondLst>
                      <p:cond evt="onClick" delay="0">
                        <p:tgtEl>
                          <p:spTgt spid="52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64" fill="hold">
                          <p:stCondLst>
                            <p:cond delay="0"/>
                          </p:stCondLst>
                          <p:childTnLst>
                            <p:par>
                              <p:cTn id="6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66" presetID="16" presetClass="emph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 override="childStyle">
                                            <p:cTn id="67" dur="250" fill="hold"/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style.color</p:attrName>
                                            </p:attrNameLst>
                                          </p:cBhvr>
                                          <p:to>
                                            <p:clrVal>
                                              <a:srgbClr val="FFFFFF"/>
                                            </p:clrVal>
                                          </p:to>
                                        </p:set>
                                        <p:set>
                                          <p:cBhvr>
                                            <p:cTn id="68" dur="250" fill="hold"/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fillcolor</p:attrName>
                                            </p:attrNameLst>
                                          </p:cBhvr>
                                          <p:to>
                                            <p:clrVal>
                                              <a:srgbClr val="FFFFFF"/>
                                            </p:clrVal>
                                          </p:to>
                                        </p:set>
                                        <p:set>
                                          <p:cBhvr>
                                            <p:cTn id="69" dur="250" fill="hold"/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fill.type</p:attrName>
                                            </p:attrNameLst>
                                          </p:cBhvr>
                                          <p:to>
                                            <p:strVal val="solid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0" presetID="6" presetClass="emph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Scale>
                                          <p:cBhvr>
                                            <p:cTn id="71" dur="1000" fill="hold"/>
                                            <p:tgtEl>
                                              <p:spTgt spid="52"/>
                                            </p:tgtEl>
                                          </p:cBhvr>
                                          <p:by x="99500" y="995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72" presetID="1" presetClass="emph" presetSubtype="1" nodeType="withEffect">
                                      <p:stCondLst>
                                        <p:cond delay="0"/>
                                      </p:stCondLst>
                                      <p:iterate type="lt">
                                        <p:tmAbs val="500"/>
                                      </p:iterate>
                                      <p:childTnLst>
                                        <p:set>
                                          <p:cBhvr>
                                            <p:cTn id="73" dur="indefinite"/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fillcolor</p:attrName>
                                            </p:attrNameLst>
                                          </p:cBhvr>
                                          <p:to>
                                            <p:clrVal>
                                              <a:srgbClr val="62A8D3"/>
                                            </p:clrVal>
                                          </p:to>
                                        </p:set>
                                        <p:set>
                                          <p:cBhvr>
                                            <p:cTn id="74" dur="indefinite"/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fill.type</p:attrName>
                                            </p:attrNameLst>
                                          </p:cBhvr>
                                          <p:to>
                                            <p:strVal val="solid"/>
                                          </p:to>
                                        </p:set>
                                        <p:set>
                                          <p:cBhvr>
                                            <p:cTn id="75" dur="indefinite"/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fill.on</p:attrName>
                                            </p:attrNameLst>
                                          </p:cBhvr>
                                          <p:to>
                                            <p:strVal val="true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76" fill="hold">
                          <p:stCondLst>
                            <p:cond delay="indefinite"/>
                          </p:stCondLst>
                          <p:childTnLst>
                            <p:par>
                              <p:cTn id="77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78" presetID="16" presetClass="emph" presetSubtype="0" fill="hold" grpId="2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 override="childStyle">
                                            <p:cTn id="79" dur="250" fill="hold"/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style.color</p:attrName>
                                            </p:attrNameLst>
                                          </p:cBhvr>
                                          <p:to>
                                            <p:clrVal>
                                              <a:schemeClr val="tx1"/>
                                            </p:clrVal>
                                          </p:to>
                                        </p:set>
                                        <p:set>
                                          <p:cBhvr>
                                            <p:cTn id="80" dur="250" fill="hold"/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fillcolor</p:attrName>
                                            </p:attrNameLst>
                                          </p:cBhvr>
                                          <p:to>
                                            <p:clrVal>
                                              <a:schemeClr val="tx1"/>
                                            </p:clrVal>
                                          </p:to>
                                        </p:set>
                                        <p:set>
                                          <p:cBhvr>
                                            <p:cTn id="81" dur="250" fill="hold"/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fill.type</p:attrName>
                                            </p:attrNameLst>
                                          </p:cBhvr>
                                          <p:to>
                                            <p:strVal val="solid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2" presetID="1" presetClass="emph" presetSubtype="2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Clr clrSpc="rgb" dir="cw">
                                          <p:cBhvr>
                                            <p:cTn id="83" dur="500" fill="hold"/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fillcolor</p:attrName>
                                            </p:attrNameLst>
                                          </p:cBhvr>
                                          <p:to>
                                            <a:srgbClr val="FFFFFF"/>
                                          </p:to>
                                        </p:animClr>
                                        <p:set>
                                          <p:cBhvr>
                                            <p:cTn id="84" dur="500" fill="hold"/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fill.type</p:attrName>
                                            </p:attrNameLst>
                                          </p:cBhvr>
                                          <p:to>
                                            <p:strVal val="solid"/>
                                          </p:to>
                                        </p:set>
                                        <p:set>
                                          <p:cBhvr>
                                            <p:cTn id="85" dur="500" fill="hold"/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fill.on</p:attrName>
                                            </p:attrNameLst>
                                          </p:cBhvr>
                                          <p:to>
                                            <p:strVal val="true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52"/>
                      </p:tgtEl>
                    </p:cond>
                  </p:nextCondLst>
                </p:seq>
                <p:seq concurrent="1" nextAc="seek">
                  <p:cTn id="86" restart="whenNotActive" fill="hold" evtFilter="cancelBubble" nodeType="interactiveSeq">
                    <p:stCondLst>
                      <p:cond evt="onClick" delay="0">
                        <p:tgtEl>
                          <p:spTgt spid="59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87" fill="hold">
                          <p:stCondLst>
                            <p:cond delay="0"/>
                          </p:stCondLst>
                          <p:childTnLst>
                            <p:par>
                              <p:cTn id="88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89" presetID="16" presetClass="emph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 override="childStyle">
                                            <p:cTn id="90" dur="250" fill="hold"/>
                                            <p:tgtEl>
                                              <p:spTgt spid="59"/>
                                            </p:tgtEl>
                                            <p:attrNameLst>
                                              <p:attrName>style.color</p:attrName>
                                            </p:attrNameLst>
                                          </p:cBhvr>
                                          <p:to>
                                            <p:clrVal>
                                              <a:srgbClr val="FFFFFF"/>
                                            </p:clrVal>
                                          </p:to>
                                        </p:set>
                                        <p:set>
                                          <p:cBhvr>
                                            <p:cTn id="91" dur="250" fill="hold"/>
                                            <p:tgtEl>
                                              <p:spTgt spid="59"/>
                                            </p:tgtEl>
                                            <p:attrNameLst>
                                              <p:attrName>fillcolor</p:attrName>
                                            </p:attrNameLst>
                                          </p:cBhvr>
                                          <p:to>
                                            <p:clrVal>
                                              <a:srgbClr val="FFFFFF"/>
                                            </p:clrVal>
                                          </p:to>
                                        </p:set>
                                        <p:set>
                                          <p:cBhvr>
                                            <p:cTn id="92" dur="250" fill="hold"/>
                                            <p:tgtEl>
                                              <p:spTgt spid="59"/>
                                            </p:tgtEl>
                                            <p:attrNameLst>
                                              <p:attrName>fill.type</p:attrName>
                                            </p:attrNameLst>
                                          </p:cBhvr>
                                          <p:to>
                                            <p:strVal val="solid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93" presetID="6" presetClass="emph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Scale>
                                          <p:cBhvr>
                                            <p:cTn id="94" dur="1000" fill="hold"/>
                                            <p:tgtEl>
                                              <p:spTgt spid="59"/>
                                            </p:tgtEl>
                                          </p:cBhvr>
                                          <p:by x="99500" y="995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95" presetID="1" presetClass="emph" presetSubtype="1" nodeType="withEffect">
                                      <p:stCondLst>
                                        <p:cond delay="0"/>
                                      </p:stCondLst>
                                      <p:iterate type="lt">
                                        <p:tmAbs val="500"/>
                                      </p:iterate>
                                      <p:childTnLst>
                                        <p:set>
                                          <p:cBhvr>
                                            <p:cTn id="96" dur="indefinite"/>
                                            <p:tgtEl>
                                              <p:spTgt spid="59"/>
                                            </p:tgtEl>
                                            <p:attrNameLst>
                                              <p:attrName>fillcolor</p:attrName>
                                            </p:attrNameLst>
                                          </p:cBhvr>
                                          <p:to>
                                            <p:clrVal>
                                              <a:srgbClr val="62A8D3"/>
                                            </p:clrVal>
                                          </p:to>
                                        </p:set>
                                        <p:set>
                                          <p:cBhvr>
                                            <p:cTn id="97" dur="indefinite"/>
                                            <p:tgtEl>
                                              <p:spTgt spid="59"/>
                                            </p:tgtEl>
                                            <p:attrNameLst>
                                              <p:attrName>fill.type</p:attrName>
                                            </p:attrNameLst>
                                          </p:cBhvr>
                                          <p:to>
                                            <p:strVal val="solid"/>
                                          </p:to>
                                        </p:set>
                                        <p:set>
                                          <p:cBhvr>
                                            <p:cTn id="98" dur="indefinite"/>
                                            <p:tgtEl>
                                              <p:spTgt spid="59"/>
                                            </p:tgtEl>
                                            <p:attrNameLst>
                                              <p:attrName>fill.on</p:attrName>
                                            </p:attrNameLst>
                                          </p:cBhvr>
                                          <p:to>
                                            <p:strVal val="true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99" fill="hold">
                          <p:stCondLst>
                            <p:cond delay="indefinite"/>
                          </p:stCondLst>
                          <p:childTnLst>
                            <p:par>
                              <p:cTn id="10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01" presetID="16" presetClass="emph" presetSubtype="0" fill="hold" grpId="2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 override="childStyle">
                                            <p:cTn id="102" dur="250" fill="hold"/>
                                            <p:tgtEl>
                                              <p:spTgt spid="59"/>
                                            </p:tgtEl>
                                            <p:attrNameLst>
                                              <p:attrName>style.color</p:attrName>
                                            </p:attrNameLst>
                                          </p:cBhvr>
                                          <p:to>
                                            <p:clrVal>
                                              <a:schemeClr val="tx1"/>
                                            </p:clrVal>
                                          </p:to>
                                        </p:set>
                                        <p:set>
                                          <p:cBhvr>
                                            <p:cTn id="103" dur="250" fill="hold"/>
                                            <p:tgtEl>
                                              <p:spTgt spid="59"/>
                                            </p:tgtEl>
                                            <p:attrNameLst>
                                              <p:attrName>fillcolor</p:attrName>
                                            </p:attrNameLst>
                                          </p:cBhvr>
                                          <p:to>
                                            <p:clrVal>
                                              <a:schemeClr val="tx1"/>
                                            </p:clrVal>
                                          </p:to>
                                        </p:set>
                                        <p:set>
                                          <p:cBhvr>
                                            <p:cTn id="104" dur="250" fill="hold"/>
                                            <p:tgtEl>
                                              <p:spTgt spid="59"/>
                                            </p:tgtEl>
                                            <p:attrNameLst>
                                              <p:attrName>fill.type</p:attrName>
                                            </p:attrNameLst>
                                          </p:cBhvr>
                                          <p:to>
                                            <p:strVal val="solid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05" presetID="1" presetClass="emph" presetSubtype="2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Clr clrSpc="rgb" dir="cw">
                                          <p:cBhvr>
                                            <p:cTn id="106" dur="500" fill="hold"/>
                                            <p:tgtEl>
                                              <p:spTgt spid="59"/>
                                            </p:tgtEl>
                                            <p:attrNameLst>
                                              <p:attrName>fillcolor</p:attrName>
                                            </p:attrNameLst>
                                          </p:cBhvr>
                                          <p:to>
                                            <a:srgbClr val="FFFFFF"/>
                                          </p:to>
                                        </p:animClr>
                                        <p:set>
                                          <p:cBhvr>
                                            <p:cTn id="107" dur="500" fill="hold"/>
                                            <p:tgtEl>
                                              <p:spTgt spid="59"/>
                                            </p:tgtEl>
                                            <p:attrNameLst>
                                              <p:attrName>fill.type</p:attrName>
                                            </p:attrNameLst>
                                          </p:cBhvr>
                                          <p:to>
                                            <p:strVal val="solid"/>
                                          </p:to>
                                        </p:set>
                                        <p:set>
                                          <p:cBhvr>
                                            <p:cTn id="108" dur="500" fill="hold"/>
                                            <p:tgtEl>
                                              <p:spTgt spid="59"/>
                                            </p:tgtEl>
                                            <p:attrNameLst>
                                              <p:attrName>fill.on</p:attrName>
                                            </p:attrNameLst>
                                          </p:cBhvr>
                                          <p:to>
                                            <p:strVal val="true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59"/>
                      </p:tgtEl>
                    </p:cond>
                  </p:nextCondLst>
                </p:seq>
                <p:seq concurrent="1" nextAc="seek">
                  <p:cTn id="109" restart="whenNotActive" fill="hold" evtFilter="cancelBubble" nodeType="interactiveSeq">
                    <p:stCondLst>
                      <p:cond evt="onClick" delay="0">
                        <p:tgtEl>
                          <p:spTgt spid="63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110" fill="hold">
                          <p:stCondLst>
                            <p:cond delay="0"/>
                          </p:stCondLst>
                          <p:childTnLst>
                            <p:par>
                              <p:cTn id="111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2" presetID="42" presetClass="path" presetSubtype="0" accel="50000" decel="5000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2.5E-6 -4.81481E-6 L 0.01472 0.00024 " pathEditMode="relative" rAng="0" ptsTypes="AA">
                                          <p:cBhvr>
                                            <p:cTn id="113" dur="10" fill="hold"/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729" y="0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14" fill="hold">
                                <p:stCondLst>
                                  <p:cond delay="10"/>
                                </p:stCondLst>
                                <p:childTnLst>
                                  <p:par>
                                    <p:cTn id="115" presetID="42" presetClass="path" presetSubtype="0" accel="100000" fill="hold" grpId="1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2.5E-6 -4.81481E-6 L 0.01472 -4.81481E-6 " pathEditMode="relative" rAng="0" ptsTypes="AA">
                                          <p:cBhvr>
                                            <p:cTn id="116" dur="500" spd="-100000" fill="hold"/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729" y="0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63"/>
                      </p:tgtEl>
                    </p:cond>
                  </p:nextCondLst>
                </p:seq>
                <p:seq concurrent="1" nextAc="seek">
                  <p:cTn id="117" restart="whenNotActive" fill="hold" evtFilter="cancelBubble" nodeType="interactiveSeq">
                    <p:stCondLst>
                      <p:cond evt="onClick" delay="0">
                        <p:tgtEl>
                          <p:spTgt spid="98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118" fill="hold">
                          <p:stCondLst>
                            <p:cond delay="0"/>
                          </p:stCondLst>
                          <p:childTnLst>
                            <p:par>
                              <p:cTn id="119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20" presetID="19" presetClass="emph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animClr clrSpc="rgb" dir="cw">
                                          <p:cBhvr override="childStyle">
                                            <p:cTn id="121" dur="250" fill="hold"/>
                                            <p:tgtEl>
                                              <p:spTgt spid="96"/>
                                            </p:tgtEl>
                                            <p:attrNameLst>
                                              <p:attrName>style.color</p:attrName>
                                            </p:attrNameLst>
                                          </p:cBhvr>
                                          <p:to>
                                            <a:srgbClr val="AED6F1"/>
                                          </p:to>
                                        </p:animClr>
                                        <p:animClr clrSpc="rgb" dir="cw">
                                          <p:cBhvr>
                                            <p:cTn id="122" dur="250" fill="hold"/>
                                            <p:tgtEl>
                                              <p:spTgt spid="96"/>
                                            </p:tgtEl>
                                            <p:attrNameLst>
                                              <p:attrName>fillcolor</p:attrName>
                                            </p:attrNameLst>
                                          </p:cBhvr>
                                          <p:to>
                                            <a:srgbClr val="AED6F1"/>
                                          </p:to>
                                        </p:animClr>
                                        <p:set>
                                          <p:cBhvr>
                                            <p:cTn id="123" dur="250" fill="hold"/>
                                            <p:tgtEl>
                                              <p:spTgt spid="96"/>
                                            </p:tgtEl>
                                            <p:attrNameLst>
                                              <p:attrName>fill.type</p:attrName>
                                            </p:attrNameLst>
                                          </p:cBhvr>
                                          <p:to>
                                            <p:strVal val="solid"/>
                                          </p:to>
                                        </p:set>
                                        <p:set>
                                          <p:cBhvr>
                                            <p:cTn id="124" dur="250" fill="hold"/>
                                            <p:tgtEl>
                                              <p:spTgt spid="96"/>
                                            </p:tgtEl>
                                            <p:attrNameLst>
                                              <p:attrName>fill.on</p:attrName>
                                            </p:attrNameLst>
                                          </p:cBhvr>
                                          <p:to>
                                            <p:strVal val="tru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25" presetID="42" presetClass="path" presetSubtype="0" accel="600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2.77556E-17 -4.44444E-6 L 0.01263 0.00024 " pathEditMode="relative" rAng="0" ptsTypes="AA">
                                          <p:cBhvr>
                                            <p:cTn id="126" dur="250" fill="hold"/>
                                            <p:tgtEl>
                                              <p:spTgt spid="97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625" y="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27" presetID="42" presetClass="path" presetSubtype="0" accel="18000" fill="hold" grpId="1" nodeType="withEffect">
                                      <p:stCondLst>
                                        <p:cond delay="250"/>
                                      </p:stCondLst>
                                      <p:childTnLst>
                                        <p:animMotion origin="layout" path="M 0.01263 0.00024 L 2.77556E-17 -4.44444E-6 " pathEditMode="relative" rAng="0" ptsTypes="AA">
                                          <p:cBhvr>
                                            <p:cTn id="128" dur="100" fill="hold"/>
                                            <p:tgtEl>
                                              <p:spTgt spid="97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638" y="-23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29" presetID="19" presetClass="emph" presetSubtype="0" fill="hold" grpId="1" nodeType="withEffect">
                                      <p:stCondLst>
                                        <p:cond delay="250"/>
                                      </p:stCondLst>
                                      <p:childTnLst>
                                        <p:animClr clrSpc="rgb" dir="cw">
                                          <p:cBhvr override="childStyle">
                                            <p:cTn id="130" dur="250" fill="hold"/>
                                            <p:tgtEl>
                                              <p:spTgt spid="96"/>
                                            </p:tgtEl>
                                            <p:attrNameLst>
                                              <p:attrName>style.color</p:attrName>
                                            </p:attrNameLst>
                                          </p:cBhvr>
                                          <p:to>
                                            <a:srgbClr val="DDDDDD"/>
                                          </p:to>
                                        </p:animClr>
                                        <p:animClr clrSpc="rgb" dir="cw">
                                          <p:cBhvr>
                                            <p:cTn id="131" dur="250" fill="hold"/>
                                            <p:tgtEl>
                                              <p:spTgt spid="96"/>
                                            </p:tgtEl>
                                            <p:attrNameLst>
                                              <p:attrName>fillcolor</p:attrName>
                                            </p:attrNameLst>
                                          </p:cBhvr>
                                          <p:to>
                                            <a:srgbClr val="DDDDDD"/>
                                          </p:to>
                                        </p:animClr>
                                        <p:set>
                                          <p:cBhvr>
                                            <p:cTn id="132" dur="250" fill="hold"/>
                                            <p:tgtEl>
                                              <p:spTgt spid="96"/>
                                            </p:tgtEl>
                                            <p:attrNameLst>
                                              <p:attrName>fill.type</p:attrName>
                                            </p:attrNameLst>
                                          </p:cBhvr>
                                          <p:to>
                                            <p:strVal val="solid"/>
                                          </p:to>
                                        </p:set>
                                        <p:set>
                                          <p:cBhvr>
                                            <p:cTn id="133" dur="250" fill="hold"/>
                                            <p:tgtEl>
                                              <p:spTgt spid="96"/>
                                            </p:tgtEl>
                                            <p:attrNameLst>
                                              <p:attrName>fill.on</p:attrName>
                                            </p:attrNameLst>
                                          </p:cBhvr>
                                          <p:to>
                                            <p:strVal val="true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98"/>
                      </p:tgtEl>
                    </p:cond>
                  </p:nextCondLst>
                </p:seq>
                <p:seq concurrent="1" nextAc="seek">
                  <p:cTn id="134" restart="whenNotActive" fill="hold" evtFilter="cancelBubble" nodeType="interactiveSeq">
                    <p:stCondLst>
                      <p:cond evt="onClick" delay="0">
                        <p:tgtEl>
                          <p:spTgt spid="101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135" fill="hold">
                          <p:stCondLst>
                            <p:cond delay="0"/>
                          </p:stCondLst>
                          <p:childTnLst>
                            <p:par>
                              <p:cTn id="136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37" presetID="42" presetClass="path" presetSubtype="0" accel="1800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1.66667E-6 0 L -0.0125 -0.00046 " pathEditMode="relative" rAng="0" ptsTypes="AA">
                                          <p:cBhvr>
                                            <p:cTn id="138" dur="100" fill="hold"/>
                                            <p:tgtEl>
                                              <p:spTgt spid="100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625" y="-23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39" presetID="19" presetClass="emph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Clr clrSpc="rgb" dir="cw">
                                          <p:cBhvr override="childStyle">
                                            <p:cTn id="140" dur="250" fill="hold"/>
                                            <p:tgtEl>
                                              <p:spTgt spid="99"/>
                                            </p:tgtEl>
                                            <p:attrNameLst>
                                              <p:attrName>style.color</p:attrName>
                                            </p:attrNameLst>
                                          </p:cBhvr>
                                          <p:to>
                                            <a:srgbClr val="DDDDDD"/>
                                          </p:to>
                                        </p:animClr>
                                        <p:animClr clrSpc="rgb" dir="cw">
                                          <p:cBhvr>
                                            <p:cTn id="141" dur="250" fill="hold"/>
                                            <p:tgtEl>
                                              <p:spTgt spid="99"/>
                                            </p:tgtEl>
                                            <p:attrNameLst>
                                              <p:attrName>fillcolor</p:attrName>
                                            </p:attrNameLst>
                                          </p:cBhvr>
                                          <p:to>
                                            <a:srgbClr val="DDDDDD"/>
                                          </p:to>
                                        </p:animClr>
                                        <p:set>
                                          <p:cBhvr>
                                            <p:cTn id="142" dur="250" fill="hold"/>
                                            <p:tgtEl>
                                              <p:spTgt spid="99"/>
                                            </p:tgtEl>
                                            <p:attrNameLst>
                                              <p:attrName>fill.type</p:attrName>
                                            </p:attrNameLst>
                                          </p:cBhvr>
                                          <p:to>
                                            <p:strVal val="solid"/>
                                          </p:to>
                                        </p:set>
                                        <p:set>
                                          <p:cBhvr>
                                            <p:cTn id="143" dur="250" fill="hold"/>
                                            <p:tgtEl>
                                              <p:spTgt spid="99"/>
                                            </p:tgtEl>
                                            <p:attrNameLst>
                                              <p:attrName>fill.on</p:attrName>
                                            </p:attrNameLst>
                                          </p:cBhvr>
                                          <p:to>
                                            <p:strVal val="true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44" fill="hold">
                                <p:stCondLst>
                                  <p:cond delay="250"/>
                                </p:stCondLst>
                                <p:childTnLst>
                                  <p:par>
                                    <p:cTn id="145" presetID="19" presetClass="emph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animClr clrSpc="rgb" dir="cw">
                                          <p:cBhvr override="childStyle">
                                            <p:cTn id="146" dur="250" fill="hold"/>
                                            <p:tgtEl>
                                              <p:spTgt spid="99"/>
                                            </p:tgtEl>
                                            <p:attrNameLst>
                                              <p:attrName>style.color</p:attrName>
                                            </p:attrNameLst>
                                          </p:cBhvr>
                                          <p:to>
                                            <a:srgbClr val="AED6F1"/>
                                          </p:to>
                                        </p:animClr>
                                        <p:animClr clrSpc="rgb" dir="cw">
                                          <p:cBhvr>
                                            <p:cTn id="147" dur="250" fill="hold"/>
                                            <p:tgtEl>
                                              <p:spTgt spid="99"/>
                                            </p:tgtEl>
                                            <p:attrNameLst>
                                              <p:attrName>fillcolor</p:attrName>
                                            </p:attrNameLst>
                                          </p:cBhvr>
                                          <p:to>
                                            <a:srgbClr val="AED6F1"/>
                                          </p:to>
                                        </p:animClr>
                                        <p:set>
                                          <p:cBhvr>
                                            <p:cTn id="148" dur="250" fill="hold"/>
                                            <p:tgtEl>
                                              <p:spTgt spid="99"/>
                                            </p:tgtEl>
                                            <p:attrNameLst>
                                              <p:attrName>fill.type</p:attrName>
                                            </p:attrNameLst>
                                          </p:cBhvr>
                                          <p:to>
                                            <p:strVal val="solid"/>
                                          </p:to>
                                        </p:set>
                                        <p:set>
                                          <p:cBhvr>
                                            <p:cTn id="149" dur="250" fill="hold"/>
                                            <p:tgtEl>
                                              <p:spTgt spid="99"/>
                                            </p:tgtEl>
                                            <p:attrNameLst>
                                              <p:attrName>fill.on</p:attrName>
                                            </p:attrNameLst>
                                          </p:cBhvr>
                                          <p:to>
                                            <p:strVal val="tru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50" presetID="42" presetClass="path" presetSubtype="0" accel="600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0.0125 -0.00046 L -1.66667E-6 0 " pathEditMode="relative" rAng="0" ptsTypes="AA">
                                          <p:cBhvr>
                                            <p:cTn id="151" dur="250" fill="hold"/>
                                            <p:tgtEl>
                                              <p:spTgt spid="100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625" y="23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101"/>
                      </p:tgtEl>
                    </p:cond>
                  </p:nextCondLst>
                </p:seq>
                <p:seq concurrent="1" nextAc="seek">
                  <p:cTn id="152" restart="whenNotActive" fill="hold" evtFilter="cancelBubble" nodeType="interactiveSeq">
                    <p:stCondLst>
                      <p:cond evt="onClick" delay="0">
                        <p:tgtEl>
                          <p:spTgt spid="107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153" fill="hold">
                          <p:stCondLst>
                            <p:cond delay="0"/>
                          </p:stCondLst>
                          <p:childTnLst>
                            <p:par>
                              <p:cTn id="15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55" presetID="19" presetClass="emph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animClr clrSpc="rgb" dir="cw">
                                          <p:cBhvr override="childStyle">
                                            <p:cTn id="156" dur="250" fill="hold"/>
                                            <p:tgtEl>
                                              <p:spTgt spid="105"/>
                                            </p:tgtEl>
                                            <p:attrNameLst>
                                              <p:attrName>style.color</p:attrName>
                                            </p:attrNameLst>
                                          </p:cBhvr>
                                          <p:to>
                                            <a:srgbClr val="55A9E1"/>
                                          </p:to>
                                        </p:animClr>
                                        <p:animClr clrSpc="rgb" dir="cw">
                                          <p:cBhvr>
                                            <p:cTn id="157" dur="250" fill="hold"/>
                                            <p:tgtEl>
                                              <p:spTgt spid="105"/>
                                            </p:tgtEl>
                                            <p:attrNameLst>
                                              <p:attrName>fillcolor</p:attrName>
                                            </p:attrNameLst>
                                          </p:cBhvr>
                                          <p:to>
                                            <a:srgbClr val="55A9E1"/>
                                          </p:to>
                                        </p:animClr>
                                        <p:set>
                                          <p:cBhvr>
                                            <p:cTn id="158" dur="250" fill="hold"/>
                                            <p:tgtEl>
                                              <p:spTgt spid="105"/>
                                            </p:tgtEl>
                                            <p:attrNameLst>
                                              <p:attrName>fill.type</p:attrName>
                                            </p:attrNameLst>
                                          </p:cBhvr>
                                          <p:to>
                                            <p:strVal val="solid"/>
                                          </p:to>
                                        </p:set>
                                        <p:set>
                                          <p:cBhvr>
                                            <p:cTn id="159" dur="250" fill="hold"/>
                                            <p:tgtEl>
                                              <p:spTgt spid="105"/>
                                            </p:tgtEl>
                                            <p:attrNameLst>
                                              <p:attrName>fill.on</p:attrName>
                                            </p:attrNameLst>
                                          </p:cBhvr>
                                          <p:to>
                                            <p:strVal val="tru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60" presetID="42" presetClass="path" presetSubtype="0" accel="600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4.79167E-6 -4.44444E-6 L 0.01341 0.0007 " pathEditMode="relative" rAng="0" ptsTypes="AA">
                                          <p:cBhvr>
                                            <p:cTn id="161" dur="250" fill="hold"/>
                                            <p:tgtEl>
                                              <p:spTgt spid="106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664" y="23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62" fill="hold">
                          <p:stCondLst>
                            <p:cond delay="indefinite"/>
                          </p:stCondLst>
                          <p:childTnLst>
                            <p:par>
                              <p:cTn id="163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64" presetID="42" presetClass="path" presetSubtype="0" accel="18000" fill="hold" grpId="1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0.01341 0.0007 L 4.79167E-6 -4.44444E-6 " pathEditMode="relative" rAng="0" ptsTypes="AA">
                                          <p:cBhvr>
                                            <p:cTn id="165" dur="250" fill="hold"/>
                                            <p:tgtEl>
                                              <p:spTgt spid="106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677" y="-46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66" presetID="19" presetClass="emph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Clr clrSpc="rgb" dir="cw">
                                          <p:cBhvr override="childStyle">
                                            <p:cTn id="167" dur="250" fill="hold"/>
                                            <p:tgtEl>
                                              <p:spTgt spid="105"/>
                                            </p:tgtEl>
                                            <p:attrNameLst>
                                              <p:attrName>style.color</p:attrName>
                                            </p:attrNameLst>
                                          </p:cBhvr>
                                          <p:to>
                                            <a:srgbClr val="A5A5A5"/>
                                          </p:to>
                                        </p:animClr>
                                        <p:animClr clrSpc="rgb" dir="cw">
                                          <p:cBhvr>
                                            <p:cTn id="168" dur="250" fill="hold"/>
                                            <p:tgtEl>
                                              <p:spTgt spid="105"/>
                                            </p:tgtEl>
                                            <p:attrNameLst>
                                              <p:attrName>fillcolor</p:attrName>
                                            </p:attrNameLst>
                                          </p:cBhvr>
                                          <p:to>
                                            <a:srgbClr val="A5A5A5"/>
                                          </p:to>
                                        </p:animClr>
                                        <p:set>
                                          <p:cBhvr>
                                            <p:cTn id="169" dur="250" fill="hold"/>
                                            <p:tgtEl>
                                              <p:spTgt spid="105"/>
                                            </p:tgtEl>
                                            <p:attrNameLst>
                                              <p:attrName>fill.type</p:attrName>
                                            </p:attrNameLst>
                                          </p:cBhvr>
                                          <p:to>
                                            <p:strVal val="solid"/>
                                          </p:to>
                                        </p:set>
                                        <p:set>
                                          <p:cBhvr>
                                            <p:cTn id="170" dur="250" fill="hold"/>
                                            <p:tgtEl>
                                              <p:spTgt spid="105"/>
                                            </p:tgtEl>
                                            <p:attrNameLst>
                                              <p:attrName>fill.on</p:attrName>
                                            </p:attrNameLst>
                                          </p:cBhvr>
                                          <p:to>
                                            <p:strVal val="true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107"/>
                      </p:tgtEl>
                    </p:cond>
                  </p:nextCondLst>
                </p:seq>
                <p:seq concurrent="1" nextAc="seek">
                  <p:cTn id="171" restart="whenNotActive" fill="hold" evtFilter="cancelBubble" nodeType="interactiveSeq">
                    <p:stCondLst>
                      <p:cond evt="onClick" delay="0">
                        <p:tgtEl>
                          <p:spTgt spid="67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172" fill="hold">
                          <p:stCondLst>
                            <p:cond delay="0"/>
                          </p:stCondLst>
                          <p:childTnLst>
                            <p:par>
                              <p:cTn id="173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74" presetID="6" presetClass="emph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animScale>
                                          <p:cBhvr>
                                            <p:cTn id="175" dur="750" fill="hold"/>
                                            <p:tgtEl>
                                              <p:spTgt spid="67"/>
                                            </p:tgtEl>
                                          </p:cBhvr>
                                          <p:by x="90000" y="90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176" presetID="1" presetClass="exit" presetSubtype="0" fill="hold" grpId="1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17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78" presetID="1" presetClass="entr" presetSubtype="0" fill="hold" nodeType="withEffect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17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67"/>
                      </p:tgtEl>
                    </p:cond>
                  </p:nextCondLst>
                </p:seq>
                <p:seq concurrent="1" nextAc="seek">
                  <p:cTn id="180" restart="whenNotActive" fill="hold" evtFilter="cancelBubble" nodeType="interactiveSeq">
                    <p:stCondLst>
                      <p:cond evt="onClick" delay="0">
                        <p:tgtEl>
                          <p:spTgt spid="102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181" fill="hold">
                          <p:stCondLst>
                            <p:cond delay="0"/>
                          </p:stCondLst>
                          <p:childTnLst>
                            <p:par>
                              <p:cTn id="182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83" presetID="6" presetClass="emph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animScale>
                                          <p:cBhvr>
                                            <p:cTn id="184" dur="750" fill="hold"/>
                                            <p:tgtEl>
                                              <p:spTgt spid="102"/>
                                            </p:tgtEl>
                                          </p:cBhvr>
                                          <p:by x="90000" y="90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185" presetID="1" presetClass="exit" presetSubtype="0" fill="hold" nodeType="withEffect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18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87" presetID="1" presetClass="entr" presetSubtype="0" fill="hold" grpId="2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102"/>
                      </p:tgtEl>
                    </p:cond>
                  </p:nextCondLst>
                </p:seq>
                <p:seq concurrent="1" nextAc="seek">
                  <p:cTn id="189" restart="whenNotActive" fill="hold" evtFilter="cancelBubble" nodeType="interactiveSeq">
                    <p:stCondLst>
                      <p:cond evt="onClick" delay="0">
                        <p:tgtEl>
                          <p:spTgt spid="69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190" fill="hold">
                          <p:stCondLst>
                            <p:cond delay="0"/>
                          </p:stCondLst>
                          <p:childTnLst>
                            <p:par>
                              <p:cTn id="191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92" presetID="42" presetClass="path" presetSubtype="0" accel="10000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0.01107 -2.96296E-6 L -1.45833E-6 -2.96296E-6 " pathEditMode="relative" rAng="0" ptsTypes="AA">
                                          <p:cBhvr>
                                            <p:cTn id="193" dur="10" fill="hold"/>
                                            <p:tgtEl>
                                              <p:spTgt spid="69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560" y="0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94" fill="hold">
                                <p:stCondLst>
                                  <p:cond delay="10"/>
                                </p:stCondLst>
                                <p:childTnLst>
                                  <p:par>
                                    <p:cTn id="195" presetID="42" presetClass="path" presetSubtype="0" accel="10000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1.45833E-6 -2.96296E-6 L 0.01107 -2.96296E-6 " pathEditMode="relative" rAng="0" ptsTypes="AA">
                                          <p:cBhvr>
                                            <p:cTn id="196" dur="500" spd="-100000" fill="hold"/>
                                            <p:tgtEl>
                                              <p:spTgt spid="69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547" y="0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69"/>
                      </p:tgtEl>
                    </p:cond>
                  </p:nextCondLst>
                </p:seq>
                <p:seq concurrent="1" nextAc="seek">
                  <p:cTn id="197" restart="whenNotActive" fill="hold" evtFilter="cancelBubble" nodeType="interactiveSeq">
                    <p:stCondLst>
                      <p:cond evt="onClick" delay="0">
                        <p:tgtEl>
                          <p:spTgt spid="72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198" fill="hold">
                          <p:stCondLst>
                            <p:cond delay="0"/>
                          </p:stCondLst>
                          <p:childTnLst>
                            <p:par>
                              <p:cTn id="199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200" presetID="42" presetClass="path" presetSubtype="0" accel="10000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0.01107 -3.33333E-6 L 2.77556E-17 -3.33333E-6 " pathEditMode="relative" rAng="0" ptsTypes="AA">
                                          <p:cBhvr>
                                            <p:cTn id="201" dur="10" fill="hold"/>
                                            <p:tgtEl>
                                              <p:spTgt spid="72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560" y="0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02" fill="hold">
                                <p:stCondLst>
                                  <p:cond delay="10"/>
                                </p:stCondLst>
                                <p:childTnLst>
                                  <p:par>
                                    <p:cTn id="203" presetID="42" presetClass="path" presetSubtype="0" accel="10000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2.77556E-17 -3.33333E-6 L 0.01107 -3.33333E-6 " pathEditMode="relative" rAng="0" ptsTypes="AA">
                                          <p:cBhvr>
                                            <p:cTn id="204" dur="500" spd="-100000" fill="hold"/>
                                            <p:tgtEl>
                                              <p:spTgt spid="72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547" y="0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72"/>
                      </p:tgtEl>
                    </p:cond>
                  </p:nextCondLst>
                </p:seq>
              </p:childTnLst>
            </p:cTn>
          </p:par>
        </p:tnLst>
        <p:bldLst>
          <p:bldP spid="52" grpId="0" animBg="1"/>
          <p:bldP spid="52" grpId="1" animBg="1"/>
          <p:bldP spid="52" grpId="2" animBg="1"/>
          <p:bldP spid="53" grpId="0" animBg="1"/>
          <p:bldP spid="53" grpId="1" animBg="1"/>
          <p:bldP spid="53" grpId="2" animBg="1"/>
          <p:bldP spid="53" grpId="3" animBg="1"/>
          <p:bldP spid="59" grpId="0" animBg="1"/>
          <p:bldP spid="59" grpId="1" animBg="1"/>
          <p:bldP spid="59" grpId="2" animBg="1"/>
          <p:bldP spid="63" grpId="0" animBg="1"/>
          <p:bldP spid="63" grpId="1" animBg="1"/>
          <p:bldP spid="67" grpId="0" animBg="1"/>
          <p:bldP spid="67" grpId="1" animBg="1"/>
          <p:bldP spid="67" grpId="2" animBg="1"/>
          <p:bldP spid="96" grpId="0" animBg="1"/>
          <p:bldP spid="96" grpId="1" animBg="1"/>
          <p:bldP spid="97" grpId="0" animBg="1"/>
          <p:bldP spid="97" grpId="1" animBg="1"/>
          <p:bldP spid="99" grpId="0" animBg="1"/>
          <p:bldP spid="99" grpId="1" animBg="1"/>
          <p:bldP spid="100" grpId="0" animBg="1"/>
          <p:bldP spid="100" grpId="1" animBg="1"/>
          <p:bldP spid="105" grpId="0" animBg="1"/>
          <p:bldP spid="105" grpId="1" animBg="1"/>
          <p:bldP spid="106" grpId="0" animBg="1"/>
          <p:bldP spid="106" grpId="1" animBg="1"/>
        </p:bldLst>
      </p:timing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5D4518B7-C6AD-4B59-2F34-ADD7D16BC9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图片 41">
            <a:extLst>
              <a:ext uri="{FF2B5EF4-FFF2-40B4-BE49-F238E27FC236}">
                <a16:creationId xmlns:a16="http://schemas.microsoft.com/office/drawing/2014/main" id="{C55BC3B0-46D3-E934-A4D6-D46293945D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21" name="!! 无图标提示框">
            <a:extLst>
              <a:ext uri="{FF2B5EF4-FFF2-40B4-BE49-F238E27FC236}">
                <a16:creationId xmlns:a16="http://schemas.microsoft.com/office/drawing/2014/main" id="{CA55B8D6-C3B3-B303-E029-2C41065702B9}"/>
              </a:ext>
            </a:extLst>
          </p:cNvPr>
          <p:cNvGrpSpPr/>
          <p:nvPr/>
        </p:nvGrpSpPr>
        <p:grpSpPr>
          <a:xfrm>
            <a:off x="503074" y="423334"/>
            <a:ext cx="4564916" cy="1236135"/>
            <a:chOff x="3813540" y="2810933"/>
            <a:chExt cx="4564916" cy="1236134"/>
          </a:xfrm>
        </p:grpSpPr>
        <p:sp>
          <p:nvSpPr>
            <p:cNvPr id="14" name="!! 弹窗">
              <a:extLst>
                <a:ext uri="{FF2B5EF4-FFF2-40B4-BE49-F238E27FC236}">
                  <a16:creationId xmlns:a16="http://schemas.microsoft.com/office/drawing/2014/main" id="{EE5DA6B0-E183-02D8-EC7C-F65B501884C8}"/>
                </a:ext>
              </a:extLst>
            </p:cNvPr>
            <p:cNvSpPr/>
            <p:nvPr/>
          </p:nvSpPr>
          <p:spPr>
            <a:xfrm>
              <a:off x="3813540" y="2810933"/>
              <a:ext cx="4564916" cy="1236134"/>
            </a:xfrm>
            <a:prstGeom prst="roundRect">
              <a:avLst>
                <a:gd name="adj" fmla="val 7669"/>
              </a:avLst>
            </a:prstGeom>
            <a:solidFill>
              <a:schemeClr val="bg1"/>
            </a:solidFill>
            <a:ln>
              <a:noFill/>
            </a:ln>
            <a:effectLst>
              <a:outerShdw blurRad="254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标题">
              <a:extLst>
                <a:ext uri="{FF2B5EF4-FFF2-40B4-BE49-F238E27FC236}">
                  <a16:creationId xmlns:a16="http://schemas.microsoft.com/office/drawing/2014/main" id="{A789AC1E-94EA-923F-8906-CCD48D4EBF00}"/>
                </a:ext>
              </a:extLst>
            </p:cNvPr>
            <p:cNvSpPr txBox="1"/>
            <p:nvPr/>
          </p:nvSpPr>
          <p:spPr>
            <a:xfrm>
              <a:off x="4215337" y="3054118"/>
              <a:ext cx="120502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>
                  <a:latin typeface="+mj-ea"/>
                  <a:ea typeface="+mj-ea"/>
                </a:rPr>
                <a:t>标题</a:t>
              </a:r>
            </a:p>
          </p:txBody>
        </p:sp>
        <p:sp>
          <p:nvSpPr>
            <p:cNvPr id="19" name="副标题">
              <a:extLst>
                <a:ext uri="{FF2B5EF4-FFF2-40B4-BE49-F238E27FC236}">
                  <a16:creationId xmlns:a16="http://schemas.microsoft.com/office/drawing/2014/main" id="{F68C6556-28D9-3F77-4801-6BB60C4420E7}"/>
                </a:ext>
              </a:extLst>
            </p:cNvPr>
            <p:cNvSpPr txBox="1"/>
            <p:nvPr/>
          </p:nvSpPr>
          <p:spPr>
            <a:xfrm>
              <a:off x="4215337" y="3372775"/>
              <a:ext cx="292572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dirty="0">
                  <a:latin typeface="+mn-ea"/>
                </a:rPr>
                <a:t>副标题</a:t>
              </a:r>
            </a:p>
          </p:txBody>
        </p:sp>
      </p:grpSp>
      <p:grpSp>
        <p:nvGrpSpPr>
          <p:cNvPr id="33" name="带按钮的无图标提示框">
            <a:extLst>
              <a:ext uri="{FF2B5EF4-FFF2-40B4-BE49-F238E27FC236}">
                <a16:creationId xmlns:a16="http://schemas.microsoft.com/office/drawing/2014/main" id="{C7271355-74B0-A4B7-3ECF-55447E61709A}"/>
              </a:ext>
            </a:extLst>
          </p:cNvPr>
          <p:cNvGrpSpPr/>
          <p:nvPr/>
        </p:nvGrpSpPr>
        <p:grpSpPr>
          <a:xfrm>
            <a:off x="503074" y="1796573"/>
            <a:ext cx="4564916" cy="1666468"/>
            <a:chOff x="2912999" y="3341281"/>
            <a:chExt cx="4564916" cy="1666468"/>
          </a:xfrm>
        </p:grpSpPr>
        <p:sp>
          <p:nvSpPr>
            <p:cNvPr id="24" name="!! 弹窗">
              <a:extLst>
                <a:ext uri="{FF2B5EF4-FFF2-40B4-BE49-F238E27FC236}">
                  <a16:creationId xmlns:a16="http://schemas.microsoft.com/office/drawing/2014/main" id="{F06B88C5-63A0-CA76-786A-0ECE31FACDDF}"/>
                </a:ext>
              </a:extLst>
            </p:cNvPr>
            <p:cNvSpPr/>
            <p:nvPr/>
          </p:nvSpPr>
          <p:spPr>
            <a:xfrm>
              <a:off x="2912999" y="3341281"/>
              <a:ext cx="4564916" cy="1666468"/>
            </a:xfrm>
            <a:prstGeom prst="roundRect">
              <a:avLst>
                <a:gd name="adj" fmla="val 4327"/>
              </a:avLst>
            </a:prstGeom>
            <a:solidFill>
              <a:schemeClr val="bg1"/>
            </a:solidFill>
            <a:ln>
              <a:noFill/>
            </a:ln>
            <a:effectLst>
              <a:outerShdw blurRad="254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标题">
              <a:extLst>
                <a:ext uri="{FF2B5EF4-FFF2-40B4-BE49-F238E27FC236}">
                  <a16:creationId xmlns:a16="http://schemas.microsoft.com/office/drawing/2014/main" id="{68CF4A07-7056-C260-C6ED-0E35418F048E}"/>
                </a:ext>
              </a:extLst>
            </p:cNvPr>
            <p:cNvSpPr txBox="1"/>
            <p:nvPr/>
          </p:nvSpPr>
          <p:spPr>
            <a:xfrm>
              <a:off x="3314796" y="3596868"/>
              <a:ext cx="120502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>
                  <a:latin typeface="+mj-ea"/>
                  <a:ea typeface="+mj-ea"/>
                </a:rPr>
                <a:t>标题</a:t>
              </a:r>
            </a:p>
          </p:txBody>
        </p:sp>
        <p:sp>
          <p:nvSpPr>
            <p:cNvPr id="26" name="副标题">
              <a:extLst>
                <a:ext uri="{FF2B5EF4-FFF2-40B4-BE49-F238E27FC236}">
                  <a16:creationId xmlns:a16="http://schemas.microsoft.com/office/drawing/2014/main" id="{F2807217-DAF4-97C7-ECAA-BE5B30C38483}"/>
                </a:ext>
              </a:extLst>
            </p:cNvPr>
            <p:cNvSpPr txBox="1"/>
            <p:nvPr/>
          </p:nvSpPr>
          <p:spPr>
            <a:xfrm>
              <a:off x="3314796" y="3915526"/>
              <a:ext cx="292572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dirty="0">
                  <a:latin typeface="+mn-ea"/>
                </a:rPr>
                <a:t>副标题</a:t>
              </a:r>
            </a:p>
          </p:txBody>
        </p:sp>
        <p:sp>
          <p:nvSpPr>
            <p:cNvPr id="31" name="矩形: 圆角 30">
              <a:hlinkClick r:id="" action="ppaction://noaction"/>
              <a:extLst>
                <a:ext uri="{FF2B5EF4-FFF2-40B4-BE49-F238E27FC236}">
                  <a16:creationId xmlns:a16="http://schemas.microsoft.com/office/drawing/2014/main" id="{AED67E39-CEB2-C4FC-073D-0C2CAF75D039}"/>
                </a:ext>
              </a:extLst>
            </p:cNvPr>
            <p:cNvSpPr/>
            <p:nvPr/>
          </p:nvSpPr>
          <p:spPr>
            <a:xfrm>
              <a:off x="6114226" y="4496746"/>
              <a:ext cx="1125334" cy="307777"/>
            </a:xfrm>
            <a:prstGeom prst="roundRect">
              <a:avLst>
                <a:gd name="adj" fmla="val 17692"/>
              </a:avLst>
            </a:prstGeom>
            <a:solidFill>
              <a:schemeClr val="accent1"/>
            </a:solidFill>
            <a:ln>
              <a:noFill/>
            </a:ln>
            <a:effectLst>
              <a:outerShdw blurRad="50800" dist="25400" dir="5400000" algn="t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189">
                <a:defRPr/>
              </a:pPr>
              <a:r>
                <a:rPr lang="zh-CN" altLang="en-US" sz="1100" dirty="0">
                  <a:solidFill>
                    <a:prstClr val="white"/>
                  </a:solidFill>
                  <a:latin typeface="OPPOSans M" panose="00020600040101010101" pitchFamily="18" charset="-122"/>
                  <a:ea typeface="OPPOSans M" panose="00020600040101010101" pitchFamily="18" charset="-122"/>
                  <a:cs typeface="OPPOSans M" panose="00020600040101010101" pitchFamily="18" charset="-122"/>
                </a:rPr>
                <a:t>按钮</a:t>
              </a:r>
            </a:p>
          </p:txBody>
        </p:sp>
        <p:sp>
          <p:nvSpPr>
            <p:cNvPr id="32" name="矩形: 圆角 31">
              <a:hlinkClick r:id="" action="ppaction://noaction"/>
              <a:extLst>
                <a:ext uri="{FF2B5EF4-FFF2-40B4-BE49-F238E27FC236}">
                  <a16:creationId xmlns:a16="http://schemas.microsoft.com/office/drawing/2014/main" id="{EFC16385-130D-49F8-2C94-892DF3D7B4E9}"/>
                </a:ext>
              </a:extLst>
            </p:cNvPr>
            <p:cNvSpPr/>
            <p:nvPr/>
          </p:nvSpPr>
          <p:spPr>
            <a:xfrm>
              <a:off x="4851768" y="4493520"/>
              <a:ext cx="1125334" cy="307777"/>
            </a:xfrm>
            <a:prstGeom prst="roundRect">
              <a:avLst>
                <a:gd name="adj" fmla="val 17692"/>
              </a:avLst>
            </a:prstGeom>
            <a:solidFill>
              <a:schemeClr val="bg1"/>
            </a:solidFill>
            <a:ln w="9525">
              <a:solidFill>
                <a:schemeClr val="accent1"/>
              </a:solidFill>
            </a:ln>
            <a:effectLst>
              <a:outerShdw blurRad="50800" dist="25400" dir="5400000" algn="t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189">
                <a:defRPr/>
              </a:pPr>
              <a:r>
                <a:rPr lang="zh-CN" altLang="en-US" sz="1100" dirty="0">
                  <a:solidFill>
                    <a:schemeClr val="accent1"/>
                  </a:solidFill>
                  <a:latin typeface="OPPOSans M" panose="00020600040101010101" pitchFamily="18" charset="-122"/>
                  <a:ea typeface="OPPOSans M" panose="00020600040101010101" pitchFamily="18" charset="-122"/>
                  <a:cs typeface="OPPOSans M" panose="00020600040101010101" pitchFamily="18" charset="-122"/>
                </a:rPr>
                <a:t>按钮</a:t>
              </a:r>
            </a:p>
          </p:txBody>
        </p:sp>
      </p:grpSp>
      <p:grpSp>
        <p:nvGrpSpPr>
          <p:cNvPr id="43" name="!! 带输入框的无图标提示框">
            <a:extLst>
              <a:ext uri="{FF2B5EF4-FFF2-40B4-BE49-F238E27FC236}">
                <a16:creationId xmlns:a16="http://schemas.microsoft.com/office/drawing/2014/main" id="{365DDB31-6125-B23F-01B2-E8D2954FE959}"/>
              </a:ext>
            </a:extLst>
          </p:cNvPr>
          <p:cNvGrpSpPr/>
          <p:nvPr/>
        </p:nvGrpSpPr>
        <p:grpSpPr>
          <a:xfrm>
            <a:off x="503074" y="3600145"/>
            <a:ext cx="4564916" cy="2137716"/>
            <a:chOff x="503073" y="3600144"/>
            <a:chExt cx="4564916" cy="2137716"/>
          </a:xfrm>
        </p:grpSpPr>
        <p:sp>
          <p:nvSpPr>
            <p:cNvPr id="35" name="!! 弹窗">
              <a:extLst>
                <a:ext uri="{FF2B5EF4-FFF2-40B4-BE49-F238E27FC236}">
                  <a16:creationId xmlns:a16="http://schemas.microsoft.com/office/drawing/2014/main" id="{A865A08B-B627-10E8-FFF2-416E3C045648}"/>
                </a:ext>
              </a:extLst>
            </p:cNvPr>
            <p:cNvSpPr/>
            <p:nvPr/>
          </p:nvSpPr>
          <p:spPr>
            <a:xfrm>
              <a:off x="503073" y="3600144"/>
              <a:ext cx="4564916" cy="2137716"/>
            </a:xfrm>
            <a:prstGeom prst="roundRect">
              <a:avLst>
                <a:gd name="adj" fmla="val 4327"/>
              </a:avLst>
            </a:prstGeom>
            <a:solidFill>
              <a:schemeClr val="bg1"/>
            </a:solidFill>
            <a:ln>
              <a:noFill/>
            </a:ln>
            <a:effectLst>
              <a:outerShdw blurRad="254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" name="标题">
              <a:extLst>
                <a:ext uri="{FF2B5EF4-FFF2-40B4-BE49-F238E27FC236}">
                  <a16:creationId xmlns:a16="http://schemas.microsoft.com/office/drawing/2014/main" id="{7A9C7BED-C4E3-E711-C9A0-1439D8EDCE89}"/>
                </a:ext>
              </a:extLst>
            </p:cNvPr>
            <p:cNvSpPr txBox="1"/>
            <p:nvPr/>
          </p:nvSpPr>
          <p:spPr>
            <a:xfrm>
              <a:off x="904870" y="3854107"/>
              <a:ext cx="120502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>
                  <a:latin typeface="+mj-ea"/>
                  <a:ea typeface="+mj-ea"/>
                </a:rPr>
                <a:t>标题</a:t>
              </a:r>
            </a:p>
          </p:txBody>
        </p:sp>
        <p:sp>
          <p:nvSpPr>
            <p:cNvPr id="37" name="副标题">
              <a:extLst>
                <a:ext uri="{FF2B5EF4-FFF2-40B4-BE49-F238E27FC236}">
                  <a16:creationId xmlns:a16="http://schemas.microsoft.com/office/drawing/2014/main" id="{ECF2B5AC-7404-9742-C849-1120006A877A}"/>
                </a:ext>
              </a:extLst>
            </p:cNvPr>
            <p:cNvSpPr txBox="1"/>
            <p:nvPr/>
          </p:nvSpPr>
          <p:spPr>
            <a:xfrm>
              <a:off x="904870" y="4172764"/>
              <a:ext cx="292572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dirty="0">
                  <a:latin typeface="+mn-ea"/>
                </a:rPr>
                <a:t>副标题</a:t>
              </a:r>
            </a:p>
          </p:txBody>
        </p:sp>
        <p:sp>
          <p:nvSpPr>
            <p:cNvPr id="39" name="矩形: 圆角 38">
              <a:hlinkClick r:id="" action="ppaction://noaction"/>
              <a:extLst>
                <a:ext uri="{FF2B5EF4-FFF2-40B4-BE49-F238E27FC236}">
                  <a16:creationId xmlns:a16="http://schemas.microsoft.com/office/drawing/2014/main" id="{2E0F85EA-5C52-5497-1148-37ECFBF9E574}"/>
                </a:ext>
              </a:extLst>
            </p:cNvPr>
            <p:cNvSpPr/>
            <p:nvPr/>
          </p:nvSpPr>
          <p:spPr>
            <a:xfrm>
              <a:off x="3704300" y="5196475"/>
              <a:ext cx="1125334" cy="307777"/>
            </a:xfrm>
            <a:prstGeom prst="roundRect">
              <a:avLst>
                <a:gd name="adj" fmla="val 17692"/>
              </a:avLst>
            </a:prstGeom>
            <a:solidFill>
              <a:schemeClr val="accent1"/>
            </a:solidFill>
            <a:ln>
              <a:noFill/>
            </a:ln>
            <a:effectLst>
              <a:outerShdw blurRad="50800" dist="25400" dir="5400000" algn="t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189">
                <a:defRPr/>
              </a:pPr>
              <a:r>
                <a:rPr lang="zh-CN" altLang="en-US" sz="1100" dirty="0">
                  <a:solidFill>
                    <a:prstClr val="white"/>
                  </a:solidFill>
                  <a:latin typeface="OPPOSans M" panose="00020600040101010101" pitchFamily="18" charset="-122"/>
                  <a:ea typeface="OPPOSans M" panose="00020600040101010101" pitchFamily="18" charset="-122"/>
                  <a:cs typeface="OPPOSans M" panose="00020600040101010101" pitchFamily="18" charset="-122"/>
                </a:rPr>
                <a:t>按钮</a:t>
              </a:r>
            </a:p>
          </p:txBody>
        </p:sp>
        <p:sp>
          <p:nvSpPr>
            <p:cNvPr id="40" name="矩形: 圆角 39">
              <a:hlinkClick r:id="" action="ppaction://noaction"/>
              <a:extLst>
                <a:ext uri="{FF2B5EF4-FFF2-40B4-BE49-F238E27FC236}">
                  <a16:creationId xmlns:a16="http://schemas.microsoft.com/office/drawing/2014/main" id="{CC8C0467-8C73-6AA5-1DB8-7EDE2D11B134}"/>
                </a:ext>
              </a:extLst>
            </p:cNvPr>
            <p:cNvSpPr/>
            <p:nvPr/>
          </p:nvSpPr>
          <p:spPr>
            <a:xfrm>
              <a:off x="2441842" y="5193249"/>
              <a:ext cx="1125334" cy="307777"/>
            </a:xfrm>
            <a:prstGeom prst="roundRect">
              <a:avLst>
                <a:gd name="adj" fmla="val 17692"/>
              </a:avLst>
            </a:prstGeom>
            <a:solidFill>
              <a:schemeClr val="bg1"/>
            </a:solidFill>
            <a:ln w="9525">
              <a:solidFill>
                <a:schemeClr val="accent1"/>
              </a:solidFill>
            </a:ln>
            <a:effectLst>
              <a:outerShdw blurRad="50800" dist="25400" dir="5400000" algn="t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189">
                <a:defRPr/>
              </a:pPr>
              <a:r>
                <a:rPr lang="zh-CN" altLang="en-US" sz="1100" dirty="0">
                  <a:solidFill>
                    <a:schemeClr val="accent1"/>
                  </a:solidFill>
                  <a:latin typeface="OPPOSans M" panose="00020600040101010101" pitchFamily="18" charset="-122"/>
                  <a:ea typeface="OPPOSans M" panose="00020600040101010101" pitchFamily="18" charset="-122"/>
                  <a:cs typeface="OPPOSans M" panose="00020600040101010101" pitchFamily="18" charset="-122"/>
                </a:rPr>
                <a:t>按钮</a:t>
              </a:r>
            </a:p>
          </p:txBody>
        </p:sp>
        <p:sp>
          <p:nvSpPr>
            <p:cNvPr id="41" name="矩形: 圆角 40">
              <a:extLst>
                <a:ext uri="{FF2B5EF4-FFF2-40B4-BE49-F238E27FC236}">
                  <a16:creationId xmlns:a16="http://schemas.microsoft.com/office/drawing/2014/main" id="{6F393F63-936E-F0F6-5E68-9E3E20923352}"/>
                </a:ext>
              </a:extLst>
            </p:cNvPr>
            <p:cNvSpPr/>
            <p:nvPr/>
          </p:nvSpPr>
          <p:spPr>
            <a:xfrm>
              <a:off x="947205" y="4708371"/>
              <a:ext cx="3882429" cy="305722"/>
            </a:xfrm>
            <a:prstGeom prst="roundRect">
              <a:avLst/>
            </a:prstGeom>
            <a:solidFill>
              <a:schemeClr val="bg2"/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zh-CN" altLang="en-US" sz="1200" dirty="0">
                  <a:solidFill>
                    <a:schemeClr val="bg1">
                      <a:lumMod val="75000"/>
                    </a:schemeClr>
                  </a:solidFill>
                </a:rPr>
                <a:t>输入框</a:t>
              </a:r>
            </a:p>
          </p:txBody>
        </p:sp>
      </p:grpSp>
      <p:sp>
        <p:nvSpPr>
          <p:cNvPr id="2" name="!! 底部消息">
            <a:extLst>
              <a:ext uri="{FF2B5EF4-FFF2-40B4-BE49-F238E27FC236}">
                <a16:creationId xmlns:a16="http://schemas.microsoft.com/office/drawing/2014/main" id="{7D68587D-B529-C27B-2860-2A83B2945247}"/>
              </a:ext>
            </a:extLst>
          </p:cNvPr>
          <p:cNvSpPr/>
          <p:nvPr/>
        </p:nvSpPr>
        <p:spPr>
          <a:xfrm>
            <a:off x="5801943" y="423333"/>
            <a:ext cx="2644140" cy="436088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底部消息</a:t>
            </a:r>
          </a:p>
        </p:txBody>
      </p:sp>
      <p:grpSp>
        <p:nvGrpSpPr>
          <p:cNvPr id="29" name="!! 提示">
            <a:extLst>
              <a:ext uri="{FF2B5EF4-FFF2-40B4-BE49-F238E27FC236}">
                <a16:creationId xmlns:a16="http://schemas.microsoft.com/office/drawing/2014/main" id="{A52A7FDC-83C6-7F01-C367-517D621912C3}"/>
              </a:ext>
            </a:extLst>
          </p:cNvPr>
          <p:cNvGrpSpPr/>
          <p:nvPr/>
        </p:nvGrpSpPr>
        <p:grpSpPr>
          <a:xfrm>
            <a:off x="5801946" y="963355"/>
            <a:ext cx="2644139" cy="436088"/>
            <a:chOff x="5801943" y="963355"/>
            <a:chExt cx="2644139" cy="436088"/>
          </a:xfrm>
        </p:grpSpPr>
        <p:sp>
          <p:nvSpPr>
            <p:cNvPr id="3" name="矩形: 圆角 2">
              <a:extLst>
                <a:ext uri="{FF2B5EF4-FFF2-40B4-BE49-F238E27FC236}">
                  <a16:creationId xmlns:a16="http://schemas.microsoft.com/office/drawing/2014/main" id="{1A1FBAE2-5BE2-4DB3-3912-BD467DA53917}"/>
                </a:ext>
              </a:extLst>
            </p:cNvPr>
            <p:cNvSpPr/>
            <p:nvPr/>
          </p:nvSpPr>
          <p:spPr>
            <a:xfrm>
              <a:off x="5801943" y="963355"/>
              <a:ext cx="2644139" cy="436088"/>
            </a:xfrm>
            <a:prstGeom prst="roundRect">
              <a:avLst>
                <a:gd name="adj" fmla="val 19160"/>
              </a:avLst>
            </a:prstGeom>
            <a:solidFill>
              <a:schemeClr val="bg1">
                <a:lumMod val="50000"/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1998">
                <a:spcBef>
                  <a:spcPts val="100"/>
                </a:spcBef>
                <a:spcAft>
                  <a:spcPts val="100"/>
                </a:spcAft>
              </a:pPr>
              <a:r>
                <a:rPr lang="zh-CN" altLang="en-US" sz="1400" dirty="0"/>
                <a:t>提示</a:t>
              </a:r>
              <a:endParaRPr lang="en-US" altLang="zh-CN" sz="1400" dirty="0"/>
            </a:p>
          </p:txBody>
        </p:sp>
        <p:pic>
          <p:nvPicPr>
            <p:cNvPr id="28" name="图形 27">
              <a:extLst>
                <a:ext uri="{FF2B5EF4-FFF2-40B4-BE49-F238E27FC236}">
                  <a16:creationId xmlns:a16="http://schemas.microsoft.com/office/drawing/2014/main" id="{B5277F41-BFE7-DDE6-63C1-96720C34CF3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8055781" y="1052665"/>
              <a:ext cx="257468" cy="257468"/>
            </a:xfrm>
            <a:prstGeom prst="rect">
              <a:avLst/>
            </a:prstGeom>
          </p:spPr>
        </p:pic>
      </p:grpSp>
      <p:grpSp>
        <p:nvGrpSpPr>
          <p:cNvPr id="105" name="组合 104">
            <a:extLst>
              <a:ext uri="{FF2B5EF4-FFF2-40B4-BE49-F238E27FC236}">
                <a16:creationId xmlns:a16="http://schemas.microsoft.com/office/drawing/2014/main" id="{87A25D41-708C-73CC-7417-E40835E49A56}"/>
              </a:ext>
            </a:extLst>
          </p:cNvPr>
          <p:cNvGrpSpPr/>
          <p:nvPr/>
        </p:nvGrpSpPr>
        <p:grpSpPr>
          <a:xfrm>
            <a:off x="8995624" y="573203"/>
            <a:ext cx="527312" cy="761402"/>
            <a:chOff x="2726128" y="2691285"/>
            <a:chExt cx="527312" cy="761403"/>
          </a:xfrm>
        </p:grpSpPr>
        <p:grpSp>
          <p:nvGrpSpPr>
            <p:cNvPr id="106" name="!! 设置">
              <a:extLst>
                <a:ext uri="{FF2B5EF4-FFF2-40B4-BE49-F238E27FC236}">
                  <a16:creationId xmlns:a16="http://schemas.microsoft.com/office/drawing/2014/main" id="{F4EC1285-4E39-2C00-F9AC-60137F89A101}"/>
                </a:ext>
              </a:extLst>
            </p:cNvPr>
            <p:cNvGrpSpPr/>
            <p:nvPr/>
          </p:nvGrpSpPr>
          <p:grpSpPr>
            <a:xfrm>
              <a:off x="2726128" y="2691285"/>
              <a:ext cx="527312" cy="527312"/>
              <a:chOff x="4725145" y="3205535"/>
              <a:chExt cx="446930" cy="446930"/>
            </a:xfrm>
          </p:grpSpPr>
          <p:sp>
            <p:nvSpPr>
              <p:cNvPr id="108" name="背景">
                <a:hlinkClick r:id="rId6" action="ppaction://hlinksldjump"/>
                <a:extLst>
                  <a:ext uri="{FF2B5EF4-FFF2-40B4-BE49-F238E27FC236}">
                    <a16:creationId xmlns:a16="http://schemas.microsoft.com/office/drawing/2014/main" id="{FC615BE5-16B6-ADB1-AAF5-11BD965EF92D}"/>
                  </a:ext>
                </a:extLst>
              </p:cNvPr>
              <p:cNvSpPr/>
              <p:nvPr/>
            </p:nvSpPr>
            <p:spPr>
              <a:xfrm>
                <a:off x="4725145" y="3205535"/>
                <a:ext cx="446930" cy="446930"/>
              </a:xfrm>
              <a:prstGeom prst="round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457189">
                  <a:defRPr/>
                </a:pPr>
                <a:endParaRPr lang="zh-CN" altLang="en-US">
                  <a:solidFill>
                    <a:srgbClr val="FFFFFF"/>
                  </a:solidFill>
                  <a:latin typeface="OPPOSans R"/>
                  <a:ea typeface="OPPOSans R"/>
                </a:endParaRPr>
              </a:p>
            </p:txBody>
          </p:sp>
          <p:pic>
            <p:nvPicPr>
              <p:cNvPr id="109" name="齿轮">
                <a:hlinkClick r:id="rId6" action="ppaction://hlinksldjump"/>
                <a:extLst>
                  <a:ext uri="{FF2B5EF4-FFF2-40B4-BE49-F238E27FC236}">
                    <a16:creationId xmlns:a16="http://schemas.microsoft.com/office/drawing/2014/main" id="{6456E7D9-73A5-36F8-79EC-1AB99EC848A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rcRect/>
              <a:stretch/>
            </p:blipFill>
            <p:spPr>
              <a:xfrm>
                <a:off x="4800089" y="3284102"/>
                <a:ext cx="297042" cy="289795"/>
              </a:xfrm>
              <a:prstGeom prst="rect">
                <a:avLst/>
              </a:prstGeom>
            </p:spPr>
          </p:pic>
        </p:grpSp>
        <p:sp>
          <p:nvSpPr>
            <p:cNvPr id="107" name="文本框 106">
              <a:extLst>
                <a:ext uri="{FF2B5EF4-FFF2-40B4-BE49-F238E27FC236}">
                  <a16:creationId xmlns:a16="http://schemas.microsoft.com/office/drawing/2014/main" id="{44FEAA1E-755D-0EA4-9821-4982FF8AF50E}"/>
                </a:ext>
              </a:extLst>
            </p:cNvPr>
            <p:cNvSpPr txBox="1"/>
            <p:nvPr/>
          </p:nvSpPr>
          <p:spPr>
            <a:xfrm>
              <a:off x="2726128" y="3221856"/>
              <a:ext cx="527312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900" dirty="0"/>
                <a:t>App</a:t>
              </a:r>
              <a:endParaRPr lang="zh-CN" altLang="en-US" sz="900" dirty="0"/>
            </a:p>
          </p:txBody>
        </p:sp>
      </p:grpSp>
      <p:grpSp>
        <p:nvGrpSpPr>
          <p:cNvPr id="111" name="组合 110">
            <a:extLst>
              <a:ext uri="{FF2B5EF4-FFF2-40B4-BE49-F238E27FC236}">
                <a16:creationId xmlns:a16="http://schemas.microsoft.com/office/drawing/2014/main" id="{6FDFDFF7-5042-6686-ECFE-1D46E5B31BEC}"/>
              </a:ext>
            </a:extLst>
          </p:cNvPr>
          <p:cNvGrpSpPr/>
          <p:nvPr/>
        </p:nvGrpSpPr>
        <p:grpSpPr>
          <a:xfrm>
            <a:off x="9722699" y="573203"/>
            <a:ext cx="527312" cy="761402"/>
            <a:chOff x="2726128" y="2691285"/>
            <a:chExt cx="527312" cy="761403"/>
          </a:xfrm>
        </p:grpSpPr>
        <p:grpSp>
          <p:nvGrpSpPr>
            <p:cNvPr id="112" name="!! 设置">
              <a:extLst>
                <a:ext uri="{FF2B5EF4-FFF2-40B4-BE49-F238E27FC236}">
                  <a16:creationId xmlns:a16="http://schemas.microsoft.com/office/drawing/2014/main" id="{E2354D51-A644-6193-B591-3E48D99D69F6}"/>
                </a:ext>
              </a:extLst>
            </p:cNvPr>
            <p:cNvGrpSpPr/>
            <p:nvPr/>
          </p:nvGrpSpPr>
          <p:grpSpPr>
            <a:xfrm>
              <a:off x="2726128" y="2691285"/>
              <a:ext cx="527312" cy="527312"/>
              <a:chOff x="4725145" y="3205535"/>
              <a:chExt cx="446930" cy="446930"/>
            </a:xfrm>
          </p:grpSpPr>
          <p:sp>
            <p:nvSpPr>
              <p:cNvPr id="114" name="背景">
                <a:hlinkClick r:id="rId6" action="ppaction://hlinksldjump"/>
                <a:extLst>
                  <a:ext uri="{FF2B5EF4-FFF2-40B4-BE49-F238E27FC236}">
                    <a16:creationId xmlns:a16="http://schemas.microsoft.com/office/drawing/2014/main" id="{E5182A7F-133F-6BD0-191D-338F2AE61E74}"/>
                  </a:ext>
                </a:extLst>
              </p:cNvPr>
              <p:cNvSpPr/>
              <p:nvPr/>
            </p:nvSpPr>
            <p:spPr>
              <a:xfrm>
                <a:off x="4725145" y="3205535"/>
                <a:ext cx="446930" cy="446930"/>
              </a:xfrm>
              <a:prstGeom prst="round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457189">
                  <a:defRPr/>
                </a:pPr>
                <a:endParaRPr lang="zh-CN" altLang="en-US">
                  <a:solidFill>
                    <a:srgbClr val="FFFFFF"/>
                  </a:solidFill>
                  <a:latin typeface="OPPOSans R"/>
                  <a:ea typeface="OPPOSans R"/>
                </a:endParaRPr>
              </a:p>
            </p:txBody>
          </p:sp>
          <p:pic>
            <p:nvPicPr>
              <p:cNvPr id="115" name="齿轮">
                <a:hlinkClick r:id="rId6" action="ppaction://hlinksldjump"/>
                <a:extLst>
                  <a:ext uri="{FF2B5EF4-FFF2-40B4-BE49-F238E27FC236}">
                    <a16:creationId xmlns:a16="http://schemas.microsoft.com/office/drawing/2014/main" id="{7D646D20-7F35-AD06-C286-D98716A6029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rcRect/>
              <a:stretch/>
            </p:blipFill>
            <p:spPr>
              <a:xfrm>
                <a:off x="4800089" y="3284102"/>
                <a:ext cx="297042" cy="289795"/>
              </a:xfrm>
              <a:prstGeom prst="rect">
                <a:avLst/>
              </a:prstGeom>
            </p:spPr>
          </p:pic>
        </p:grpSp>
        <p:sp>
          <p:nvSpPr>
            <p:cNvPr id="113" name="文本框 112">
              <a:extLst>
                <a:ext uri="{FF2B5EF4-FFF2-40B4-BE49-F238E27FC236}">
                  <a16:creationId xmlns:a16="http://schemas.microsoft.com/office/drawing/2014/main" id="{98F293D1-1F63-8E24-3F63-D208C5DC9B6C}"/>
                </a:ext>
              </a:extLst>
            </p:cNvPr>
            <p:cNvSpPr txBox="1"/>
            <p:nvPr/>
          </p:nvSpPr>
          <p:spPr>
            <a:xfrm>
              <a:off x="2726128" y="3221856"/>
              <a:ext cx="527312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900" dirty="0"/>
                <a:t>App</a:t>
              </a:r>
              <a:endParaRPr lang="zh-CN" altLang="en-US" sz="900" dirty="0"/>
            </a:p>
          </p:txBody>
        </p:sp>
      </p:grpSp>
      <p:grpSp>
        <p:nvGrpSpPr>
          <p:cNvPr id="119" name="!! dock右">
            <a:extLst>
              <a:ext uri="{FF2B5EF4-FFF2-40B4-BE49-F238E27FC236}">
                <a16:creationId xmlns:a16="http://schemas.microsoft.com/office/drawing/2014/main" id="{82CFAB28-814D-24A5-F718-7F45B0FF01B2}"/>
              </a:ext>
            </a:extLst>
          </p:cNvPr>
          <p:cNvGrpSpPr/>
          <p:nvPr/>
        </p:nvGrpSpPr>
        <p:grpSpPr>
          <a:xfrm>
            <a:off x="530854" y="5917017"/>
            <a:ext cx="2452159" cy="704839"/>
            <a:chOff x="7408333" y="5780624"/>
            <a:chExt cx="2452159" cy="704838"/>
          </a:xfrm>
        </p:grpSpPr>
        <p:sp useBgFill="1">
          <p:nvSpPr>
            <p:cNvPr id="120" name="!! 模糊">
              <a:extLst>
                <a:ext uri="{FF2B5EF4-FFF2-40B4-BE49-F238E27FC236}">
                  <a16:creationId xmlns:a16="http://schemas.microsoft.com/office/drawing/2014/main" id="{E394C910-20AE-7A7C-C6E8-2FB639493316}"/>
                </a:ext>
              </a:extLst>
            </p:cNvPr>
            <p:cNvSpPr>
              <a:spLocks/>
            </p:cNvSpPr>
            <p:nvPr/>
          </p:nvSpPr>
          <p:spPr>
            <a:xfrm>
              <a:off x="7408333" y="5780624"/>
              <a:ext cx="2452159" cy="704838"/>
            </a:xfrm>
            <a:prstGeom prst="roundRect">
              <a:avLst>
                <a:gd name="adj" fmla="val 15000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189">
                <a:defRPr/>
              </a:pPr>
              <a:endParaRPr lang="zh-CN" altLang="en-US">
                <a:solidFill>
                  <a:srgbClr val="FFFFFF"/>
                </a:solidFill>
                <a:latin typeface="OPPOSans R"/>
                <a:ea typeface="OPPOSans R"/>
              </a:endParaRPr>
            </a:p>
          </p:txBody>
        </p:sp>
        <p:sp>
          <p:nvSpPr>
            <p:cNvPr id="121" name="!! 颜色遮罩">
              <a:extLst>
                <a:ext uri="{FF2B5EF4-FFF2-40B4-BE49-F238E27FC236}">
                  <a16:creationId xmlns:a16="http://schemas.microsoft.com/office/drawing/2014/main" id="{D80050CA-E246-6B27-C6CE-76539757EA2A}"/>
                </a:ext>
              </a:extLst>
            </p:cNvPr>
            <p:cNvSpPr>
              <a:spLocks/>
            </p:cNvSpPr>
            <p:nvPr/>
          </p:nvSpPr>
          <p:spPr>
            <a:xfrm>
              <a:off x="7408333" y="5780624"/>
              <a:ext cx="2452159" cy="704838"/>
            </a:xfrm>
            <a:prstGeom prst="roundRect">
              <a:avLst>
                <a:gd name="adj" fmla="val 15000"/>
              </a:avLst>
            </a:prstGeom>
            <a:solidFill>
              <a:schemeClr val="tx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189">
                <a:defRPr/>
              </a:pPr>
              <a:endParaRPr lang="zh-CN" altLang="en-US" dirty="0">
                <a:solidFill>
                  <a:srgbClr val="FFFFFF"/>
                </a:solidFill>
                <a:latin typeface="OPPOSans R"/>
                <a:ea typeface="OPPOSans R"/>
              </a:endParaRPr>
            </a:p>
          </p:txBody>
        </p:sp>
        <p:pic>
          <p:nvPicPr>
            <p:cNvPr id="122" name="!! 信号">
              <a:extLst>
                <a:ext uri="{FF2B5EF4-FFF2-40B4-BE49-F238E27FC236}">
                  <a16:creationId xmlns:a16="http://schemas.microsoft.com/office/drawing/2014/main" id="{A7ED9E31-097E-38B2-03C8-69415789B869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7638254" y="5893986"/>
              <a:ext cx="221460" cy="221458"/>
            </a:xfrm>
            <a:prstGeom prst="rect">
              <a:avLst/>
            </a:prstGeom>
          </p:spPr>
        </p:pic>
        <p:sp>
          <p:nvSpPr>
            <p:cNvPr id="123" name="!! 运营商">
              <a:extLst>
                <a:ext uri="{FF2B5EF4-FFF2-40B4-BE49-F238E27FC236}">
                  <a16:creationId xmlns:a16="http://schemas.microsoft.com/office/drawing/2014/main" id="{B15040B4-7C76-3FFD-48BF-BDE64DBB9013}"/>
                </a:ext>
              </a:extLst>
            </p:cNvPr>
            <p:cNvSpPr txBox="1"/>
            <p:nvPr/>
          </p:nvSpPr>
          <p:spPr>
            <a:xfrm>
              <a:off x="7813676" y="5913455"/>
              <a:ext cx="1114424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457189">
                <a:defRPr/>
              </a:pPr>
              <a:r>
                <a:rPr lang="en-US" altLang="zh-CN" sz="900" dirty="0">
                  <a:solidFill>
                    <a:srgbClr val="FFFFFF"/>
                  </a:solidFill>
                  <a:latin typeface="OPPOSans M"/>
                  <a:ea typeface="OPPOSans M"/>
                </a:rPr>
                <a:t>Virtual Net</a:t>
              </a:r>
              <a:endParaRPr lang="zh-CN" altLang="en-US" sz="900" dirty="0">
                <a:solidFill>
                  <a:srgbClr val="FFFFFF"/>
                </a:solidFill>
                <a:latin typeface="OPPOSans M"/>
                <a:ea typeface="OPPOSans M"/>
              </a:endParaRPr>
            </a:p>
          </p:txBody>
        </p:sp>
        <p:pic>
          <p:nvPicPr>
            <p:cNvPr id="124" name="!! 通知">
              <a:extLst>
                <a:ext uri="{FF2B5EF4-FFF2-40B4-BE49-F238E27FC236}">
                  <a16:creationId xmlns:a16="http://schemas.microsoft.com/office/drawing/2014/main" id="{961173B3-569C-231C-C6B7-C1BEBA6C4A80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9287931" y="5948436"/>
              <a:ext cx="152400" cy="152400"/>
            </a:xfrm>
            <a:prstGeom prst="rect">
              <a:avLst/>
            </a:prstGeom>
          </p:spPr>
        </p:pic>
        <p:pic>
          <p:nvPicPr>
            <p:cNvPr id="125" name="!! 电池">
              <a:extLst>
                <a:ext uri="{FF2B5EF4-FFF2-40B4-BE49-F238E27FC236}">
                  <a16:creationId xmlns:a16="http://schemas.microsoft.com/office/drawing/2014/main" id="{9A3EE8AC-053B-BFBA-0E91-379D0B130A96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7637460" y="6171965"/>
              <a:ext cx="191558" cy="191558"/>
            </a:xfrm>
            <a:prstGeom prst="rect">
              <a:avLst/>
            </a:prstGeom>
          </p:spPr>
        </p:pic>
        <p:sp>
          <p:nvSpPr>
            <p:cNvPr id="127" name="!! 时间">
              <a:extLst>
                <a:ext uri="{FF2B5EF4-FFF2-40B4-BE49-F238E27FC236}">
                  <a16:creationId xmlns:a16="http://schemas.microsoft.com/office/drawing/2014/main" id="{29B1413A-72F5-AFE1-FFB2-3F104B966D75}"/>
                </a:ext>
              </a:extLst>
            </p:cNvPr>
            <p:cNvSpPr txBox="1"/>
            <p:nvPr/>
          </p:nvSpPr>
          <p:spPr>
            <a:xfrm>
              <a:off x="8982607" y="6148520"/>
              <a:ext cx="773641" cy="2540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defTabSz="457189">
                <a:defRPr/>
              </a:pPr>
              <a:r>
                <a:rPr lang="en-US" altLang="zh-CN" sz="1051" dirty="0">
                  <a:solidFill>
                    <a:srgbClr val="FFFFFF"/>
                  </a:solidFill>
                  <a:latin typeface="OPPOSans R"/>
                  <a:ea typeface="OPPOSans R"/>
                </a:rPr>
                <a:t>16:34</a:t>
              </a:r>
              <a:endParaRPr lang="zh-CN" altLang="en-US" sz="1051" dirty="0">
                <a:solidFill>
                  <a:srgbClr val="FFFFFF"/>
                </a:solidFill>
                <a:latin typeface="OPPOSans R"/>
                <a:ea typeface="OPPOSans R"/>
              </a:endParaRPr>
            </a:p>
          </p:txBody>
        </p:sp>
        <p:sp>
          <p:nvSpPr>
            <p:cNvPr id="128" name="!! AC">
              <a:extLst>
                <a:ext uri="{FF2B5EF4-FFF2-40B4-BE49-F238E27FC236}">
                  <a16:creationId xmlns:a16="http://schemas.microsoft.com/office/drawing/2014/main" id="{299E780D-AE34-6415-6184-9CF32DBEA7F3}"/>
                </a:ext>
              </a:extLst>
            </p:cNvPr>
            <p:cNvSpPr txBox="1"/>
            <p:nvPr/>
          </p:nvSpPr>
          <p:spPr>
            <a:xfrm>
              <a:off x="7766842" y="6152328"/>
              <a:ext cx="434183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457189">
                <a:defRPr/>
              </a:pPr>
              <a:r>
                <a:rPr lang="en-US" altLang="zh-CN" sz="900" dirty="0">
                  <a:solidFill>
                    <a:schemeClr val="bg2"/>
                  </a:solidFill>
                  <a:latin typeface="OPPOSans R"/>
                  <a:ea typeface="OPPOSans R"/>
                </a:rPr>
                <a:t>51%</a:t>
              </a:r>
              <a:endParaRPr lang="zh-CN" altLang="en-US" sz="900" dirty="0">
                <a:solidFill>
                  <a:schemeClr val="bg2"/>
                </a:solidFill>
                <a:latin typeface="OPPOSans R"/>
                <a:ea typeface="OPPOSans R"/>
              </a:endParaRPr>
            </a:p>
          </p:txBody>
        </p:sp>
        <p:pic>
          <p:nvPicPr>
            <p:cNvPr id="130" name="!! 声音">
              <a:extLst>
                <a:ext uri="{FF2B5EF4-FFF2-40B4-BE49-F238E27FC236}">
                  <a16:creationId xmlns:a16="http://schemas.microsoft.com/office/drawing/2014/main" id="{812C7C32-CD76-0489-6700-F19330278546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9048732" y="5934670"/>
              <a:ext cx="179932" cy="179932"/>
            </a:xfrm>
            <a:prstGeom prst="rect">
              <a:avLst/>
            </a:prstGeom>
          </p:spPr>
        </p:pic>
        <p:pic>
          <p:nvPicPr>
            <p:cNvPr id="131" name="!! 电源">
              <a:hlinkClick r:id="rId6" action="ppaction://hlinksldjump"/>
              <a:extLst>
                <a:ext uri="{FF2B5EF4-FFF2-40B4-BE49-F238E27FC236}">
                  <a16:creationId xmlns:a16="http://schemas.microsoft.com/office/drawing/2014/main" id="{4F41E8E7-3A84-8458-3721-561C9F5F6DFF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9489000" y="5925331"/>
              <a:ext cx="208372" cy="208370"/>
            </a:xfrm>
            <a:prstGeom prst="rect">
              <a:avLst/>
            </a:prstGeom>
          </p:spPr>
        </p:pic>
      </p:grpSp>
      <p:grpSp>
        <p:nvGrpSpPr>
          <p:cNvPr id="53" name="!! 通知">
            <a:extLst>
              <a:ext uri="{FF2B5EF4-FFF2-40B4-BE49-F238E27FC236}">
                <a16:creationId xmlns:a16="http://schemas.microsoft.com/office/drawing/2014/main" id="{E00D5561-42CE-0BDC-121F-57A2D6512CBC}"/>
              </a:ext>
            </a:extLst>
          </p:cNvPr>
          <p:cNvGrpSpPr/>
          <p:nvPr/>
        </p:nvGrpSpPr>
        <p:grpSpPr>
          <a:xfrm>
            <a:off x="5797814" y="1722592"/>
            <a:ext cx="4564916" cy="1314719"/>
            <a:chOff x="5801943" y="1941870"/>
            <a:chExt cx="4564916" cy="1314718"/>
          </a:xfrm>
        </p:grpSpPr>
        <p:grpSp>
          <p:nvGrpSpPr>
            <p:cNvPr id="46" name="!! 通知框1">
              <a:extLst>
                <a:ext uri="{FF2B5EF4-FFF2-40B4-BE49-F238E27FC236}">
                  <a16:creationId xmlns:a16="http://schemas.microsoft.com/office/drawing/2014/main" id="{32C2B2CA-0C2A-7CDB-93A9-6B0209CBDC15}"/>
                </a:ext>
              </a:extLst>
            </p:cNvPr>
            <p:cNvGrpSpPr/>
            <p:nvPr/>
          </p:nvGrpSpPr>
          <p:grpSpPr>
            <a:xfrm>
              <a:off x="5801943" y="1941870"/>
              <a:ext cx="4564916" cy="1314718"/>
              <a:chOff x="5801943" y="1589193"/>
              <a:chExt cx="4564916" cy="1558796"/>
            </a:xfrm>
          </p:grpSpPr>
          <p:sp>
            <p:nvSpPr>
              <p:cNvPr id="47" name="!! 弹窗">
                <a:extLst>
                  <a:ext uri="{FF2B5EF4-FFF2-40B4-BE49-F238E27FC236}">
                    <a16:creationId xmlns:a16="http://schemas.microsoft.com/office/drawing/2014/main" id="{9688D253-7DD3-3D0A-31DA-1A45A9141079}"/>
                  </a:ext>
                </a:extLst>
              </p:cNvPr>
              <p:cNvSpPr/>
              <p:nvPr/>
            </p:nvSpPr>
            <p:spPr>
              <a:xfrm>
                <a:off x="5801943" y="1589193"/>
                <a:ext cx="4564916" cy="1558796"/>
              </a:xfrm>
              <a:prstGeom prst="roundRect">
                <a:avLst>
                  <a:gd name="adj" fmla="val 7669"/>
                </a:avLst>
              </a:prstGeom>
              <a:solidFill>
                <a:schemeClr val="bg1">
                  <a:alpha val="95000"/>
                </a:schemeClr>
              </a:solidFill>
              <a:ln>
                <a:noFill/>
              </a:ln>
              <a:effectLst>
                <a:outerShdw blurRad="254000" algn="ctr" rotWithShape="0">
                  <a:prstClr val="black">
                    <a:alpha val="2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8" name="标题">
                <a:extLst>
                  <a:ext uri="{FF2B5EF4-FFF2-40B4-BE49-F238E27FC236}">
                    <a16:creationId xmlns:a16="http://schemas.microsoft.com/office/drawing/2014/main" id="{F440F012-E26B-1D89-6ADB-180AB5638261}"/>
                  </a:ext>
                </a:extLst>
              </p:cNvPr>
              <p:cNvSpPr txBox="1"/>
              <p:nvPr/>
            </p:nvSpPr>
            <p:spPr>
              <a:xfrm>
                <a:off x="5973675" y="2202534"/>
                <a:ext cx="3229043" cy="40140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600" dirty="0">
                    <a:latin typeface="+mj-ea"/>
                    <a:ea typeface="+mj-ea"/>
                  </a:rPr>
                  <a:t>标题</a:t>
                </a:r>
              </a:p>
            </p:txBody>
          </p:sp>
          <p:sp>
            <p:nvSpPr>
              <p:cNvPr id="50" name="内容">
                <a:extLst>
                  <a:ext uri="{FF2B5EF4-FFF2-40B4-BE49-F238E27FC236}">
                    <a16:creationId xmlns:a16="http://schemas.microsoft.com/office/drawing/2014/main" id="{5B83E620-F636-6ED1-EAD4-BCAED689F953}"/>
                  </a:ext>
                </a:extLst>
              </p:cNvPr>
              <p:cNvSpPr txBox="1"/>
              <p:nvPr/>
            </p:nvSpPr>
            <p:spPr>
              <a:xfrm>
                <a:off x="5973675" y="2548038"/>
                <a:ext cx="2925729" cy="3649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400" dirty="0">
                    <a:latin typeface="+mn-ea"/>
                  </a:rPr>
                  <a:t>正文</a:t>
                </a:r>
              </a:p>
            </p:txBody>
          </p:sp>
          <p:sp>
            <p:nvSpPr>
              <p:cNvPr id="51" name="文本框 50">
                <a:extLst>
                  <a:ext uri="{FF2B5EF4-FFF2-40B4-BE49-F238E27FC236}">
                    <a16:creationId xmlns:a16="http://schemas.microsoft.com/office/drawing/2014/main" id="{0F4FE5C0-968A-8E1F-5F9A-2B5B6A5F7DFF}"/>
                  </a:ext>
                </a:extLst>
              </p:cNvPr>
              <p:cNvSpPr txBox="1"/>
              <p:nvPr/>
            </p:nvSpPr>
            <p:spPr>
              <a:xfrm>
                <a:off x="6296462" y="1803287"/>
                <a:ext cx="1701800" cy="3284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 dirty="0">
                    <a:solidFill>
                      <a:schemeClr val="bg1">
                        <a:lumMod val="50000"/>
                      </a:schemeClr>
                    </a:solidFill>
                  </a:rPr>
                  <a:t>App· </a:t>
                </a:r>
                <a:r>
                  <a:rPr lang="zh-CN" altLang="en-US" sz="1200" dirty="0">
                    <a:solidFill>
                      <a:schemeClr val="bg1">
                        <a:lumMod val="50000"/>
                      </a:schemeClr>
                    </a:solidFill>
                  </a:rPr>
                  <a:t>现在</a:t>
                </a:r>
              </a:p>
            </p:txBody>
          </p:sp>
        </p:grpSp>
        <p:sp>
          <p:nvSpPr>
            <p:cNvPr id="52" name="矩形: 圆角 51">
              <a:extLst>
                <a:ext uri="{FF2B5EF4-FFF2-40B4-BE49-F238E27FC236}">
                  <a16:creationId xmlns:a16="http://schemas.microsoft.com/office/drawing/2014/main" id="{AEEAFB83-1D00-A52B-4556-CA2F415F8675}"/>
                </a:ext>
              </a:extLst>
            </p:cNvPr>
            <p:cNvSpPr/>
            <p:nvPr/>
          </p:nvSpPr>
          <p:spPr>
            <a:xfrm>
              <a:off x="6057262" y="2144870"/>
              <a:ext cx="239199" cy="239199"/>
            </a:xfrm>
            <a:prstGeom prst="roundRect">
              <a:avLst>
                <a:gd name="adj" fmla="val 50000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82" name="!! 图片通知">
            <a:extLst>
              <a:ext uri="{FF2B5EF4-FFF2-40B4-BE49-F238E27FC236}">
                <a16:creationId xmlns:a16="http://schemas.microsoft.com/office/drawing/2014/main" id="{F025DF81-47E4-4D2C-DDC7-E9108D03832F}"/>
              </a:ext>
            </a:extLst>
          </p:cNvPr>
          <p:cNvGrpSpPr/>
          <p:nvPr/>
        </p:nvGrpSpPr>
        <p:grpSpPr>
          <a:xfrm>
            <a:off x="5799714" y="3229864"/>
            <a:ext cx="4564916" cy="1314719"/>
            <a:chOff x="5799713" y="3229862"/>
            <a:chExt cx="4564916" cy="1314718"/>
          </a:xfrm>
        </p:grpSpPr>
        <p:grpSp>
          <p:nvGrpSpPr>
            <p:cNvPr id="64" name="组合 63">
              <a:extLst>
                <a:ext uri="{FF2B5EF4-FFF2-40B4-BE49-F238E27FC236}">
                  <a16:creationId xmlns:a16="http://schemas.microsoft.com/office/drawing/2014/main" id="{D48CDC05-E767-6E0C-A55E-C22B17738705}"/>
                </a:ext>
              </a:extLst>
            </p:cNvPr>
            <p:cNvGrpSpPr/>
            <p:nvPr/>
          </p:nvGrpSpPr>
          <p:grpSpPr>
            <a:xfrm>
              <a:off x="5799713" y="3229862"/>
              <a:ext cx="4564916" cy="1314718"/>
              <a:chOff x="5801943" y="1941870"/>
              <a:chExt cx="4564916" cy="1314718"/>
            </a:xfrm>
          </p:grpSpPr>
          <p:grpSp>
            <p:nvGrpSpPr>
              <p:cNvPr id="65" name="!! 通知框1">
                <a:extLst>
                  <a:ext uri="{FF2B5EF4-FFF2-40B4-BE49-F238E27FC236}">
                    <a16:creationId xmlns:a16="http://schemas.microsoft.com/office/drawing/2014/main" id="{9201A9F7-9DEB-2F5C-A19F-75B365DB80FC}"/>
                  </a:ext>
                </a:extLst>
              </p:cNvPr>
              <p:cNvGrpSpPr/>
              <p:nvPr/>
            </p:nvGrpSpPr>
            <p:grpSpPr>
              <a:xfrm>
                <a:off x="5801943" y="1941870"/>
                <a:ext cx="4564916" cy="1314718"/>
                <a:chOff x="5801943" y="1589193"/>
                <a:chExt cx="4564916" cy="1558796"/>
              </a:xfrm>
            </p:grpSpPr>
            <p:sp>
              <p:nvSpPr>
                <p:cNvPr id="67" name="!! 弹窗">
                  <a:extLst>
                    <a:ext uri="{FF2B5EF4-FFF2-40B4-BE49-F238E27FC236}">
                      <a16:creationId xmlns:a16="http://schemas.microsoft.com/office/drawing/2014/main" id="{6B2B3626-1966-1113-DFF7-C18113C68456}"/>
                    </a:ext>
                  </a:extLst>
                </p:cNvPr>
                <p:cNvSpPr/>
                <p:nvPr/>
              </p:nvSpPr>
              <p:spPr>
                <a:xfrm>
                  <a:off x="5801943" y="1589193"/>
                  <a:ext cx="4564916" cy="1558796"/>
                </a:xfrm>
                <a:prstGeom prst="roundRect">
                  <a:avLst>
                    <a:gd name="adj" fmla="val 7669"/>
                  </a:avLst>
                </a:prstGeom>
                <a:solidFill>
                  <a:schemeClr val="bg1">
                    <a:alpha val="95000"/>
                  </a:schemeClr>
                </a:solidFill>
                <a:ln>
                  <a:noFill/>
                </a:ln>
                <a:effectLst>
                  <a:outerShdw blurRad="254000" algn="ctr" rotWithShape="0">
                    <a:prstClr val="black">
                      <a:alpha val="20000"/>
                    </a:prst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69" name="标题">
                  <a:extLst>
                    <a:ext uri="{FF2B5EF4-FFF2-40B4-BE49-F238E27FC236}">
                      <a16:creationId xmlns:a16="http://schemas.microsoft.com/office/drawing/2014/main" id="{3BBBBB4A-7B22-3586-702F-99B4D15E9F11}"/>
                    </a:ext>
                  </a:extLst>
                </p:cNvPr>
                <p:cNvSpPr txBox="1"/>
                <p:nvPr/>
              </p:nvSpPr>
              <p:spPr>
                <a:xfrm>
                  <a:off x="5973675" y="2202534"/>
                  <a:ext cx="3229043" cy="40140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1600" dirty="0">
                      <a:latin typeface="+mj-ea"/>
                      <a:ea typeface="+mj-ea"/>
                    </a:rPr>
                    <a:t>标题</a:t>
                  </a:r>
                </a:p>
              </p:txBody>
            </p:sp>
            <p:sp>
              <p:nvSpPr>
                <p:cNvPr id="71" name="内容">
                  <a:extLst>
                    <a:ext uri="{FF2B5EF4-FFF2-40B4-BE49-F238E27FC236}">
                      <a16:creationId xmlns:a16="http://schemas.microsoft.com/office/drawing/2014/main" id="{511B3BA2-74BF-9524-58B2-2281C1DA06F7}"/>
                    </a:ext>
                  </a:extLst>
                </p:cNvPr>
                <p:cNvSpPr txBox="1"/>
                <p:nvPr/>
              </p:nvSpPr>
              <p:spPr>
                <a:xfrm>
                  <a:off x="5973675" y="2548038"/>
                  <a:ext cx="2925729" cy="36491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1400" dirty="0">
                      <a:latin typeface="+mn-ea"/>
                    </a:rPr>
                    <a:t>正文</a:t>
                  </a:r>
                </a:p>
              </p:txBody>
            </p:sp>
            <p:sp>
              <p:nvSpPr>
                <p:cNvPr id="72" name="文本框 71">
                  <a:extLst>
                    <a:ext uri="{FF2B5EF4-FFF2-40B4-BE49-F238E27FC236}">
                      <a16:creationId xmlns:a16="http://schemas.microsoft.com/office/drawing/2014/main" id="{BBB2537F-A612-8DC0-650F-B93506001AAF}"/>
                    </a:ext>
                  </a:extLst>
                </p:cNvPr>
                <p:cNvSpPr txBox="1"/>
                <p:nvPr/>
              </p:nvSpPr>
              <p:spPr>
                <a:xfrm>
                  <a:off x="6296462" y="1803287"/>
                  <a:ext cx="1701800" cy="32842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200" dirty="0">
                      <a:solidFill>
                        <a:schemeClr val="bg1">
                          <a:lumMod val="50000"/>
                        </a:schemeClr>
                      </a:solidFill>
                    </a:rPr>
                    <a:t>App· </a:t>
                  </a:r>
                  <a:r>
                    <a:rPr lang="zh-CN" altLang="en-US" sz="1200" dirty="0">
                      <a:solidFill>
                        <a:schemeClr val="bg1">
                          <a:lumMod val="50000"/>
                        </a:schemeClr>
                      </a:solidFill>
                    </a:rPr>
                    <a:t>现在</a:t>
                  </a:r>
                </a:p>
              </p:txBody>
            </p:sp>
          </p:grpSp>
          <p:sp>
            <p:nvSpPr>
              <p:cNvPr id="66" name="矩形: 圆角 65">
                <a:extLst>
                  <a:ext uri="{FF2B5EF4-FFF2-40B4-BE49-F238E27FC236}">
                    <a16:creationId xmlns:a16="http://schemas.microsoft.com/office/drawing/2014/main" id="{CDD91EBB-3647-B950-54C8-9A1C6CCAD1A7}"/>
                  </a:ext>
                </a:extLst>
              </p:cNvPr>
              <p:cNvSpPr/>
              <p:nvPr/>
            </p:nvSpPr>
            <p:spPr>
              <a:xfrm>
                <a:off x="6057262" y="2144870"/>
                <a:ext cx="239199" cy="239199"/>
              </a:xfrm>
              <a:prstGeom prst="roundRect">
                <a:avLst>
                  <a:gd name="adj" fmla="val 5000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73" name="矩形: 圆角 72">
              <a:extLst>
                <a:ext uri="{FF2B5EF4-FFF2-40B4-BE49-F238E27FC236}">
                  <a16:creationId xmlns:a16="http://schemas.microsoft.com/office/drawing/2014/main" id="{FF3D8032-F0A3-8920-CA2D-9DE246A299BB}"/>
                </a:ext>
              </a:extLst>
            </p:cNvPr>
            <p:cNvSpPr/>
            <p:nvPr/>
          </p:nvSpPr>
          <p:spPr>
            <a:xfrm>
              <a:off x="9590265" y="3825070"/>
              <a:ext cx="474412" cy="474410"/>
            </a:xfrm>
            <a:prstGeom prst="roundRect">
              <a:avLst>
                <a:gd name="adj" fmla="val 16382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93" name="!! 按钮通知">
            <a:extLst>
              <a:ext uri="{FF2B5EF4-FFF2-40B4-BE49-F238E27FC236}">
                <a16:creationId xmlns:a16="http://schemas.microsoft.com/office/drawing/2014/main" id="{A7215296-3417-4BD3-B266-C2DDFA674391}"/>
              </a:ext>
            </a:extLst>
          </p:cNvPr>
          <p:cNvGrpSpPr/>
          <p:nvPr/>
        </p:nvGrpSpPr>
        <p:grpSpPr>
          <a:xfrm>
            <a:off x="5797814" y="4716688"/>
            <a:ext cx="4564916" cy="1572035"/>
            <a:chOff x="5797813" y="4716686"/>
            <a:chExt cx="4564916" cy="1572034"/>
          </a:xfrm>
        </p:grpSpPr>
        <p:grpSp>
          <p:nvGrpSpPr>
            <p:cNvPr id="84" name="组合 83">
              <a:extLst>
                <a:ext uri="{FF2B5EF4-FFF2-40B4-BE49-F238E27FC236}">
                  <a16:creationId xmlns:a16="http://schemas.microsoft.com/office/drawing/2014/main" id="{FEFF8AE6-89F0-329D-D26F-1C198FC2A1EC}"/>
                </a:ext>
              </a:extLst>
            </p:cNvPr>
            <p:cNvGrpSpPr/>
            <p:nvPr/>
          </p:nvGrpSpPr>
          <p:grpSpPr>
            <a:xfrm>
              <a:off x="5797813" y="4716686"/>
              <a:ext cx="4564916" cy="1572034"/>
              <a:chOff x="5801943" y="1941870"/>
              <a:chExt cx="4564916" cy="1572034"/>
            </a:xfrm>
          </p:grpSpPr>
          <p:grpSp>
            <p:nvGrpSpPr>
              <p:cNvPr id="86" name="!! 通知框1">
                <a:extLst>
                  <a:ext uri="{FF2B5EF4-FFF2-40B4-BE49-F238E27FC236}">
                    <a16:creationId xmlns:a16="http://schemas.microsoft.com/office/drawing/2014/main" id="{4FB3334B-9A66-286E-07E4-C2747CFDD768}"/>
                  </a:ext>
                </a:extLst>
              </p:cNvPr>
              <p:cNvGrpSpPr/>
              <p:nvPr/>
            </p:nvGrpSpPr>
            <p:grpSpPr>
              <a:xfrm>
                <a:off x="5801943" y="1941870"/>
                <a:ext cx="4564916" cy="1572034"/>
                <a:chOff x="5801943" y="1589193"/>
                <a:chExt cx="4564916" cy="1863883"/>
              </a:xfrm>
            </p:grpSpPr>
            <p:sp>
              <p:nvSpPr>
                <p:cNvPr id="88" name="!! 弹窗">
                  <a:extLst>
                    <a:ext uri="{FF2B5EF4-FFF2-40B4-BE49-F238E27FC236}">
                      <a16:creationId xmlns:a16="http://schemas.microsoft.com/office/drawing/2014/main" id="{E330ED3E-6F35-2C3A-44BA-95ED3388AFDE}"/>
                    </a:ext>
                  </a:extLst>
                </p:cNvPr>
                <p:cNvSpPr/>
                <p:nvPr/>
              </p:nvSpPr>
              <p:spPr>
                <a:xfrm>
                  <a:off x="5801943" y="1589193"/>
                  <a:ext cx="4564916" cy="1863883"/>
                </a:xfrm>
                <a:prstGeom prst="roundRect">
                  <a:avLst>
                    <a:gd name="adj" fmla="val 6376"/>
                  </a:avLst>
                </a:prstGeom>
                <a:solidFill>
                  <a:schemeClr val="bg1">
                    <a:alpha val="95000"/>
                  </a:schemeClr>
                </a:solidFill>
                <a:ln>
                  <a:noFill/>
                </a:ln>
                <a:effectLst>
                  <a:outerShdw blurRad="254000" algn="ctr" rotWithShape="0">
                    <a:prstClr val="black">
                      <a:alpha val="20000"/>
                    </a:prst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89" name="标题">
                  <a:extLst>
                    <a:ext uri="{FF2B5EF4-FFF2-40B4-BE49-F238E27FC236}">
                      <a16:creationId xmlns:a16="http://schemas.microsoft.com/office/drawing/2014/main" id="{8A3F3594-4509-F06E-BF46-DEFADF85528F}"/>
                    </a:ext>
                  </a:extLst>
                </p:cNvPr>
                <p:cNvSpPr txBox="1"/>
                <p:nvPr/>
              </p:nvSpPr>
              <p:spPr>
                <a:xfrm>
                  <a:off x="5973675" y="2202536"/>
                  <a:ext cx="3229043" cy="40140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1600" dirty="0">
                      <a:latin typeface="+mj-ea"/>
                      <a:ea typeface="+mj-ea"/>
                    </a:rPr>
                    <a:t>标题</a:t>
                  </a:r>
                </a:p>
              </p:txBody>
            </p:sp>
            <p:sp>
              <p:nvSpPr>
                <p:cNvPr id="90" name="内容">
                  <a:extLst>
                    <a:ext uri="{FF2B5EF4-FFF2-40B4-BE49-F238E27FC236}">
                      <a16:creationId xmlns:a16="http://schemas.microsoft.com/office/drawing/2014/main" id="{8BD32476-C705-6922-4BD0-441C57340537}"/>
                    </a:ext>
                  </a:extLst>
                </p:cNvPr>
                <p:cNvSpPr txBox="1"/>
                <p:nvPr/>
              </p:nvSpPr>
              <p:spPr>
                <a:xfrm>
                  <a:off x="5973675" y="2548037"/>
                  <a:ext cx="2925729" cy="36491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1400" dirty="0">
                      <a:latin typeface="+mn-ea"/>
                    </a:rPr>
                    <a:t>正文</a:t>
                  </a:r>
                </a:p>
              </p:txBody>
            </p:sp>
            <p:sp>
              <p:nvSpPr>
                <p:cNvPr id="91" name="文本框 90">
                  <a:extLst>
                    <a:ext uri="{FF2B5EF4-FFF2-40B4-BE49-F238E27FC236}">
                      <a16:creationId xmlns:a16="http://schemas.microsoft.com/office/drawing/2014/main" id="{DEA855D3-5457-CFBA-58D3-3FCB6BA76BC2}"/>
                    </a:ext>
                  </a:extLst>
                </p:cNvPr>
                <p:cNvSpPr txBox="1"/>
                <p:nvPr/>
              </p:nvSpPr>
              <p:spPr>
                <a:xfrm>
                  <a:off x="6296462" y="1803287"/>
                  <a:ext cx="1701800" cy="32842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200" dirty="0">
                      <a:solidFill>
                        <a:schemeClr val="bg1">
                          <a:lumMod val="50000"/>
                        </a:schemeClr>
                      </a:solidFill>
                    </a:rPr>
                    <a:t>App· </a:t>
                  </a:r>
                  <a:r>
                    <a:rPr lang="zh-CN" altLang="en-US" sz="1200" dirty="0">
                      <a:solidFill>
                        <a:schemeClr val="bg1">
                          <a:lumMod val="50000"/>
                        </a:schemeClr>
                      </a:solidFill>
                    </a:rPr>
                    <a:t>现在</a:t>
                  </a:r>
                </a:p>
              </p:txBody>
            </p:sp>
          </p:grpSp>
          <p:sp>
            <p:nvSpPr>
              <p:cNvPr id="87" name="矩形: 圆角 86">
                <a:extLst>
                  <a:ext uri="{FF2B5EF4-FFF2-40B4-BE49-F238E27FC236}">
                    <a16:creationId xmlns:a16="http://schemas.microsoft.com/office/drawing/2014/main" id="{92D8D630-35EE-9505-0537-AB728ECAA150}"/>
                  </a:ext>
                </a:extLst>
              </p:cNvPr>
              <p:cNvSpPr/>
              <p:nvPr/>
            </p:nvSpPr>
            <p:spPr>
              <a:xfrm>
                <a:off x="6057262" y="2144870"/>
                <a:ext cx="239199" cy="239199"/>
              </a:xfrm>
              <a:prstGeom prst="roundRect">
                <a:avLst>
                  <a:gd name="adj" fmla="val 5000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92" name="文本框 91">
              <a:extLst>
                <a:ext uri="{FF2B5EF4-FFF2-40B4-BE49-F238E27FC236}">
                  <a16:creationId xmlns:a16="http://schemas.microsoft.com/office/drawing/2014/main" id="{1C3C7BC6-2EDA-0067-FA87-01E8472DF0D3}"/>
                </a:ext>
              </a:extLst>
            </p:cNvPr>
            <p:cNvSpPr txBox="1"/>
            <p:nvPr/>
          </p:nvSpPr>
          <p:spPr>
            <a:xfrm>
              <a:off x="5969545" y="5816798"/>
              <a:ext cx="56896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dirty="0">
                  <a:solidFill>
                    <a:schemeClr val="accent1"/>
                  </a:solidFill>
                </a:rPr>
                <a:t>按钮</a:t>
              </a:r>
            </a:p>
          </p:txBody>
        </p:sp>
      </p:grpSp>
      <p:sp>
        <p:nvSpPr>
          <p:cNvPr id="5" name="文本框 4">
            <a:hlinkClick r:id="rId19" action="ppaction://hlinksldjump"/>
            <a:extLst>
              <a:ext uri="{FF2B5EF4-FFF2-40B4-BE49-F238E27FC236}">
                <a16:creationId xmlns:a16="http://schemas.microsoft.com/office/drawing/2014/main" id="{36187C5C-6496-2B40-EB59-12239247AED9}"/>
              </a:ext>
            </a:extLst>
          </p:cNvPr>
          <p:cNvSpPr txBox="1"/>
          <p:nvPr/>
        </p:nvSpPr>
        <p:spPr>
          <a:xfrm>
            <a:off x="10456586" y="1544118"/>
            <a:ext cx="8305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377">
              <a:defRPr/>
            </a:pPr>
            <a:r>
              <a:rPr lang="zh-CN" altLang="en-US" sz="1400" dirty="0">
                <a:solidFill>
                  <a:schemeClr val="accent1">
                    <a:lumMod val="75000"/>
                  </a:schemeClr>
                </a:solidFill>
                <a:latin typeface="vivo Sans"/>
                <a:ea typeface="vivo Sans"/>
              </a:rPr>
              <a:t>淡入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F7F9987-4475-FCF8-1CA5-9EE38DB37025}"/>
              </a:ext>
            </a:extLst>
          </p:cNvPr>
          <p:cNvSpPr txBox="1"/>
          <p:nvPr/>
        </p:nvSpPr>
        <p:spPr>
          <a:xfrm>
            <a:off x="10456586" y="1830174"/>
            <a:ext cx="8305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/>
              <a:t>淡出</a:t>
            </a:r>
          </a:p>
        </p:txBody>
      </p:sp>
    </p:spTree>
    <p:extLst>
      <p:ext uri="{BB962C8B-B14F-4D97-AF65-F5344CB8AC3E}">
        <p14:creationId xmlns:p14="http://schemas.microsoft.com/office/powerpoint/2010/main" val="23278307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path" presetSubtype="0" decel="9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.09005 " pathEditMode="relative" rAng="0" ptsTypes="AA">
                                      <p:cBhvr>
                                        <p:cTn id="9" dur="500" spd="-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4491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path" presetSubtype="0" decel="9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.09005 " pathEditMode="relative" rAng="0" ptsTypes="AA">
                                      <p:cBhvr>
                                        <p:cTn id="14" dur="500" spd="-100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4491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42" presetClass="path" presetSubtype="0" decel="9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.09005 " pathEditMode="relative" rAng="0" ptsTypes="AA">
                                      <p:cBhvr>
                                        <p:cTn id="19" dur="500" spd="-100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4491"/>
                                    </p:animMotion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63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4.81481E-6 L 0.0332 4.81481E-6 " pathEditMode="relative" rAng="0" ptsTypes="AA">
                                      <p:cBhvr>
                                        <p:cTn id="24" dur="500" spd="-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654" y="0"/>
                                    </p:animMotion>
                                  </p:childTnLst>
                                </p:cTn>
                              </p:par>
                              <p:par>
                                <p:cTn id="25" presetID="10" presetClass="exit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1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35" presetClass="path" presetSubtype="0" ac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-1.85185E-6 L -0.03256 -1.85185E-6 " pathEditMode="relative" rAng="0" ptsTypes="AA">
                                      <p:cBhvr>
                                        <p:cTn id="2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28" y="0"/>
                                    </p:animMotion>
                                  </p:childTnLst>
                                </p:cTn>
                              </p:par>
                              <p:par>
                                <p:cTn id="30" presetID="64" presetClass="path" presetSubtype="0" accel="30303" decel="6060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7 0.04445 L -4.16667E-7 -0.23611 " pathEditMode="relative" rAng="0" ptsTypes="AA">
                                      <p:cBhvr>
                                        <p:cTn id="31" dur="330" spd="-100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4028"/>
                                    </p:animMotion>
                                  </p:childTnLst>
                                </p:cTn>
                              </p:par>
                              <p:par>
                                <p:cTn id="32" presetID="64" presetClass="path" presetSubtype="0" decel="88235" fill="hold" nodeType="withEffect">
                                  <p:stCondLst>
                                    <p:cond delay="330"/>
                                  </p:stCondLst>
                                  <p:childTnLst>
                                    <p:animMotion origin="layout" path="M -4.16667E-7 0.04398 L -4.16667E-7 -7.40741E-7 " pathEditMode="relative" rAng="0" ptsTypes="AA">
                                      <p:cBhvr>
                                        <p:cTn id="33" dur="34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199"/>
                                    </p:animMotion>
                                  </p:childTnLst>
                                </p:cTn>
                              </p:par>
                              <p:par>
                                <p:cTn id="34" presetID="64" presetClass="path" presetSubtype="0" accel="30303" decel="6060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.04445 L 0 -0.23611 " pathEditMode="relative" rAng="0" ptsTypes="AA">
                                      <p:cBhvr>
                                        <p:cTn id="35" dur="330" spd="-1000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4028"/>
                                    </p:animMotion>
                                  </p:childTnLst>
                                </p:cTn>
                              </p:par>
                              <p:par>
                                <p:cTn id="36" presetID="64" presetClass="path" presetSubtype="0" decel="88235" fill="hold" nodeType="withEffect">
                                  <p:stCondLst>
                                    <p:cond delay="330"/>
                                  </p:stCondLst>
                                  <p:childTnLst>
                                    <p:animMotion origin="layout" path="M 0 0.04399 L 0 1.11111E-6 " pathEditMode="relative" rAng="0" ptsTypes="AA">
                                      <p:cBhvr>
                                        <p:cTn id="37" dur="34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245"/>
                                    </p:animMotion>
                                  </p:childTnLst>
                                </p:cTn>
                              </p:par>
                              <p:par>
                                <p:cTn id="38" presetID="64" presetClass="path" presetSubtype="0" accel="30303" decel="6060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.04445 L 0 -0.23611 " pathEditMode="relative" rAng="0" ptsTypes="AA">
                                      <p:cBhvr>
                                        <p:cTn id="39" dur="330" spd="-1000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4028"/>
                                    </p:animMotion>
                                  </p:childTnLst>
                                </p:cTn>
                              </p:par>
                              <p:par>
                                <p:cTn id="40" presetID="64" presetClass="path" presetSubtype="0" decel="88235" fill="hold" nodeType="withEffect">
                                  <p:stCondLst>
                                    <p:cond delay="330"/>
                                  </p:stCondLst>
                                  <p:childTnLst>
                                    <p:animMotion origin="layout" path="M 0 0.04399 L 0 1.11111E-6 " pathEditMode="relative" rAng="0" ptsTypes="AA">
                                      <p:cBhvr>
                                        <p:cTn id="41" dur="34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24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5" grpId="1"/>
      <p:bldP spid="6" grpId="0"/>
      <p:bldP spid="6" grpId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AABAC6BE-DC53-07C6-2CBD-BAEE266032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>
            <a:extLst>
              <a:ext uri="{FF2B5EF4-FFF2-40B4-BE49-F238E27FC236}">
                <a16:creationId xmlns:a16="http://schemas.microsoft.com/office/drawing/2014/main" id="{9010FF6D-80C7-5D96-3AB4-1F52D5E02CB6}"/>
              </a:ext>
            </a:extLst>
          </p:cNvPr>
          <p:cNvGrpSpPr/>
          <p:nvPr/>
        </p:nvGrpSpPr>
        <p:grpSpPr>
          <a:xfrm>
            <a:off x="353292" y="322119"/>
            <a:ext cx="4746163" cy="5071400"/>
            <a:chOff x="844636" y="567623"/>
            <a:chExt cx="4746163" cy="5071400"/>
          </a:xfrm>
        </p:grpSpPr>
        <p:sp>
          <p:nvSpPr>
            <p:cNvPr id="4" name="!! 背景板">
              <a:extLst>
                <a:ext uri="{FF2B5EF4-FFF2-40B4-BE49-F238E27FC236}">
                  <a16:creationId xmlns:a16="http://schemas.microsoft.com/office/drawing/2014/main" id="{A79E2804-68C4-AB85-963F-58CDCA806EA4}"/>
                </a:ext>
              </a:extLst>
            </p:cNvPr>
            <p:cNvSpPr/>
            <p:nvPr/>
          </p:nvSpPr>
          <p:spPr>
            <a:xfrm>
              <a:off x="844636" y="567623"/>
              <a:ext cx="4746163" cy="5071400"/>
            </a:xfrm>
            <a:prstGeom prst="roundRect">
              <a:avLst>
                <a:gd name="adj" fmla="val 2766"/>
              </a:avLst>
            </a:prstGeom>
            <a:solidFill>
              <a:schemeClr val="tx1">
                <a:lumMod val="90000"/>
                <a:lumOff val="10000"/>
                <a:alpha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77">
                <a:defRPr/>
              </a:pPr>
              <a:endParaRPr lang="zh-CN" altLang="en-US">
                <a:solidFill>
                  <a:srgbClr val="F5F5F5"/>
                </a:solidFill>
                <a:latin typeface="vivo Sans"/>
                <a:ea typeface="vivo Sans"/>
              </a:endParaRPr>
            </a:p>
          </p:txBody>
        </p:sp>
        <p:sp>
          <p:nvSpPr>
            <p:cNvPr id="5" name="标题">
              <a:extLst>
                <a:ext uri="{FF2B5EF4-FFF2-40B4-BE49-F238E27FC236}">
                  <a16:creationId xmlns:a16="http://schemas.microsoft.com/office/drawing/2014/main" id="{B2876E4B-D682-BA28-87A0-C149BA903CE5}"/>
                </a:ext>
              </a:extLst>
            </p:cNvPr>
            <p:cNvSpPr txBox="1"/>
            <p:nvPr/>
          </p:nvSpPr>
          <p:spPr>
            <a:xfrm>
              <a:off x="1340916" y="867830"/>
              <a:ext cx="375360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000" dirty="0">
                  <a:solidFill>
                    <a:schemeClr val="bg1"/>
                  </a:solidFill>
                  <a:latin typeface="+mj-ea"/>
                  <a:ea typeface="+mj-ea"/>
                </a:rPr>
                <a:t>卫星软件窗口（标题可选）</a:t>
              </a:r>
            </a:p>
          </p:txBody>
        </p:sp>
      </p:grpSp>
      <p:sp>
        <p:nvSpPr>
          <p:cNvPr id="23" name="!! 背景板">
            <a:extLst>
              <a:ext uri="{FF2B5EF4-FFF2-40B4-BE49-F238E27FC236}">
                <a16:creationId xmlns:a16="http://schemas.microsoft.com/office/drawing/2014/main" id="{11C10CF7-79CC-A17B-904B-AF1437769F50}"/>
              </a:ext>
            </a:extLst>
          </p:cNvPr>
          <p:cNvSpPr/>
          <p:nvPr/>
        </p:nvSpPr>
        <p:spPr>
          <a:xfrm>
            <a:off x="5275121" y="322119"/>
            <a:ext cx="4746163" cy="5071400"/>
          </a:xfrm>
          <a:prstGeom prst="roundRect">
            <a:avLst>
              <a:gd name="adj" fmla="val 2766"/>
            </a:avLst>
          </a:prstGeom>
          <a:solidFill>
            <a:schemeClr val="tx1">
              <a:lumMod val="90000"/>
              <a:lumOff val="1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>
              <a:defRPr/>
            </a:pPr>
            <a:endParaRPr lang="zh-CN" altLang="en-US">
              <a:solidFill>
                <a:srgbClr val="F5F5F5"/>
              </a:solidFill>
              <a:latin typeface="vivo Sans"/>
              <a:ea typeface="vivo Sans"/>
            </a:endParaRPr>
          </a:p>
        </p:txBody>
      </p:sp>
      <p:sp>
        <p:nvSpPr>
          <p:cNvPr id="30" name="椭圆 29">
            <a:extLst>
              <a:ext uri="{FF2B5EF4-FFF2-40B4-BE49-F238E27FC236}">
                <a16:creationId xmlns:a16="http://schemas.microsoft.com/office/drawing/2014/main" id="{C3519B61-E08D-5DA7-DB0C-A6FD9D9E4F1E}"/>
              </a:ext>
            </a:extLst>
          </p:cNvPr>
          <p:cNvSpPr/>
          <p:nvPr/>
        </p:nvSpPr>
        <p:spPr>
          <a:xfrm>
            <a:off x="6374775" y="1683058"/>
            <a:ext cx="644236" cy="644236"/>
          </a:xfrm>
          <a:prstGeom prst="ellipse">
            <a:avLst/>
          </a:pr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bg1"/>
                </a:solidFill>
              </a:rPr>
              <a:t>1</a:t>
            </a:r>
            <a:endParaRPr lang="zh-CN" altLang="en-US" sz="2400" dirty="0">
              <a:solidFill>
                <a:schemeClr val="bg1"/>
              </a:solidFill>
            </a:endParaRPr>
          </a:p>
        </p:txBody>
      </p:sp>
      <p:sp>
        <p:nvSpPr>
          <p:cNvPr id="34" name="椭圆 33">
            <a:extLst>
              <a:ext uri="{FF2B5EF4-FFF2-40B4-BE49-F238E27FC236}">
                <a16:creationId xmlns:a16="http://schemas.microsoft.com/office/drawing/2014/main" id="{527B8197-4ECE-84D3-F7BB-9812CDD55D4A}"/>
              </a:ext>
            </a:extLst>
          </p:cNvPr>
          <p:cNvSpPr/>
          <p:nvPr/>
        </p:nvSpPr>
        <p:spPr>
          <a:xfrm>
            <a:off x="7326082" y="1683058"/>
            <a:ext cx="644236" cy="644236"/>
          </a:xfrm>
          <a:prstGeom prst="ellipse">
            <a:avLst/>
          </a:pr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bg1"/>
                </a:solidFill>
              </a:rPr>
              <a:t>2</a:t>
            </a:r>
            <a:endParaRPr lang="zh-CN" altLang="en-US" sz="2400" dirty="0">
              <a:solidFill>
                <a:schemeClr val="bg1"/>
              </a:solidFill>
            </a:endParaRPr>
          </a:p>
        </p:txBody>
      </p:sp>
      <p:sp>
        <p:nvSpPr>
          <p:cNvPr id="38" name="椭圆 37">
            <a:extLst>
              <a:ext uri="{FF2B5EF4-FFF2-40B4-BE49-F238E27FC236}">
                <a16:creationId xmlns:a16="http://schemas.microsoft.com/office/drawing/2014/main" id="{DC6DDCD6-4A6F-1B24-9CA3-8E6B80DD20F8}"/>
              </a:ext>
            </a:extLst>
          </p:cNvPr>
          <p:cNvSpPr/>
          <p:nvPr/>
        </p:nvSpPr>
        <p:spPr>
          <a:xfrm>
            <a:off x="8277389" y="1683058"/>
            <a:ext cx="644236" cy="644236"/>
          </a:xfrm>
          <a:prstGeom prst="ellipse">
            <a:avLst/>
          </a:pr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bg1"/>
                </a:solidFill>
              </a:rPr>
              <a:t>3</a:t>
            </a:r>
            <a:endParaRPr lang="zh-CN" altLang="en-US" sz="2400" dirty="0">
              <a:solidFill>
                <a:schemeClr val="bg1"/>
              </a:solidFill>
            </a:endParaRPr>
          </a:p>
        </p:txBody>
      </p:sp>
      <p:sp>
        <p:nvSpPr>
          <p:cNvPr id="42" name="椭圆 41">
            <a:extLst>
              <a:ext uri="{FF2B5EF4-FFF2-40B4-BE49-F238E27FC236}">
                <a16:creationId xmlns:a16="http://schemas.microsoft.com/office/drawing/2014/main" id="{C9B3EFB4-4619-95D9-620D-794F450A58C9}"/>
              </a:ext>
            </a:extLst>
          </p:cNvPr>
          <p:cNvSpPr/>
          <p:nvPr/>
        </p:nvSpPr>
        <p:spPr>
          <a:xfrm>
            <a:off x="6382897" y="2538055"/>
            <a:ext cx="644236" cy="644236"/>
          </a:xfrm>
          <a:prstGeom prst="ellipse">
            <a:avLst/>
          </a:pr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bg1"/>
                </a:solidFill>
              </a:rPr>
              <a:t>4</a:t>
            </a:r>
            <a:endParaRPr lang="zh-CN" altLang="en-US" sz="2400" dirty="0">
              <a:solidFill>
                <a:schemeClr val="bg1"/>
              </a:solidFill>
            </a:endParaRPr>
          </a:p>
        </p:txBody>
      </p:sp>
      <p:sp>
        <p:nvSpPr>
          <p:cNvPr id="44" name="椭圆 43">
            <a:extLst>
              <a:ext uri="{FF2B5EF4-FFF2-40B4-BE49-F238E27FC236}">
                <a16:creationId xmlns:a16="http://schemas.microsoft.com/office/drawing/2014/main" id="{E22FBB48-B303-548C-0921-05F70EAAC7E7}"/>
              </a:ext>
            </a:extLst>
          </p:cNvPr>
          <p:cNvSpPr/>
          <p:nvPr/>
        </p:nvSpPr>
        <p:spPr>
          <a:xfrm>
            <a:off x="7326082" y="2538055"/>
            <a:ext cx="644236" cy="644236"/>
          </a:xfrm>
          <a:prstGeom prst="ellipse">
            <a:avLst/>
          </a:pr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bg1"/>
                </a:solidFill>
              </a:rPr>
              <a:t>5</a:t>
            </a:r>
            <a:endParaRPr lang="zh-CN" altLang="en-US" sz="2400" dirty="0">
              <a:solidFill>
                <a:schemeClr val="bg1"/>
              </a:solidFill>
            </a:endParaRPr>
          </a:p>
        </p:txBody>
      </p:sp>
      <p:sp>
        <p:nvSpPr>
          <p:cNvPr id="45" name="椭圆 44">
            <a:extLst>
              <a:ext uri="{FF2B5EF4-FFF2-40B4-BE49-F238E27FC236}">
                <a16:creationId xmlns:a16="http://schemas.microsoft.com/office/drawing/2014/main" id="{2C255FA8-0074-518E-1E5A-B3D8D4F30F32}"/>
              </a:ext>
            </a:extLst>
          </p:cNvPr>
          <p:cNvSpPr/>
          <p:nvPr/>
        </p:nvSpPr>
        <p:spPr>
          <a:xfrm>
            <a:off x="8285511" y="2538055"/>
            <a:ext cx="644236" cy="644236"/>
          </a:xfrm>
          <a:prstGeom prst="ellipse">
            <a:avLst/>
          </a:pr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bg1"/>
                </a:solidFill>
              </a:rPr>
              <a:t>6</a:t>
            </a:r>
            <a:endParaRPr lang="zh-CN" altLang="en-US" sz="2400" dirty="0">
              <a:solidFill>
                <a:schemeClr val="bg1"/>
              </a:solidFill>
            </a:endParaRPr>
          </a:p>
        </p:txBody>
      </p:sp>
      <p:sp>
        <p:nvSpPr>
          <p:cNvPr id="46" name="椭圆 45">
            <a:extLst>
              <a:ext uri="{FF2B5EF4-FFF2-40B4-BE49-F238E27FC236}">
                <a16:creationId xmlns:a16="http://schemas.microsoft.com/office/drawing/2014/main" id="{0EF89A3D-5060-60D9-56A7-2A25E038F188}"/>
              </a:ext>
            </a:extLst>
          </p:cNvPr>
          <p:cNvSpPr/>
          <p:nvPr/>
        </p:nvSpPr>
        <p:spPr>
          <a:xfrm>
            <a:off x="6382897" y="3396479"/>
            <a:ext cx="644236" cy="644236"/>
          </a:xfrm>
          <a:prstGeom prst="ellipse">
            <a:avLst/>
          </a:pr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bg1"/>
                </a:solidFill>
              </a:rPr>
              <a:t>7</a:t>
            </a:r>
            <a:endParaRPr lang="zh-CN" altLang="en-US" sz="2400" dirty="0">
              <a:solidFill>
                <a:schemeClr val="bg1"/>
              </a:solidFill>
            </a:endParaRPr>
          </a:p>
        </p:txBody>
      </p:sp>
      <p:sp>
        <p:nvSpPr>
          <p:cNvPr id="47" name="椭圆 46">
            <a:extLst>
              <a:ext uri="{FF2B5EF4-FFF2-40B4-BE49-F238E27FC236}">
                <a16:creationId xmlns:a16="http://schemas.microsoft.com/office/drawing/2014/main" id="{AD7AD87F-5B8D-DC1E-4202-F40216D37251}"/>
              </a:ext>
            </a:extLst>
          </p:cNvPr>
          <p:cNvSpPr/>
          <p:nvPr/>
        </p:nvSpPr>
        <p:spPr>
          <a:xfrm>
            <a:off x="7326082" y="3396479"/>
            <a:ext cx="644236" cy="644236"/>
          </a:xfrm>
          <a:prstGeom prst="ellipse">
            <a:avLst/>
          </a:pr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bg1"/>
                </a:solidFill>
              </a:rPr>
              <a:t>8</a:t>
            </a:r>
            <a:endParaRPr lang="zh-CN" altLang="en-US" sz="2400" dirty="0">
              <a:solidFill>
                <a:schemeClr val="bg1"/>
              </a:solidFill>
            </a:endParaRPr>
          </a:p>
        </p:txBody>
      </p:sp>
      <p:sp>
        <p:nvSpPr>
          <p:cNvPr id="48" name="椭圆 47">
            <a:extLst>
              <a:ext uri="{FF2B5EF4-FFF2-40B4-BE49-F238E27FC236}">
                <a16:creationId xmlns:a16="http://schemas.microsoft.com/office/drawing/2014/main" id="{4FA43349-1063-9869-0A45-02CD9557AF36}"/>
              </a:ext>
            </a:extLst>
          </p:cNvPr>
          <p:cNvSpPr/>
          <p:nvPr/>
        </p:nvSpPr>
        <p:spPr>
          <a:xfrm>
            <a:off x="8285511" y="3396479"/>
            <a:ext cx="644236" cy="644236"/>
          </a:xfrm>
          <a:prstGeom prst="ellipse">
            <a:avLst/>
          </a:pr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bg1"/>
                </a:solidFill>
              </a:rPr>
              <a:t>9</a:t>
            </a:r>
            <a:endParaRPr lang="zh-CN" altLang="en-US" sz="2400" dirty="0">
              <a:solidFill>
                <a:schemeClr val="bg1"/>
              </a:solidFill>
            </a:endParaRPr>
          </a:p>
        </p:txBody>
      </p:sp>
      <p:pic>
        <p:nvPicPr>
          <p:cNvPr id="61" name="图形 60">
            <a:extLst>
              <a:ext uri="{FF2B5EF4-FFF2-40B4-BE49-F238E27FC236}">
                <a16:creationId xmlns:a16="http://schemas.microsoft.com/office/drawing/2014/main" id="{CAA1967B-A37B-9E9D-E46E-4198BCAFBAE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550224" y="4419073"/>
            <a:ext cx="293336" cy="293336"/>
          </a:xfrm>
          <a:prstGeom prst="rect">
            <a:avLst/>
          </a:prstGeom>
        </p:spPr>
      </p:pic>
      <p:sp>
        <p:nvSpPr>
          <p:cNvPr id="63" name="椭圆 62">
            <a:extLst>
              <a:ext uri="{FF2B5EF4-FFF2-40B4-BE49-F238E27FC236}">
                <a16:creationId xmlns:a16="http://schemas.microsoft.com/office/drawing/2014/main" id="{C22E7E4F-84B1-76AB-8B3A-EF70ADA4B0D2}"/>
              </a:ext>
            </a:extLst>
          </p:cNvPr>
          <p:cNvSpPr/>
          <p:nvPr/>
        </p:nvSpPr>
        <p:spPr>
          <a:xfrm>
            <a:off x="7326081" y="4243623"/>
            <a:ext cx="644236" cy="644236"/>
          </a:xfrm>
          <a:prstGeom prst="ellipse">
            <a:avLst/>
          </a:pr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bg1"/>
                </a:solidFill>
              </a:rPr>
              <a:t>0</a:t>
            </a:r>
            <a:endParaRPr lang="zh-CN" altLang="en-US" sz="2400" dirty="0">
              <a:solidFill>
                <a:schemeClr val="bg1"/>
              </a:solidFill>
            </a:endParaRP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A42FFCD7-1275-C330-7BA0-EE03D8708655}"/>
              </a:ext>
            </a:extLst>
          </p:cNvPr>
          <p:cNvSpPr txBox="1"/>
          <p:nvPr/>
        </p:nvSpPr>
        <p:spPr>
          <a:xfrm>
            <a:off x="6599207" y="831417"/>
            <a:ext cx="20979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>
                <a:solidFill>
                  <a:schemeClr val="bg1"/>
                </a:solidFill>
              </a:rPr>
              <a:t>10086</a:t>
            </a:r>
            <a:endParaRPr lang="zh-CN" altLang="en-US" sz="2800" dirty="0">
              <a:solidFill>
                <a:schemeClr val="bg1"/>
              </a:solidFill>
            </a:endParaRPr>
          </a:p>
        </p:txBody>
      </p:sp>
      <p:pic>
        <p:nvPicPr>
          <p:cNvPr id="66" name="前景">
            <a:hlinkClick r:id="rId6" action="ppaction://hlinksldjump"/>
            <a:extLst>
              <a:ext uri="{FF2B5EF4-FFF2-40B4-BE49-F238E27FC236}">
                <a16:creationId xmlns:a16="http://schemas.microsoft.com/office/drawing/2014/main" id="{C8A2F0D9-F4A5-5DF0-DB89-929A6D8C496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8452836" y="4419073"/>
            <a:ext cx="293336" cy="293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57833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extLst>
    <p:ext uri="{6950BFC3-D8DA-4A85-94F7-54DA5524770B}">
      <p188:commentRel xmlns:p188="http://schemas.microsoft.com/office/powerpoint/2018/8/main" r:id="rId3"/>
    </p:ext>
  </p:extLs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8BF1341-F467-FF9C-D4F8-2722C03664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0B35308-745F-79CD-BF6D-45D08F0AA1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!! 壁纸" descr="背景图案&#10;&#10;AI 生成的内容可能不正确。">
            <a:extLst>
              <a:ext uri="{FF2B5EF4-FFF2-40B4-BE49-F238E27FC236}">
                <a16:creationId xmlns:a16="http://schemas.microsoft.com/office/drawing/2014/main" id="{41C8503E-08E4-682C-5409-7E6FCBF959BC}"/>
              </a:ext>
            </a:extLst>
          </p:cNvPr>
          <p:cNvPicPr/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Blur radius="100"/>
                    </a14:imgEffect>
                    <a14:imgEffect>
                      <a14:brightnessContrast bright="-3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图形 5">
            <a:extLst>
              <a:ext uri="{FF2B5EF4-FFF2-40B4-BE49-F238E27FC236}">
                <a16:creationId xmlns:a16="http://schemas.microsoft.com/office/drawing/2014/main" id="{4DCCADA7-0807-3829-7168-6DA67430FC0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41707" y="222143"/>
            <a:ext cx="183406" cy="220640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5D03D74E-3D5F-6B5A-B424-7839B5580192}"/>
              </a:ext>
            </a:extLst>
          </p:cNvPr>
          <p:cNvSpPr txBox="1"/>
          <p:nvPr/>
        </p:nvSpPr>
        <p:spPr>
          <a:xfrm>
            <a:off x="3909792" y="1712345"/>
            <a:ext cx="659067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400" dirty="0">
                <a:solidFill>
                  <a:schemeClr val="bg2"/>
                </a:solidFill>
                <a:latin typeface="+mj-ea"/>
                <a:ea typeface="+mj-ea"/>
              </a:rPr>
              <a:t>               </a:t>
            </a:r>
            <a:r>
              <a:rPr lang="en-US" altLang="zh-CN" sz="4400" dirty="0">
                <a:solidFill>
                  <a:schemeClr val="bg2"/>
                </a:solidFill>
                <a:latin typeface="vivo Sans Light" panose="02000400000000000000" pitchFamily="2" charset="-122"/>
                <a:ea typeface="vivo Sans Light" panose="02000400000000000000" pitchFamily="2" charset="-122"/>
                <a:cs typeface="vivo Sans Light" panose="02000400000000000000" pitchFamily="2" charset="-122"/>
              </a:rPr>
              <a:t>5</a:t>
            </a:r>
            <a:r>
              <a:rPr lang="en-US" altLang="zh-CN" sz="4400" dirty="0">
                <a:solidFill>
                  <a:schemeClr val="bg2"/>
                </a:solidFill>
                <a:latin typeface="+mj-ea"/>
                <a:ea typeface="+mj-ea"/>
              </a:rPr>
              <a:t> </a:t>
            </a:r>
            <a:r>
              <a:rPr lang="en-US" altLang="zh-CN" sz="4400" dirty="0">
                <a:solidFill>
                  <a:schemeClr val="accent6">
                    <a:lumMod val="20000"/>
                    <a:lumOff val="80000"/>
                  </a:schemeClr>
                </a:solidFill>
                <a:latin typeface="+mj-ea"/>
                <a:ea typeface="+mj-ea"/>
              </a:rPr>
              <a:t>Beta</a:t>
            </a:r>
            <a:endParaRPr lang="zh-CN" altLang="en-US" sz="4400" dirty="0">
              <a:solidFill>
                <a:schemeClr val="accent6">
                  <a:lumMod val="20000"/>
                  <a:lumOff val="8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CCAD9FA-7BCA-920F-23E7-74F1BFF9C38A}"/>
              </a:ext>
            </a:extLst>
          </p:cNvPr>
          <p:cNvSpPr txBox="1"/>
          <p:nvPr/>
        </p:nvSpPr>
        <p:spPr>
          <a:xfrm>
            <a:off x="3909792" y="1024452"/>
            <a:ext cx="659067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400" dirty="0">
                <a:solidFill>
                  <a:schemeClr val="bg2"/>
                </a:solidFill>
                <a:ea typeface="+mj-ea"/>
              </a:rPr>
              <a:t>Hello.</a:t>
            </a:r>
            <a:endParaRPr lang="zh-CN" altLang="en-US" sz="4400" dirty="0">
              <a:solidFill>
                <a:schemeClr val="bg2"/>
              </a:solidFill>
              <a:ea typeface="+mj-ea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052DC509-8D4B-3A48-E917-36784F024A44}"/>
              </a:ext>
            </a:extLst>
          </p:cNvPr>
          <p:cNvGrpSpPr/>
          <p:nvPr/>
        </p:nvGrpSpPr>
        <p:grpSpPr>
          <a:xfrm>
            <a:off x="-1184674" y="2441037"/>
            <a:ext cx="14711067" cy="4200004"/>
            <a:chOff x="-1184674" y="2838972"/>
            <a:chExt cx="14711067" cy="4200004"/>
          </a:xfrm>
          <a:effectLst>
            <a:outerShdw blurRad="127000" algn="ctr" rotWithShape="0">
              <a:prstClr val="black">
                <a:alpha val="20000"/>
              </a:prstClr>
            </a:outerShdw>
          </a:effectLst>
          <a:scene3d>
            <a:camera prst="perspectiveRelaxedModerately"/>
            <a:lightRig rig="balanced" dir="t"/>
          </a:scene3d>
        </p:grpSpPr>
        <p:sp>
          <p:nvSpPr>
            <p:cNvPr id="8" name="矩形: 圆角 7">
              <a:extLst>
                <a:ext uri="{FF2B5EF4-FFF2-40B4-BE49-F238E27FC236}">
                  <a16:creationId xmlns:a16="http://schemas.microsoft.com/office/drawing/2014/main" id="{162E3F6E-F1B5-B2D3-7186-458405FDDBA0}"/>
                </a:ext>
              </a:extLst>
            </p:cNvPr>
            <p:cNvSpPr/>
            <p:nvPr/>
          </p:nvSpPr>
          <p:spPr>
            <a:xfrm>
              <a:off x="2559378" y="2838972"/>
              <a:ext cx="3506984" cy="1972678"/>
            </a:xfrm>
            <a:prstGeom prst="roundRect">
              <a:avLst>
                <a:gd name="adj" fmla="val 5953"/>
              </a:avLst>
            </a:prstGeom>
            <a:blipFill>
              <a:blip r:embed="rId7"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矩形: 圆角 9">
              <a:extLst>
                <a:ext uri="{FF2B5EF4-FFF2-40B4-BE49-F238E27FC236}">
                  <a16:creationId xmlns:a16="http://schemas.microsoft.com/office/drawing/2014/main" id="{F785063C-910B-061C-4CBA-97A6062E57F6}"/>
                </a:ext>
              </a:extLst>
            </p:cNvPr>
            <p:cNvSpPr/>
            <p:nvPr/>
          </p:nvSpPr>
          <p:spPr>
            <a:xfrm>
              <a:off x="2559378" y="5066298"/>
              <a:ext cx="3506984" cy="1972678"/>
            </a:xfrm>
            <a:prstGeom prst="roundRect">
              <a:avLst>
                <a:gd name="adj" fmla="val 5953"/>
              </a:avLst>
            </a:prstGeom>
            <a:blipFill>
              <a:blip r:embed="rId8"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矩形: 圆角 10">
              <a:extLst>
                <a:ext uri="{FF2B5EF4-FFF2-40B4-BE49-F238E27FC236}">
                  <a16:creationId xmlns:a16="http://schemas.microsoft.com/office/drawing/2014/main" id="{DC784AEC-5C95-7095-7B8B-81565A47C125}"/>
                </a:ext>
              </a:extLst>
            </p:cNvPr>
            <p:cNvSpPr/>
            <p:nvPr/>
          </p:nvSpPr>
          <p:spPr>
            <a:xfrm>
              <a:off x="10019408" y="5066297"/>
              <a:ext cx="3506985" cy="1972679"/>
            </a:xfrm>
            <a:prstGeom prst="roundRect">
              <a:avLst>
                <a:gd name="adj" fmla="val 5953"/>
              </a:avLst>
            </a:prstGeom>
            <a:blipFill>
              <a:blip r:embed="rId9"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矩形: 圆角 13">
              <a:extLst>
                <a:ext uri="{FF2B5EF4-FFF2-40B4-BE49-F238E27FC236}">
                  <a16:creationId xmlns:a16="http://schemas.microsoft.com/office/drawing/2014/main" id="{9078B636-7A6E-694F-2DCF-C3E0FFCCA464}"/>
                </a:ext>
              </a:extLst>
            </p:cNvPr>
            <p:cNvSpPr/>
            <p:nvPr/>
          </p:nvSpPr>
          <p:spPr>
            <a:xfrm>
              <a:off x="6275356" y="2838972"/>
              <a:ext cx="3506984" cy="1972679"/>
            </a:xfrm>
            <a:prstGeom prst="roundRect">
              <a:avLst>
                <a:gd name="adj" fmla="val 5953"/>
              </a:avLst>
            </a:prstGeom>
            <a:blipFill>
              <a:blip r:embed="rId10"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矩形: 圆角 33">
              <a:extLst>
                <a:ext uri="{FF2B5EF4-FFF2-40B4-BE49-F238E27FC236}">
                  <a16:creationId xmlns:a16="http://schemas.microsoft.com/office/drawing/2014/main" id="{4FB3CFDC-8671-0950-1851-006C2BB82300}"/>
                </a:ext>
              </a:extLst>
            </p:cNvPr>
            <p:cNvSpPr/>
            <p:nvPr/>
          </p:nvSpPr>
          <p:spPr>
            <a:xfrm>
              <a:off x="6303430" y="5066297"/>
              <a:ext cx="3506984" cy="1972678"/>
            </a:xfrm>
            <a:prstGeom prst="roundRect">
              <a:avLst>
                <a:gd name="adj" fmla="val 5953"/>
              </a:avLst>
            </a:prstGeom>
            <a:blipFill>
              <a:blip r:embed="rId11"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" name="矩形: 圆角 36">
              <a:extLst>
                <a:ext uri="{FF2B5EF4-FFF2-40B4-BE49-F238E27FC236}">
                  <a16:creationId xmlns:a16="http://schemas.microsoft.com/office/drawing/2014/main" id="{1AA139BE-0651-4053-A0EE-0D0FE108321E}"/>
                </a:ext>
              </a:extLst>
            </p:cNvPr>
            <p:cNvSpPr/>
            <p:nvPr/>
          </p:nvSpPr>
          <p:spPr>
            <a:xfrm>
              <a:off x="-1156600" y="5066297"/>
              <a:ext cx="3506984" cy="1972678"/>
            </a:xfrm>
            <a:prstGeom prst="roundRect">
              <a:avLst>
                <a:gd name="adj" fmla="val 5953"/>
              </a:avLst>
            </a:prstGeom>
            <a:blipFill>
              <a:blip r:embed="rId12"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矩形: 圆角 37">
              <a:extLst>
                <a:ext uri="{FF2B5EF4-FFF2-40B4-BE49-F238E27FC236}">
                  <a16:creationId xmlns:a16="http://schemas.microsoft.com/office/drawing/2014/main" id="{4A76F0FC-5DD0-DCDD-9C56-C6567E6F8841}"/>
                </a:ext>
              </a:extLst>
            </p:cNvPr>
            <p:cNvSpPr/>
            <p:nvPr/>
          </p:nvSpPr>
          <p:spPr>
            <a:xfrm>
              <a:off x="10019408" y="2838972"/>
              <a:ext cx="3506984" cy="1972678"/>
            </a:xfrm>
            <a:prstGeom prst="roundRect">
              <a:avLst>
                <a:gd name="adj" fmla="val 5953"/>
              </a:avLst>
            </a:prstGeom>
            <a:blipFill>
              <a:blip r:embed="rId13"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" name="矩形: 圆角 38">
              <a:extLst>
                <a:ext uri="{FF2B5EF4-FFF2-40B4-BE49-F238E27FC236}">
                  <a16:creationId xmlns:a16="http://schemas.microsoft.com/office/drawing/2014/main" id="{FCD5A78B-2F25-6169-E770-7BB13E7D9C4E}"/>
                </a:ext>
              </a:extLst>
            </p:cNvPr>
            <p:cNvSpPr/>
            <p:nvPr/>
          </p:nvSpPr>
          <p:spPr>
            <a:xfrm>
              <a:off x="-1184674" y="2838972"/>
              <a:ext cx="3506984" cy="1972678"/>
            </a:xfrm>
            <a:prstGeom prst="roundRect">
              <a:avLst>
                <a:gd name="adj" fmla="val 5953"/>
              </a:avLst>
            </a:prstGeom>
            <a:blipFill>
              <a:blip r:embed="rId14"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41" name="图形 40">
            <a:extLst>
              <a:ext uri="{FF2B5EF4-FFF2-40B4-BE49-F238E27FC236}">
                <a16:creationId xmlns:a16="http://schemas.microsoft.com/office/drawing/2014/main" id="{B52E5450-20B2-F86E-C2BF-F4986264D919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rcRect l="23130" r="11053" b="1180"/>
          <a:stretch/>
        </p:blipFill>
        <p:spPr>
          <a:xfrm>
            <a:off x="3996267" y="1733674"/>
            <a:ext cx="2087936" cy="731180"/>
          </a:xfrm>
          <a:prstGeom prst="rect">
            <a:avLst/>
          </a:prstGeom>
        </p:spPr>
      </p:pic>
      <p:sp>
        <p:nvSpPr>
          <p:cNvPr id="42" name="文本框 41">
            <a:extLst>
              <a:ext uri="{FF2B5EF4-FFF2-40B4-BE49-F238E27FC236}">
                <a16:creationId xmlns:a16="http://schemas.microsoft.com/office/drawing/2014/main" id="{04E08F4D-DB0B-A44D-28D9-17DDF599AA63}"/>
              </a:ext>
            </a:extLst>
          </p:cNvPr>
          <p:cNvSpPr txBox="1"/>
          <p:nvPr/>
        </p:nvSpPr>
        <p:spPr>
          <a:xfrm>
            <a:off x="425113" y="142230"/>
            <a:ext cx="51138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bg2">
                    <a:alpha val="30000"/>
                  </a:schemeClr>
                </a:solidFill>
                <a:effectLst/>
              </a:rPr>
              <a:t>Leaf Design</a:t>
            </a:r>
            <a:endParaRPr lang="zh-CN" altLang="en-US" dirty="0">
              <a:solidFill>
                <a:schemeClr val="bg2">
                  <a:alpha val="30000"/>
                </a:schemeClr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41898063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B5A96B70-AE9F-8BFD-2AA7-0C20F2A15A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>
            <a:extLst>
              <a:ext uri="{FF2B5EF4-FFF2-40B4-BE49-F238E27FC236}">
                <a16:creationId xmlns:a16="http://schemas.microsoft.com/office/drawing/2014/main" id="{567B36F3-C7A9-051F-9D6C-928F7E3359E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3" name="!! 遮罩">
            <a:extLst>
              <a:ext uri="{FF2B5EF4-FFF2-40B4-BE49-F238E27FC236}">
                <a16:creationId xmlns:a16="http://schemas.microsoft.com/office/drawing/2014/main" id="{CACDFA24-3219-1119-93E3-E5CFB361E476}"/>
              </a:ext>
            </a:extLst>
          </p:cNvPr>
          <p:cNvSpPr/>
          <p:nvPr/>
        </p:nvSpPr>
        <p:spPr>
          <a:xfrm>
            <a:off x="3" y="0"/>
            <a:ext cx="12191999" cy="6858000"/>
          </a:xfrm>
          <a:prstGeom prst="rect">
            <a:avLst/>
          </a:prstGeom>
          <a:solidFill>
            <a:schemeClr val="dk1">
              <a:alpha val="67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>
              <a:defRPr/>
            </a:pPr>
            <a:endParaRPr lang="zh-CN" altLang="en-US">
              <a:solidFill>
                <a:srgbClr val="F5F5F5"/>
              </a:solidFill>
              <a:latin typeface="vivo Sans"/>
              <a:ea typeface="vivo Sans"/>
            </a:endParaRPr>
          </a:p>
        </p:txBody>
      </p:sp>
      <p:grpSp>
        <p:nvGrpSpPr>
          <p:cNvPr id="9" name="!! 重启">
            <a:extLst>
              <a:ext uri="{FF2B5EF4-FFF2-40B4-BE49-F238E27FC236}">
                <a16:creationId xmlns:a16="http://schemas.microsoft.com/office/drawing/2014/main" id="{49763E45-C59B-BBC7-3FAD-78486FFED3E4}"/>
              </a:ext>
            </a:extLst>
          </p:cNvPr>
          <p:cNvGrpSpPr/>
          <p:nvPr/>
        </p:nvGrpSpPr>
        <p:grpSpPr>
          <a:xfrm>
            <a:off x="5600700" y="2933700"/>
            <a:ext cx="990600" cy="990600"/>
            <a:chOff x="5078522" y="4722659"/>
            <a:chExt cx="768350" cy="768350"/>
          </a:xfrm>
        </p:grpSpPr>
        <p:sp>
          <p:nvSpPr>
            <p:cNvPr id="10" name="椭圆 9">
              <a:hlinkClick r:id="rId5" action="ppaction://hlinksldjump"/>
              <a:extLst>
                <a:ext uri="{FF2B5EF4-FFF2-40B4-BE49-F238E27FC236}">
                  <a16:creationId xmlns:a16="http://schemas.microsoft.com/office/drawing/2014/main" id="{25070888-87F2-6A90-66F8-1DA76B0788BA}"/>
                </a:ext>
              </a:extLst>
            </p:cNvPr>
            <p:cNvSpPr/>
            <p:nvPr/>
          </p:nvSpPr>
          <p:spPr>
            <a:xfrm>
              <a:off x="5078522" y="4722659"/>
              <a:ext cx="768350" cy="768350"/>
            </a:xfrm>
            <a:prstGeom prst="ellipse">
              <a:avLst/>
            </a:prstGeom>
            <a:solidFill>
              <a:schemeClr val="accent6"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77">
                <a:defRPr/>
              </a:pPr>
              <a:endParaRPr lang="zh-CN" altLang="en-US">
                <a:solidFill>
                  <a:srgbClr val="F5F5F5"/>
                </a:solidFill>
                <a:latin typeface="vivo Sans"/>
                <a:ea typeface="vivo Sans"/>
              </a:endParaRPr>
            </a:p>
          </p:txBody>
        </p:sp>
        <p:sp>
          <p:nvSpPr>
            <p:cNvPr id="11" name="!! 按钮-重启">
              <a:hlinkClick r:id="rId6" action="ppaction://hlinksldjump"/>
              <a:extLst>
                <a:ext uri="{FF2B5EF4-FFF2-40B4-BE49-F238E27FC236}">
                  <a16:creationId xmlns:a16="http://schemas.microsoft.com/office/drawing/2014/main" id="{B6569F80-0FB6-BF5C-6C48-63548FC6F079}"/>
                </a:ext>
              </a:extLst>
            </p:cNvPr>
            <p:cNvSpPr/>
            <p:nvPr/>
          </p:nvSpPr>
          <p:spPr>
            <a:xfrm>
              <a:off x="5241383" y="4885463"/>
              <a:ext cx="442628" cy="442742"/>
            </a:xfrm>
            <a:custGeom>
              <a:avLst/>
              <a:gdLst>
                <a:gd name="T0" fmla="*/ 4417 w 8147"/>
                <a:gd name="T1" fmla="*/ 1971 h 8148"/>
                <a:gd name="T2" fmla="*/ 4122 w 8147"/>
                <a:gd name="T3" fmla="*/ 0 h 8148"/>
                <a:gd name="T4" fmla="*/ 3622 w 8147"/>
                <a:gd name="T5" fmla="*/ 228 h 8148"/>
                <a:gd name="T6" fmla="*/ 3917 w 8147"/>
                <a:gd name="T7" fmla="*/ 2197 h 8148"/>
                <a:gd name="T8" fmla="*/ 4122 w 8147"/>
                <a:gd name="T9" fmla="*/ 2198 h 8148"/>
                <a:gd name="T10" fmla="*/ 2410 w 8147"/>
                <a:gd name="T11" fmla="*/ 2962 h 8148"/>
                <a:gd name="T12" fmla="*/ 2781 w 8147"/>
                <a:gd name="T13" fmla="*/ 2713 h 8148"/>
                <a:gd name="T14" fmla="*/ 1596 w 8147"/>
                <a:gd name="T15" fmla="*/ 1112 h 8148"/>
                <a:gd name="T16" fmla="*/ 1081 w 8147"/>
                <a:gd name="T17" fmla="*/ 1305 h 8148"/>
                <a:gd name="T18" fmla="*/ 2266 w 8147"/>
                <a:gd name="T19" fmla="*/ 2905 h 8148"/>
                <a:gd name="T20" fmla="*/ 2197 w 8147"/>
                <a:gd name="T21" fmla="*/ 4026 h 8148"/>
                <a:gd name="T22" fmla="*/ 227 w 8147"/>
                <a:gd name="T23" fmla="*/ 3731 h 8148"/>
                <a:gd name="T24" fmla="*/ 0 w 8147"/>
                <a:gd name="T25" fmla="*/ 4231 h 8148"/>
                <a:gd name="T26" fmla="*/ 1969 w 8147"/>
                <a:gd name="T27" fmla="*/ 4526 h 8148"/>
                <a:gd name="T28" fmla="*/ 2711 w 8147"/>
                <a:gd name="T29" fmla="*/ 5366 h 8148"/>
                <a:gd name="T30" fmla="*/ 1109 w 8147"/>
                <a:gd name="T31" fmla="*/ 6550 h 8148"/>
                <a:gd name="T32" fmla="*/ 1301 w 8147"/>
                <a:gd name="T33" fmla="*/ 7065 h 8148"/>
                <a:gd name="T34" fmla="*/ 1527 w 8147"/>
                <a:gd name="T35" fmla="*/ 7168 h 8148"/>
                <a:gd name="T36" fmla="*/ 2902 w 8147"/>
                <a:gd name="T37" fmla="*/ 5881 h 8148"/>
                <a:gd name="T38" fmla="*/ 2856 w 8147"/>
                <a:gd name="T39" fmla="*/ 5512 h 8148"/>
                <a:gd name="T40" fmla="*/ 4230 w 8147"/>
                <a:gd name="T41" fmla="*/ 5951 h 8148"/>
                <a:gd name="T42" fmla="*/ 3730 w 8147"/>
                <a:gd name="T43" fmla="*/ 6178 h 8148"/>
                <a:gd name="T44" fmla="*/ 4025 w 8147"/>
                <a:gd name="T45" fmla="*/ 8148 h 8148"/>
                <a:gd name="T46" fmla="*/ 4525 w 8147"/>
                <a:gd name="T47" fmla="*/ 7920 h 8148"/>
                <a:gd name="T48" fmla="*/ 4230 w 8147"/>
                <a:gd name="T49" fmla="*/ 5951 h 8148"/>
                <a:gd name="T50" fmla="*/ 5736 w 8147"/>
                <a:gd name="T51" fmla="*/ 5187 h 8148"/>
                <a:gd name="T52" fmla="*/ 5365 w 8147"/>
                <a:gd name="T53" fmla="*/ 5436 h 8148"/>
                <a:gd name="T54" fmla="*/ 6550 w 8147"/>
                <a:gd name="T55" fmla="*/ 7037 h 8148"/>
                <a:gd name="T56" fmla="*/ 6918 w 8147"/>
                <a:gd name="T57" fmla="*/ 6991 h 8148"/>
                <a:gd name="T58" fmla="*/ 7111 w 8147"/>
                <a:gd name="T59" fmla="*/ 6476 h 8148"/>
                <a:gd name="T60" fmla="*/ 7920 w 8147"/>
                <a:gd name="T61" fmla="*/ 3623 h 8148"/>
                <a:gd name="T62" fmla="*/ 5949 w 8147"/>
                <a:gd name="T63" fmla="*/ 3918 h 8148"/>
                <a:gd name="T64" fmla="*/ 6177 w 8147"/>
                <a:gd name="T65" fmla="*/ 4418 h 8148"/>
                <a:gd name="T66" fmla="*/ 8147 w 8147"/>
                <a:gd name="T67" fmla="*/ 4123 h 8148"/>
                <a:gd name="T68" fmla="*/ 7920 w 8147"/>
                <a:gd name="T69" fmla="*/ 3623 h 8148"/>
                <a:gd name="T70" fmla="*/ 5661 w 8147"/>
                <a:gd name="T71" fmla="*/ 2885 h 8148"/>
                <a:gd name="T72" fmla="*/ 7036 w 8147"/>
                <a:gd name="T73" fmla="*/ 1597 h 8148"/>
                <a:gd name="T74" fmla="*/ 6844 w 8147"/>
                <a:gd name="T75" fmla="*/ 1082 h 8148"/>
                <a:gd name="T76" fmla="*/ 5242 w 8147"/>
                <a:gd name="T77" fmla="*/ 2266 h 8148"/>
                <a:gd name="T78" fmla="*/ 5435 w 8147"/>
                <a:gd name="T79" fmla="*/ 2782 h 81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8147" h="8148">
                  <a:moveTo>
                    <a:pt x="4122" y="2198"/>
                  </a:moveTo>
                  <a:cubicBezTo>
                    <a:pt x="4287" y="2198"/>
                    <a:pt x="4417" y="2098"/>
                    <a:pt x="4417" y="1971"/>
                  </a:cubicBezTo>
                  <a:lnTo>
                    <a:pt x="4417" y="228"/>
                  </a:lnTo>
                  <a:cubicBezTo>
                    <a:pt x="4417" y="101"/>
                    <a:pt x="4289" y="0"/>
                    <a:pt x="4122" y="0"/>
                  </a:cubicBezTo>
                  <a:lnTo>
                    <a:pt x="3917" y="0"/>
                  </a:lnTo>
                  <a:cubicBezTo>
                    <a:pt x="3752" y="0"/>
                    <a:pt x="3622" y="100"/>
                    <a:pt x="3622" y="228"/>
                  </a:cubicBezTo>
                  <a:lnTo>
                    <a:pt x="3622" y="1970"/>
                  </a:lnTo>
                  <a:cubicBezTo>
                    <a:pt x="3622" y="2097"/>
                    <a:pt x="3751" y="2197"/>
                    <a:pt x="3917" y="2197"/>
                  </a:cubicBezTo>
                  <a:lnTo>
                    <a:pt x="4122" y="2197"/>
                  </a:lnTo>
                  <a:lnTo>
                    <a:pt x="4122" y="2198"/>
                  </a:lnTo>
                  <a:close/>
                  <a:moveTo>
                    <a:pt x="2266" y="2905"/>
                  </a:moveTo>
                  <a:cubicBezTo>
                    <a:pt x="2302" y="2941"/>
                    <a:pt x="2349" y="2960"/>
                    <a:pt x="2410" y="2962"/>
                  </a:cubicBezTo>
                  <a:cubicBezTo>
                    <a:pt x="2487" y="2962"/>
                    <a:pt x="2570" y="2925"/>
                    <a:pt x="2636" y="2858"/>
                  </a:cubicBezTo>
                  <a:lnTo>
                    <a:pt x="2781" y="2713"/>
                  </a:lnTo>
                  <a:cubicBezTo>
                    <a:pt x="2897" y="2597"/>
                    <a:pt x="2919" y="2435"/>
                    <a:pt x="2827" y="2343"/>
                  </a:cubicBezTo>
                  <a:lnTo>
                    <a:pt x="1596" y="1112"/>
                  </a:lnTo>
                  <a:cubicBezTo>
                    <a:pt x="1506" y="1022"/>
                    <a:pt x="1344" y="1042"/>
                    <a:pt x="1226" y="1159"/>
                  </a:cubicBezTo>
                  <a:lnTo>
                    <a:pt x="1081" y="1305"/>
                  </a:lnTo>
                  <a:cubicBezTo>
                    <a:pt x="965" y="1421"/>
                    <a:pt x="943" y="1583"/>
                    <a:pt x="1035" y="1675"/>
                  </a:cubicBezTo>
                  <a:lnTo>
                    <a:pt x="2266" y="2905"/>
                  </a:lnTo>
                  <a:close/>
                  <a:moveTo>
                    <a:pt x="2197" y="4231"/>
                  </a:moveTo>
                  <a:lnTo>
                    <a:pt x="2197" y="4026"/>
                  </a:lnTo>
                  <a:cubicBezTo>
                    <a:pt x="2197" y="3861"/>
                    <a:pt x="2097" y="3731"/>
                    <a:pt x="1969" y="3731"/>
                  </a:cubicBezTo>
                  <a:lnTo>
                    <a:pt x="227" y="3731"/>
                  </a:lnTo>
                  <a:cubicBezTo>
                    <a:pt x="100" y="3731"/>
                    <a:pt x="0" y="3861"/>
                    <a:pt x="0" y="4026"/>
                  </a:cubicBezTo>
                  <a:lnTo>
                    <a:pt x="0" y="4231"/>
                  </a:lnTo>
                  <a:cubicBezTo>
                    <a:pt x="0" y="4396"/>
                    <a:pt x="100" y="4526"/>
                    <a:pt x="227" y="4526"/>
                  </a:cubicBezTo>
                  <a:lnTo>
                    <a:pt x="1969" y="4526"/>
                  </a:lnTo>
                  <a:cubicBezTo>
                    <a:pt x="2096" y="4524"/>
                    <a:pt x="2197" y="4396"/>
                    <a:pt x="2197" y="4231"/>
                  </a:cubicBezTo>
                  <a:close/>
                  <a:moveTo>
                    <a:pt x="2711" y="5366"/>
                  </a:moveTo>
                  <a:cubicBezTo>
                    <a:pt x="2595" y="5250"/>
                    <a:pt x="2432" y="5230"/>
                    <a:pt x="2341" y="5318"/>
                  </a:cubicBezTo>
                  <a:lnTo>
                    <a:pt x="1109" y="6550"/>
                  </a:lnTo>
                  <a:cubicBezTo>
                    <a:pt x="1019" y="6640"/>
                    <a:pt x="1040" y="6802"/>
                    <a:pt x="1156" y="6920"/>
                  </a:cubicBezTo>
                  <a:lnTo>
                    <a:pt x="1301" y="7065"/>
                  </a:lnTo>
                  <a:cubicBezTo>
                    <a:pt x="1351" y="7115"/>
                    <a:pt x="1411" y="7148"/>
                    <a:pt x="1472" y="7162"/>
                  </a:cubicBezTo>
                  <a:cubicBezTo>
                    <a:pt x="1491" y="7166"/>
                    <a:pt x="1510" y="7168"/>
                    <a:pt x="1527" y="7168"/>
                  </a:cubicBezTo>
                  <a:cubicBezTo>
                    <a:pt x="1583" y="7168"/>
                    <a:pt x="1634" y="7148"/>
                    <a:pt x="1671" y="7112"/>
                  </a:cubicBezTo>
                  <a:lnTo>
                    <a:pt x="2902" y="5881"/>
                  </a:lnTo>
                  <a:cubicBezTo>
                    <a:pt x="2938" y="5845"/>
                    <a:pt x="2960" y="5793"/>
                    <a:pt x="2960" y="5738"/>
                  </a:cubicBezTo>
                  <a:cubicBezTo>
                    <a:pt x="2960" y="5661"/>
                    <a:pt x="2922" y="5578"/>
                    <a:pt x="2856" y="5512"/>
                  </a:cubicBezTo>
                  <a:lnTo>
                    <a:pt x="2711" y="5366"/>
                  </a:lnTo>
                  <a:close/>
                  <a:moveTo>
                    <a:pt x="4230" y="5951"/>
                  </a:moveTo>
                  <a:lnTo>
                    <a:pt x="4025" y="5951"/>
                  </a:lnTo>
                  <a:cubicBezTo>
                    <a:pt x="3860" y="5951"/>
                    <a:pt x="3730" y="6051"/>
                    <a:pt x="3730" y="6178"/>
                  </a:cubicBezTo>
                  <a:lnTo>
                    <a:pt x="3730" y="7920"/>
                  </a:lnTo>
                  <a:cubicBezTo>
                    <a:pt x="3730" y="8047"/>
                    <a:pt x="3859" y="8148"/>
                    <a:pt x="4025" y="8148"/>
                  </a:cubicBezTo>
                  <a:lnTo>
                    <a:pt x="4230" y="8148"/>
                  </a:lnTo>
                  <a:cubicBezTo>
                    <a:pt x="4395" y="8148"/>
                    <a:pt x="4525" y="8048"/>
                    <a:pt x="4525" y="7920"/>
                  </a:cubicBezTo>
                  <a:lnTo>
                    <a:pt x="4525" y="6178"/>
                  </a:lnTo>
                  <a:cubicBezTo>
                    <a:pt x="4523" y="6051"/>
                    <a:pt x="4395" y="5951"/>
                    <a:pt x="4230" y="5951"/>
                  </a:cubicBezTo>
                  <a:close/>
                  <a:moveTo>
                    <a:pt x="5880" y="5243"/>
                  </a:moveTo>
                  <a:cubicBezTo>
                    <a:pt x="5844" y="5207"/>
                    <a:pt x="5792" y="5187"/>
                    <a:pt x="5736" y="5187"/>
                  </a:cubicBezTo>
                  <a:cubicBezTo>
                    <a:pt x="5658" y="5187"/>
                    <a:pt x="5576" y="5224"/>
                    <a:pt x="5510" y="5291"/>
                  </a:cubicBezTo>
                  <a:lnTo>
                    <a:pt x="5365" y="5436"/>
                  </a:lnTo>
                  <a:cubicBezTo>
                    <a:pt x="5248" y="5552"/>
                    <a:pt x="5227" y="5714"/>
                    <a:pt x="5318" y="5806"/>
                  </a:cubicBezTo>
                  <a:lnTo>
                    <a:pt x="6550" y="7037"/>
                  </a:lnTo>
                  <a:cubicBezTo>
                    <a:pt x="6587" y="7075"/>
                    <a:pt x="6638" y="7093"/>
                    <a:pt x="6692" y="7093"/>
                  </a:cubicBezTo>
                  <a:cubicBezTo>
                    <a:pt x="6767" y="7093"/>
                    <a:pt x="6851" y="7058"/>
                    <a:pt x="6918" y="6991"/>
                  </a:cubicBezTo>
                  <a:lnTo>
                    <a:pt x="7063" y="6846"/>
                  </a:lnTo>
                  <a:cubicBezTo>
                    <a:pt x="7180" y="6730"/>
                    <a:pt x="7201" y="6567"/>
                    <a:pt x="7111" y="6476"/>
                  </a:cubicBezTo>
                  <a:lnTo>
                    <a:pt x="5880" y="5243"/>
                  </a:lnTo>
                  <a:close/>
                  <a:moveTo>
                    <a:pt x="7920" y="3623"/>
                  </a:moveTo>
                  <a:lnTo>
                    <a:pt x="6177" y="3623"/>
                  </a:lnTo>
                  <a:cubicBezTo>
                    <a:pt x="6050" y="3623"/>
                    <a:pt x="5949" y="3753"/>
                    <a:pt x="5949" y="3918"/>
                  </a:cubicBezTo>
                  <a:lnTo>
                    <a:pt x="5949" y="4123"/>
                  </a:lnTo>
                  <a:cubicBezTo>
                    <a:pt x="5949" y="4288"/>
                    <a:pt x="6049" y="4418"/>
                    <a:pt x="6177" y="4418"/>
                  </a:cubicBezTo>
                  <a:lnTo>
                    <a:pt x="7919" y="4418"/>
                  </a:lnTo>
                  <a:cubicBezTo>
                    <a:pt x="8046" y="4418"/>
                    <a:pt x="8147" y="4288"/>
                    <a:pt x="8147" y="4123"/>
                  </a:cubicBezTo>
                  <a:lnTo>
                    <a:pt x="8147" y="3918"/>
                  </a:lnTo>
                  <a:cubicBezTo>
                    <a:pt x="8147" y="3753"/>
                    <a:pt x="8047" y="3623"/>
                    <a:pt x="7920" y="3623"/>
                  </a:cubicBezTo>
                  <a:close/>
                  <a:moveTo>
                    <a:pt x="5435" y="2782"/>
                  </a:moveTo>
                  <a:cubicBezTo>
                    <a:pt x="5502" y="2849"/>
                    <a:pt x="5586" y="2885"/>
                    <a:pt x="5661" y="2885"/>
                  </a:cubicBezTo>
                  <a:cubicBezTo>
                    <a:pt x="5716" y="2885"/>
                    <a:pt x="5766" y="2866"/>
                    <a:pt x="5804" y="2828"/>
                  </a:cubicBezTo>
                  <a:lnTo>
                    <a:pt x="7036" y="1597"/>
                  </a:lnTo>
                  <a:cubicBezTo>
                    <a:pt x="7126" y="1507"/>
                    <a:pt x="7105" y="1344"/>
                    <a:pt x="6989" y="1227"/>
                  </a:cubicBezTo>
                  <a:lnTo>
                    <a:pt x="6844" y="1082"/>
                  </a:lnTo>
                  <a:cubicBezTo>
                    <a:pt x="6727" y="966"/>
                    <a:pt x="6565" y="944"/>
                    <a:pt x="6474" y="1034"/>
                  </a:cubicBezTo>
                  <a:lnTo>
                    <a:pt x="5242" y="2266"/>
                  </a:lnTo>
                  <a:cubicBezTo>
                    <a:pt x="5152" y="2356"/>
                    <a:pt x="5172" y="2518"/>
                    <a:pt x="5290" y="2636"/>
                  </a:cubicBezTo>
                  <a:lnTo>
                    <a:pt x="5435" y="2782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77">
                <a:defRPr/>
              </a:pPr>
              <a:endParaRPr lang="en-US" dirty="0">
                <a:solidFill>
                  <a:srgbClr val="F5F5F5"/>
                </a:solidFill>
                <a:latin typeface="vivo Sans"/>
                <a:ea typeface="vivo Sans"/>
              </a:endParaRPr>
            </a:p>
          </p:txBody>
        </p:sp>
      </p:grpSp>
      <p:sp>
        <p:nvSpPr>
          <p:cNvPr id="12" name="标题">
            <a:extLst>
              <a:ext uri="{FF2B5EF4-FFF2-40B4-BE49-F238E27FC236}">
                <a16:creationId xmlns:a16="http://schemas.microsoft.com/office/drawing/2014/main" id="{34C1C904-CE46-78A2-9DBB-C0F795C09018}"/>
              </a:ext>
            </a:extLst>
          </p:cNvPr>
          <p:cNvSpPr txBox="1"/>
          <p:nvPr/>
        </p:nvSpPr>
        <p:spPr>
          <a:xfrm>
            <a:off x="4674908" y="3763504"/>
            <a:ext cx="28421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377">
              <a:defRPr/>
            </a:pPr>
            <a:r>
              <a:rPr lang="zh-CN" altLang="en-US" dirty="0">
                <a:solidFill>
                  <a:schemeClr val="bg1"/>
                </a:solidFill>
                <a:latin typeface="vivo Sans Medium"/>
                <a:ea typeface="vivo Sans Medium"/>
              </a:rPr>
              <a:t>正在重新启动</a:t>
            </a:r>
          </a:p>
        </p:txBody>
      </p:sp>
      <p:grpSp>
        <p:nvGrpSpPr>
          <p:cNvPr id="15" name="!! load">
            <a:extLst>
              <a:ext uri="{FF2B5EF4-FFF2-40B4-BE49-F238E27FC236}">
                <a16:creationId xmlns:a16="http://schemas.microsoft.com/office/drawing/2014/main" id="{A5C22376-AE7D-2C06-E214-A97BFAC479AB}"/>
              </a:ext>
            </a:extLst>
          </p:cNvPr>
          <p:cNvGrpSpPr/>
          <p:nvPr/>
        </p:nvGrpSpPr>
        <p:grpSpPr>
          <a:xfrm>
            <a:off x="5901997" y="3234995"/>
            <a:ext cx="388011" cy="388011"/>
            <a:chOff x="7349534" y="4722202"/>
            <a:chExt cx="279398" cy="279398"/>
          </a:xfrm>
          <a:solidFill>
            <a:schemeClr val="bg1">
              <a:lumMod val="25000"/>
            </a:schemeClr>
          </a:solidFill>
        </p:grpSpPr>
        <p:sp>
          <p:nvSpPr>
            <p:cNvPr id="16" name="弧形 15">
              <a:extLst>
                <a:ext uri="{FF2B5EF4-FFF2-40B4-BE49-F238E27FC236}">
                  <a16:creationId xmlns:a16="http://schemas.microsoft.com/office/drawing/2014/main" id="{8DA9D5AB-4A45-28C2-ED5C-BB388387FB61}"/>
                </a:ext>
              </a:extLst>
            </p:cNvPr>
            <p:cNvSpPr/>
            <p:nvPr/>
          </p:nvSpPr>
          <p:spPr>
            <a:xfrm>
              <a:off x="7349534" y="4722202"/>
              <a:ext cx="279398" cy="279398"/>
            </a:xfrm>
            <a:prstGeom prst="arc">
              <a:avLst>
                <a:gd name="adj1" fmla="val 16200000"/>
                <a:gd name="adj2" fmla="val 16194911"/>
              </a:avLst>
            </a:prstGeom>
            <a:noFill/>
            <a:ln w="57150">
              <a:solidFill>
                <a:schemeClr val="bg2">
                  <a:alpha val="1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defTabSz="914377">
                <a:defRPr/>
              </a:pPr>
              <a:endParaRPr lang="zh-CN" altLang="en-US">
                <a:solidFill>
                  <a:srgbClr val="181818"/>
                </a:solidFill>
                <a:latin typeface="vivo Sans"/>
                <a:ea typeface="vivo Sans"/>
              </a:endParaRPr>
            </a:p>
          </p:txBody>
        </p:sp>
        <p:sp>
          <p:nvSpPr>
            <p:cNvPr id="17" name="弧形 16">
              <a:extLst>
                <a:ext uri="{FF2B5EF4-FFF2-40B4-BE49-F238E27FC236}">
                  <a16:creationId xmlns:a16="http://schemas.microsoft.com/office/drawing/2014/main" id="{7DF932E7-9E26-7956-A1A2-3BC1586F02E8}"/>
                </a:ext>
              </a:extLst>
            </p:cNvPr>
            <p:cNvSpPr/>
            <p:nvPr/>
          </p:nvSpPr>
          <p:spPr>
            <a:xfrm>
              <a:off x="7349534" y="4722202"/>
              <a:ext cx="279398" cy="279398"/>
            </a:xfrm>
            <a:prstGeom prst="arc">
              <a:avLst>
                <a:gd name="adj1" fmla="val 16250568"/>
                <a:gd name="adj2" fmla="val 321908"/>
              </a:avLst>
            </a:prstGeom>
            <a:noFill/>
            <a:ln w="57150" cap="rnd">
              <a:solidFill>
                <a:schemeClr val="bg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defTabSz="914377">
                <a:defRPr/>
              </a:pPr>
              <a:endParaRPr lang="zh-CN" altLang="en-US" dirty="0">
                <a:solidFill>
                  <a:srgbClr val="181818"/>
                </a:solidFill>
                <a:latin typeface="vivo Sans"/>
                <a:ea typeface="vivo San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385337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advClick="0">
        <p159:morph option="byObject"/>
      </p:transition>
    </mc:Choice>
    <mc:Fallback xmlns="">
      <p:transition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path" presetSubtype="0" decel="9000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4.79167E-6 3.7037E-6 L 4.79167E-6 0.08912 " pathEditMode="relative" rAng="0" ptsTypes="AA">
                                      <p:cBhvr>
                                        <p:cTn id="9" dur="500" spd="-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4444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1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42" presetClass="path" presetSubtype="0" decel="90000" fill="hold" grpId="1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4.79167E-6 3.7037E-6 L 4.79167E-6 0.08912 " pathEditMode="relative" rAng="0" ptsTypes="AA">
                                      <p:cBhvr>
                                        <p:cTn id="16" dur="500" spd="-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444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2" grpId="1"/>
    </p:bldLst>
  </p:timing>
  <p:extLst>
    <p:ext uri="{6950BFC3-D8DA-4A85-94F7-54DA5524770B}">
      <p188:commentRel xmlns:p188="http://schemas.microsoft.com/office/powerpoint/2018/8/main" r:id="rId3"/>
    </p:ext>
  </p:extLs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42D14F0-0C8C-D1C5-1A22-9E4D0A7145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D0F742BB-9AC4-D862-22CD-3795AF650904}"/>
              </a:ext>
            </a:extLst>
          </p:cNvPr>
          <p:cNvSpPr/>
          <p:nvPr/>
        </p:nvSpPr>
        <p:spPr>
          <a:xfrm>
            <a:off x="5844365" y="3126280"/>
            <a:ext cx="503275" cy="605440"/>
          </a:xfrm>
          <a:custGeom>
            <a:avLst/>
            <a:gdLst>
              <a:gd name="connsiteX0" fmla="*/ 1005449 w 1266824"/>
              <a:gd name="connsiteY0" fmla="*/ 1142267 h 1524000"/>
              <a:gd name="connsiteX1" fmla="*/ 1266825 w 1266824"/>
              <a:gd name="connsiteY1" fmla="*/ 0 h 1524000"/>
              <a:gd name="connsiteX2" fmla="*/ 172089 w 1266824"/>
              <a:gd name="connsiteY2" fmla="*/ 310440 h 1524000"/>
              <a:gd name="connsiteX3" fmla="*/ 743 w 1266824"/>
              <a:gd name="connsiteY3" fmla="*/ 696717 h 1524000"/>
              <a:gd name="connsiteX4" fmla="*/ 118704 w 1266824"/>
              <a:gd name="connsiteY4" fmla="*/ 1080649 h 1524000"/>
              <a:gd name="connsiteX5" fmla="*/ 140278 w 1266824"/>
              <a:gd name="connsiteY5" fmla="*/ 1077306 h 1524000"/>
              <a:gd name="connsiteX6" fmla="*/ 679770 w 1266824"/>
              <a:gd name="connsiteY6" fmla="*/ 487492 h 1524000"/>
              <a:gd name="connsiteX7" fmla="*/ 873512 w 1266824"/>
              <a:gd name="connsiteY7" fmla="*/ 526049 h 1524000"/>
              <a:gd name="connsiteX8" fmla="*/ 225315 w 1266824"/>
              <a:gd name="connsiteY8" fmla="*/ 1156335 h 1524000"/>
              <a:gd name="connsiteX9" fmla="*/ 140278 w 1266824"/>
              <a:gd name="connsiteY9" fmla="*/ 1524000 h 1524000"/>
              <a:gd name="connsiteX10" fmla="*/ 199596 w 1266824"/>
              <a:gd name="connsiteY10" fmla="*/ 1524000 h 1524000"/>
              <a:gd name="connsiteX11" fmla="*/ 249625 w 1266824"/>
              <a:gd name="connsiteY11" fmla="*/ 1476451 h 1524000"/>
              <a:gd name="connsiteX12" fmla="*/ 312675 w 1266824"/>
              <a:gd name="connsiteY12" fmla="*/ 1245003 h 1524000"/>
              <a:gd name="connsiteX13" fmla="*/ 618641 w 1266824"/>
              <a:gd name="connsiteY13" fmla="*/ 1313517 h 1524000"/>
              <a:gd name="connsiteX14" fmla="*/ 1005449 w 1266824"/>
              <a:gd name="connsiteY14" fmla="*/ 1142267 h 1524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66824" h="1524000">
                <a:moveTo>
                  <a:pt x="1005449" y="1142267"/>
                </a:moveTo>
                <a:cubicBezTo>
                  <a:pt x="1272045" y="876058"/>
                  <a:pt x="1265577" y="32682"/>
                  <a:pt x="1266825" y="0"/>
                </a:cubicBezTo>
                <a:cubicBezTo>
                  <a:pt x="1233859" y="1542"/>
                  <a:pt x="433460" y="49457"/>
                  <a:pt x="172089" y="310440"/>
                </a:cubicBezTo>
                <a:cubicBezTo>
                  <a:pt x="69106" y="413615"/>
                  <a:pt x="8061" y="551232"/>
                  <a:pt x="743" y="696717"/>
                </a:cubicBezTo>
                <a:cubicBezTo>
                  <a:pt x="-6200" y="834768"/>
                  <a:pt x="35702" y="970607"/>
                  <a:pt x="118704" y="1080649"/>
                </a:cubicBezTo>
                <a:cubicBezTo>
                  <a:pt x="124655" y="1088536"/>
                  <a:pt x="136818" y="1086564"/>
                  <a:pt x="140278" y="1077306"/>
                </a:cubicBezTo>
                <a:cubicBezTo>
                  <a:pt x="237560" y="817096"/>
                  <a:pt x="431763" y="606430"/>
                  <a:pt x="679770" y="487492"/>
                </a:cubicBezTo>
                <a:cubicBezTo>
                  <a:pt x="745235" y="456097"/>
                  <a:pt x="822118" y="474764"/>
                  <a:pt x="873512" y="526049"/>
                </a:cubicBezTo>
                <a:cubicBezTo>
                  <a:pt x="570576" y="623785"/>
                  <a:pt x="331009" y="857061"/>
                  <a:pt x="225315" y="1156335"/>
                </a:cubicBezTo>
                <a:cubicBezTo>
                  <a:pt x="184694" y="1259205"/>
                  <a:pt x="146737" y="1416063"/>
                  <a:pt x="140278" y="1524000"/>
                </a:cubicBezTo>
                <a:lnTo>
                  <a:pt x="199596" y="1524000"/>
                </a:lnTo>
                <a:cubicBezTo>
                  <a:pt x="225899" y="1524000"/>
                  <a:pt x="247057" y="1502636"/>
                  <a:pt x="249625" y="1476451"/>
                </a:cubicBezTo>
                <a:cubicBezTo>
                  <a:pt x="257588" y="1395279"/>
                  <a:pt x="284227" y="1313536"/>
                  <a:pt x="312675" y="1245003"/>
                </a:cubicBezTo>
                <a:cubicBezTo>
                  <a:pt x="406183" y="1294438"/>
                  <a:pt x="512174" y="1318889"/>
                  <a:pt x="618641" y="1313517"/>
                </a:cubicBezTo>
                <a:cubicBezTo>
                  <a:pt x="764351" y="1306163"/>
                  <a:pt x="902163" y="1245146"/>
                  <a:pt x="1005449" y="1142267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DB59E67-CA64-AF36-E81D-B8BEBE187852}"/>
              </a:ext>
            </a:extLst>
          </p:cNvPr>
          <p:cNvSpPr txBox="1"/>
          <p:nvPr/>
        </p:nvSpPr>
        <p:spPr>
          <a:xfrm>
            <a:off x="4933244" y="5373513"/>
            <a:ext cx="23255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bg2"/>
                </a:solidFill>
              </a:rPr>
              <a:t>正在重置系统</a:t>
            </a:r>
            <a:endParaRPr lang="en-US" altLang="zh-CN" dirty="0">
              <a:solidFill>
                <a:schemeClr val="bg2"/>
              </a:solidFill>
            </a:endParaRPr>
          </a:p>
          <a:p>
            <a:pPr algn="ctr"/>
            <a:r>
              <a:rPr lang="zh-CN" altLang="en-US" dirty="0">
                <a:solidFill>
                  <a:schemeClr val="bg2"/>
                </a:solidFill>
              </a:rPr>
              <a:t>请稍候</a:t>
            </a:r>
          </a:p>
        </p:txBody>
      </p:sp>
    </p:spTree>
    <p:extLst>
      <p:ext uri="{BB962C8B-B14F-4D97-AF65-F5344CB8AC3E}">
        <p14:creationId xmlns:p14="http://schemas.microsoft.com/office/powerpoint/2010/main" val="20489747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 advClick="0" advTm="8000">
        <p:fade/>
      </p:transition>
    </mc:Choice>
    <mc:Fallback xmlns="">
      <p:transition advClick="0" advTm="8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726517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1000"/>
    </mc:Choice>
    <mc:Fallback xmlns="">
      <p:transition spd="slow" advClick="0" advTm="1000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5393DDC-E5E3-7C9E-8E16-EC58237640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!! 系统引导">
            <a:extLst>
              <a:ext uri="{FF2B5EF4-FFF2-40B4-BE49-F238E27FC236}">
                <a16:creationId xmlns:a16="http://schemas.microsoft.com/office/drawing/2014/main" id="{F2E28407-F1CB-3627-04FA-58D72D304E1B}"/>
              </a:ext>
            </a:extLst>
          </p:cNvPr>
          <p:cNvSpPr txBox="1"/>
          <p:nvPr/>
        </p:nvSpPr>
        <p:spPr>
          <a:xfrm>
            <a:off x="1941035" y="4880513"/>
            <a:ext cx="49885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377">
              <a:defRPr/>
            </a:pPr>
            <a:r>
              <a:rPr lang="en-US" altLang="zh-CN" sz="2800" dirty="0">
                <a:solidFill>
                  <a:schemeClr val="bg1"/>
                </a:solidFill>
                <a:latin typeface="+mj-ea"/>
                <a:ea typeface="+mj-ea"/>
                <a:cs typeface="OPPOSans M" panose="00020600040101010101" pitchFamily="18" charset="-122"/>
              </a:rPr>
              <a:t>Leaf </a:t>
            </a:r>
            <a:r>
              <a:rPr lang="zh-CN" altLang="en-US" sz="2800" dirty="0">
                <a:solidFill>
                  <a:schemeClr val="bg1"/>
                </a:solidFill>
                <a:latin typeface="+mj-ea"/>
                <a:ea typeface="+mj-ea"/>
                <a:cs typeface="OPPOSans M" panose="00020600040101010101" pitchFamily="18" charset="-122"/>
              </a:rPr>
              <a:t>系统引导</a:t>
            </a:r>
            <a:endParaRPr lang="en-US" altLang="zh-CN" sz="2800" dirty="0">
              <a:solidFill>
                <a:schemeClr val="bg1"/>
              </a:solidFill>
              <a:latin typeface="+mj-ea"/>
              <a:ea typeface="+mj-ea"/>
              <a:cs typeface="OPPOSans M" panose="00020600040101010101" pitchFamily="18" charset="-122"/>
            </a:endParaRPr>
          </a:p>
        </p:txBody>
      </p:sp>
      <p:sp>
        <p:nvSpPr>
          <p:cNvPr id="5" name="!! LBT版本">
            <a:hlinkClick r:id="rId2" action="ppaction://hlinksldjump"/>
            <a:extLst>
              <a:ext uri="{FF2B5EF4-FFF2-40B4-BE49-F238E27FC236}">
                <a16:creationId xmlns:a16="http://schemas.microsoft.com/office/drawing/2014/main" id="{9A3B9147-1C15-4D4B-E604-AA93EFEFAAED}"/>
              </a:ext>
            </a:extLst>
          </p:cNvPr>
          <p:cNvSpPr txBox="1">
            <a:spLocks/>
          </p:cNvSpPr>
          <p:nvPr/>
        </p:nvSpPr>
        <p:spPr>
          <a:xfrm>
            <a:off x="1941035" y="5403736"/>
            <a:ext cx="498858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chemeClr val="bg1"/>
                </a:solidFill>
                <a:latin typeface="+mn-ea"/>
                <a:cs typeface="OPPOSans L" panose="00020600040101010101" pitchFamily="18" charset="-122"/>
              </a:rPr>
              <a:t>正在引导中 </a:t>
            </a:r>
            <a:r>
              <a:rPr lang="en-US" altLang="zh-CN" sz="1400" dirty="0">
                <a:solidFill>
                  <a:schemeClr val="bg1"/>
                </a:solidFill>
                <a:latin typeface="+mn-ea"/>
                <a:cs typeface="OPPOSans L" panose="00020600040101010101" pitchFamily="18" charset="-122"/>
              </a:rPr>
              <a:t>| version LBOOT 3.0 </a:t>
            </a:r>
          </a:p>
        </p:txBody>
      </p:sp>
      <p:sp>
        <p:nvSpPr>
          <p:cNvPr id="2" name="!! R3">
            <a:extLst>
              <a:ext uri="{FF2B5EF4-FFF2-40B4-BE49-F238E27FC236}">
                <a16:creationId xmlns:a16="http://schemas.microsoft.com/office/drawing/2014/main" id="{50A79340-B224-50E4-AD90-12DE375EB562}"/>
              </a:ext>
            </a:extLst>
          </p:cNvPr>
          <p:cNvSpPr/>
          <p:nvPr/>
        </p:nvSpPr>
        <p:spPr>
          <a:xfrm>
            <a:off x="6022041" y="3357455"/>
            <a:ext cx="142876" cy="14287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!! R1">
            <a:extLst>
              <a:ext uri="{FF2B5EF4-FFF2-40B4-BE49-F238E27FC236}">
                <a16:creationId xmlns:a16="http://schemas.microsoft.com/office/drawing/2014/main" id="{B2E9BEFC-8CA7-0FA4-1EA1-92230BB49115}"/>
              </a:ext>
            </a:extLst>
          </p:cNvPr>
          <p:cNvSpPr/>
          <p:nvPr/>
        </p:nvSpPr>
        <p:spPr>
          <a:xfrm>
            <a:off x="6022041" y="3357563"/>
            <a:ext cx="142876" cy="14287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!! R2">
            <a:extLst>
              <a:ext uri="{FF2B5EF4-FFF2-40B4-BE49-F238E27FC236}">
                <a16:creationId xmlns:a16="http://schemas.microsoft.com/office/drawing/2014/main" id="{FC5BD17E-A95B-511D-FE6D-2E765DD3BDA5}"/>
              </a:ext>
            </a:extLst>
          </p:cNvPr>
          <p:cNvSpPr/>
          <p:nvPr/>
        </p:nvSpPr>
        <p:spPr>
          <a:xfrm>
            <a:off x="5847080" y="3180080"/>
            <a:ext cx="497840" cy="49784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84182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 advTm="2000"/>
    </mc:Choice>
    <mc:Fallback xmlns="">
      <p:transition advClick="0" advTm="2000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E77B69E-1637-37E3-4B8A-E0CE07C301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 R3">
            <a:extLst>
              <a:ext uri="{FF2B5EF4-FFF2-40B4-BE49-F238E27FC236}">
                <a16:creationId xmlns:a16="http://schemas.microsoft.com/office/drawing/2014/main" id="{3E0F713E-7730-FB88-9A32-BABDD4F419F4}"/>
              </a:ext>
            </a:extLst>
          </p:cNvPr>
          <p:cNvSpPr/>
          <p:nvPr/>
        </p:nvSpPr>
        <p:spPr>
          <a:xfrm>
            <a:off x="6337299" y="3357563"/>
            <a:ext cx="142876" cy="14287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!! R2">
            <a:extLst>
              <a:ext uri="{FF2B5EF4-FFF2-40B4-BE49-F238E27FC236}">
                <a16:creationId xmlns:a16="http://schemas.microsoft.com/office/drawing/2014/main" id="{29F4E273-64FD-1DFD-469F-2D5EEF23027F}"/>
              </a:ext>
            </a:extLst>
          </p:cNvPr>
          <p:cNvSpPr/>
          <p:nvPr/>
        </p:nvSpPr>
        <p:spPr>
          <a:xfrm>
            <a:off x="6024563" y="3357563"/>
            <a:ext cx="142876" cy="14287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!! R1">
            <a:extLst>
              <a:ext uri="{FF2B5EF4-FFF2-40B4-BE49-F238E27FC236}">
                <a16:creationId xmlns:a16="http://schemas.microsoft.com/office/drawing/2014/main" id="{90DAA48D-E288-CA93-FB8E-CDB378A6F3B7}"/>
              </a:ext>
            </a:extLst>
          </p:cNvPr>
          <p:cNvSpPr/>
          <p:nvPr/>
        </p:nvSpPr>
        <p:spPr>
          <a:xfrm>
            <a:off x="5711826" y="3357563"/>
            <a:ext cx="142876" cy="14287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!! OS 版本">
            <a:extLst>
              <a:ext uri="{FF2B5EF4-FFF2-40B4-BE49-F238E27FC236}">
                <a16:creationId xmlns:a16="http://schemas.microsoft.com/office/drawing/2014/main" id="{70488217-2C6D-953C-3DF1-28E9D2735B34}"/>
              </a:ext>
            </a:extLst>
          </p:cNvPr>
          <p:cNvSpPr txBox="1"/>
          <p:nvPr/>
        </p:nvSpPr>
        <p:spPr>
          <a:xfrm>
            <a:off x="1943101" y="4879658"/>
            <a:ext cx="35737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solidFill>
                  <a:schemeClr val="bg1"/>
                </a:solidFill>
              </a:rPr>
              <a:t>Leaf OS 5 Preview</a:t>
            </a:r>
            <a:endParaRPr lang="zh-CN" altLang="en-US" sz="2800" dirty="0">
              <a:solidFill>
                <a:schemeClr val="bg1"/>
              </a:solidFill>
            </a:endParaRPr>
          </a:p>
        </p:txBody>
      </p:sp>
      <p:sp>
        <p:nvSpPr>
          <p:cNvPr id="8" name="!! Leaf 版本">
            <a:extLst>
              <a:ext uri="{FF2B5EF4-FFF2-40B4-BE49-F238E27FC236}">
                <a16:creationId xmlns:a16="http://schemas.microsoft.com/office/drawing/2014/main" id="{0A916435-3984-E9B1-036E-B3EB70FC245D}"/>
              </a:ext>
            </a:extLst>
          </p:cNvPr>
          <p:cNvSpPr txBox="1"/>
          <p:nvPr/>
        </p:nvSpPr>
        <p:spPr>
          <a:xfrm>
            <a:off x="1941035" y="5403736"/>
            <a:ext cx="498858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377">
              <a:defRPr/>
            </a:pPr>
            <a:r>
              <a:rPr lang="zh-CN" altLang="en-US" sz="1400" dirty="0">
                <a:solidFill>
                  <a:srgbClr val="F5F5F5">
                    <a:lumMod val="75000"/>
                  </a:srgbClr>
                </a:solidFill>
                <a:latin typeface="vivo Sans Light" panose="02000400000000000000" pitchFamily="2" charset="-122"/>
                <a:ea typeface="vivo Sans Light" panose="02000400000000000000" pitchFamily="2" charset="-122"/>
                <a:cs typeface="vivo Sans Light" panose="02000400000000000000" pitchFamily="2" charset="-122"/>
              </a:rPr>
              <a:t>正在启动中</a:t>
            </a:r>
            <a:r>
              <a:rPr lang="en-US" altLang="zh-CN" sz="1400" dirty="0">
                <a:solidFill>
                  <a:srgbClr val="F5F5F5">
                    <a:lumMod val="75000"/>
                  </a:srgbClr>
                </a:solidFill>
                <a:latin typeface="vivo Sans Light" panose="02000400000000000000" pitchFamily="2" charset="-122"/>
                <a:ea typeface="vivo Sans Light" panose="02000400000000000000" pitchFamily="2" charset="-122"/>
                <a:cs typeface="vivo Sans Light" panose="02000400000000000000" pitchFamily="2" charset="-122"/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42349380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 advClick="0" advTm="5000">
        <p159:morph option="byObject"/>
      </p:transition>
    </mc:Choice>
    <mc:Fallback xmlns="">
      <p:transition spd="med" advClick="0" advTm="5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mph" presetSubtype="0" fill="remove" grpId="0" nodeType="withEffect">
                                  <p:stCondLst>
                                    <p:cond delay="10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1000" autoRev="1" fill="remove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797979"/>
                                      </p:to>
                                    </p:animClr>
                                    <p:animClr clrSpc="rgb" dir="cw">
                                      <p:cBhvr>
                                        <p:cTn id="7" dur="1000" autoRev="1" fill="remove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797979"/>
                                      </p:to>
                                    </p:animClr>
                                    <p:set>
                                      <p:cBhvr>
                                        <p:cTn id="8" dur="1000" autoRev="1" fill="remove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1000" autoRev="1" fill="remove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27" presetClass="emph" presetSubtype="0" fill="remove" grpId="0" nodeType="withEffect">
                                  <p:stCondLst>
                                    <p:cond delay="40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" dur="1000" autoRev="1" fill="remove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797979"/>
                                      </p:to>
                                    </p:animClr>
                                    <p:animClr clrSpc="rgb" dir="cw">
                                      <p:cBhvr>
                                        <p:cTn id="12" dur="1000" autoRev="1" fill="remove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797979"/>
                                      </p:to>
                                    </p:animClr>
                                    <p:set>
                                      <p:cBhvr>
                                        <p:cTn id="13" dur="1000" autoRev="1" fill="remove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" dur="1000" autoRev="1" fill="remove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27" presetClass="emph" presetSubtype="0" fill="remove" grpId="0" nodeType="withEffect">
                                  <p:stCondLst>
                                    <p:cond delay="70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" dur="1000" autoRev="1" fill="remove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797979"/>
                                      </p:to>
                                    </p:animClr>
                                    <p:animClr clrSpc="rgb" dir="cw">
                                      <p:cBhvr>
                                        <p:cTn id="17" dur="1000" autoRev="1" fill="remove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797979"/>
                                      </p:to>
                                    </p:animClr>
                                    <p:set>
                                      <p:cBhvr>
                                        <p:cTn id="18" dur="1000" autoRev="1" fill="remove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" dur="1000" autoRev="1" fill="remove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27" presetClass="emph" presetSubtype="0" fill="remove" grpId="1" nodeType="withEffect">
                                  <p:stCondLst>
                                    <p:cond delay="350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1" dur="1000" autoRev="1" fill="remove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7D7D7D"/>
                                      </p:to>
                                    </p:animClr>
                                    <p:animClr clrSpc="rgb" dir="cw">
                                      <p:cBhvr>
                                        <p:cTn id="22" dur="1000" autoRev="1" fill="remove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7D7D7D"/>
                                      </p:to>
                                    </p:animClr>
                                    <p:set>
                                      <p:cBhvr>
                                        <p:cTn id="23" dur="1000" autoRev="1" fill="remove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4" dur="1000" autoRev="1" fill="remove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27" presetClass="emph" presetSubtype="0" fill="remove" grpId="1" nodeType="withEffect">
                                  <p:stCondLst>
                                    <p:cond delay="380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6" dur="1000" autoRev="1" fill="remove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7D7D7D"/>
                                      </p:to>
                                    </p:animClr>
                                    <p:animClr clrSpc="rgb" dir="cw">
                                      <p:cBhvr>
                                        <p:cTn id="27" dur="1000" autoRev="1" fill="remove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7D7D7D"/>
                                      </p:to>
                                    </p:animClr>
                                    <p:set>
                                      <p:cBhvr>
                                        <p:cTn id="28" dur="1000" autoRev="1" fill="remove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9" dur="1000" autoRev="1" fill="remove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3" grpId="1" animBg="1"/>
      <p:bldP spid="6" grpId="0" animBg="1"/>
      <p:bldP spid="6" grpId="1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45959F9-C572-ED0C-C984-5B973CAD64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!! OS 版本">
            <a:extLst>
              <a:ext uri="{FF2B5EF4-FFF2-40B4-BE49-F238E27FC236}">
                <a16:creationId xmlns:a16="http://schemas.microsoft.com/office/drawing/2014/main" id="{1FCFDDEA-6F8B-788E-5F8D-280E92D7C42C}"/>
              </a:ext>
            </a:extLst>
          </p:cNvPr>
          <p:cNvSpPr txBox="1"/>
          <p:nvPr/>
        </p:nvSpPr>
        <p:spPr>
          <a:xfrm>
            <a:off x="1943101" y="4879658"/>
            <a:ext cx="35737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solidFill>
                  <a:schemeClr val="bg1"/>
                </a:solidFill>
              </a:rPr>
              <a:t>Leaf OS 5 Preview</a:t>
            </a:r>
            <a:endParaRPr lang="zh-CN" altLang="en-US" sz="2800" dirty="0">
              <a:solidFill>
                <a:schemeClr val="bg1"/>
              </a:solidFill>
            </a:endParaRPr>
          </a:p>
        </p:txBody>
      </p:sp>
      <p:sp>
        <p:nvSpPr>
          <p:cNvPr id="6" name="!! Leaf 版本">
            <a:extLst>
              <a:ext uri="{FF2B5EF4-FFF2-40B4-BE49-F238E27FC236}">
                <a16:creationId xmlns:a16="http://schemas.microsoft.com/office/drawing/2014/main" id="{857F8404-EF6B-6831-FE0C-3F98067FC057}"/>
              </a:ext>
            </a:extLst>
          </p:cNvPr>
          <p:cNvSpPr txBox="1"/>
          <p:nvPr/>
        </p:nvSpPr>
        <p:spPr>
          <a:xfrm>
            <a:off x="1941035" y="5403736"/>
            <a:ext cx="498858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377">
              <a:defRPr/>
            </a:pPr>
            <a:r>
              <a:rPr lang="zh-CN" altLang="en-US" sz="1400" dirty="0">
                <a:solidFill>
                  <a:srgbClr val="F5F5F5">
                    <a:lumMod val="75000"/>
                  </a:srgbClr>
                </a:solidFill>
                <a:latin typeface="vivo Sans Light" panose="02000400000000000000" pitchFamily="2" charset="-122"/>
                <a:ea typeface="vivo Sans Light" panose="02000400000000000000" pitchFamily="2" charset="-122"/>
                <a:cs typeface="vivo Sans Light" panose="02000400000000000000" pitchFamily="2" charset="-122"/>
              </a:rPr>
              <a:t>正在启动中</a:t>
            </a:r>
            <a:endParaRPr lang="en-US" altLang="zh-CN" sz="1400" dirty="0">
              <a:solidFill>
                <a:srgbClr val="F5F5F5">
                  <a:lumMod val="75000"/>
                </a:srgbClr>
              </a:solidFill>
              <a:latin typeface="vivo Sans Light" panose="02000400000000000000" pitchFamily="2" charset="-122"/>
              <a:ea typeface="vivo Sans Light" panose="02000400000000000000" pitchFamily="2" charset="-122"/>
              <a:cs typeface="vivo Sans Light" panose="02000400000000000000" pitchFamily="2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09B1E25-62FB-2C94-73BF-2115F30EDC56}"/>
              </a:ext>
            </a:extLst>
          </p:cNvPr>
          <p:cNvSpPr/>
          <p:nvPr/>
        </p:nvSpPr>
        <p:spPr>
          <a:xfrm>
            <a:off x="5844365" y="3126280"/>
            <a:ext cx="503275" cy="605440"/>
          </a:xfrm>
          <a:custGeom>
            <a:avLst/>
            <a:gdLst>
              <a:gd name="connsiteX0" fmla="*/ 1005449 w 1266824"/>
              <a:gd name="connsiteY0" fmla="*/ 1142267 h 1524000"/>
              <a:gd name="connsiteX1" fmla="*/ 1266825 w 1266824"/>
              <a:gd name="connsiteY1" fmla="*/ 0 h 1524000"/>
              <a:gd name="connsiteX2" fmla="*/ 172089 w 1266824"/>
              <a:gd name="connsiteY2" fmla="*/ 310440 h 1524000"/>
              <a:gd name="connsiteX3" fmla="*/ 743 w 1266824"/>
              <a:gd name="connsiteY3" fmla="*/ 696717 h 1524000"/>
              <a:gd name="connsiteX4" fmla="*/ 118704 w 1266824"/>
              <a:gd name="connsiteY4" fmla="*/ 1080649 h 1524000"/>
              <a:gd name="connsiteX5" fmla="*/ 140278 w 1266824"/>
              <a:gd name="connsiteY5" fmla="*/ 1077306 h 1524000"/>
              <a:gd name="connsiteX6" fmla="*/ 679770 w 1266824"/>
              <a:gd name="connsiteY6" fmla="*/ 487492 h 1524000"/>
              <a:gd name="connsiteX7" fmla="*/ 873512 w 1266824"/>
              <a:gd name="connsiteY7" fmla="*/ 526049 h 1524000"/>
              <a:gd name="connsiteX8" fmla="*/ 225315 w 1266824"/>
              <a:gd name="connsiteY8" fmla="*/ 1156335 h 1524000"/>
              <a:gd name="connsiteX9" fmla="*/ 140278 w 1266824"/>
              <a:gd name="connsiteY9" fmla="*/ 1524000 h 1524000"/>
              <a:gd name="connsiteX10" fmla="*/ 199596 w 1266824"/>
              <a:gd name="connsiteY10" fmla="*/ 1524000 h 1524000"/>
              <a:gd name="connsiteX11" fmla="*/ 249625 w 1266824"/>
              <a:gd name="connsiteY11" fmla="*/ 1476451 h 1524000"/>
              <a:gd name="connsiteX12" fmla="*/ 312675 w 1266824"/>
              <a:gd name="connsiteY12" fmla="*/ 1245003 h 1524000"/>
              <a:gd name="connsiteX13" fmla="*/ 618641 w 1266824"/>
              <a:gd name="connsiteY13" fmla="*/ 1313517 h 1524000"/>
              <a:gd name="connsiteX14" fmla="*/ 1005449 w 1266824"/>
              <a:gd name="connsiteY14" fmla="*/ 1142267 h 1524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66824" h="1524000">
                <a:moveTo>
                  <a:pt x="1005449" y="1142267"/>
                </a:moveTo>
                <a:cubicBezTo>
                  <a:pt x="1272045" y="876058"/>
                  <a:pt x="1265577" y="32682"/>
                  <a:pt x="1266825" y="0"/>
                </a:cubicBezTo>
                <a:cubicBezTo>
                  <a:pt x="1233859" y="1542"/>
                  <a:pt x="433460" y="49457"/>
                  <a:pt x="172089" y="310440"/>
                </a:cubicBezTo>
                <a:cubicBezTo>
                  <a:pt x="69106" y="413615"/>
                  <a:pt x="8061" y="551232"/>
                  <a:pt x="743" y="696717"/>
                </a:cubicBezTo>
                <a:cubicBezTo>
                  <a:pt x="-6200" y="834768"/>
                  <a:pt x="35702" y="970607"/>
                  <a:pt x="118704" y="1080649"/>
                </a:cubicBezTo>
                <a:cubicBezTo>
                  <a:pt x="124655" y="1088536"/>
                  <a:pt x="136818" y="1086564"/>
                  <a:pt x="140278" y="1077306"/>
                </a:cubicBezTo>
                <a:cubicBezTo>
                  <a:pt x="237560" y="817096"/>
                  <a:pt x="431763" y="606430"/>
                  <a:pt x="679770" y="487492"/>
                </a:cubicBezTo>
                <a:cubicBezTo>
                  <a:pt x="745235" y="456097"/>
                  <a:pt x="822118" y="474764"/>
                  <a:pt x="873512" y="526049"/>
                </a:cubicBezTo>
                <a:cubicBezTo>
                  <a:pt x="570576" y="623785"/>
                  <a:pt x="331009" y="857061"/>
                  <a:pt x="225315" y="1156335"/>
                </a:cubicBezTo>
                <a:cubicBezTo>
                  <a:pt x="184694" y="1259205"/>
                  <a:pt x="146737" y="1416063"/>
                  <a:pt x="140278" y="1524000"/>
                </a:cubicBezTo>
                <a:lnTo>
                  <a:pt x="199596" y="1524000"/>
                </a:lnTo>
                <a:cubicBezTo>
                  <a:pt x="225899" y="1524000"/>
                  <a:pt x="247057" y="1502636"/>
                  <a:pt x="249625" y="1476451"/>
                </a:cubicBezTo>
                <a:cubicBezTo>
                  <a:pt x="257588" y="1395279"/>
                  <a:pt x="284227" y="1313536"/>
                  <a:pt x="312675" y="1245003"/>
                </a:cubicBezTo>
                <a:cubicBezTo>
                  <a:pt x="406183" y="1294438"/>
                  <a:pt x="512174" y="1318889"/>
                  <a:pt x="618641" y="1313517"/>
                </a:cubicBezTo>
                <a:cubicBezTo>
                  <a:pt x="764351" y="1306163"/>
                  <a:pt x="902163" y="1245146"/>
                  <a:pt x="1005449" y="1142267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86477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660" advClick="0" advTm="2000">
        <p159:morph option="byObject"/>
      </p:transition>
    </mc:Choice>
    <mc:Fallback xmlns="">
      <p:transition spd="med" advClick="0" advTm="2000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7B5D420-DFFE-4855-D820-CFA758FFA6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87D41796-64AE-C5B1-AAB1-0F8D52073672}"/>
              </a:ext>
            </a:extLst>
          </p:cNvPr>
          <p:cNvSpPr/>
          <p:nvPr/>
        </p:nvSpPr>
        <p:spPr>
          <a:xfrm>
            <a:off x="0" y="6858000"/>
            <a:ext cx="121920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!! 圆形1">
            <a:extLst>
              <a:ext uri="{FF2B5EF4-FFF2-40B4-BE49-F238E27FC236}">
                <a16:creationId xmlns:a16="http://schemas.microsoft.com/office/drawing/2014/main" id="{085EDC6E-6E78-495A-D313-620071F92CC3}"/>
              </a:ext>
            </a:extLst>
          </p:cNvPr>
          <p:cNvSpPr/>
          <p:nvPr/>
        </p:nvSpPr>
        <p:spPr>
          <a:xfrm>
            <a:off x="838200" y="-11112500"/>
            <a:ext cx="10515600" cy="105156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!! 圆形2">
            <a:extLst>
              <a:ext uri="{FF2B5EF4-FFF2-40B4-BE49-F238E27FC236}">
                <a16:creationId xmlns:a16="http://schemas.microsoft.com/office/drawing/2014/main" id="{FA059299-28AF-5784-F496-D00F3712462E}"/>
              </a:ext>
            </a:extLst>
          </p:cNvPr>
          <p:cNvSpPr/>
          <p:nvPr/>
        </p:nvSpPr>
        <p:spPr>
          <a:xfrm>
            <a:off x="838200" y="7306129"/>
            <a:ext cx="10515600" cy="10515600"/>
          </a:xfrm>
          <a:prstGeom prst="ellipse">
            <a:avLst/>
          </a:prstGeom>
          <a:solidFill>
            <a:schemeClr val="accent3"/>
          </a:solidFill>
          <a:ln>
            <a:noFill/>
          </a:ln>
          <a:effectLst>
            <a:outerShdw blurRad="584200" sx="105000" sy="105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!! 圆形3">
            <a:extLst>
              <a:ext uri="{FF2B5EF4-FFF2-40B4-BE49-F238E27FC236}">
                <a16:creationId xmlns:a16="http://schemas.microsoft.com/office/drawing/2014/main" id="{C9E6D7BB-3488-3077-B692-87FE03BDFF95}"/>
              </a:ext>
            </a:extLst>
          </p:cNvPr>
          <p:cNvSpPr/>
          <p:nvPr/>
        </p:nvSpPr>
        <p:spPr>
          <a:xfrm>
            <a:off x="1930399" y="8398328"/>
            <a:ext cx="8331202" cy="8331202"/>
          </a:xfrm>
          <a:prstGeom prst="ellipse">
            <a:avLst/>
          </a:prstGeom>
          <a:solidFill>
            <a:schemeClr val="accent3"/>
          </a:solidFill>
          <a:ln>
            <a:noFill/>
          </a:ln>
          <a:effectLst>
            <a:outerShdw blurRad="584200" sx="105000" sy="105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31542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660" advClick="0" advTm="0">
        <p159:morph option="byObject"/>
      </p:transition>
    </mc:Choice>
    <mc:Fallback xmlns="">
      <p:transition spd="med" advClick="0" advTm="0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422B66A-2CA6-6373-9271-9EBBEF1225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!! 圆形1">
            <a:extLst>
              <a:ext uri="{FF2B5EF4-FFF2-40B4-BE49-F238E27FC236}">
                <a16:creationId xmlns:a16="http://schemas.microsoft.com/office/drawing/2014/main" id="{B64281C8-7779-A38A-64F2-C27EEB58F874}"/>
              </a:ext>
            </a:extLst>
          </p:cNvPr>
          <p:cNvSpPr/>
          <p:nvPr/>
        </p:nvSpPr>
        <p:spPr>
          <a:xfrm>
            <a:off x="838200" y="-11112500"/>
            <a:ext cx="10515600" cy="105156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>
              <a:defRPr/>
            </a:pPr>
            <a:endParaRPr lang="zh-CN" altLang="en-US">
              <a:solidFill>
                <a:srgbClr val="F5F5F5"/>
              </a:solidFill>
              <a:latin typeface="vivo Sans"/>
              <a:ea typeface="vivo Sans"/>
            </a:endParaRPr>
          </a:p>
        </p:txBody>
      </p:sp>
      <p:sp>
        <p:nvSpPr>
          <p:cNvPr id="7" name="!! 圆形2">
            <a:extLst>
              <a:ext uri="{FF2B5EF4-FFF2-40B4-BE49-F238E27FC236}">
                <a16:creationId xmlns:a16="http://schemas.microsoft.com/office/drawing/2014/main" id="{33912912-95EC-A5AC-3BE2-7CD29AD60F75}"/>
              </a:ext>
            </a:extLst>
          </p:cNvPr>
          <p:cNvSpPr/>
          <p:nvPr/>
        </p:nvSpPr>
        <p:spPr>
          <a:xfrm>
            <a:off x="838200" y="7306129"/>
            <a:ext cx="10515600" cy="10515600"/>
          </a:xfrm>
          <a:prstGeom prst="ellipse">
            <a:avLst/>
          </a:prstGeom>
          <a:solidFill>
            <a:schemeClr val="accent3"/>
          </a:solidFill>
          <a:ln>
            <a:noFill/>
          </a:ln>
          <a:effectLst>
            <a:outerShdw blurRad="584200" sx="105000" sy="105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>
              <a:defRPr/>
            </a:pPr>
            <a:endParaRPr lang="zh-CN" altLang="en-US">
              <a:solidFill>
                <a:srgbClr val="F5F5F5"/>
              </a:solidFill>
              <a:latin typeface="vivo Sans"/>
              <a:ea typeface="vivo Sans"/>
            </a:endParaRPr>
          </a:p>
        </p:txBody>
      </p:sp>
      <p:sp>
        <p:nvSpPr>
          <p:cNvPr id="10" name="!! 圆形3">
            <a:extLst>
              <a:ext uri="{FF2B5EF4-FFF2-40B4-BE49-F238E27FC236}">
                <a16:creationId xmlns:a16="http://schemas.microsoft.com/office/drawing/2014/main" id="{A5293979-93FB-B1E5-B07A-D2BC7A34460C}"/>
              </a:ext>
            </a:extLst>
          </p:cNvPr>
          <p:cNvSpPr/>
          <p:nvPr/>
        </p:nvSpPr>
        <p:spPr>
          <a:xfrm>
            <a:off x="1930399" y="8398328"/>
            <a:ext cx="8331202" cy="8331202"/>
          </a:xfrm>
          <a:prstGeom prst="ellipse">
            <a:avLst/>
          </a:prstGeom>
          <a:solidFill>
            <a:schemeClr val="accent3"/>
          </a:solidFill>
          <a:ln>
            <a:noFill/>
          </a:ln>
          <a:effectLst>
            <a:outerShdw blurRad="584200" sx="105000" sy="105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>
              <a:defRPr/>
            </a:pPr>
            <a:endParaRPr lang="zh-CN" altLang="en-US">
              <a:solidFill>
                <a:srgbClr val="F5F5F5"/>
              </a:solidFill>
              <a:latin typeface="vivo Sans"/>
              <a:ea typeface="vivo Sans"/>
            </a:endParaRPr>
          </a:p>
        </p:txBody>
      </p:sp>
      <p:grpSp>
        <p:nvGrpSpPr>
          <p:cNvPr id="2" name="带按钮的无图标提示框">
            <a:extLst>
              <a:ext uri="{FF2B5EF4-FFF2-40B4-BE49-F238E27FC236}">
                <a16:creationId xmlns:a16="http://schemas.microsoft.com/office/drawing/2014/main" id="{1CDCFDAA-49BB-1488-08B0-5E0D5ED5CD2C}"/>
              </a:ext>
            </a:extLst>
          </p:cNvPr>
          <p:cNvGrpSpPr/>
          <p:nvPr/>
        </p:nvGrpSpPr>
        <p:grpSpPr>
          <a:xfrm>
            <a:off x="3813543" y="2595767"/>
            <a:ext cx="4564916" cy="1666468"/>
            <a:chOff x="2912999" y="3341281"/>
            <a:chExt cx="4564916" cy="1666468"/>
          </a:xfrm>
        </p:grpSpPr>
        <p:sp>
          <p:nvSpPr>
            <p:cNvPr id="3" name="!! 弹窗">
              <a:extLst>
                <a:ext uri="{FF2B5EF4-FFF2-40B4-BE49-F238E27FC236}">
                  <a16:creationId xmlns:a16="http://schemas.microsoft.com/office/drawing/2014/main" id="{84CB9D4A-D289-88A9-7A17-76F52001ED0E}"/>
                </a:ext>
              </a:extLst>
            </p:cNvPr>
            <p:cNvSpPr/>
            <p:nvPr/>
          </p:nvSpPr>
          <p:spPr>
            <a:xfrm>
              <a:off x="2912999" y="3341281"/>
              <a:ext cx="4564916" cy="1666468"/>
            </a:xfrm>
            <a:prstGeom prst="roundRect">
              <a:avLst>
                <a:gd name="adj" fmla="val 4327"/>
              </a:avLst>
            </a:prstGeom>
            <a:solidFill>
              <a:schemeClr val="bg1"/>
            </a:solidFill>
            <a:ln>
              <a:noFill/>
            </a:ln>
            <a:effectLst>
              <a:outerShdw blurRad="254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标题">
              <a:extLst>
                <a:ext uri="{FF2B5EF4-FFF2-40B4-BE49-F238E27FC236}">
                  <a16:creationId xmlns:a16="http://schemas.microsoft.com/office/drawing/2014/main" id="{C7374ACB-621C-0A87-5A62-EF7F0FDF77F0}"/>
                </a:ext>
              </a:extLst>
            </p:cNvPr>
            <p:cNvSpPr txBox="1"/>
            <p:nvPr/>
          </p:nvSpPr>
          <p:spPr>
            <a:xfrm>
              <a:off x="3314796" y="3596868"/>
              <a:ext cx="203306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>
                  <a:latin typeface="+mj-ea"/>
                  <a:ea typeface="+mj-ea"/>
                </a:rPr>
                <a:t>演示</a:t>
              </a:r>
            </a:p>
          </p:txBody>
        </p:sp>
        <p:sp>
          <p:nvSpPr>
            <p:cNvPr id="6" name="副标题">
              <a:extLst>
                <a:ext uri="{FF2B5EF4-FFF2-40B4-BE49-F238E27FC236}">
                  <a16:creationId xmlns:a16="http://schemas.microsoft.com/office/drawing/2014/main" id="{BF9C9285-231D-3115-73BE-FA9893A06A38}"/>
                </a:ext>
              </a:extLst>
            </p:cNvPr>
            <p:cNvSpPr txBox="1"/>
            <p:nvPr/>
          </p:nvSpPr>
          <p:spPr>
            <a:xfrm>
              <a:off x="3314796" y="3915526"/>
              <a:ext cx="292572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dirty="0">
                  <a:latin typeface="+mn-ea"/>
                </a:rPr>
                <a:t>是否启动</a:t>
              </a:r>
              <a:r>
                <a:rPr lang="en-US" altLang="zh-CN" sz="1400" dirty="0" err="1">
                  <a:latin typeface="+mn-ea"/>
                </a:rPr>
                <a:t>oobe</a:t>
              </a:r>
              <a:endParaRPr lang="zh-CN" altLang="en-US" sz="1400" dirty="0">
                <a:latin typeface="+mn-ea"/>
              </a:endParaRPr>
            </a:p>
          </p:txBody>
        </p:sp>
        <p:sp>
          <p:nvSpPr>
            <p:cNvPr id="9" name="矩形: 圆角 8">
              <a:hlinkClick r:id="rId2" action="ppaction://hlinksldjump"/>
              <a:extLst>
                <a:ext uri="{FF2B5EF4-FFF2-40B4-BE49-F238E27FC236}">
                  <a16:creationId xmlns:a16="http://schemas.microsoft.com/office/drawing/2014/main" id="{86382A0C-7738-E563-F55D-BD1AE03D9D34}"/>
                </a:ext>
              </a:extLst>
            </p:cNvPr>
            <p:cNvSpPr/>
            <p:nvPr/>
          </p:nvSpPr>
          <p:spPr>
            <a:xfrm>
              <a:off x="6114226" y="4496746"/>
              <a:ext cx="1125334" cy="307777"/>
            </a:xfrm>
            <a:prstGeom prst="roundRect">
              <a:avLst>
                <a:gd name="adj" fmla="val 17692"/>
              </a:avLst>
            </a:prstGeom>
            <a:solidFill>
              <a:schemeClr val="accent1"/>
            </a:solidFill>
            <a:ln>
              <a:noFill/>
            </a:ln>
            <a:effectLst>
              <a:outerShdw blurRad="50800" dist="25400" dir="5400000" algn="t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189">
                <a:defRPr/>
              </a:pPr>
              <a:r>
                <a:rPr lang="zh-CN" altLang="en-US" sz="1100" dirty="0">
                  <a:solidFill>
                    <a:prstClr val="white"/>
                  </a:solidFill>
                  <a:latin typeface="OPPOSans M" panose="00020600040101010101" pitchFamily="18" charset="-122"/>
                  <a:ea typeface="OPPOSans M" panose="00020600040101010101" pitchFamily="18" charset="-122"/>
                  <a:cs typeface="OPPOSans M" panose="00020600040101010101" pitchFamily="18" charset="-122"/>
                </a:rPr>
                <a:t>确定</a:t>
              </a:r>
            </a:p>
          </p:txBody>
        </p:sp>
        <p:sp>
          <p:nvSpPr>
            <p:cNvPr id="11" name="矩形: 圆角 10">
              <a:hlinkClick r:id="rId3" action="ppaction://hlinksldjump"/>
              <a:extLst>
                <a:ext uri="{FF2B5EF4-FFF2-40B4-BE49-F238E27FC236}">
                  <a16:creationId xmlns:a16="http://schemas.microsoft.com/office/drawing/2014/main" id="{1EF53878-0DBF-043E-4D2F-28766E93D611}"/>
                </a:ext>
              </a:extLst>
            </p:cNvPr>
            <p:cNvSpPr/>
            <p:nvPr/>
          </p:nvSpPr>
          <p:spPr>
            <a:xfrm>
              <a:off x="4851768" y="4493520"/>
              <a:ext cx="1125334" cy="307777"/>
            </a:xfrm>
            <a:prstGeom prst="roundRect">
              <a:avLst>
                <a:gd name="adj" fmla="val 17692"/>
              </a:avLst>
            </a:prstGeom>
            <a:solidFill>
              <a:schemeClr val="bg1"/>
            </a:solidFill>
            <a:ln w="9525">
              <a:solidFill>
                <a:schemeClr val="accent1"/>
              </a:solidFill>
            </a:ln>
            <a:effectLst>
              <a:outerShdw blurRad="50800" dist="25400" dir="5400000" algn="t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189">
                <a:defRPr/>
              </a:pPr>
              <a:r>
                <a:rPr lang="zh-CN" altLang="en-US" sz="1100" dirty="0">
                  <a:solidFill>
                    <a:schemeClr val="accent1"/>
                  </a:solidFill>
                  <a:latin typeface="OPPOSans M" panose="00020600040101010101" pitchFamily="18" charset="-122"/>
                  <a:ea typeface="OPPOSans M" panose="00020600040101010101" pitchFamily="18" charset="-122"/>
                  <a:cs typeface="OPPOSans M" panose="00020600040101010101" pitchFamily="18" charset="-122"/>
                </a:rPr>
                <a:t>不启动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322208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path" presetSubtype="0" decel="9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.09005 " pathEditMode="relative" rAng="0" ptsTypes="AA">
                                      <p:cBhvr>
                                        <p:cTn id="9" dur="500" spd="-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449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3"/>
            </a:gs>
            <a:gs pos="100000">
              <a:schemeClr val="accent4"/>
            </a:gs>
          </a:gsLst>
          <a:path path="circle">
            <a:fillToRect l="100000" b="100000"/>
          </a:path>
          <a:tileRect t="-100000" r="-10000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9577DD1-EEBE-4448-5DCD-EF54762D17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 圆形1">
            <a:extLst>
              <a:ext uri="{FF2B5EF4-FFF2-40B4-BE49-F238E27FC236}">
                <a16:creationId xmlns:a16="http://schemas.microsoft.com/office/drawing/2014/main" id="{DE26864E-37A1-3BAB-FD49-E64DC115BAD1}"/>
              </a:ext>
            </a:extLst>
          </p:cNvPr>
          <p:cNvSpPr/>
          <p:nvPr/>
        </p:nvSpPr>
        <p:spPr>
          <a:xfrm>
            <a:off x="838200" y="-5041900"/>
            <a:ext cx="10515600" cy="105156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>
              <a:defRPr/>
            </a:pPr>
            <a:endParaRPr lang="zh-CN" altLang="en-US">
              <a:solidFill>
                <a:srgbClr val="F5F5F5"/>
              </a:solidFill>
              <a:latin typeface="vivo Sans"/>
              <a:ea typeface="vivo Sans"/>
            </a:endParaRPr>
          </a:p>
        </p:txBody>
      </p:sp>
      <p:sp>
        <p:nvSpPr>
          <p:cNvPr id="3" name="!! 圆形2">
            <a:extLst>
              <a:ext uri="{FF2B5EF4-FFF2-40B4-BE49-F238E27FC236}">
                <a16:creationId xmlns:a16="http://schemas.microsoft.com/office/drawing/2014/main" id="{3F8B15D9-9FB5-A78B-4D40-DFF44915C7F2}"/>
              </a:ext>
            </a:extLst>
          </p:cNvPr>
          <p:cNvSpPr/>
          <p:nvPr/>
        </p:nvSpPr>
        <p:spPr>
          <a:xfrm>
            <a:off x="203200" y="1447800"/>
            <a:ext cx="11785600" cy="11785600"/>
          </a:xfrm>
          <a:prstGeom prst="ellipse">
            <a:avLst/>
          </a:prstGeom>
          <a:solidFill>
            <a:schemeClr val="accent3"/>
          </a:solidFill>
          <a:ln>
            <a:noFill/>
          </a:ln>
          <a:effectLst>
            <a:outerShdw blurRad="584200" sx="105000" sy="105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>
              <a:defRPr/>
            </a:pPr>
            <a:endParaRPr lang="zh-CN" altLang="en-US">
              <a:solidFill>
                <a:srgbClr val="F5F5F5"/>
              </a:solidFill>
              <a:latin typeface="vivo Sans"/>
              <a:ea typeface="vivo Sans"/>
            </a:endParaRPr>
          </a:p>
        </p:txBody>
      </p:sp>
      <p:sp>
        <p:nvSpPr>
          <p:cNvPr id="7" name="!! 圆形3">
            <a:extLst>
              <a:ext uri="{FF2B5EF4-FFF2-40B4-BE49-F238E27FC236}">
                <a16:creationId xmlns:a16="http://schemas.microsoft.com/office/drawing/2014/main" id="{D51379DB-2517-ED5B-C188-945BF14524F2}"/>
              </a:ext>
            </a:extLst>
          </p:cNvPr>
          <p:cNvSpPr/>
          <p:nvPr/>
        </p:nvSpPr>
        <p:spPr>
          <a:xfrm>
            <a:off x="1930399" y="4470399"/>
            <a:ext cx="8331203" cy="8331203"/>
          </a:xfrm>
          <a:prstGeom prst="ellipse">
            <a:avLst/>
          </a:prstGeom>
          <a:solidFill>
            <a:schemeClr val="accent3"/>
          </a:solidFill>
          <a:ln>
            <a:noFill/>
          </a:ln>
          <a:effectLst>
            <a:outerShdw blurRad="584200" sx="105000" sy="105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>
              <a:defRPr/>
            </a:pPr>
            <a:endParaRPr lang="zh-CN" altLang="en-US">
              <a:solidFill>
                <a:srgbClr val="F5F5F5"/>
              </a:solidFill>
              <a:latin typeface="vivo Sans"/>
              <a:ea typeface="vivo Sans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1D215AF-861D-5B22-824E-379333BE1AC6}"/>
              </a:ext>
            </a:extLst>
          </p:cNvPr>
          <p:cNvSpPr txBox="1"/>
          <p:nvPr/>
        </p:nvSpPr>
        <p:spPr>
          <a:xfrm>
            <a:off x="4675719" y="3105837"/>
            <a:ext cx="28405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377">
              <a:defRPr/>
            </a:pPr>
            <a:r>
              <a:rPr lang="zh-CN" altLang="en-US" sz="3600" dirty="0">
                <a:solidFill>
                  <a:srgbClr val="FFFFFF"/>
                </a:solidFill>
                <a:effectLst>
                  <a:outerShdw blurRad="127000" sx="102000" sy="102000" algn="ctr" rotWithShape="0">
                    <a:prstClr val="black">
                      <a:alpha val="20000"/>
                    </a:prstClr>
                  </a:outerShdw>
                </a:effectLst>
                <a:latin typeface="vivo Sans Medium"/>
                <a:ea typeface="vivo Sans Medium"/>
              </a:rPr>
              <a:t>你好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E12469C-1045-9E81-76FD-8ABBFC0BB979}"/>
              </a:ext>
            </a:extLst>
          </p:cNvPr>
          <p:cNvSpPr txBox="1"/>
          <p:nvPr/>
        </p:nvSpPr>
        <p:spPr>
          <a:xfrm>
            <a:off x="2717797" y="3167389"/>
            <a:ext cx="67564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377">
              <a:defRPr/>
            </a:pPr>
            <a:r>
              <a:rPr lang="zh-CN" altLang="en-US" sz="2800" dirty="0">
                <a:solidFill>
                  <a:srgbClr val="FFFFFF"/>
                </a:solidFill>
                <a:effectLst>
                  <a:outerShdw blurRad="127000" sx="102000" sy="102000" algn="ctr" rotWithShape="0">
                    <a:prstClr val="black">
                      <a:alpha val="20000"/>
                    </a:prstClr>
                  </a:outerShdw>
                </a:effectLst>
                <a:latin typeface="vivo Sans Medium"/>
                <a:ea typeface="vivo Sans Medium"/>
              </a:rPr>
              <a:t>欢迎使用 </a:t>
            </a:r>
            <a:r>
              <a:rPr lang="en-US" altLang="zh-CN" sz="2800" dirty="0">
                <a:solidFill>
                  <a:srgbClr val="FFFFFF"/>
                </a:solidFill>
                <a:effectLst>
                  <a:outerShdw blurRad="127000" sx="102000" sy="102000" algn="ctr" rotWithShape="0">
                    <a:prstClr val="black">
                      <a:alpha val="20000"/>
                    </a:prstClr>
                  </a:outerShdw>
                </a:effectLst>
                <a:latin typeface="vivo Sans Medium"/>
                <a:ea typeface="vivo Sans Medium"/>
              </a:rPr>
              <a:t>Leaf OS </a:t>
            </a:r>
            <a:r>
              <a:rPr lang="en-US" altLang="zh-CN" sz="2800" dirty="0">
                <a:solidFill>
                  <a:srgbClr val="FFFFFF"/>
                </a:solidFill>
                <a:effectLst>
                  <a:outerShdw blurRad="127000" sx="102000" sy="102000" algn="ctr" rotWithShape="0">
                    <a:prstClr val="black">
                      <a:alpha val="20000"/>
                    </a:prstClr>
                  </a:outerShdw>
                </a:effectLst>
                <a:latin typeface="vivo Sans Light" panose="02000400000000000000" pitchFamily="2" charset="-122"/>
                <a:ea typeface="vivo Sans Light" panose="02000400000000000000" pitchFamily="2" charset="-122"/>
                <a:cs typeface="vivo Sans Light" panose="02000400000000000000" pitchFamily="2" charset="-122"/>
              </a:rPr>
              <a:t>5</a:t>
            </a:r>
            <a:r>
              <a:rPr lang="en-US" altLang="zh-CN" sz="2800" dirty="0">
                <a:solidFill>
                  <a:srgbClr val="FFFFFF"/>
                </a:solidFill>
                <a:effectLst>
                  <a:outerShdw blurRad="127000" sx="102000" sy="102000" algn="ctr" rotWithShape="0">
                    <a:prstClr val="black">
                      <a:alpha val="20000"/>
                    </a:prstClr>
                  </a:outerShdw>
                </a:effectLst>
                <a:latin typeface="vivo Sans Medium"/>
                <a:ea typeface="vivo Sans Medium"/>
              </a:rPr>
              <a:t> </a:t>
            </a:r>
            <a:r>
              <a:rPr lang="en-US" altLang="zh-CN" sz="2800" dirty="0">
                <a:solidFill>
                  <a:srgbClr val="FFFFFF"/>
                </a:solidFill>
                <a:effectLst>
                  <a:outerShdw blurRad="127000" sx="102000" sy="102000" algn="ctr" rotWithShape="0">
                    <a:prstClr val="black">
                      <a:alpha val="20000"/>
                    </a:prstClr>
                  </a:outerShdw>
                </a:effectLst>
                <a:latin typeface="vivo Sans Light" panose="02000400000000000000" pitchFamily="2" charset="-122"/>
                <a:ea typeface="vivo Sans Light" panose="02000400000000000000" pitchFamily="2" charset="-122"/>
                <a:cs typeface="vivo Sans Light" panose="02000400000000000000" pitchFamily="2" charset="-122"/>
              </a:rPr>
              <a:t>For Pad</a:t>
            </a:r>
            <a:endParaRPr lang="zh-CN" altLang="en-US" sz="2800" dirty="0">
              <a:solidFill>
                <a:srgbClr val="FFFFFF"/>
              </a:solidFill>
              <a:effectLst>
                <a:outerShdw blurRad="127000" sx="102000" sy="102000" algn="ctr" rotWithShape="0">
                  <a:prstClr val="black">
                    <a:alpha val="20000"/>
                  </a:prstClr>
                </a:outerShdw>
              </a:effectLst>
              <a:latin typeface="vivo Sans Light" panose="02000400000000000000" pitchFamily="2" charset="-122"/>
              <a:ea typeface="vivo Sans Light" panose="02000400000000000000" pitchFamily="2" charset="-122"/>
              <a:cs typeface="vivo Sans Light" panose="02000400000000000000" pitchFamily="2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96964B13-B447-79B4-5635-2AD9E32812A2}"/>
              </a:ext>
            </a:extLst>
          </p:cNvPr>
          <p:cNvSpPr/>
          <p:nvPr/>
        </p:nvSpPr>
        <p:spPr>
          <a:xfrm>
            <a:off x="5964723" y="6330449"/>
            <a:ext cx="262555" cy="315855"/>
          </a:xfrm>
          <a:custGeom>
            <a:avLst/>
            <a:gdLst>
              <a:gd name="connsiteX0" fmla="*/ 1005449 w 1266824"/>
              <a:gd name="connsiteY0" fmla="*/ 1142267 h 1524000"/>
              <a:gd name="connsiteX1" fmla="*/ 1266825 w 1266824"/>
              <a:gd name="connsiteY1" fmla="*/ 0 h 1524000"/>
              <a:gd name="connsiteX2" fmla="*/ 172089 w 1266824"/>
              <a:gd name="connsiteY2" fmla="*/ 310440 h 1524000"/>
              <a:gd name="connsiteX3" fmla="*/ 743 w 1266824"/>
              <a:gd name="connsiteY3" fmla="*/ 696717 h 1524000"/>
              <a:gd name="connsiteX4" fmla="*/ 118704 w 1266824"/>
              <a:gd name="connsiteY4" fmla="*/ 1080649 h 1524000"/>
              <a:gd name="connsiteX5" fmla="*/ 140278 w 1266824"/>
              <a:gd name="connsiteY5" fmla="*/ 1077306 h 1524000"/>
              <a:gd name="connsiteX6" fmla="*/ 679770 w 1266824"/>
              <a:gd name="connsiteY6" fmla="*/ 487492 h 1524000"/>
              <a:gd name="connsiteX7" fmla="*/ 873512 w 1266824"/>
              <a:gd name="connsiteY7" fmla="*/ 526049 h 1524000"/>
              <a:gd name="connsiteX8" fmla="*/ 225315 w 1266824"/>
              <a:gd name="connsiteY8" fmla="*/ 1156335 h 1524000"/>
              <a:gd name="connsiteX9" fmla="*/ 140278 w 1266824"/>
              <a:gd name="connsiteY9" fmla="*/ 1524000 h 1524000"/>
              <a:gd name="connsiteX10" fmla="*/ 199596 w 1266824"/>
              <a:gd name="connsiteY10" fmla="*/ 1524000 h 1524000"/>
              <a:gd name="connsiteX11" fmla="*/ 249625 w 1266824"/>
              <a:gd name="connsiteY11" fmla="*/ 1476451 h 1524000"/>
              <a:gd name="connsiteX12" fmla="*/ 312675 w 1266824"/>
              <a:gd name="connsiteY12" fmla="*/ 1245003 h 1524000"/>
              <a:gd name="connsiteX13" fmla="*/ 618641 w 1266824"/>
              <a:gd name="connsiteY13" fmla="*/ 1313517 h 1524000"/>
              <a:gd name="connsiteX14" fmla="*/ 1005449 w 1266824"/>
              <a:gd name="connsiteY14" fmla="*/ 1142267 h 1524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66824" h="1524000">
                <a:moveTo>
                  <a:pt x="1005449" y="1142267"/>
                </a:moveTo>
                <a:cubicBezTo>
                  <a:pt x="1272045" y="876058"/>
                  <a:pt x="1265577" y="32682"/>
                  <a:pt x="1266825" y="0"/>
                </a:cubicBezTo>
                <a:cubicBezTo>
                  <a:pt x="1233859" y="1542"/>
                  <a:pt x="433460" y="49457"/>
                  <a:pt x="172089" y="310440"/>
                </a:cubicBezTo>
                <a:cubicBezTo>
                  <a:pt x="69106" y="413615"/>
                  <a:pt x="8061" y="551232"/>
                  <a:pt x="743" y="696717"/>
                </a:cubicBezTo>
                <a:cubicBezTo>
                  <a:pt x="-6200" y="834768"/>
                  <a:pt x="35702" y="970607"/>
                  <a:pt x="118704" y="1080649"/>
                </a:cubicBezTo>
                <a:cubicBezTo>
                  <a:pt x="124655" y="1088536"/>
                  <a:pt x="136818" y="1086564"/>
                  <a:pt x="140278" y="1077306"/>
                </a:cubicBezTo>
                <a:cubicBezTo>
                  <a:pt x="237560" y="817096"/>
                  <a:pt x="431763" y="606430"/>
                  <a:pt x="679770" y="487492"/>
                </a:cubicBezTo>
                <a:cubicBezTo>
                  <a:pt x="745235" y="456097"/>
                  <a:pt x="822118" y="474764"/>
                  <a:pt x="873512" y="526049"/>
                </a:cubicBezTo>
                <a:cubicBezTo>
                  <a:pt x="570576" y="623785"/>
                  <a:pt x="331009" y="857061"/>
                  <a:pt x="225315" y="1156335"/>
                </a:cubicBezTo>
                <a:cubicBezTo>
                  <a:pt x="184694" y="1259205"/>
                  <a:pt x="146737" y="1416063"/>
                  <a:pt x="140278" y="1524000"/>
                </a:cubicBezTo>
                <a:lnTo>
                  <a:pt x="199596" y="1524000"/>
                </a:lnTo>
                <a:cubicBezTo>
                  <a:pt x="225899" y="1524000"/>
                  <a:pt x="247057" y="1502636"/>
                  <a:pt x="249625" y="1476451"/>
                </a:cubicBezTo>
                <a:cubicBezTo>
                  <a:pt x="257588" y="1395279"/>
                  <a:pt x="284227" y="1313536"/>
                  <a:pt x="312675" y="1245003"/>
                </a:cubicBezTo>
                <a:cubicBezTo>
                  <a:pt x="406183" y="1294438"/>
                  <a:pt x="512174" y="1318889"/>
                  <a:pt x="618641" y="1313517"/>
                </a:cubicBezTo>
                <a:cubicBezTo>
                  <a:pt x="764351" y="1306163"/>
                  <a:pt x="902163" y="1245146"/>
                  <a:pt x="1005449" y="1142267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defTabSz="914377">
              <a:defRPr/>
            </a:pPr>
            <a:endParaRPr lang="zh-CN" altLang="en-US">
              <a:solidFill>
                <a:srgbClr val="181818"/>
              </a:solidFill>
              <a:latin typeface="vivo Sans"/>
              <a:ea typeface="vivo Sans"/>
            </a:endParaRPr>
          </a:p>
        </p:txBody>
      </p:sp>
    </p:spTree>
    <p:extLst>
      <p:ext uri="{BB962C8B-B14F-4D97-AF65-F5344CB8AC3E}">
        <p14:creationId xmlns:p14="http://schemas.microsoft.com/office/powerpoint/2010/main" val="34224531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 advClick="0" advTm="2000">
        <p159:morph option="byObject"/>
      </p:transition>
    </mc:Choice>
    <mc:Fallback xmlns="">
      <p:transition spd="med" advClick="0" advTm="2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5000" fill="hold"/>
                                        <p:tgtEl>
                                          <p:spTgt spid="7"/>
                                        </p:tgtEl>
                                      </p:cBhvr>
                                      <p:by x="135000" y="135000"/>
                                    </p:animScale>
                                  </p:childTnLst>
                                </p:cTn>
                              </p:par>
                              <p:par>
                                <p:cTn id="7" presetID="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8" dur="5000" fill="hold"/>
                                        <p:tgtEl>
                                          <p:spTgt spid="3"/>
                                        </p:tgtEl>
                                      </p:cBhvr>
                                      <p:by x="135000" y="135000"/>
                                    </p:animScale>
                                  </p:childTnLst>
                                </p:cTn>
                              </p:par>
                              <p:par>
                                <p:cTn id="9" presetID="6" presetClass="emph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0" dur="5000" fill="hold"/>
                                        <p:tgtEl>
                                          <p:spTgt spid="2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  <p:par>
                                <p:cTn id="11" presetID="10" presetClass="exit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7" grpId="0" animBg="1"/>
      <p:bldP spid="6" grpId="0"/>
      <p:bldP spid="8" grpId="0"/>
    </p:bldLst>
  </p:timing>
  <p:extLst>
    <p:ext uri="{6950BFC3-D8DA-4A85-94F7-54DA5524770B}">
      <p188:commentRel xmlns:p188="http://schemas.microsoft.com/office/powerpoint/2018/8/main" r:id="rId2"/>
    </p:ext>
  </p:extLs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3"/>
            </a:gs>
            <a:gs pos="100000">
              <a:schemeClr val="accent4"/>
            </a:gs>
          </a:gsLst>
          <a:path path="circle">
            <a:fillToRect l="100000" b="10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EE5221A-8E5C-DBE8-167B-D3ED385B23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!! 圆形1">
            <a:extLst>
              <a:ext uri="{FF2B5EF4-FFF2-40B4-BE49-F238E27FC236}">
                <a16:creationId xmlns:a16="http://schemas.microsoft.com/office/drawing/2014/main" id="{F81D4FE8-A0F2-EC27-D894-31CCB13471DF}"/>
              </a:ext>
            </a:extLst>
          </p:cNvPr>
          <p:cNvSpPr/>
          <p:nvPr/>
        </p:nvSpPr>
        <p:spPr>
          <a:xfrm>
            <a:off x="838200" y="-11112500"/>
            <a:ext cx="10515600" cy="105156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>
              <a:defRPr/>
            </a:pPr>
            <a:endParaRPr lang="zh-CN" altLang="en-US">
              <a:solidFill>
                <a:srgbClr val="F5F5F5"/>
              </a:solidFill>
              <a:latin typeface="vivo Sans"/>
              <a:ea typeface="vivo Sans"/>
            </a:endParaRPr>
          </a:p>
        </p:txBody>
      </p:sp>
      <p:sp>
        <p:nvSpPr>
          <p:cNvPr id="9" name="!! 圆形2">
            <a:extLst>
              <a:ext uri="{FF2B5EF4-FFF2-40B4-BE49-F238E27FC236}">
                <a16:creationId xmlns:a16="http://schemas.microsoft.com/office/drawing/2014/main" id="{87A6301C-99FC-DDB1-60D9-76E1B3C432AE}"/>
              </a:ext>
            </a:extLst>
          </p:cNvPr>
          <p:cNvSpPr/>
          <p:nvPr/>
        </p:nvSpPr>
        <p:spPr>
          <a:xfrm>
            <a:off x="838200" y="7306129"/>
            <a:ext cx="10515600" cy="10515600"/>
          </a:xfrm>
          <a:prstGeom prst="ellipse">
            <a:avLst/>
          </a:prstGeom>
          <a:solidFill>
            <a:schemeClr val="accent3"/>
          </a:solidFill>
          <a:ln>
            <a:noFill/>
          </a:ln>
          <a:effectLst>
            <a:outerShdw blurRad="584200" sx="105000" sy="105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>
              <a:defRPr/>
            </a:pPr>
            <a:endParaRPr lang="zh-CN" altLang="en-US">
              <a:solidFill>
                <a:srgbClr val="F5F5F5"/>
              </a:solidFill>
              <a:latin typeface="vivo Sans"/>
              <a:ea typeface="vivo Sans"/>
            </a:endParaRPr>
          </a:p>
        </p:txBody>
      </p:sp>
      <p:sp>
        <p:nvSpPr>
          <p:cNvPr id="10" name="!! 圆形3">
            <a:extLst>
              <a:ext uri="{FF2B5EF4-FFF2-40B4-BE49-F238E27FC236}">
                <a16:creationId xmlns:a16="http://schemas.microsoft.com/office/drawing/2014/main" id="{693B6BF5-AEAC-F9C8-2467-64787C16421F}"/>
              </a:ext>
            </a:extLst>
          </p:cNvPr>
          <p:cNvSpPr/>
          <p:nvPr/>
        </p:nvSpPr>
        <p:spPr>
          <a:xfrm>
            <a:off x="1930399" y="8398328"/>
            <a:ext cx="8331202" cy="8331202"/>
          </a:xfrm>
          <a:prstGeom prst="ellipse">
            <a:avLst/>
          </a:prstGeom>
          <a:solidFill>
            <a:schemeClr val="accent3"/>
          </a:solidFill>
          <a:ln>
            <a:noFill/>
          </a:ln>
          <a:effectLst>
            <a:outerShdw blurRad="584200" sx="105000" sy="105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>
              <a:defRPr/>
            </a:pPr>
            <a:endParaRPr lang="zh-CN" altLang="en-US">
              <a:solidFill>
                <a:srgbClr val="F5F5F5"/>
              </a:solidFill>
              <a:latin typeface="vivo Sans"/>
              <a:ea typeface="vivo Sans"/>
            </a:endParaRPr>
          </a:p>
        </p:txBody>
      </p:sp>
    </p:spTree>
    <p:extLst>
      <p:ext uri="{BB962C8B-B14F-4D97-AF65-F5344CB8AC3E}">
        <p14:creationId xmlns:p14="http://schemas.microsoft.com/office/powerpoint/2010/main" val="1647550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 advClick="0" advTm="0">
        <p159:morph option="byObject"/>
      </p:transition>
    </mc:Choice>
    <mc:Fallback xmlns="">
      <p:transition spd="med" advClick="0" advTm="0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3"/>
            </a:gs>
            <a:gs pos="100000">
              <a:schemeClr val="accent4"/>
            </a:gs>
          </a:gsLst>
          <a:path path="circle">
            <a:fillToRect l="100000" b="10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F4D7BE1-8718-ECB8-2AC2-983546E580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!! 圆形1">
            <a:extLst>
              <a:ext uri="{FF2B5EF4-FFF2-40B4-BE49-F238E27FC236}">
                <a16:creationId xmlns:a16="http://schemas.microsoft.com/office/drawing/2014/main" id="{C74C52E4-DF71-55A3-132C-2E0B14EC8C3A}"/>
              </a:ext>
            </a:extLst>
          </p:cNvPr>
          <p:cNvSpPr/>
          <p:nvPr/>
        </p:nvSpPr>
        <p:spPr>
          <a:xfrm>
            <a:off x="838200" y="-11112500"/>
            <a:ext cx="10515600" cy="105156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>
              <a:defRPr/>
            </a:pPr>
            <a:endParaRPr lang="zh-CN" altLang="en-US">
              <a:solidFill>
                <a:srgbClr val="F5F5F5"/>
              </a:solidFill>
              <a:latin typeface="vivo Sans"/>
              <a:ea typeface="vivo Sans"/>
            </a:endParaRPr>
          </a:p>
        </p:txBody>
      </p:sp>
      <p:sp>
        <p:nvSpPr>
          <p:cNvPr id="9" name="!! 圆形2">
            <a:extLst>
              <a:ext uri="{FF2B5EF4-FFF2-40B4-BE49-F238E27FC236}">
                <a16:creationId xmlns:a16="http://schemas.microsoft.com/office/drawing/2014/main" id="{6A5BB74F-030F-46FE-879A-80C8189D9329}"/>
              </a:ext>
            </a:extLst>
          </p:cNvPr>
          <p:cNvSpPr/>
          <p:nvPr/>
        </p:nvSpPr>
        <p:spPr>
          <a:xfrm>
            <a:off x="838200" y="7306129"/>
            <a:ext cx="10515600" cy="10515600"/>
          </a:xfrm>
          <a:prstGeom prst="ellipse">
            <a:avLst/>
          </a:prstGeom>
          <a:solidFill>
            <a:schemeClr val="accent3"/>
          </a:solidFill>
          <a:ln>
            <a:noFill/>
          </a:ln>
          <a:effectLst>
            <a:outerShdw blurRad="584200" sx="105000" sy="105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>
              <a:defRPr/>
            </a:pPr>
            <a:endParaRPr lang="zh-CN" altLang="en-US">
              <a:solidFill>
                <a:srgbClr val="F5F5F5"/>
              </a:solidFill>
              <a:latin typeface="vivo Sans"/>
              <a:ea typeface="vivo Sans"/>
            </a:endParaRPr>
          </a:p>
        </p:txBody>
      </p:sp>
      <p:sp>
        <p:nvSpPr>
          <p:cNvPr id="10" name="!! 圆形3">
            <a:extLst>
              <a:ext uri="{FF2B5EF4-FFF2-40B4-BE49-F238E27FC236}">
                <a16:creationId xmlns:a16="http://schemas.microsoft.com/office/drawing/2014/main" id="{BE8A1781-453E-5A8B-4C2A-ABA579BB3941}"/>
              </a:ext>
            </a:extLst>
          </p:cNvPr>
          <p:cNvSpPr/>
          <p:nvPr/>
        </p:nvSpPr>
        <p:spPr>
          <a:xfrm>
            <a:off x="1930399" y="8398328"/>
            <a:ext cx="8331202" cy="8331202"/>
          </a:xfrm>
          <a:prstGeom prst="ellipse">
            <a:avLst/>
          </a:prstGeom>
          <a:solidFill>
            <a:schemeClr val="accent3"/>
          </a:solidFill>
          <a:ln>
            <a:noFill/>
          </a:ln>
          <a:effectLst>
            <a:outerShdw blurRad="584200" sx="105000" sy="105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>
              <a:defRPr/>
            </a:pPr>
            <a:endParaRPr lang="zh-CN" altLang="en-US">
              <a:solidFill>
                <a:srgbClr val="F5F5F5"/>
              </a:solidFill>
              <a:latin typeface="vivo Sans"/>
              <a:ea typeface="vivo Sans"/>
            </a:endParaRPr>
          </a:p>
        </p:txBody>
      </p:sp>
      <p:sp>
        <p:nvSpPr>
          <p:cNvPr id="13" name="!! 背景板">
            <a:extLst>
              <a:ext uri="{FF2B5EF4-FFF2-40B4-BE49-F238E27FC236}">
                <a16:creationId xmlns:a16="http://schemas.microsoft.com/office/drawing/2014/main" id="{9F65DC05-9ACD-4B11-EC8E-EBABF477C468}"/>
              </a:ext>
            </a:extLst>
          </p:cNvPr>
          <p:cNvSpPr/>
          <p:nvPr/>
        </p:nvSpPr>
        <p:spPr>
          <a:xfrm>
            <a:off x="6096001" y="644071"/>
            <a:ext cx="5088468" cy="5569863"/>
          </a:xfrm>
          <a:prstGeom prst="roundRect">
            <a:avLst>
              <a:gd name="adj" fmla="val 3920"/>
            </a:avLst>
          </a:prstGeom>
          <a:solidFill>
            <a:schemeClr val="bg2"/>
          </a:solidFill>
          <a:ln>
            <a:noFill/>
          </a:ln>
          <a:effectLst>
            <a:outerShdw blurRad="2032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>
              <a:defRPr/>
            </a:pPr>
            <a:endParaRPr lang="zh-CN" altLang="en-US">
              <a:solidFill>
                <a:srgbClr val="F5F5F5"/>
              </a:solidFill>
              <a:latin typeface="vivo Sans"/>
              <a:ea typeface="vivo Sans"/>
            </a:endParaRPr>
          </a:p>
        </p:txBody>
      </p:sp>
      <p:sp>
        <p:nvSpPr>
          <p:cNvPr id="18" name="!! 简中">
            <a:extLst>
              <a:ext uri="{FF2B5EF4-FFF2-40B4-BE49-F238E27FC236}">
                <a16:creationId xmlns:a16="http://schemas.microsoft.com/office/drawing/2014/main" id="{C8323857-9E54-9BAD-6A29-941F9D57AB95}"/>
              </a:ext>
            </a:extLst>
          </p:cNvPr>
          <p:cNvSpPr/>
          <p:nvPr/>
        </p:nvSpPr>
        <p:spPr>
          <a:xfrm>
            <a:off x="6434669" y="943418"/>
            <a:ext cx="4411132" cy="545100"/>
          </a:xfrm>
          <a:prstGeom prst="roundRect">
            <a:avLst>
              <a:gd name="adj" fmla="val 22880"/>
            </a:avLst>
          </a:prstGeom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71998" defTabSz="914377">
              <a:defRPr/>
            </a:pPr>
            <a:r>
              <a:rPr lang="zh-CN" altLang="en-US" dirty="0">
                <a:solidFill>
                  <a:srgbClr val="F5F5F5"/>
                </a:solidFill>
                <a:latin typeface="vivo Sans"/>
                <a:ea typeface="vivo Sans"/>
              </a:rPr>
              <a:t>简体中文（</a:t>
            </a:r>
            <a:r>
              <a:rPr lang="en-US" altLang="zh-CN" dirty="0" err="1">
                <a:solidFill>
                  <a:srgbClr val="F5F5F5"/>
                </a:solidFill>
                <a:latin typeface="vivo Sans"/>
                <a:ea typeface="vivo Sans"/>
              </a:rPr>
              <a:t>zh-cn</a:t>
            </a:r>
            <a:r>
              <a:rPr lang="zh-CN" altLang="en-US" dirty="0">
                <a:solidFill>
                  <a:srgbClr val="F5F5F5"/>
                </a:solidFill>
                <a:latin typeface="vivo Sans"/>
                <a:ea typeface="vivo Sans"/>
              </a:rPr>
              <a:t>）</a:t>
            </a:r>
          </a:p>
        </p:txBody>
      </p:sp>
      <p:sp>
        <p:nvSpPr>
          <p:cNvPr id="23" name="!! 继续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B5C7BC53-B641-79D5-F407-DFA0D6EA9ECD}"/>
              </a:ext>
            </a:extLst>
          </p:cNvPr>
          <p:cNvSpPr/>
          <p:nvPr/>
        </p:nvSpPr>
        <p:spPr>
          <a:xfrm>
            <a:off x="7483327" y="5441057"/>
            <a:ext cx="2313819" cy="40821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  <a:effectLst>
            <a:outerShdw blurRad="88900" sx="101000" sy="101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>
              <a:defRPr/>
            </a:pPr>
            <a:r>
              <a:rPr lang="zh-CN" altLang="en-US" sz="1400" dirty="0">
                <a:solidFill>
                  <a:srgbClr val="FFFFFF"/>
                </a:solidFill>
                <a:latin typeface="vivo Sans"/>
                <a:ea typeface="vivo Sans"/>
              </a:rPr>
              <a:t>继续</a:t>
            </a:r>
          </a:p>
        </p:txBody>
      </p:sp>
      <p:sp>
        <p:nvSpPr>
          <p:cNvPr id="2" name="!! P1">
            <a:extLst>
              <a:ext uri="{FF2B5EF4-FFF2-40B4-BE49-F238E27FC236}">
                <a16:creationId xmlns:a16="http://schemas.microsoft.com/office/drawing/2014/main" id="{0A296D16-FFA9-A44F-E539-95D7CF207439}"/>
              </a:ext>
            </a:extLst>
          </p:cNvPr>
          <p:cNvSpPr txBox="1"/>
          <p:nvPr/>
        </p:nvSpPr>
        <p:spPr>
          <a:xfrm>
            <a:off x="1513755" y="2908339"/>
            <a:ext cx="3411712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377">
              <a:defRPr/>
            </a:pPr>
            <a:r>
              <a:rPr lang="zh-CN" altLang="en-US" sz="3200" dirty="0">
                <a:solidFill>
                  <a:srgbClr val="181818"/>
                </a:solidFill>
                <a:latin typeface="vivo Sans"/>
                <a:ea typeface="vivo Sans"/>
              </a:rPr>
              <a:t>选择语言</a:t>
            </a:r>
            <a:endParaRPr lang="en-US" altLang="zh-CN" sz="3200" dirty="0">
              <a:solidFill>
                <a:srgbClr val="181818"/>
              </a:solidFill>
              <a:latin typeface="vivo Sans"/>
              <a:ea typeface="vivo Sans"/>
            </a:endParaRPr>
          </a:p>
          <a:p>
            <a:pPr defTabSz="914377">
              <a:defRPr/>
            </a:pPr>
            <a:r>
              <a:rPr lang="en-US" altLang="zh-CN" sz="2000" dirty="0">
                <a:solidFill>
                  <a:srgbClr val="181818"/>
                </a:solidFill>
                <a:latin typeface="vivo Sans"/>
                <a:ea typeface="vivo Sans"/>
              </a:rPr>
              <a:t>Select Language</a:t>
            </a:r>
            <a:endParaRPr lang="zh-CN" altLang="en-US" sz="2000" dirty="0">
              <a:solidFill>
                <a:srgbClr val="181818"/>
              </a:solidFill>
              <a:latin typeface="vivo Sans"/>
              <a:ea typeface="vivo Sans"/>
            </a:endParaRPr>
          </a:p>
        </p:txBody>
      </p:sp>
    </p:spTree>
    <p:extLst>
      <p:ext uri="{BB962C8B-B14F-4D97-AF65-F5344CB8AC3E}">
        <p14:creationId xmlns:p14="http://schemas.microsoft.com/office/powerpoint/2010/main" val="25357235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 advClick="0">
        <p159:morph option="byObject"/>
      </p:transition>
    </mc:Choice>
    <mc:Fallback xmlns="">
      <p:transition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63" presetClass="path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75E-6 -4.81481E-6 L 0.5612 -4.81481E-6 " pathEditMode="relative" rAng="0" ptsTypes="AA">
                                      <p:cBhvr>
                                        <p:cTn id="12" dur="500" spd="-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8060" y="0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63" presetClass="path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75E-6 0 L 0.5612 0 " pathEditMode="relative" rAng="0" ptsTypes="AA">
                                      <p:cBhvr>
                                        <p:cTn id="14" dur="500" spd="-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8060" y="0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63" presetClass="path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75E-6 1.85185E-6 L 0.56849 1.85185E-6 " pathEditMode="relative" rAng="0" ptsTypes="AA">
                                      <p:cBhvr>
                                        <p:cTn id="16" dur="500" spd="-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8424" y="0"/>
                                    </p:animMotion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3" grpId="1" animBg="1"/>
      <p:bldP spid="18" grpId="0" animBg="1"/>
      <p:bldP spid="18" grpId="1" animBg="1"/>
      <p:bldP spid="23" grpId="0" animBg="1"/>
      <p:bldP spid="23" grpId="1" animBg="1"/>
      <p:bldP spid="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3"/>
            </a:gs>
            <a:gs pos="100000">
              <a:schemeClr val="accent4"/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9F7677D-96D6-AC69-5143-E78A231421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!! 背景板">
            <a:extLst>
              <a:ext uri="{FF2B5EF4-FFF2-40B4-BE49-F238E27FC236}">
                <a16:creationId xmlns:a16="http://schemas.microsoft.com/office/drawing/2014/main" id="{86FD92E6-8D71-757F-0250-1953D33DD89C}"/>
              </a:ext>
            </a:extLst>
          </p:cNvPr>
          <p:cNvSpPr/>
          <p:nvPr/>
        </p:nvSpPr>
        <p:spPr>
          <a:xfrm>
            <a:off x="6096001" y="644071"/>
            <a:ext cx="5088468" cy="5569863"/>
          </a:xfrm>
          <a:prstGeom prst="roundRect">
            <a:avLst>
              <a:gd name="adj" fmla="val 3920"/>
            </a:avLst>
          </a:prstGeom>
          <a:solidFill>
            <a:schemeClr val="bg2"/>
          </a:solidFill>
          <a:ln>
            <a:noFill/>
          </a:ln>
          <a:effectLst>
            <a:outerShdw blurRad="2032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>
              <a:defRPr/>
            </a:pPr>
            <a:endParaRPr lang="zh-CN" altLang="en-US">
              <a:solidFill>
                <a:srgbClr val="F5F5F5"/>
              </a:solidFill>
              <a:latin typeface="vivo Sans"/>
              <a:ea typeface="vivo Sans"/>
            </a:endParaRPr>
          </a:p>
        </p:txBody>
      </p:sp>
      <p:sp>
        <p:nvSpPr>
          <p:cNvPr id="18" name="!! 简中">
            <a:extLst>
              <a:ext uri="{FF2B5EF4-FFF2-40B4-BE49-F238E27FC236}">
                <a16:creationId xmlns:a16="http://schemas.microsoft.com/office/drawing/2014/main" id="{BE29EE24-898D-293B-40F1-8D06993D2FB0}"/>
              </a:ext>
            </a:extLst>
          </p:cNvPr>
          <p:cNvSpPr/>
          <p:nvPr/>
        </p:nvSpPr>
        <p:spPr>
          <a:xfrm>
            <a:off x="6434669" y="943418"/>
            <a:ext cx="4411132" cy="545100"/>
          </a:xfrm>
          <a:prstGeom prst="roundRect">
            <a:avLst>
              <a:gd name="adj" fmla="val 22880"/>
            </a:avLst>
          </a:prstGeom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71998" defTabSz="914377">
              <a:defRPr/>
            </a:pPr>
            <a:r>
              <a:rPr lang="zh-CN" altLang="en-US" dirty="0">
                <a:solidFill>
                  <a:srgbClr val="F5F5F5"/>
                </a:solidFill>
                <a:latin typeface="vivo Sans"/>
                <a:ea typeface="vivo Sans"/>
              </a:rPr>
              <a:t>中国</a:t>
            </a:r>
          </a:p>
        </p:txBody>
      </p:sp>
      <p:sp>
        <p:nvSpPr>
          <p:cNvPr id="19" name="!! 继续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9F03694E-F48D-9611-B540-94FFBB7AF228}"/>
              </a:ext>
            </a:extLst>
          </p:cNvPr>
          <p:cNvSpPr/>
          <p:nvPr/>
        </p:nvSpPr>
        <p:spPr>
          <a:xfrm>
            <a:off x="8175815" y="5441056"/>
            <a:ext cx="2453305" cy="40821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  <a:effectLst>
            <a:outerShdw blurRad="88900" sx="101000" sy="101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>
              <a:defRPr/>
            </a:pPr>
            <a:r>
              <a:rPr lang="zh-CN" altLang="en-US" sz="1400" dirty="0">
                <a:solidFill>
                  <a:srgbClr val="FFFFFF"/>
                </a:solidFill>
                <a:latin typeface="vivo Sans"/>
                <a:ea typeface="vivo Sans"/>
              </a:rPr>
              <a:t>继续</a:t>
            </a:r>
          </a:p>
        </p:txBody>
      </p:sp>
      <p:sp>
        <p:nvSpPr>
          <p:cNvPr id="20" name="!! 返回">
            <a:hlinkClick r:id="rId3" action="ppaction://hlinksldjump"/>
            <a:extLst>
              <a:ext uri="{FF2B5EF4-FFF2-40B4-BE49-F238E27FC236}">
                <a16:creationId xmlns:a16="http://schemas.microsoft.com/office/drawing/2014/main" id="{5BD91375-AA6D-C065-515E-B43ECC15A4AC}"/>
              </a:ext>
            </a:extLst>
          </p:cNvPr>
          <p:cNvSpPr/>
          <p:nvPr/>
        </p:nvSpPr>
        <p:spPr>
          <a:xfrm>
            <a:off x="6772129" y="5441056"/>
            <a:ext cx="1250005" cy="408215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>
            <a:solidFill>
              <a:schemeClr val="accent1"/>
            </a:solidFill>
          </a:ln>
          <a:effectLst>
            <a:outerShdw blurRad="88900" sx="101000" sy="101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>
              <a:defRPr/>
            </a:pPr>
            <a:r>
              <a:rPr lang="zh-CN" altLang="en-US" sz="1400" dirty="0">
                <a:solidFill>
                  <a:srgbClr val="62A8D3"/>
                </a:solidFill>
                <a:latin typeface="vivo Sans"/>
                <a:ea typeface="vivo Sans"/>
              </a:rPr>
              <a:t>上一步</a:t>
            </a:r>
          </a:p>
        </p:txBody>
      </p:sp>
      <p:sp>
        <p:nvSpPr>
          <p:cNvPr id="2" name="!! P1">
            <a:extLst>
              <a:ext uri="{FF2B5EF4-FFF2-40B4-BE49-F238E27FC236}">
                <a16:creationId xmlns:a16="http://schemas.microsoft.com/office/drawing/2014/main" id="{7704DBCC-E102-CDBE-4037-1C9B7BAA4D2A}"/>
              </a:ext>
            </a:extLst>
          </p:cNvPr>
          <p:cNvSpPr txBox="1"/>
          <p:nvPr/>
        </p:nvSpPr>
        <p:spPr>
          <a:xfrm>
            <a:off x="1513755" y="2908339"/>
            <a:ext cx="3411712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377">
              <a:defRPr/>
            </a:pPr>
            <a:r>
              <a:rPr lang="zh-CN" altLang="en-US" sz="3200" dirty="0">
                <a:solidFill>
                  <a:srgbClr val="181818"/>
                </a:solidFill>
                <a:latin typeface="vivo Sans"/>
                <a:ea typeface="vivo Sans"/>
              </a:rPr>
              <a:t>选择语言</a:t>
            </a:r>
            <a:endParaRPr lang="en-US" altLang="zh-CN" sz="3200" dirty="0">
              <a:solidFill>
                <a:srgbClr val="181818"/>
              </a:solidFill>
              <a:latin typeface="vivo Sans"/>
              <a:ea typeface="vivo Sans"/>
            </a:endParaRPr>
          </a:p>
          <a:p>
            <a:pPr defTabSz="914377">
              <a:defRPr/>
            </a:pPr>
            <a:r>
              <a:rPr lang="en-US" altLang="zh-CN" sz="2000" dirty="0">
                <a:solidFill>
                  <a:srgbClr val="181818"/>
                </a:solidFill>
                <a:latin typeface="vivo Sans"/>
                <a:ea typeface="vivo Sans"/>
              </a:rPr>
              <a:t>Select Language</a:t>
            </a:r>
            <a:endParaRPr lang="zh-CN" altLang="en-US" sz="2000" dirty="0">
              <a:solidFill>
                <a:srgbClr val="181818"/>
              </a:solidFill>
              <a:latin typeface="vivo Sans"/>
              <a:ea typeface="vivo Sans"/>
            </a:endParaRPr>
          </a:p>
        </p:txBody>
      </p:sp>
      <p:sp>
        <p:nvSpPr>
          <p:cNvPr id="3" name="!! P2">
            <a:extLst>
              <a:ext uri="{FF2B5EF4-FFF2-40B4-BE49-F238E27FC236}">
                <a16:creationId xmlns:a16="http://schemas.microsoft.com/office/drawing/2014/main" id="{23315A56-5635-81F2-F7D7-F67CA938FB08}"/>
              </a:ext>
            </a:extLst>
          </p:cNvPr>
          <p:cNvSpPr txBox="1"/>
          <p:nvPr/>
        </p:nvSpPr>
        <p:spPr>
          <a:xfrm>
            <a:off x="1513755" y="2908339"/>
            <a:ext cx="3411712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377">
              <a:defRPr/>
            </a:pPr>
            <a:r>
              <a:rPr lang="zh-CN" altLang="en-US" sz="3200" dirty="0">
                <a:solidFill>
                  <a:srgbClr val="181818"/>
                </a:solidFill>
                <a:latin typeface="vivo Sans"/>
                <a:ea typeface="vivo Sans"/>
              </a:rPr>
              <a:t>选择区域</a:t>
            </a:r>
            <a:endParaRPr lang="en-US" altLang="zh-CN" sz="3200" dirty="0">
              <a:solidFill>
                <a:srgbClr val="181818"/>
              </a:solidFill>
              <a:latin typeface="vivo Sans"/>
              <a:ea typeface="vivo Sans"/>
            </a:endParaRPr>
          </a:p>
          <a:p>
            <a:pPr defTabSz="914377">
              <a:defRPr/>
            </a:pPr>
            <a:r>
              <a:rPr lang="en-US" altLang="zh-CN" sz="2000" dirty="0">
                <a:solidFill>
                  <a:srgbClr val="181818"/>
                </a:solidFill>
                <a:latin typeface="vivo Sans"/>
                <a:ea typeface="vivo Sans"/>
              </a:rPr>
              <a:t>Select Region</a:t>
            </a:r>
            <a:endParaRPr lang="zh-CN" altLang="en-US" sz="2000" dirty="0">
              <a:solidFill>
                <a:srgbClr val="181818"/>
              </a:solidFill>
              <a:latin typeface="vivo Sans"/>
              <a:ea typeface="vivo Sans"/>
            </a:endParaRPr>
          </a:p>
        </p:txBody>
      </p:sp>
    </p:spTree>
    <p:extLst>
      <p:ext uri="{BB962C8B-B14F-4D97-AF65-F5344CB8AC3E}">
        <p14:creationId xmlns:p14="http://schemas.microsoft.com/office/powerpoint/2010/main" val="2449038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 advClick="0">
        <p159:morph option="byObject"/>
      </p:transition>
    </mc:Choice>
    <mc:Fallback xmlns="">
      <p:transition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3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3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-3.7037E-7 L 0.03321 -3.7037E-7 " pathEditMode="relative" rAng="0" ptsTypes="AA">
                                      <p:cBhvr>
                                        <p:cTn id="12" dur="500" spd="-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654" y="0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10" presetClass="exit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1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35" presetClass="path" presetSubtype="0" ac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29167E-6 2.59259E-6 L -0.03255 2.59259E-6 " pathEditMode="relative" rAng="0" ptsTypes="AA">
                                      <p:cBhvr>
                                        <p:cTn id="1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28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2" grpId="0"/>
      <p:bldP spid="2" grpId="1"/>
      <p:bldP spid="3" grpId="0"/>
      <p:bldP spid="3" grpId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3"/>
            </a:gs>
            <a:gs pos="100000">
              <a:schemeClr val="accent4"/>
            </a:gs>
          </a:gsLst>
          <a:path path="circle">
            <a:fillToRect t="100000" r="100000"/>
          </a:path>
          <a:tileRect l="-100000" b="-10000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4E2FBD9-BE5B-5CD7-118A-261DA72353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!! 圆形1">
            <a:extLst>
              <a:ext uri="{FF2B5EF4-FFF2-40B4-BE49-F238E27FC236}">
                <a16:creationId xmlns:a16="http://schemas.microsoft.com/office/drawing/2014/main" id="{D000DCDA-7D19-79C7-E78D-B7D343AEB2DA}"/>
              </a:ext>
            </a:extLst>
          </p:cNvPr>
          <p:cNvSpPr/>
          <p:nvPr/>
        </p:nvSpPr>
        <p:spPr>
          <a:xfrm>
            <a:off x="15465127" y="-2050281"/>
            <a:ext cx="10515600" cy="105156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>
              <a:defRPr/>
            </a:pPr>
            <a:endParaRPr lang="zh-CN" altLang="en-US">
              <a:solidFill>
                <a:srgbClr val="F5F5F5"/>
              </a:solidFill>
              <a:latin typeface="vivo Sans"/>
              <a:ea typeface="vivo Sans"/>
            </a:endParaRPr>
          </a:p>
        </p:txBody>
      </p:sp>
      <p:sp>
        <p:nvSpPr>
          <p:cNvPr id="9" name="!! 圆形2">
            <a:extLst>
              <a:ext uri="{FF2B5EF4-FFF2-40B4-BE49-F238E27FC236}">
                <a16:creationId xmlns:a16="http://schemas.microsoft.com/office/drawing/2014/main" id="{7A2CAA9A-2183-4CEB-F4F0-98F036CFFBCB}"/>
              </a:ext>
            </a:extLst>
          </p:cNvPr>
          <p:cNvSpPr/>
          <p:nvPr/>
        </p:nvSpPr>
        <p:spPr>
          <a:xfrm>
            <a:off x="12854256" y="-1828801"/>
            <a:ext cx="10515600" cy="10515600"/>
          </a:xfrm>
          <a:prstGeom prst="ellipse">
            <a:avLst/>
          </a:prstGeom>
          <a:solidFill>
            <a:schemeClr val="accent3"/>
          </a:solidFill>
          <a:ln>
            <a:noFill/>
          </a:ln>
          <a:effectLst>
            <a:outerShdw blurRad="584200" sx="105000" sy="105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>
              <a:defRPr/>
            </a:pPr>
            <a:endParaRPr lang="zh-CN" altLang="en-US">
              <a:solidFill>
                <a:srgbClr val="F5F5F5"/>
              </a:solidFill>
              <a:latin typeface="vivo Sans"/>
              <a:ea typeface="vivo Sans"/>
            </a:endParaRPr>
          </a:p>
        </p:txBody>
      </p:sp>
      <p:sp>
        <p:nvSpPr>
          <p:cNvPr id="13" name="!! 背景板">
            <a:extLst>
              <a:ext uri="{FF2B5EF4-FFF2-40B4-BE49-F238E27FC236}">
                <a16:creationId xmlns:a16="http://schemas.microsoft.com/office/drawing/2014/main" id="{310E68D7-9E7A-F8C1-FAB6-2B52986E4853}"/>
              </a:ext>
            </a:extLst>
          </p:cNvPr>
          <p:cNvSpPr/>
          <p:nvPr/>
        </p:nvSpPr>
        <p:spPr>
          <a:xfrm>
            <a:off x="6096001" y="644071"/>
            <a:ext cx="5088468" cy="5569863"/>
          </a:xfrm>
          <a:prstGeom prst="roundRect">
            <a:avLst>
              <a:gd name="adj" fmla="val 3920"/>
            </a:avLst>
          </a:prstGeom>
          <a:solidFill>
            <a:schemeClr val="bg2"/>
          </a:solidFill>
          <a:ln>
            <a:noFill/>
          </a:ln>
          <a:effectLst>
            <a:outerShdw blurRad="2032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>
              <a:defRPr/>
            </a:pPr>
            <a:endParaRPr lang="zh-CN" altLang="en-US">
              <a:solidFill>
                <a:srgbClr val="F5F5F5"/>
              </a:solidFill>
              <a:latin typeface="vivo Sans"/>
              <a:ea typeface="vivo Sans"/>
            </a:endParaRPr>
          </a:p>
        </p:txBody>
      </p:sp>
      <p:sp>
        <p:nvSpPr>
          <p:cNvPr id="19" name="!! 继续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4636BFF5-1D7E-ACA7-82A9-5DE97E7A1DB8}"/>
              </a:ext>
            </a:extLst>
          </p:cNvPr>
          <p:cNvSpPr/>
          <p:nvPr/>
        </p:nvSpPr>
        <p:spPr>
          <a:xfrm>
            <a:off x="8175815" y="5441056"/>
            <a:ext cx="2453305" cy="40821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  <a:effectLst>
            <a:outerShdw blurRad="88900" sx="101000" sy="101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>
              <a:defRPr/>
            </a:pPr>
            <a:r>
              <a:rPr lang="zh-CN" altLang="en-US" sz="1400" dirty="0">
                <a:solidFill>
                  <a:srgbClr val="FFFFFF"/>
                </a:solidFill>
                <a:latin typeface="vivo Sans"/>
                <a:ea typeface="vivo Sans"/>
              </a:rPr>
              <a:t>继续</a:t>
            </a:r>
          </a:p>
        </p:txBody>
      </p:sp>
      <p:sp>
        <p:nvSpPr>
          <p:cNvPr id="20" name="!! 返回">
            <a:hlinkClick r:id="rId3" action="ppaction://hlinksldjump"/>
            <a:extLst>
              <a:ext uri="{FF2B5EF4-FFF2-40B4-BE49-F238E27FC236}">
                <a16:creationId xmlns:a16="http://schemas.microsoft.com/office/drawing/2014/main" id="{C310B811-69E9-23D8-36FD-11BD4CA47C8D}"/>
              </a:ext>
            </a:extLst>
          </p:cNvPr>
          <p:cNvSpPr/>
          <p:nvPr/>
        </p:nvSpPr>
        <p:spPr>
          <a:xfrm>
            <a:off x="6772129" y="5441056"/>
            <a:ext cx="1250005" cy="408215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>
            <a:solidFill>
              <a:schemeClr val="accent1"/>
            </a:solidFill>
          </a:ln>
          <a:effectLst>
            <a:outerShdw blurRad="88900" sx="101000" sy="101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>
              <a:defRPr/>
            </a:pPr>
            <a:r>
              <a:rPr lang="zh-CN" altLang="en-US" sz="1400" dirty="0">
                <a:solidFill>
                  <a:srgbClr val="62A8D3"/>
                </a:solidFill>
                <a:latin typeface="vivo Sans"/>
                <a:ea typeface="vivo Sans"/>
              </a:rPr>
              <a:t>上一步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999ADC6-2069-2081-F580-FCB4C6257717}"/>
              </a:ext>
            </a:extLst>
          </p:cNvPr>
          <p:cNvSpPr txBox="1"/>
          <p:nvPr/>
        </p:nvSpPr>
        <p:spPr>
          <a:xfrm>
            <a:off x="6782861" y="3410582"/>
            <a:ext cx="37147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377">
              <a:defRPr/>
            </a:pPr>
            <a:r>
              <a:rPr lang="zh-CN" altLang="en-US" sz="1400" dirty="0">
                <a:solidFill>
                  <a:srgbClr val="181818">
                    <a:lumMod val="75000"/>
                    <a:lumOff val="25000"/>
                  </a:srgbClr>
                </a:solidFill>
                <a:latin typeface="vivo Sans"/>
                <a:ea typeface="vivo Sans"/>
              </a:rPr>
              <a:t>正在识别网络</a:t>
            </a:r>
          </a:p>
        </p:txBody>
      </p:sp>
      <p:grpSp>
        <p:nvGrpSpPr>
          <p:cNvPr id="8" name="!! load">
            <a:extLst>
              <a:ext uri="{FF2B5EF4-FFF2-40B4-BE49-F238E27FC236}">
                <a16:creationId xmlns:a16="http://schemas.microsoft.com/office/drawing/2014/main" id="{C60E7BD7-6C28-AFB9-182F-8CC897A13980}"/>
              </a:ext>
            </a:extLst>
          </p:cNvPr>
          <p:cNvGrpSpPr/>
          <p:nvPr/>
        </p:nvGrpSpPr>
        <p:grpSpPr>
          <a:xfrm>
            <a:off x="8517469" y="3084754"/>
            <a:ext cx="245532" cy="245532"/>
            <a:chOff x="7349534" y="4722202"/>
            <a:chExt cx="279398" cy="279398"/>
          </a:xfrm>
        </p:grpSpPr>
        <p:sp>
          <p:nvSpPr>
            <p:cNvPr id="11" name="弧形 10">
              <a:extLst>
                <a:ext uri="{FF2B5EF4-FFF2-40B4-BE49-F238E27FC236}">
                  <a16:creationId xmlns:a16="http://schemas.microsoft.com/office/drawing/2014/main" id="{E9F9E4E9-CECF-4F36-AB75-2BDFB790DB35}"/>
                </a:ext>
              </a:extLst>
            </p:cNvPr>
            <p:cNvSpPr/>
            <p:nvPr/>
          </p:nvSpPr>
          <p:spPr>
            <a:xfrm>
              <a:off x="7349534" y="4722202"/>
              <a:ext cx="279398" cy="279398"/>
            </a:xfrm>
            <a:prstGeom prst="arc">
              <a:avLst>
                <a:gd name="adj1" fmla="val 16200000"/>
                <a:gd name="adj2" fmla="val 16194911"/>
              </a:avLst>
            </a:prstGeom>
            <a:noFill/>
            <a:ln w="38100">
              <a:solidFill>
                <a:schemeClr val="accent1">
                  <a:alpha val="1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defTabSz="914377">
                <a:defRPr/>
              </a:pPr>
              <a:endParaRPr lang="zh-CN" altLang="en-US">
                <a:solidFill>
                  <a:srgbClr val="181818"/>
                </a:solidFill>
                <a:latin typeface="vivo Sans"/>
                <a:ea typeface="vivo Sans"/>
              </a:endParaRPr>
            </a:p>
          </p:txBody>
        </p:sp>
        <p:sp>
          <p:nvSpPr>
            <p:cNvPr id="12" name="弧形 11">
              <a:extLst>
                <a:ext uri="{FF2B5EF4-FFF2-40B4-BE49-F238E27FC236}">
                  <a16:creationId xmlns:a16="http://schemas.microsoft.com/office/drawing/2014/main" id="{5FDB95B1-F069-1EE8-5F2B-E03B497D99BF}"/>
                </a:ext>
              </a:extLst>
            </p:cNvPr>
            <p:cNvSpPr/>
            <p:nvPr/>
          </p:nvSpPr>
          <p:spPr>
            <a:xfrm>
              <a:off x="7349534" y="4722202"/>
              <a:ext cx="279398" cy="279398"/>
            </a:xfrm>
            <a:prstGeom prst="arc">
              <a:avLst>
                <a:gd name="adj1" fmla="val 16250568"/>
                <a:gd name="adj2" fmla="val 321908"/>
              </a:avLst>
            </a:prstGeom>
            <a:noFill/>
            <a:ln w="38100" cap="rnd">
              <a:solidFill>
                <a:schemeClr val="accent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defTabSz="914377">
                <a:defRPr/>
              </a:pPr>
              <a:endParaRPr lang="zh-CN" altLang="en-US" dirty="0">
                <a:solidFill>
                  <a:srgbClr val="181818"/>
                </a:solidFill>
                <a:latin typeface="vivo Sans"/>
                <a:ea typeface="vivo Sans"/>
              </a:endParaRPr>
            </a:p>
          </p:txBody>
        </p:sp>
      </p:grpSp>
      <p:sp>
        <p:nvSpPr>
          <p:cNvPr id="23" name="!! 内容2">
            <a:extLst>
              <a:ext uri="{FF2B5EF4-FFF2-40B4-BE49-F238E27FC236}">
                <a16:creationId xmlns:a16="http://schemas.microsoft.com/office/drawing/2014/main" id="{E759FE7B-BEC4-DBA3-1DA1-AFFC4313F897}"/>
              </a:ext>
            </a:extLst>
          </p:cNvPr>
          <p:cNvSpPr txBox="1"/>
          <p:nvPr/>
        </p:nvSpPr>
        <p:spPr>
          <a:xfrm>
            <a:off x="6786563" y="2039770"/>
            <a:ext cx="816504" cy="21235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377">
              <a:lnSpc>
                <a:spcPct val="150000"/>
              </a:lnSpc>
              <a:defRPr/>
            </a:pPr>
            <a:r>
              <a:rPr lang="zh-CN" altLang="en-US" dirty="0">
                <a:solidFill>
                  <a:srgbClr val="181818"/>
                </a:solidFill>
                <a:latin typeface="vivo Sans"/>
                <a:ea typeface="vivo Sans"/>
              </a:rPr>
              <a:t>类型</a:t>
            </a:r>
            <a:endParaRPr lang="en-US" altLang="zh-CN" dirty="0">
              <a:solidFill>
                <a:srgbClr val="181818"/>
              </a:solidFill>
              <a:latin typeface="vivo Sans"/>
              <a:ea typeface="vivo Sans"/>
            </a:endParaRPr>
          </a:p>
          <a:p>
            <a:pPr defTabSz="914377">
              <a:lnSpc>
                <a:spcPct val="150000"/>
              </a:lnSpc>
              <a:defRPr/>
            </a:pPr>
            <a:r>
              <a:rPr lang="zh-CN" altLang="en-US" dirty="0">
                <a:solidFill>
                  <a:srgbClr val="181818"/>
                </a:solidFill>
                <a:latin typeface="vivo Sans"/>
                <a:ea typeface="vivo Sans"/>
              </a:rPr>
              <a:t>名称</a:t>
            </a:r>
            <a:endParaRPr lang="en-US" altLang="zh-CN" dirty="0">
              <a:solidFill>
                <a:srgbClr val="181818"/>
              </a:solidFill>
              <a:latin typeface="vivo Sans"/>
              <a:ea typeface="vivo Sans"/>
            </a:endParaRPr>
          </a:p>
          <a:p>
            <a:pPr defTabSz="914377">
              <a:lnSpc>
                <a:spcPct val="150000"/>
              </a:lnSpc>
              <a:defRPr/>
            </a:pPr>
            <a:r>
              <a:rPr lang="zh-CN" altLang="en-US" dirty="0">
                <a:solidFill>
                  <a:srgbClr val="181818"/>
                </a:solidFill>
                <a:latin typeface="vivo Sans"/>
                <a:ea typeface="vivo Sans"/>
              </a:rPr>
              <a:t>状态</a:t>
            </a:r>
            <a:endParaRPr lang="en-US" altLang="zh-CN" dirty="0">
              <a:solidFill>
                <a:srgbClr val="181818"/>
              </a:solidFill>
              <a:latin typeface="vivo Sans"/>
              <a:ea typeface="vivo Sans"/>
            </a:endParaRPr>
          </a:p>
          <a:p>
            <a:pPr defTabSz="914377">
              <a:lnSpc>
                <a:spcPct val="150000"/>
              </a:lnSpc>
              <a:defRPr/>
            </a:pPr>
            <a:r>
              <a:rPr lang="zh-CN" altLang="en-US" dirty="0">
                <a:solidFill>
                  <a:srgbClr val="181818"/>
                </a:solidFill>
                <a:latin typeface="vivo Sans"/>
                <a:ea typeface="vivo Sans"/>
              </a:rPr>
              <a:t>速度</a:t>
            </a:r>
            <a:endParaRPr lang="en-US" altLang="zh-CN" dirty="0">
              <a:solidFill>
                <a:srgbClr val="181818"/>
              </a:solidFill>
              <a:latin typeface="vivo Sans"/>
              <a:ea typeface="vivo Sans"/>
            </a:endParaRPr>
          </a:p>
          <a:p>
            <a:pPr defTabSz="914377">
              <a:lnSpc>
                <a:spcPct val="150000"/>
              </a:lnSpc>
              <a:defRPr/>
            </a:pPr>
            <a:endParaRPr lang="zh-CN" altLang="en-US" dirty="0">
              <a:solidFill>
                <a:srgbClr val="181818"/>
              </a:solidFill>
              <a:latin typeface="vivo Sans"/>
              <a:ea typeface="vivo Sans"/>
            </a:endParaRPr>
          </a:p>
        </p:txBody>
      </p:sp>
      <p:sp>
        <p:nvSpPr>
          <p:cNvPr id="24" name="!! 内容1">
            <a:extLst>
              <a:ext uri="{FF2B5EF4-FFF2-40B4-BE49-F238E27FC236}">
                <a16:creationId xmlns:a16="http://schemas.microsoft.com/office/drawing/2014/main" id="{3AE095A3-CA80-9A27-CC13-0C9919AB3698}"/>
              </a:ext>
            </a:extLst>
          </p:cNvPr>
          <p:cNvSpPr txBox="1"/>
          <p:nvPr/>
        </p:nvSpPr>
        <p:spPr>
          <a:xfrm>
            <a:off x="8109220" y="2039767"/>
            <a:ext cx="2731823" cy="17080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377">
              <a:lnSpc>
                <a:spcPct val="150000"/>
              </a:lnSpc>
              <a:defRPr/>
            </a:pPr>
            <a:r>
              <a:rPr lang="zh-CN" altLang="en-US" dirty="0">
                <a:solidFill>
                  <a:srgbClr val="181818"/>
                </a:solidFill>
                <a:latin typeface="vivo Sans"/>
                <a:ea typeface="vivo Sans"/>
              </a:rPr>
              <a:t>有线连接</a:t>
            </a:r>
            <a:endParaRPr lang="en-US" altLang="zh-CN" dirty="0">
              <a:solidFill>
                <a:srgbClr val="181818"/>
              </a:solidFill>
              <a:latin typeface="vivo Sans"/>
              <a:ea typeface="vivo Sans"/>
            </a:endParaRPr>
          </a:p>
          <a:p>
            <a:pPr defTabSz="914377">
              <a:lnSpc>
                <a:spcPct val="150000"/>
              </a:lnSpc>
              <a:defRPr/>
            </a:pPr>
            <a:r>
              <a:rPr lang="en-US" altLang="zh-CN" dirty="0">
                <a:solidFill>
                  <a:srgbClr val="181818"/>
                </a:solidFill>
                <a:latin typeface="vivo Sans"/>
                <a:ea typeface="vivo Sans"/>
              </a:rPr>
              <a:t>Virtual Net</a:t>
            </a:r>
          </a:p>
          <a:p>
            <a:pPr defTabSz="914377">
              <a:lnSpc>
                <a:spcPct val="150000"/>
              </a:lnSpc>
              <a:defRPr/>
            </a:pPr>
            <a:r>
              <a:rPr lang="zh-CN" altLang="en-US" dirty="0">
                <a:solidFill>
                  <a:srgbClr val="FFC000"/>
                </a:solidFill>
                <a:latin typeface="vivo Sans"/>
                <a:ea typeface="vivo Sans"/>
              </a:rPr>
              <a:t>无互联网访问</a:t>
            </a:r>
            <a:endParaRPr lang="en-US" altLang="zh-CN" dirty="0">
              <a:solidFill>
                <a:srgbClr val="FFC000"/>
              </a:solidFill>
              <a:latin typeface="vivo Sans"/>
              <a:ea typeface="vivo Sans"/>
            </a:endParaRPr>
          </a:p>
          <a:p>
            <a:pPr defTabSz="914377">
              <a:lnSpc>
                <a:spcPct val="150000"/>
              </a:lnSpc>
              <a:defRPr/>
            </a:pPr>
            <a:r>
              <a:rPr lang="en-US" altLang="zh-CN" dirty="0">
                <a:solidFill>
                  <a:srgbClr val="181818"/>
                </a:solidFill>
                <a:latin typeface="vivo Sans"/>
                <a:ea typeface="vivo Sans"/>
              </a:rPr>
              <a:t>-</a:t>
            </a:r>
          </a:p>
        </p:txBody>
      </p:sp>
      <p:grpSp>
        <p:nvGrpSpPr>
          <p:cNvPr id="27" name="!! 大标题">
            <a:extLst>
              <a:ext uri="{FF2B5EF4-FFF2-40B4-BE49-F238E27FC236}">
                <a16:creationId xmlns:a16="http://schemas.microsoft.com/office/drawing/2014/main" id="{6CAB6D0E-E845-6B75-CA06-2D6C72E87B4C}"/>
              </a:ext>
            </a:extLst>
          </p:cNvPr>
          <p:cNvGrpSpPr/>
          <p:nvPr/>
        </p:nvGrpSpPr>
        <p:grpSpPr>
          <a:xfrm>
            <a:off x="6744291" y="1287037"/>
            <a:ext cx="1717555" cy="461665"/>
            <a:chOff x="3079753" y="1375827"/>
            <a:chExt cx="726902" cy="461665"/>
          </a:xfrm>
        </p:grpSpPr>
        <p:sp>
          <p:nvSpPr>
            <p:cNvPr id="28" name="!! 标题符">
              <a:extLst>
                <a:ext uri="{FF2B5EF4-FFF2-40B4-BE49-F238E27FC236}">
                  <a16:creationId xmlns:a16="http://schemas.microsoft.com/office/drawing/2014/main" id="{CF9E5415-5F9D-76FD-A8EA-D0368F68B195}"/>
                </a:ext>
              </a:extLst>
            </p:cNvPr>
            <p:cNvSpPr/>
            <p:nvPr/>
          </p:nvSpPr>
          <p:spPr>
            <a:xfrm>
              <a:off x="3121831" y="1685496"/>
              <a:ext cx="643642" cy="1255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189">
                <a:defRPr/>
              </a:pPr>
              <a:endParaRPr lang="zh-CN" altLang="en-US">
                <a:solidFill>
                  <a:srgbClr val="FFFFFF"/>
                </a:solidFill>
                <a:latin typeface="OPPOSans R"/>
                <a:ea typeface="OPPOSans R"/>
              </a:endParaRPr>
            </a:p>
          </p:txBody>
        </p:sp>
        <p:sp>
          <p:nvSpPr>
            <p:cNvPr id="29" name="!! 标题">
              <a:extLst>
                <a:ext uri="{FF2B5EF4-FFF2-40B4-BE49-F238E27FC236}">
                  <a16:creationId xmlns:a16="http://schemas.microsoft.com/office/drawing/2014/main" id="{085E6862-A078-33DD-3C3B-5BBB4910D3AA}"/>
                </a:ext>
              </a:extLst>
            </p:cNvPr>
            <p:cNvSpPr txBox="1"/>
            <p:nvPr/>
          </p:nvSpPr>
          <p:spPr>
            <a:xfrm>
              <a:off x="3079753" y="1375827"/>
              <a:ext cx="72690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457189">
                <a:defRPr/>
              </a:pPr>
              <a:r>
                <a:rPr lang="zh-CN" altLang="en-US" sz="2400" dirty="0">
                  <a:solidFill>
                    <a:srgbClr val="000000">
                      <a:lumMod val="75000"/>
                      <a:lumOff val="25000"/>
                    </a:srgbClr>
                  </a:solidFill>
                  <a:latin typeface="vivo Sans Medium"/>
                  <a:ea typeface="vivo Sans Medium"/>
                </a:rPr>
                <a:t>网络已连接</a:t>
              </a:r>
            </a:p>
          </p:txBody>
        </p:sp>
      </p:grpSp>
      <p:sp>
        <p:nvSpPr>
          <p:cNvPr id="2" name="!! 圆形3">
            <a:extLst>
              <a:ext uri="{FF2B5EF4-FFF2-40B4-BE49-F238E27FC236}">
                <a16:creationId xmlns:a16="http://schemas.microsoft.com/office/drawing/2014/main" id="{4B1656C6-3B14-8CD2-3994-A7FABDF3DDF6}"/>
              </a:ext>
            </a:extLst>
          </p:cNvPr>
          <p:cNvSpPr/>
          <p:nvPr/>
        </p:nvSpPr>
        <p:spPr>
          <a:xfrm>
            <a:off x="12298905" y="-467093"/>
            <a:ext cx="8331202" cy="8331202"/>
          </a:xfrm>
          <a:prstGeom prst="ellipse">
            <a:avLst/>
          </a:prstGeom>
          <a:solidFill>
            <a:schemeClr val="accent3"/>
          </a:solidFill>
          <a:ln>
            <a:noFill/>
          </a:ln>
          <a:effectLst>
            <a:outerShdw blurRad="584200" sx="105000" sy="105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>
              <a:defRPr/>
            </a:pPr>
            <a:endParaRPr lang="zh-CN" altLang="en-US">
              <a:solidFill>
                <a:srgbClr val="F5F5F5"/>
              </a:solidFill>
              <a:latin typeface="vivo Sans"/>
              <a:ea typeface="vivo Sans"/>
            </a:endParaRPr>
          </a:p>
        </p:txBody>
      </p:sp>
      <p:sp>
        <p:nvSpPr>
          <p:cNvPr id="3" name="!! P2">
            <a:extLst>
              <a:ext uri="{FF2B5EF4-FFF2-40B4-BE49-F238E27FC236}">
                <a16:creationId xmlns:a16="http://schemas.microsoft.com/office/drawing/2014/main" id="{690C8497-4966-98BB-9993-B39DED857338}"/>
              </a:ext>
            </a:extLst>
          </p:cNvPr>
          <p:cNvSpPr txBox="1"/>
          <p:nvPr/>
        </p:nvSpPr>
        <p:spPr>
          <a:xfrm>
            <a:off x="1513755" y="2908339"/>
            <a:ext cx="3411712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377">
              <a:defRPr/>
            </a:pPr>
            <a:r>
              <a:rPr lang="zh-CN" altLang="en-US" sz="3200" dirty="0">
                <a:solidFill>
                  <a:srgbClr val="181818"/>
                </a:solidFill>
                <a:latin typeface="vivo Sans"/>
                <a:ea typeface="vivo Sans"/>
              </a:rPr>
              <a:t>连接网络</a:t>
            </a:r>
            <a:endParaRPr lang="en-US" altLang="zh-CN" sz="3200" dirty="0">
              <a:solidFill>
                <a:srgbClr val="181818"/>
              </a:solidFill>
              <a:latin typeface="vivo Sans"/>
              <a:ea typeface="vivo Sans"/>
            </a:endParaRPr>
          </a:p>
          <a:p>
            <a:pPr defTabSz="914377">
              <a:defRPr/>
            </a:pPr>
            <a:r>
              <a:rPr lang="en-US" altLang="zh-CN" sz="2000" dirty="0">
                <a:solidFill>
                  <a:srgbClr val="181818"/>
                </a:solidFill>
                <a:latin typeface="vivo Sans"/>
                <a:ea typeface="vivo Sans"/>
              </a:rPr>
              <a:t>Connect Network</a:t>
            </a:r>
            <a:endParaRPr lang="zh-CN" altLang="en-US" sz="2000" dirty="0">
              <a:solidFill>
                <a:srgbClr val="181818"/>
              </a:solidFill>
              <a:latin typeface="vivo Sans"/>
              <a:ea typeface="vivo Sans"/>
            </a:endParaRPr>
          </a:p>
        </p:txBody>
      </p:sp>
      <p:sp>
        <p:nvSpPr>
          <p:cNvPr id="4" name="!! P2">
            <a:extLst>
              <a:ext uri="{FF2B5EF4-FFF2-40B4-BE49-F238E27FC236}">
                <a16:creationId xmlns:a16="http://schemas.microsoft.com/office/drawing/2014/main" id="{401B9FE9-783D-AE11-8A1B-DF2DD636D4DC}"/>
              </a:ext>
            </a:extLst>
          </p:cNvPr>
          <p:cNvSpPr txBox="1"/>
          <p:nvPr/>
        </p:nvSpPr>
        <p:spPr>
          <a:xfrm>
            <a:off x="1513755" y="2908339"/>
            <a:ext cx="3411712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377">
              <a:defRPr/>
            </a:pPr>
            <a:r>
              <a:rPr lang="zh-CN" altLang="en-US" sz="3200" dirty="0">
                <a:solidFill>
                  <a:srgbClr val="181818"/>
                </a:solidFill>
                <a:latin typeface="vivo Sans"/>
                <a:ea typeface="vivo Sans"/>
              </a:rPr>
              <a:t>选择区域</a:t>
            </a:r>
            <a:endParaRPr lang="en-US" altLang="zh-CN" sz="3200" dirty="0">
              <a:solidFill>
                <a:srgbClr val="181818"/>
              </a:solidFill>
              <a:latin typeface="vivo Sans"/>
              <a:ea typeface="vivo Sans"/>
            </a:endParaRPr>
          </a:p>
          <a:p>
            <a:pPr defTabSz="914377">
              <a:defRPr/>
            </a:pPr>
            <a:r>
              <a:rPr lang="en-US" altLang="zh-CN" sz="2000" dirty="0">
                <a:solidFill>
                  <a:srgbClr val="181818"/>
                </a:solidFill>
                <a:latin typeface="vivo Sans"/>
                <a:ea typeface="vivo Sans"/>
              </a:rPr>
              <a:t>Select Region</a:t>
            </a:r>
            <a:endParaRPr lang="zh-CN" altLang="en-US" sz="2000" dirty="0">
              <a:solidFill>
                <a:srgbClr val="181818"/>
              </a:solidFill>
              <a:latin typeface="vivo Sans"/>
              <a:ea typeface="vivo Sans"/>
            </a:endParaRPr>
          </a:p>
        </p:txBody>
      </p:sp>
    </p:spTree>
    <p:extLst>
      <p:ext uri="{BB962C8B-B14F-4D97-AF65-F5344CB8AC3E}">
        <p14:creationId xmlns:p14="http://schemas.microsoft.com/office/powerpoint/2010/main" val="17274696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 advClick="0">
        <p159:morph option="byObject"/>
      </p:transition>
    </mc:Choice>
    <mc:Fallback xmlns="">
      <p:transition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2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3" presetID="10" presetClass="exit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grpId="1" nodeType="withEffect">
                                  <p:stCondLst>
                                    <p:cond delay="2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40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23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0"/>
                            </p:stCondLst>
                            <p:childTnLst>
                              <p:par>
                                <p:cTn id="36" presetID="10" presetClass="entr" presetSubtype="0" fill="hold" grpId="0" nodeType="after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770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0500"/>
                            </p:stCondLst>
                            <p:childTnLst>
                              <p:par>
                                <p:cTn id="47" presetID="10" presetClass="entr" presetSubtype="0" fill="hold" grpId="0" nodeType="afterEffect">
                                  <p:stCondLst>
                                    <p:cond delay="23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3100"/>
                            </p:stCondLst>
                            <p:childTnLst>
                              <p:par>
                                <p:cTn id="51" presetID="10" presetClass="entr" presetSubtype="0" fill="hold" grpId="0" nodeType="after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580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63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29167E-6 -7.40741E-7 L 0.0332 -7.40741E-7 " pathEditMode="relative" rAng="0" ptsTypes="AA">
                                      <p:cBhvr>
                                        <p:cTn id="62" dur="500" spd="-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654" y="0"/>
                                    </p:animMotion>
                                  </p:childTnLst>
                                </p:cTn>
                              </p:par>
                              <p:par>
                                <p:cTn id="63" presetID="10" presetClass="exit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4" dur="1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35" presetClass="path" presetSubtype="0" ac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-3.7037E-7 L -0.03255 -3.7037E-7 " pathEditMode="relative" rAng="0" ptsTypes="AA">
                                      <p:cBhvr>
                                        <p:cTn id="6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28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7" grpId="0"/>
      <p:bldP spid="7" grpId="1"/>
      <p:bldP spid="23" grpId="0" build="p" advAuto="100"/>
      <p:bldP spid="24" grpId="0" build="p" advAuto="100"/>
      <p:bldP spid="3" grpId="0"/>
      <p:bldP spid="3" grpId="1"/>
      <p:bldP spid="4" grpId="0"/>
      <p:bldP spid="4" grpId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3"/>
            </a:gs>
            <a:gs pos="100000">
              <a:schemeClr val="accent4"/>
            </a:gs>
          </a:gsLst>
          <a:path path="circle">
            <a:fillToRect t="100000" r="10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BF38F95-2CEE-099F-A5C4-AD7D319C43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!! 圆形1">
            <a:extLst>
              <a:ext uri="{FF2B5EF4-FFF2-40B4-BE49-F238E27FC236}">
                <a16:creationId xmlns:a16="http://schemas.microsoft.com/office/drawing/2014/main" id="{A86B9D50-0F90-7DA2-FE89-549301037EE9}"/>
              </a:ext>
            </a:extLst>
          </p:cNvPr>
          <p:cNvSpPr/>
          <p:nvPr/>
        </p:nvSpPr>
        <p:spPr>
          <a:xfrm>
            <a:off x="-1866630" y="-1567191"/>
            <a:ext cx="10515600" cy="105156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>
              <a:defRPr/>
            </a:pPr>
            <a:endParaRPr lang="zh-CN" altLang="en-US">
              <a:solidFill>
                <a:srgbClr val="F5F5F5"/>
              </a:solidFill>
              <a:latin typeface="vivo Sans"/>
              <a:ea typeface="vivo Sans"/>
            </a:endParaRPr>
          </a:p>
        </p:txBody>
      </p:sp>
      <p:sp>
        <p:nvSpPr>
          <p:cNvPr id="3" name="!! 圆形2">
            <a:extLst>
              <a:ext uri="{FF2B5EF4-FFF2-40B4-BE49-F238E27FC236}">
                <a16:creationId xmlns:a16="http://schemas.microsoft.com/office/drawing/2014/main" id="{4467C29B-2D93-FF17-9343-53D134E905B5}"/>
              </a:ext>
            </a:extLst>
          </p:cNvPr>
          <p:cNvSpPr/>
          <p:nvPr/>
        </p:nvSpPr>
        <p:spPr>
          <a:xfrm>
            <a:off x="5511798" y="-2463801"/>
            <a:ext cx="11785600" cy="11785600"/>
          </a:xfrm>
          <a:prstGeom prst="ellipse">
            <a:avLst/>
          </a:prstGeom>
          <a:solidFill>
            <a:schemeClr val="accent3"/>
          </a:solidFill>
          <a:ln>
            <a:noFill/>
          </a:ln>
          <a:effectLst>
            <a:outerShdw blurRad="584200" sx="105000" sy="105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>
              <a:defRPr/>
            </a:pPr>
            <a:endParaRPr lang="zh-CN" altLang="en-US">
              <a:solidFill>
                <a:srgbClr val="F5F5F5"/>
              </a:solidFill>
              <a:latin typeface="vivo Sans"/>
              <a:ea typeface="vivo Sans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718C9E4-1128-2A5E-2592-15515ED95FB3}"/>
              </a:ext>
            </a:extLst>
          </p:cNvPr>
          <p:cNvSpPr txBox="1"/>
          <p:nvPr/>
        </p:nvSpPr>
        <p:spPr>
          <a:xfrm>
            <a:off x="2717797" y="3167389"/>
            <a:ext cx="67564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377">
              <a:defRPr/>
            </a:pPr>
            <a:r>
              <a:rPr lang="zh-CN" altLang="en-US" sz="2800" dirty="0">
                <a:solidFill>
                  <a:srgbClr val="FFFFFF"/>
                </a:solidFill>
                <a:effectLst>
                  <a:outerShdw blurRad="127000" sx="102000" sy="102000" algn="ctr" rotWithShape="0">
                    <a:prstClr val="black">
                      <a:alpha val="20000"/>
                    </a:prstClr>
                  </a:outerShdw>
                </a:effectLst>
                <a:latin typeface="vivo Sans Medium"/>
                <a:ea typeface="vivo Sans Medium"/>
              </a:rPr>
              <a:t>正在设置设备</a:t>
            </a:r>
          </a:p>
        </p:txBody>
      </p:sp>
      <p:sp>
        <p:nvSpPr>
          <p:cNvPr id="18" name="!! 圆形3">
            <a:extLst>
              <a:ext uri="{FF2B5EF4-FFF2-40B4-BE49-F238E27FC236}">
                <a16:creationId xmlns:a16="http://schemas.microsoft.com/office/drawing/2014/main" id="{9F84F66F-EF0C-5486-BA13-6EB631B32E90}"/>
              </a:ext>
            </a:extLst>
          </p:cNvPr>
          <p:cNvSpPr/>
          <p:nvPr/>
        </p:nvSpPr>
        <p:spPr>
          <a:xfrm>
            <a:off x="10830128" y="-474992"/>
            <a:ext cx="8331203" cy="8331203"/>
          </a:xfrm>
          <a:prstGeom prst="ellipse">
            <a:avLst/>
          </a:prstGeom>
          <a:solidFill>
            <a:schemeClr val="accent3"/>
          </a:solidFill>
          <a:ln>
            <a:noFill/>
          </a:ln>
          <a:effectLst>
            <a:outerShdw blurRad="584200" sx="105000" sy="105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>
              <a:defRPr/>
            </a:pPr>
            <a:endParaRPr lang="zh-CN" altLang="en-US">
              <a:solidFill>
                <a:srgbClr val="F5F5F5"/>
              </a:solidFill>
              <a:latin typeface="vivo Sans"/>
              <a:ea typeface="vivo Sans"/>
            </a:endParaRPr>
          </a:p>
        </p:txBody>
      </p:sp>
    </p:spTree>
    <p:extLst>
      <p:ext uri="{BB962C8B-B14F-4D97-AF65-F5344CB8AC3E}">
        <p14:creationId xmlns:p14="http://schemas.microsoft.com/office/powerpoint/2010/main" val="34168200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 advClick="0">
        <p159:morph option="byObject"/>
      </p:transition>
    </mc:Choice>
    <mc:Fallback xmlns="">
      <p:transition spd="med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5000" fill="hold"/>
                                        <p:tgtEl>
                                          <p:spTgt spid="3"/>
                                        </p:tgtEl>
                                      </p:cBhvr>
                                      <p:by x="200000" y="200000"/>
                                    </p:animScale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1" dur="5000" fill="hold"/>
                                        <p:tgtEl>
                                          <p:spTgt spid="18"/>
                                        </p:tgtEl>
                                      </p:cBhvr>
                                      <p:by x="135000" y="13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8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3"/>
            </a:gs>
            <a:gs pos="100000">
              <a:schemeClr val="accent4"/>
            </a:gs>
          </a:gsLst>
          <a:path path="circle">
            <a:fillToRect t="100000" r="10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E67D60C-9A60-BDC1-4EC5-586045A2F1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 圆形1">
            <a:extLst>
              <a:ext uri="{FF2B5EF4-FFF2-40B4-BE49-F238E27FC236}">
                <a16:creationId xmlns:a16="http://schemas.microsoft.com/office/drawing/2014/main" id="{97FF5362-2270-9706-F279-890003E7A4DB}"/>
              </a:ext>
            </a:extLst>
          </p:cNvPr>
          <p:cNvSpPr/>
          <p:nvPr/>
        </p:nvSpPr>
        <p:spPr>
          <a:xfrm>
            <a:off x="-11367851" y="-1828801"/>
            <a:ext cx="10515600" cy="105156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>
              <a:defRPr/>
            </a:pPr>
            <a:endParaRPr lang="zh-CN" altLang="en-US">
              <a:solidFill>
                <a:srgbClr val="F5F5F5"/>
              </a:solidFill>
              <a:latin typeface="vivo Sans"/>
              <a:ea typeface="vivo Sans"/>
            </a:endParaRPr>
          </a:p>
        </p:txBody>
      </p:sp>
      <p:sp>
        <p:nvSpPr>
          <p:cNvPr id="5" name="!! 圆形2">
            <a:extLst>
              <a:ext uri="{FF2B5EF4-FFF2-40B4-BE49-F238E27FC236}">
                <a16:creationId xmlns:a16="http://schemas.microsoft.com/office/drawing/2014/main" id="{854B2F09-D3B3-0537-5B9D-48F81BC33327}"/>
              </a:ext>
            </a:extLst>
          </p:cNvPr>
          <p:cNvSpPr/>
          <p:nvPr/>
        </p:nvSpPr>
        <p:spPr>
          <a:xfrm>
            <a:off x="12852398" y="-2725411"/>
            <a:ext cx="11785600" cy="11785600"/>
          </a:xfrm>
          <a:prstGeom prst="ellipse">
            <a:avLst/>
          </a:prstGeom>
          <a:solidFill>
            <a:schemeClr val="accent3"/>
          </a:solidFill>
          <a:ln>
            <a:noFill/>
          </a:ln>
          <a:effectLst>
            <a:outerShdw blurRad="584200" sx="105000" sy="105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>
              <a:defRPr/>
            </a:pPr>
            <a:endParaRPr lang="zh-CN" altLang="en-US">
              <a:solidFill>
                <a:srgbClr val="F5F5F5"/>
              </a:solidFill>
              <a:latin typeface="vivo Sans"/>
              <a:ea typeface="vivo Sans"/>
            </a:endParaRPr>
          </a:p>
        </p:txBody>
      </p:sp>
      <p:sp>
        <p:nvSpPr>
          <p:cNvPr id="7" name="!! 圆形3">
            <a:extLst>
              <a:ext uri="{FF2B5EF4-FFF2-40B4-BE49-F238E27FC236}">
                <a16:creationId xmlns:a16="http://schemas.microsoft.com/office/drawing/2014/main" id="{E041DDFC-47C3-A5AA-42AA-8462C416215C}"/>
              </a:ext>
            </a:extLst>
          </p:cNvPr>
          <p:cNvSpPr/>
          <p:nvPr/>
        </p:nvSpPr>
        <p:spPr>
          <a:xfrm>
            <a:off x="14579597" y="-736602"/>
            <a:ext cx="8331202" cy="8331202"/>
          </a:xfrm>
          <a:prstGeom prst="ellipse">
            <a:avLst/>
          </a:prstGeom>
          <a:solidFill>
            <a:schemeClr val="accent3"/>
          </a:solidFill>
          <a:ln>
            <a:noFill/>
          </a:ln>
          <a:effectLst>
            <a:outerShdw blurRad="584200" sx="105000" sy="105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>
              <a:defRPr/>
            </a:pPr>
            <a:endParaRPr lang="zh-CN" altLang="en-US">
              <a:solidFill>
                <a:srgbClr val="F5F5F5"/>
              </a:solidFill>
              <a:latin typeface="vivo Sans"/>
              <a:ea typeface="vivo Sans"/>
            </a:endParaRPr>
          </a:p>
        </p:txBody>
      </p:sp>
      <p:sp>
        <p:nvSpPr>
          <p:cNvPr id="8" name="!! 头像">
            <a:extLst>
              <a:ext uri="{FF2B5EF4-FFF2-40B4-BE49-F238E27FC236}">
                <a16:creationId xmlns:a16="http://schemas.microsoft.com/office/drawing/2014/main" id="{8AFCA0BE-26D0-BE67-BECE-B7C13F4C1574}"/>
              </a:ext>
            </a:extLst>
          </p:cNvPr>
          <p:cNvSpPr/>
          <p:nvPr/>
        </p:nvSpPr>
        <p:spPr>
          <a:xfrm>
            <a:off x="-2706113" y="2208998"/>
            <a:ext cx="2440006" cy="2440006"/>
          </a:xfrm>
          <a:prstGeom prst="donut">
            <a:avLst>
              <a:gd name="adj" fmla="val 7309"/>
            </a:avLst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>
              <a:defRPr/>
            </a:pPr>
            <a:endParaRPr lang="zh-CN" altLang="en-US">
              <a:solidFill>
                <a:srgbClr val="181818"/>
              </a:solidFill>
              <a:latin typeface="vivo Sans"/>
              <a:ea typeface="vivo Sans"/>
            </a:endParaRPr>
          </a:p>
        </p:txBody>
      </p:sp>
      <p:sp>
        <p:nvSpPr>
          <p:cNvPr id="9" name="!! 头像框">
            <a:extLst>
              <a:ext uri="{FF2B5EF4-FFF2-40B4-BE49-F238E27FC236}">
                <a16:creationId xmlns:a16="http://schemas.microsoft.com/office/drawing/2014/main" id="{BD037649-9988-09B4-92DF-3ACBC6C43CE8}"/>
              </a:ext>
            </a:extLst>
          </p:cNvPr>
          <p:cNvSpPr/>
          <p:nvPr/>
        </p:nvSpPr>
        <p:spPr>
          <a:xfrm rot="10800000">
            <a:off x="-2407731" y="2507380"/>
            <a:ext cx="1843240" cy="1843240"/>
          </a:xfrm>
          <a:prstGeom prst="ellipse">
            <a:avLst/>
          </a:prstGeom>
          <a:blipFill>
            <a:blip r:embed="rId3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>
              <a:defRPr/>
            </a:pPr>
            <a:endParaRPr lang="zh-CN" altLang="en-US">
              <a:solidFill>
                <a:srgbClr val="F5F5F5"/>
              </a:solidFill>
              <a:latin typeface="vivo Sans"/>
              <a:ea typeface="vivo Sans"/>
            </a:endParaRPr>
          </a:p>
        </p:txBody>
      </p:sp>
      <p:sp>
        <p:nvSpPr>
          <p:cNvPr id="10" name="!! 背景板">
            <a:extLst>
              <a:ext uri="{FF2B5EF4-FFF2-40B4-BE49-F238E27FC236}">
                <a16:creationId xmlns:a16="http://schemas.microsoft.com/office/drawing/2014/main" id="{B8C534F5-F9DB-9AA3-E5ED-4E2525A5A776}"/>
              </a:ext>
            </a:extLst>
          </p:cNvPr>
          <p:cNvSpPr/>
          <p:nvPr/>
        </p:nvSpPr>
        <p:spPr>
          <a:xfrm>
            <a:off x="12547621" y="644069"/>
            <a:ext cx="5088468" cy="5569862"/>
          </a:xfrm>
          <a:prstGeom prst="roundRect">
            <a:avLst>
              <a:gd name="adj" fmla="val 3920"/>
            </a:avLst>
          </a:prstGeom>
          <a:solidFill>
            <a:schemeClr val="bg2"/>
          </a:solidFill>
          <a:ln>
            <a:noFill/>
          </a:ln>
          <a:effectLst>
            <a:outerShdw blurRad="2032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>
              <a:defRPr/>
            </a:pPr>
            <a:endParaRPr lang="zh-CN" altLang="en-US">
              <a:solidFill>
                <a:srgbClr val="F5F5F5"/>
              </a:solidFill>
              <a:latin typeface="vivo Sans"/>
              <a:ea typeface="vivo Sans"/>
            </a:endParaRPr>
          </a:p>
        </p:txBody>
      </p:sp>
      <p:grpSp>
        <p:nvGrpSpPr>
          <p:cNvPr id="11" name="!! 大标题">
            <a:extLst>
              <a:ext uri="{FF2B5EF4-FFF2-40B4-BE49-F238E27FC236}">
                <a16:creationId xmlns:a16="http://schemas.microsoft.com/office/drawing/2014/main" id="{882EC956-B0CB-04E7-8147-B90279928CB7}"/>
              </a:ext>
            </a:extLst>
          </p:cNvPr>
          <p:cNvGrpSpPr/>
          <p:nvPr/>
        </p:nvGrpSpPr>
        <p:grpSpPr>
          <a:xfrm>
            <a:off x="13195910" y="1287035"/>
            <a:ext cx="2044111" cy="461665"/>
            <a:chOff x="3079753" y="1375827"/>
            <a:chExt cx="726902" cy="1175428"/>
          </a:xfrm>
        </p:grpSpPr>
        <p:sp>
          <p:nvSpPr>
            <p:cNvPr id="12" name="!! 标题符">
              <a:extLst>
                <a:ext uri="{FF2B5EF4-FFF2-40B4-BE49-F238E27FC236}">
                  <a16:creationId xmlns:a16="http://schemas.microsoft.com/office/drawing/2014/main" id="{DF4DAB95-8E19-5BD9-E6F2-79C9DE9C724B}"/>
                </a:ext>
              </a:extLst>
            </p:cNvPr>
            <p:cNvSpPr/>
            <p:nvPr/>
          </p:nvSpPr>
          <p:spPr>
            <a:xfrm>
              <a:off x="3107206" y="1685496"/>
              <a:ext cx="658803" cy="1255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189">
                <a:defRPr/>
              </a:pPr>
              <a:endParaRPr lang="zh-CN" altLang="en-US">
                <a:solidFill>
                  <a:srgbClr val="FFFFFF"/>
                </a:solidFill>
                <a:latin typeface="OPPOSans R"/>
                <a:ea typeface="OPPOSans R"/>
              </a:endParaRPr>
            </a:p>
          </p:txBody>
        </p:sp>
        <p:sp>
          <p:nvSpPr>
            <p:cNvPr id="13" name="!! 标题">
              <a:extLst>
                <a:ext uri="{FF2B5EF4-FFF2-40B4-BE49-F238E27FC236}">
                  <a16:creationId xmlns:a16="http://schemas.microsoft.com/office/drawing/2014/main" id="{3213AB44-6B4D-D440-B533-7D0C29DAAC9D}"/>
                </a:ext>
              </a:extLst>
            </p:cNvPr>
            <p:cNvSpPr txBox="1"/>
            <p:nvPr/>
          </p:nvSpPr>
          <p:spPr>
            <a:xfrm>
              <a:off x="3079753" y="1375827"/>
              <a:ext cx="726902" cy="11754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457189">
                <a:defRPr/>
              </a:pPr>
              <a:r>
                <a:rPr lang="zh-CN" altLang="en-US" sz="2400" dirty="0">
                  <a:solidFill>
                    <a:srgbClr val="000000">
                      <a:lumMod val="75000"/>
                      <a:lumOff val="25000"/>
                    </a:srgbClr>
                  </a:solidFill>
                  <a:latin typeface="OPPOSans M"/>
                  <a:ea typeface="OPPOSans M"/>
                </a:rPr>
                <a:t>欢迎回来，夌</a:t>
              </a:r>
            </a:p>
          </p:txBody>
        </p:sp>
      </p:grpSp>
      <p:sp>
        <p:nvSpPr>
          <p:cNvPr id="15" name="!! 文本1">
            <a:extLst>
              <a:ext uri="{FF2B5EF4-FFF2-40B4-BE49-F238E27FC236}">
                <a16:creationId xmlns:a16="http://schemas.microsoft.com/office/drawing/2014/main" id="{084BA909-AFC0-997F-1822-513172A9E2D2}"/>
              </a:ext>
            </a:extLst>
          </p:cNvPr>
          <p:cNvSpPr txBox="1"/>
          <p:nvPr/>
        </p:nvSpPr>
        <p:spPr>
          <a:xfrm>
            <a:off x="13195910" y="1777143"/>
            <a:ext cx="22489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377">
              <a:defRPr/>
            </a:pPr>
            <a:r>
              <a:rPr lang="zh-CN" altLang="en-US" sz="1400" dirty="0">
                <a:solidFill>
                  <a:srgbClr val="F5F5F5">
                    <a:lumMod val="75000"/>
                  </a:srgbClr>
                </a:solidFill>
                <a:latin typeface="vivo Sans"/>
                <a:ea typeface="vivo Sans"/>
              </a:rPr>
              <a:t>已为您自动登录</a:t>
            </a:r>
          </a:p>
        </p:txBody>
      </p:sp>
      <p:sp>
        <p:nvSpPr>
          <p:cNvPr id="16" name="!! 继续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2347C91B-77F9-5D73-7D62-3DBED1119772}"/>
              </a:ext>
            </a:extLst>
          </p:cNvPr>
          <p:cNvSpPr/>
          <p:nvPr/>
        </p:nvSpPr>
        <p:spPr>
          <a:xfrm>
            <a:off x="13899068" y="5441053"/>
            <a:ext cx="2453305" cy="40821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  <a:effectLst>
            <a:outerShdw blurRad="88900" sx="101000" sy="101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>
              <a:defRPr/>
            </a:pPr>
            <a:r>
              <a:rPr lang="zh-CN" altLang="en-US" sz="1400" dirty="0">
                <a:solidFill>
                  <a:srgbClr val="FFFFFF"/>
                </a:solidFill>
                <a:latin typeface="vivo Sans"/>
                <a:ea typeface="vivo Sans"/>
              </a:rPr>
              <a:t>下一步</a:t>
            </a:r>
          </a:p>
        </p:txBody>
      </p:sp>
    </p:spTree>
    <p:extLst>
      <p:ext uri="{BB962C8B-B14F-4D97-AF65-F5344CB8AC3E}">
        <p14:creationId xmlns:p14="http://schemas.microsoft.com/office/powerpoint/2010/main" val="21270017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 advClick="0">
        <p159:morph option="byObject"/>
      </p:transition>
    </mc:Choice>
    <mc:Fallback xmlns="">
      <p:transition spd="med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26 0 L 0.37566 0 " pathEditMode="relative" rAng="0" ptsTypes="AA">
                                      <p:cBhvr>
                                        <p:cTn id="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646" y="0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63" presetClass="path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5E-6 0 L 0.37501 0 " pathEditMode="relative" rAng="0" ptsTypes="AA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750" y="0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35" presetClass="path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7 0 L -0.52904 0 " pathEditMode="relative" rAng="0" ptsTypes="AA">
                                      <p:cBhvr>
                                        <p:cTn id="1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6458" y="0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35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6 3.7037E-6 L -0.52865 3.7037E-6 " pathEditMode="relative" rAng="0" ptsTypes="AA">
                                      <p:cBhvr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6432" y="0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35" presetClass="path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8.33333E-7 -1.48148E-6 L -0.52969 -1.48148E-6 " pathEditMode="relative" rAng="0" ptsTypes="AA">
                                      <p:cBhvr>
                                        <p:cTn id="1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6484" y="0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35" presetClass="path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E-6 1.85185E-6 L -0.52956 1.85185E-6 " pathEditMode="relative" rAng="0" ptsTypes="AA">
                                      <p:cBhvr>
                                        <p:cTn id="1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6484" y="0"/>
                                    </p:animMotion>
                                  </p:childTnLst>
                                </p:cTn>
                              </p:par>
                              <p:par>
                                <p:cTn id="17" presetID="8" presetClass="emp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Rot by="10800000">
                                      <p:cBhvr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9" grpId="1" animBg="1"/>
      <p:bldP spid="10" grpId="0" animBg="1"/>
      <p:bldP spid="15" grpId="0"/>
      <p:bldP spid="16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3"/>
            </a:gs>
            <a:gs pos="46000">
              <a:schemeClr val="accent4"/>
            </a:gs>
          </a:gsLst>
          <a:path path="circle">
            <a:fillToRect l="100000" b="100000"/>
          </a:path>
          <a:tileRect t="-100000" r="-10000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FDC45B8-AF64-D6DA-F639-A4852143F2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 圆形1">
            <a:extLst>
              <a:ext uri="{FF2B5EF4-FFF2-40B4-BE49-F238E27FC236}">
                <a16:creationId xmlns:a16="http://schemas.microsoft.com/office/drawing/2014/main" id="{C1CC6E81-8B20-F4BD-B80F-174C18404CAD}"/>
              </a:ext>
            </a:extLst>
          </p:cNvPr>
          <p:cNvSpPr/>
          <p:nvPr/>
        </p:nvSpPr>
        <p:spPr>
          <a:xfrm>
            <a:off x="-11367851" y="-1828801"/>
            <a:ext cx="10515600" cy="105156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>
              <a:defRPr/>
            </a:pPr>
            <a:endParaRPr lang="zh-CN" altLang="en-US">
              <a:solidFill>
                <a:srgbClr val="F5F5F5"/>
              </a:solidFill>
              <a:latin typeface="vivo Sans"/>
              <a:ea typeface="vivo Sans"/>
            </a:endParaRPr>
          </a:p>
        </p:txBody>
      </p:sp>
      <p:sp>
        <p:nvSpPr>
          <p:cNvPr id="5" name="!! 圆形2">
            <a:extLst>
              <a:ext uri="{FF2B5EF4-FFF2-40B4-BE49-F238E27FC236}">
                <a16:creationId xmlns:a16="http://schemas.microsoft.com/office/drawing/2014/main" id="{C6797F41-736F-CB76-16A7-D3BE92F4D89E}"/>
              </a:ext>
            </a:extLst>
          </p:cNvPr>
          <p:cNvSpPr/>
          <p:nvPr/>
        </p:nvSpPr>
        <p:spPr>
          <a:xfrm>
            <a:off x="12852398" y="-2725411"/>
            <a:ext cx="11785600" cy="11785600"/>
          </a:xfrm>
          <a:prstGeom prst="ellipse">
            <a:avLst/>
          </a:prstGeom>
          <a:solidFill>
            <a:schemeClr val="accent3"/>
          </a:solidFill>
          <a:ln>
            <a:noFill/>
          </a:ln>
          <a:effectLst>
            <a:outerShdw blurRad="584200" sx="105000" sy="105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>
              <a:defRPr/>
            </a:pPr>
            <a:endParaRPr lang="zh-CN" altLang="en-US">
              <a:solidFill>
                <a:srgbClr val="F5F5F5"/>
              </a:solidFill>
              <a:latin typeface="vivo Sans"/>
              <a:ea typeface="vivo Sans"/>
            </a:endParaRPr>
          </a:p>
        </p:txBody>
      </p:sp>
      <p:sp>
        <p:nvSpPr>
          <p:cNvPr id="7" name="!! 圆形3">
            <a:extLst>
              <a:ext uri="{FF2B5EF4-FFF2-40B4-BE49-F238E27FC236}">
                <a16:creationId xmlns:a16="http://schemas.microsoft.com/office/drawing/2014/main" id="{A54D5256-2C2D-A6C3-92F6-8846D99E1041}"/>
              </a:ext>
            </a:extLst>
          </p:cNvPr>
          <p:cNvSpPr/>
          <p:nvPr/>
        </p:nvSpPr>
        <p:spPr>
          <a:xfrm>
            <a:off x="14579597" y="-736602"/>
            <a:ext cx="8331202" cy="8331202"/>
          </a:xfrm>
          <a:prstGeom prst="ellipse">
            <a:avLst/>
          </a:prstGeom>
          <a:solidFill>
            <a:schemeClr val="accent3"/>
          </a:solidFill>
          <a:ln>
            <a:noFill/>
          </a:ln>
          <a:effectLst>
            <a:outerShdw blurRad="584200" sx="105000" sy="105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>
              <a:defRPr/>
            </a:pPr>
            <a:endParaRPr lang="zh-CN" altLang="en-US">
              <a:solidFill>
                <a:srgbClr val="F5F5F5"/>
              </a:solidFill>
              <a:latin typeface="vivo Sans"/>
              <a:ea typeface="vivo Sans"/>
            </a:endParaRPr>
          </a:p>
        </p:txBody>
      </p:sp>
      <p:sp>
        <p:nvSpPr>
          <p:cNvPr id="10" name="!! 背景板">
            <a:extLst>
              <a:ext uri="{FF2B5EF4-FFF2-40B4-BE49-F238E27FC236}">
                <a16:creationId xmlns:a16="http://schemas.microsoft.com/office/drawing/2014/main" id="{9325763C-4758-F56E-FF7F-B86EE05957D9}"/>
              </a:ext>
            </a:extLst>
          </p:cNvPr>
          <p:cNvSpPr/>
          <p:nvPr/>
        </p:nvSpPr>
        <p:spPr>
          <a:xfrm>
            <a:off x="6096001" y="644072"/>
            <a:ext cx="5088468" cy="5569863"/>
          </a:xfrm>
          <a:prstGeom prst="roundRect">
            <a:avLst>
              <a:gd name="adj" fmla="val 3920"/>
            </a:avLst>
          </a:prstGeom>
          <a:solidFill>
            <a:schemeClr val="bg2"/>
          </a:solidFill>
          <a:ln>
            <a:noFill/>
          </a:ln>
          <a:effectLst>
            <a:outerShdw blurRad="2032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>
              <a:defRPr/>
            </a:pPr>
            <a:endParaRPr lang="zh-CN" altLang="en-US">
              <a:solidFill>
                <a:srgbClr val="F5F5F5"/>
              </a:solidFill>
              <a:latin typeface="vivo Sans"/>
              <a:ea typeface="vivo Sans"/>
            </a:endParaRPr>
          </a:p>
        </p:txBody>
      </p:sp>
      <p:grpSp>
        <p:nvGrpSpPr>
          <p:cNvPr id="11" name="!! 大标题">
            <a:extLst>
              <a:ext uri="{FF2B5EF4-FFF2-40B4-BE49-F238E27FC236}">
                <a16:creationId xmlns:a16="http://schemas.microsoft.com/office/drawing/2014/main" id="{A5E42CA0-FAE8-03AB-E479-096E6C1CF99C}"/>
              </a:ext>
            </a:extLst>
          </p:cNvPr>
          <p:cNvGrpSpPr/>
          <p:nvPr/>
        </p:nvGrpSpPr>
        <p:grpSpPr>
          <a:xfrm>
            <a:off x="6744291" y="1287037"/>
            <a:ext cx="2945811" cy="461665"/>
            <a:chOff x="3079753" y="1375827"/>
            <a:chExt cx="726902" cy="461665"/>
          </a:xfrm>
        </p:grpSpPr>
        <p:sp>
          <p:nvSpPr>
            <p:cNvPr id="12" name="!! 标题符">
              <a:extLst>
                <a:ext uri="{FF2B5EF4-FFF2-40B4-BE49-F238E27FC236}">
                  <a16:creationId xmlns:a16="http://schemas.microsoft.com/office/drawing/2014/main" id="{24A81FE4-C290-2655-2F05-41F5A5B47C47}"/>
                </a:ext>
              </a:extLst>
            </p:cNvPr>
            <p:cNvSpPr/>
            <p:nvPr/>
          </p:nvSpPr>
          <p:spPr>
            <a:xfrm>
              <a:off x="3107206" y="1685496"/>
              <a:ext cx="672811" cy="1255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189">
                <a:defRPr/>
              </a:pPr>
              <a:endParaRPr lang="zh-CN" altLang="en-US">
                <a:solidFill>
                  <a:srgbClr val="FFFFFF"/>
                </a:solidFill>
                <a:latin typeface="OPPOSans R"/>
                <a:ea typeface="OPPOSans R"/>
              </a:endParaRPr>
            </a:p>
          </p:txBody>
        </p:sp>
        <p:sp>
          <p:nvSpPr>
            <p:cNvPr id="13" name="!! 标题">
              <a:extLst>
                <a:ext uri="{FF2B5EF4-FFF2-40B4-BE49-F238E27FC236}">
                  <a16:creationId xmlns:a16="http://schemas.microsoft.com/office/drawing/2014/main" id="{4B59DD75-341F-508D-AC32-DDBDF9B75D81}"/>
                </a:ext>
              </a:extLst>
            </p:cNvPr>
            <p:cNvSpPr txBox="1"/>
            <p:nvPr/>
          </p:nvSpPr>
          <p:spPr>
            <a:xfrm>
              <a:off x="3079753" y="1375827"/>
              <a:ext cx="72690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457189">
                <a:defRPr/>
              </a:pPr>
              <a:r>
                <a:rPr lang="zh-CN" altLang="en-US" sz="2400" dirty="0">
                  <a:solidFill>
                    <a:srgbClr val="000000">
                      <a:lumMod val="75000"/>
                      <a:lumOff val="25000"/>
                    </a:srgbClr>
                  </a:solidFill>
                  <a:latin typeface="vivo Sans Medium"/>
                  <a:ea typeface="vivo Sans Medium"/>
                </a:rPr>
                <a:t>保持最新的系统版本</a:t>
              </a:r>
            </a:p>
          </p:txBody>
        </p:sp>
      </p:grpSp>
      <p:sp>
        <p:nvSpPr>
          <p:cNvPr id="16" name="!! 继续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613DA69B-85A8-E6D1-2DD0-9891FFCB7AFE}"/>
              </a:ext>
            </a:extLst>
          </p:cNvPr>
          <p:cNvSpPr/>
          <p:nvPr/>
        </p:nvSpPr>
        <p:spPr>
          <a:xfrm>
            <a:off x="7447451" y="5441056"/>
            <a:ext cx="2453305" cy="40821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  <a:effectLst>
            <a:outerShdw blurRad="88900" sx="101000" sy="101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>
              <a:defRPr/>
            </a:pPr>
            <a:r>
              <a:rPr lang="zh-CN" altLang="en-US" sz="1400" dirty="0">
                <a:solidFill>
                  <a:srgbClr val="FFFFFF"/>
                </a:solidFill>
                <a:latin typeface="vivo Sans"/>
                <a:ea typeface="vivo Sans"/>
              </a:rPr>
              <a:t>下一步</a:t>
            </a:r>
          </a:p>
        </p:txBody>
      </p:sp>
      <p:pic>
        <p:nvPicPr>
          <p:cNvPr id="4" name="!! 图标1-2">
            <a:extLst>
              <a:ext uri="{FF2B5EF4-FFF2-40B4-BE49-F238E27FC236}">
                <a16:creationId xmlns:a16="http://schemas.microsoft.com/office/drawing/2014/main" id="{6E98A1ED-850A-BCC4-BF7B-1711DECCF7F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507139" y="3999247"/>
            <a:ext cx="1167539" cy="1167539"/>
          </a:xfrm>
          <a:prstGeom prst="rect">
            <a:avLst/>
          </a:prstGeom>
        </p:spPr>
      </p:pic>
      <p:sp>
        <p:nvSpPr>
          <p:cNvPr id="6" name="!! 图标1-1">
            <a:extLst>
              <a:ext uri="{FF2B5EF4-FFF2-40B4-BE49-F238E27FC236}">
                <a16:creationId xmlns:a16="http://schemas.microsoft.com/office/drawing/2014/main" id="{F5CFD69A-880C-B4A8-FC41-219776150269}"/>
              </a:ext>
            </a:extLst>
          </p:cNvPr>
          <p:cNvSpPr/>
          <p:nvPr/>
        </p:nvSpPr>
        <p:spPr>
          <a:xfrm>
            <a:off x="2584010" y="3945892"/>
            <a:ext cx="1013796" cy="79319"/>
          </a:xfrm>
          <a:prstGeom prst="roundRect">
            <a:avLst>
              <a:gd name="adj" fmla="val 50000"/>
            </a:avLst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>
              <a:defRPr/>
            </a:pPr>
            <a:endParaRPr lang="zh-CN" altLang="en-US">
              <a:solidFill>
                <a:srgbClr val="F5F5F5"/>
              </a:solidFill>
              <a:latin typeface="vivo Sans"/>
              <a:ea typeface="vivo Sans"/>
            </a:endParaRPr>
          </a:p>
        </p:txBody>
      </p:sp>
      <p:sp>
        <p:nvSpPr>
          <p:cNvPr id="19" name="!! 遮罩1-1">
            <a:extLst>
              <a:ext uri="{FF2B5EF4-FFF2-40B4-BE49-F238E27FC236}">
                <a16:creationId xmlns:a16="http://schemas.microsoft.com/office/drawing/2014/main" id="{66CC1D7F-D641-A675-4761-EEA0C0CDAB37}"/>
              </a:ext>
            </a:extLst>
          </p:cNvPr>
          <p:cNvSpPr/>
          <p:nvPr/>
        </p:nvSpPr>
        <p:spPr>
          <a:xfrm>
            <a:off x="2382398" y="3945881"/>
            <a:ext cx="1417020" cy="79319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>
              <a:defRPr/>
            </a:pPr>
            <a:endParaRPr lang="zh-CN" altLang="en-US">
              <a:solidFill>
                <a:srgbClr val="F5F5F5"/>
              </a:solidFill>
              <a:latin typeface="vivo Sans"/>
              <a:ea typeface="vivo Sans"/>
            </a:endParaRPr>
          </a:p>
        </p:txBody>
      </p:sp>
      <p:sp>
        <p:nvSpPr>
          <p:cNvPr id="20" name="!! 遮罩1-2">
            <a:extLst>
              <a:ext uri="{FF2B5EF4-FFF2-40B4-BE49-F238E27FC236}">
                <a16:creationId xmlns:a16="http://schemas.microsoft.com/office/drawing/2014/main" id="{408F08E1-509F-3817-FCF7-E1629622207C}"/>
              </a:ext>
            </a:extLst>
          </p:cNvPr>
          <p:cNvSpPr/>
          <p:nvPr/>
        </p:nvSpPr>
        <p:spPr>
          <a:xfrm>
            <a:off x="2414147" y="4023438"/>
            <a:ext cx="1353523" cy="110058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>
              <a:defRPr/>
            </a:pPr>
            <a:endParaRPr lang="zh-CN" altLang="en-US">
              <a:solidFill>
                <a:srgbClr val="F5F5F5"/>
              </a:solidFill>
              <a:latin typeface="vivo Sans"/>
              <a:ea typeface="vivo Sans"/>
            </a:endParaRPr>
          </a:p>
        </p:txBody>
      </p:sp>
      <p:sp>
        <p:nvSpPr>
          <p:cNvPr id="22" name="!! 头像">
            <a:extLst>
              <a:ext uri="{FF2B5EF4-FFF2-40B4-BE49-F238E27FC236}">
                <a16:creationId xmlns:a16="http://schemas.microsoft.com/office/drawing/2014/main" id="{D453B9BA-B2A0-8F36-816A-57CD7E889A42}"/>
              </a:ext>
            </a:extLst>
          </p:cNvPr>
          <p:cNvSpPr/>
          <p:nvPr/>
        </p:nvSpPr>
        <p:spPr>
          <a:xfrm>
            <a:off x="1860264" y="2209000"/>
            <a:ext cx="2440007" cy="2440007"/>
          </a:xfrm>
          <a:prstGeom prst="donut">
            <a:avLst>
              <a:gd name="adj" fmla="val 5222"/>
            </a:avLst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>
              <a:defRPr/>
            </a:pPr>
            <a:endParaRPr lang="zh-CN" altLang="en-US">
              <a:solidFill>
                <a:srgbClr val="181818"/>
              </a:solidFill>
              <a:latin typeface="vivo Sans"/>
              <a:ea typeface="vivo Sans"/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B6FEF7CD-AE2B-1316-C55A-21FCE42D5B96}"/>
              </a:ext>
            </a:extLst>
          </p:cNvPr>
          <p:cNvGrpSpPr/>
          <p:nvPr/>
        </p:nvGrpSpPr>
        <p:grpSpPr>
          <a:xfrm>
            <a:off x="3813542" y="222772"/>
            <a:ext cx="4564916" cy="1314719"/>
            <a:chOff x="3813541" y="222770"/>
            <a:chExt cx="4564916" cy="1314718"/>
          </a:xfrm>
        </p:grpSpPr>
        <p:grpSp>
          <p:nvGrpSpPr>
            <p:cNvPr id="8" name="!! 通知框1">
              <a:extLst>
                <a:ext uri="{FF2B5EF4-FFF2-40B4-BE49-F238E27FC236}">
                  <a16:creationId xmlns:a16="http://schemas.microsoft.com/office/drawing/2014/main" id="{6FA942CE-56D9-3F27-F045-94691D8EDA00}"/>
                </a:ext>
              </a:extLst>
            </p:cNvPr>
            <p:cNvGrpSpPr/>
            <p:nvPr/>
          </p:nvGrpSpPr>
          <p:grpSpPr>
            <a:xfrm>
              <a:off x="3813541" y="222770"/>
              <a:ext cx="4564916" cy="1314718"/>
              <a:chOff x="5801943" y="1589193"/>
              <a:chExt cx="4564916" cy="1558796"/>
            </a:xfrm>
          </p:grpSpPr>
          <p:sp>
            <p:nvSpPr>
              <p:cNvPr id="21" name="!! 弹窗">
                <a:extLst>
                  <a:ext uri="{FF2B5EF4-FFF2-40B4-BE49-F238E27FC236}">
                    <a16:creationId xmlns:a16="http://schemas.microsoft.com/office/drawing/2014/main" id="{1BD770D9-465A-33F9-EB3E-60A323BCE0C7}"/>
                  </a:ext>
                </a:extLst>
              </p:cNvPr>
              <p:cNvSpPr/>
              <p:nvPr/>
            </p:nvSpPr>
            <p:spPr>
              <a:xfrm>
                <a:off x="5801943" y="1589193"/>
                <a:ext cx="4564916" cy="1558796"/>
              </a:xfrm>
              <a:prstGeom prst="roundRect">
                <a:avLst>
                  <a:gd name="adj" fmla="val 7669"/>
                </a:avLst>
              </a:prstGeom>
              <a:solidFill>
                <a:schemeClr val="bg1">
                  <a:alpha val="95000"/>
                </a:schemeClr>
              </a:solidFill>
              <a:ln>
                <a:noFill/>
              </a:ln>
              <a:effectLst>
                <a:outerShdw blurRad="254000" algn="ctr" rotWithShape="0">
                  <a:prstClr val="black">
                    <a:alpha val="2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377">
                  <a:defRPr/>
                </a:pPr>
                <a:endParaRPr lang="zh-CN" altLang="en-US">
                  <a:solidFill>
                    <a:srgbClr val="F5F5F5"/>
                  </a:solidFill>
                  <a:latin typeface="vivo Sans"/>
                  <a:ea typeface="vivo Sans"/>
                </a:endParaRPr>
              </a:p>
            </p:txBody>
          </p:sp>
          <p:sp>
            <p:nvSpPr>
              <p:cNvPr id="23" name="标题">
                <a:extLst>
                  <a:ext uri="{FF2B5EF4-FFF2-40B4-BE49-F238E27FC236}">
                    <a16:creationId xmlns:a16="http://schemas.microsoft.com/office/drawing/2014/main" id="{7A6E5839-6872-E867-4451-005BA6CF27B5}"/>
                  </a:ext>
                </a:extLst>
              </p:cNvPr>
              <p:cNvSpPr txBox="1"/>
              <p:nvPr/>
            </p:nvSpPr>
            <p:spPr>
              <a:xfrm>
                <a:off x="5973675" y="2202534"/>
                <a:ext cx="3229043" cy="40140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914377">
                  <a:defRPr/>
                </a:pPr>
                <a:r>
                  <a:rPr lang="zh-CN" altLang="en-US" sz="1600" dirty="0">
                    <a:solidFill>
                      <a:srgbClr val="181818"/>
                    </a:solidFill>
                    <a:latin typeface="vivo Sans Medium"/>
                    <a:ea typeface="vivo Sans Medium"/>
                  </a:rPr>
                  <a:t>无法设置系统更新</a:t>
                </a:r>
              </a:p>
            </p:txBody>
          </p:sp>
          <p:sp>
            <p:nvSpPr>
              <p:cNvPr id="24" name="内容">
                <a:extLst>
                  <a:ext uri="{FF2B5EF4-FFF2-40B4-BE49-F238E27FC236}">
                    <a16:creationId xmlns:a16="http://schemas.microsoft.com/office/drawing/2014/main" id="{4351847A-78C1-6ECA-7D7E-F52F676AA007}"/>
                  </a:ext>
                </a:extLst>
              </p:cNvPr>
              <p:cNvSpPr txBox="1"/>
              <p:nvPr/>
            </p:nvSpPr>
            <p:spPr>
              <a:xfrm>
                <a:off x="5973675" y="2548038"/>
                <a:ext cx="2925729" cy="3649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914377">
                  <a:defRPr/>
                </a:pPr>
                <a:r>
                  <a:rPr lang="zh-CN" altLang="en-US" sz="1400" dirty="0">
                    <a:solidFill>
                      <a:srgbClr val="181818"/>
                    </a:solidFill>
                    <a:latin typeface="vivo Sans"/>
                    <a:ea typeface="vivo Sans"/>
                  </a:rPr>
                  <a:t>宏与更新服务器尚未就绪</a:t>
                </a:r>
              </a:p>
            </p:txBody>
          </p:sp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91231D25-7AB8-25FF-92CA-A6FF53A48E9A}"/>
                  </a:ext>
                </a:extLst>
              </p:cNvPr>
              <p:cNvSpPr txBox="1"/>
              <p:nvPr/>
            </p:nvSpPr>
            <p:spPr>
              <a:xfrm>
                <a:off x="6296462" y="1803287"/>
                <a:ext cx="1701800" cy="3284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914377">
                  <a:defRPr/>
                </a:pPr>
                <a:r>
                  <a:rPr lang="zh-CN" altLang="en-US" sz="1200" dirty="0">
                    <a:solidFill>
                      <a:srgbClr val="F5F5F5">
                        <a:lumMod val="50000"/>
                      </a:srgbClr>
                    </a:solidFill>
                    <a:latin typeface="vivo Sans"/>
                    <a:ea typeface="vivo Sans"/>
                  </a:rPr>
                  <a:t>设置</a:t>
                </a:r>
                <a:r>
                  <a:rPr lang="en-US" altLang="zh-CN" sz="1200" dirty="0">
                    <a:solidFill>
                      <a:srgbClr val="F5F5F5">
                        <a:lumMod val="50000"/>
                      </a:srgbClr>
                    </a:solidFill>
                    <a:latin typeface="vivo Sans"/>
                    <a:ea typeface="vivo Sans"/>
                  </a:rPr>
                  <a:t>· </a:t>
                </a:r>
                <a:r>
                  <a:rPr lang="zh-CN" altLang="en-US" sz="1200" dirty="0">
                    <a:solidFill>
                      <a:srgbClr val="F5F5F5">
                        <a:lumMod val="50000"/>
                      </a:srgbClr>
                    </a:solidFill>
                    <a:latin typeface="vivo Sans"/>
                    <a:ea typeface="vivo Sans"/>
                  </a:rPr>
                  <a:t>现在</a:t>
                </a:r>
              </a:p>
            </p:txBody>
          </p:sp>
        </p:grpSp>
        <p:pic>
          <p:nvPicPr>
            <p:cNvPr id="18" name="图形 17">
              <a:extLst>
                <a:ext uri="{FF2B5EF4-FFF2-40B4-BE49-F238E27FC236}">
                  <a16:creationId xmlns:a16="http://schemas.microsoft.com/office/drawing/2014/main" id="{C9B95659-80B7-B67C-A678-37ABA1CC303A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rcRect/>
            <a:stretch/>
          </p:blipFill>
          <p:spPr>
            <a:xfrm>
              <a:off x="4063092" y="418835"/>
              <a:ext cx="246010" cy="246010"/>
            </a:xfrm>
            <a:prstGeom prst="rect">
              <a:avLst/>
            </a:prstGeom>
          </p:spPr>
        </p:pic>
      </p:grpSp>
      <p:grpSp>
        <p:nvGrpSpPr>
          <p:cNvPr id="28" name="!! 单选框 3">
            <a:extLst>
              <a:ext uri="{FF2B5EF4-FFF2-40B4-BE49-F238E27FC236}">
                <a16:creationId xmlns:a16="http://schemas.microsoft.com/office/drawing/2014/main" id="{0113F551-E48D-2A60-F03B-F1606BB02D00}"/>
              </a:ext>
            </a:extLst>
          </p:cNvPr>
          <p:cNvGrpSpPr/>
          <p:nvPr/>
        </p:nvGrpSpPr>
        <p:grpSpPr>
          <a:xfrm>
            <a:off x="6879497" y="2807032"/>
            <a:ext cx="1730112" cy="307777"/>
            <a:chOff x="6879497" y="3889843"/>
            <a:chExt cx="1730112" cy="307778"/>
          </a:xfrm>
        </p:grpSpPr>
        <p:sp>
          <p:nvSpPr>
            <p:cNvPr id="29" name="!! 单选框1">
              <a:extLst>
                <a:ext uri="{FF2B5EF4-FFF2-40B4-BE49-F238E27FC236}">
                  <a16:creationId xmlns:a16="http://schemas.microsoft.com/office/drawing/2014/main" id="{E7909BA5-0D96-0B2A-CC44-588F6D5B45BA}"/>
                </a:ext>
              </a:extLst>
            </p:cNvPr>
            <p:cNvSpPr/>
            <p:nvPr/>
          </p:nvSpPr>
          <p:spPr>
            <a:xfrm>
              <a:off x="6879497" y="3949341"/>
              <a:ext cx="188782" cy="188782"/>
            </a:xfrm>
            <a:prstGeom prst="ellipse">
              <a:avLst/>
            </a:prstGeom>
            <a:noFill/>
            <a:ln w="28575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77">
                <a:defRPr/>
              </a:pPr>
              <a:endParaRPr lang="zh-CN" altLang="en-US">
                <a:solidFill>
                  <a:srgbClr val="F5F5F5"/>
                </a:solidFill>
                <a:latin typeface="vivo Sans"/>
                <a:ea typeface="vivo Sans"/>
              </a:endParaRPr>
            </a:p>
          </p:txBody>
        </p:sp>
        <p:sp>
          <p:nvSpPr>
            <p:cNvPr id="31" name="!! 单选文本">
              <a:extLst>
                <a:ext uri="{FF2B5EF4-FFF2-40B4-BE49-F238E27FC236}">
                  <a16:creationId xmlns:a16="http://schemas.microsoft.com/office/drawing/2014/main" id="{189F185C-96D2-4475-82A7-FF6504FE23C7}"/>
                </a:ext>
              </a:extLst>
            </p:cNvPr>
            <p:cNvSpPr txBox="1"/>
            <p:nvPr/>
          </p:nvSpPr>
          <p:spPr>
            <a:xfrm>
              <a:off x="7081696" y="3889843"/>
              <a:ext cx="1527913" cy="30777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914377">
                <a:defRPr/>
              </a:pPr>
              <a:r>
                <a:rPr lang="zh-CN" altLang="en-US" sz="1400" dirty="0">
                  <a:solidFill>
                    <a:srgbClr val="F5F5F5">
                      <a:lumMod val="50000"/>
                    </a:srgbClr>
                  </a:solidFill>
                  <a:latin typeface="vivo Sans"/>
                  <a:ea typeface="vivo Sans"/>
                </a:rPr>
                <a:t>禁用更新</a:t>
              </a:r>
            </a:p>
          </p:txBody>
        </p:sp>
        <p:sp>
          <p:nvSpPr>
            <p:cNvPr id="32" name="椭圆 31">
              <a:extLst>
                <a:ext uri="{FF2B5EF4-FFF2-40B4-BE49-F238E27FC236}">
                  <a16:creationId xmlns:a16="http://schemas.microsoft.com/office/drawing/2014/main" id="{5C08DD0B-3D5A-3DF9-504B-D72666EEB125}"/>
                </a:ext>
              </a:extLst>
            </p:cNvPr>
            <p:cNvSpPr/>
            <p:nvPr/>
          </p:nvSpPr>
          <p:spPr>
            <a:xfrm>
              <a:off x="6918651" y="3985955"/>
              <a:ext cx="115555" cy="115555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77">
                <a:defRPr/>
              </a:pPr>
              <a:endParaRPr lang="zh-CN" altLang="en-US">
                <a:solidFill>
                  <a:srgbClr val="F5F5F5"/>
                </a:solidFill>
                <a:latin typeface="vivo Sans"/>
                <a:ea typeface="vivo Sans"/>
              </a:endParaRPr>
            </a:p>
          </p:txBody>
        </p:sp>
      </p:grpSp>
      <p:grpSp>
        <p:nvGrpSpPr>
          <p:cNvPr id="33" name="MG-!! 单选框2">
            <a:extLst>
              <a:ext uri="{FF2B5EF4-FFF2-40B4-BE49-F238E27FC236}">
                <a16:creationId xmlns:a16="http://schemas.microsoft.com/office/drawing/2014/main" id="{E8548825-5465-D179-CABC-C8B22A5DBD32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>
            <a:off x="6879497" y="2415502"/>
            <a:ext cx="2655504" cy="307777"/>
            <a:chOff x="6879497" y="3107891"/>
            <a:chExt cx="2655504" cy="307777"/>
          </a:xfrm>
        </p:grpSpPr>
        <p:sp>
          <p:nvSpPr>
            <p:cNvPr id="34" name="MG-!! 单选框1">
              <a:extLst>
                <a:ext uri="{FF2B5EF4-FFF2-40B4-BE49-F238E27FC236}">
                  <a16:creationId xmlns:a16="http://schemas.microsoft.com/office/drawing/2014/main" id="{8EB06BE6-71BE-0DFB-53B6-C5FEDF803755}"/>
                </a:ext>
              </a:extLst>
            </p:cNvPr>
            <p:cNvSpPr/>
            <p:nvPr>
              <p:custDataLst>
                <p:tags r:id="rId5"/>
              </p:custDataLst>
            </p:nvPr>
          </p:nvSpPr>
          <p:spPr>
            <a:xfrm>
              <a:off x="6879497" y="3167389"/>
              <a:ext cx="188782" cy="188782"/>
            </a:xfrm>
            <a:prstGeom prst="ellipse">
              <a:avLst/>
            </a:prstGeom>
            <a:solidFill>
              <a:schemeClr val="bg1">
                <a:lumMod val="90000"/>
              </a:schemeClr>
            </a:solidFill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77">
                <a:defRPr/>
              </a:pPr>
              <a:endParaRPr lang="zh-CN" altLang="en-US">
                <a:solidFill>
                  <a:srgbClr val="F5F5F5"/>
                </a:solidFill>
                <a:latin typeface="vivo Sans"/>
                <a:ea typeface="vivo Sans"/>
              </a:endParaRPr>
            </a:p>
          </p:txBody>
        </p:sp>
        <p:sp>
          <p:nvSpPr>
            <p:cNvPr id="35" name="MG-!! 单选文本">
              <a:extLst>
                <a:ext uri="{FF2B5EF4-FFF2-40B4-BE49-F238E27FC236}">
                  <a16:creationId xmlns:a16="http://schemas.microsoft.com/office/drawing/2014/main" id="{D738D027-5A68-9A7D-6C13-388437C73D4F}"/>
                </a:ext>
              </a:extLst>
            </p:cNvPr>
            <p:cNvSpPr txBox="1"/>
            <p:nvPr>
              <p:custDataLst>
                <p:tags r:id="rId6"/>
              </p:custDataLst>
            </p:nvPr>
          </p:nvSpPr>
          <p:spPr>
            <a:xfrm>
              <a:off x="7081697" y="3107891"/>
              <a:ext cx="245330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914377">
                <a:defRPr/>
              </a:pPr>
              <a:r>
                <a:rPr lang="zh-CN" altLang="en-US" sz="1400" dirty="0">
                  <a:solidFill>
                    <a:srgbClr val="F5F5F5">
                      <a:lumMod val="50000"/>
                    </a:srgbClr>
                  </a:solidFill>
                  <a:latin typeface="vivo Sans"/>
                  <a:ea typeface="vivo Sans"/>
                </a:rPr>
                <a:t>在</a:t>
              </a:r>
              <a:r>
                <a:rPr lang="en-US" altLang="zh-CN" sz="1400" dirty="0">
                  <a:solidFill>
                    <a:srgbClr val="F5F5F5">
                      <a:lumMod val="50000"/>
                    </a:srgbClr>
                  </a:solidFill>
                  <a:latin typeface="vivo Sans"/>
                  <a:ea typeface="vivo Sans"/>
                </a:rPr>
                <a:t>WLAN</a:t>
              </a:r>
              <a:r>
                <a:rPr lang="zh-CN" altLang="en-US" sz="1400" dirty="0">
                  <a:solidFill>
                    <a:srgbClr val="F5F5F5">
                      <a:lumMod val="50000"/>
                    </a:srgbClr>
                  </a:solidFill>
                  <a:latin typeface="vivo Sans"/>
                  <a:ea typeface="vivo Sans"/>
                </a:rPr>
                <a:t>下自动下载更新</a:t>
              </a:r>
            </a:p>
          </p:txBody>
        </p:sp>
      </p:grpSp>
      <p:grpSp>
        <p:nvGrpSpPr>
          <p:cNvPr id="36" name="MG-!! 单选框2">
            <a:extLst>
              <a:ext uri="{FF2B5EF4-FFF2-40B4-BE49-F238E27FC236}">
                <a16:creationId xmlns:a16="http://schemas.microsoft.com/office/drawing/2014/main" id="{AF548CEA-0AF1-163F-C039-D448D9BE32B4}"/>
              </a:ext>
            </a:extLst>
          </p:cNvPr>
          <p:cNvGrpSpPr/>
          <p:nvPr>
            <p:custDataLst>
              <p:tags r:id="rId2"/>
            </p:custDataLst>
          </p:nvPr>
        </p:nvGrpSpPr>
        <p:grpSpPr>
          <a:xfrm>
            <a:off x="6879497" y="2016271"/>
            <a:ext cx="2655504" cy="307777"/>
            <a:chOff x="6879497" y="3107891"/>
            <a:chExt cx="2655504" cy="307778"/>
          </a:xfrm>
        </p:grpSpPr>
        <p:sp>
          <p:nvSpPr>
            <p:cNvPr id="41" name="MG-!! 单选框1">
              <a:extLst>
                <a:ext uri="{FF2B5EF4-FFF2-40B4-BE49-F238E27FC236}">
                  <a16:creationId xmlns:a16="http://schemas.microsoft.com/office/drawing/2014/main" id="{5EA33D29-AEF1-9257-88A2-CA2907A364F4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>
            <a:xfrm>
              <a:off x="6879497" y="3167389"/>
              <a:ext cx="188782" cy="188782"/>
            </a:xfrm>
            <a:prstGeom prst="ellipse">
              <a:avLst/>
            </a:prstGeom>
            <a:solidFill>
              <a:schemeClr val="bg1">
                <a:lumMod val="90000"/>
              </a:schemeClr>
            </a:solidFill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77">
                <a:defRPr/>
              </a:pPr>
              <a:endParaRPr lang="zh-CN" altLang="en-US">
                <a:solidFill>
                  <a:srgbClr val="F5F5F5"/>
                </a:solidFill>
                <a:latin typeface="vivo Sans"/>
                <a:ea typeface="vivo Sans"/>
              </a:endParaRPr>
            </a:p>
          </p:txBody>
        </p:sp>
        <p:sp>
          <p:nvSpPr>
            <p:cNvPr id="45" name="MG-!! 单选文本">
              <a:extLst>
                <a:ext uri="{FF2B5EF4-FFF2-40B4-BE49-F238E27FC236}">
                  <a16:creationId xmlns:a16="http://schemas.microsoft.com/office/drawing/2014/main" id="{F7CECD0D-BAC2-C145-E544-9373A48BC6A0}"/>
                </a:ext>
              </a:extLst>
            </p:cNvPr>
            <p:cNvSpPr txBox="1"/>
            <p:nvPr>
              <p:custDataLst>
                <p:tags r:id="rId4"/>
              </p:custDataLst>
            </p:nvPr>
          </p:nvSpPr>
          <p:spPr>
            <a:xfrm>
              <a:off x="7081697" y="3107891"/>
              <a:ext cx="2453304" cy="30777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914377">
                <a:defRPr/>
              </a:pPr>
              <a:r>
                <a:rPr lang="zh-CN" altLang="en-US" sz="1400" dirty="0">
                  <a:solidFill>
                    <a:srgbClr val="F5F5F5">
                      <a:lumMod val="50000"/>
                    </a:srgbClr>
                  </a:solidFill>
                  <a:latin typeface="vivo Sans"/>
                  <a:ea typeface="vivo Sans"/>
                </a:rPr>
                <a:t>自动下载并安装更新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228592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 advClick="0">
        <p159:morph option="byObject"/>
      </p:transition>
    </mc:Choice>
    <mc:Fallback xmlns="">
      <p:transition spd="med" advClick="0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0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" dur="300"/>
                                            <p:tgtEl>
                                              <p:spTgt spid="1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" presetID="1" presetClass="entr" presetSubtype="0" fill="hold" nodeType="withEffect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0" presetID="1" presetClass="entr" presetSubtype="0" fill="hold" grpId="0" nodeType="withEffect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2" presetID="64" presetClass="path" presetSubtype="0" decel="100000" fill="hold" nodeType="withEffect">
                                      <p:stCondLst>
                                        <p:cond delay="200"/>
                                      </p:stCondLst>
                                      <p:childTnLst>
                                        <p:animMotion origin="layout" path="M 4.375E-6 2.96296E-6 L 4.375E-6 -0.18449 " pathEditMode="relative" rAng="0" ptsTypes="AA">
                                          <p:cBhvr>
                                            <p:cTn id="13" dur="5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-9236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4" presetID="63" presetClass="path" presetSubtype="0" decel="100000" fill="hold" grpId="0" nodeType="withEffect">
                                      <p:stCondLst>
                                        <p:cond delay="200"/>
                                      </p:stCondLst>
                                      <p:childTnLst>
                                        <p:animMotion origin="layout" path="M 4.375E-6 0 L 0.12565 0 " pathEditMode="relative" rAng="0" ptsTypes="AA">
                                          <p:cBhvr>
                                            <p:cTn id="15" dur="5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6276" y="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6" presetID="10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8" dur="3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9" presetID="10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1" dur="300"/>
                                            <p:tgtEl>
                                              <p:spTgt spid="3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2" presetID="10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4" dur="300"/>
                                            <p:tgtEl>
                                              <p:spTgt spid="3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5" presetID="1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7" presetID="64" presetClass="path" presetSubtype="0" accel="30303" decel="60606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4.16667E-7 0.04445 L -4.16667E-7 -0.23611 " pathEditMode="relative" rAng="0" ptsTypes="AA">
                                          <p:cBhvr>
                                            <p:cTn id="28" dur="330" spd="-1000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-14028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9" presetID="64" presetClass="path" presetSubtype="0" decel="88235" fill="hold" nodeType="withEffect">
                                      <p:stCondLst>
                                        <p:cond delay="330"/>
                                      </p:stCondLst>
                                      <p:childTnLst>
                                        <p:animMotion origin="layout" path="M -4.16667E-7 0.04398 L -4.16667E-7 -7.40741E-7 " pathEditMode="relative" rAng="0" ptsTypes="AA">
                                          <p:cBhvr>
                                            <p:cTn id="30" dur="34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-2199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seq concurrent="1" nextAc="seek">
                  <p:cTn id="31" restart="whenNotActive" fill="hold" evtFilter="cancelBubble" nodeType="interactiveSeq">
                    <p:stCondLst>
                      <p:cond evt="onClick" delay="0">
                        <p:tgtEl>
                          <p:spTgt spid="28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32" fill="hold">
                          <p:stCondLst>
                            <p:cond delay="0"/>
                          </p:stCondLst>
                          <p:childTnLst>
                            <p:par>
                              <p:cTn id="33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34" presetID="42" presetClass="path" presetSubtype="0" accel="100000" fill="hold" nodeType="clickEffect" p14:presetBounceEnd="96000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0.01106 -2.96296E-6 L 3.75E-6 -2.96296E-6 " pathEditMode="relative" rAng="0" ptsTypes="AA" p14:bounceEnd="96000">
                                          <p:cBhvr>
                                            <p:cTn id="35" dur="1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560" y="0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6" fill="hold">
                                <p:stCondLst>
                                  <p:cond delay="10"/>
                                </p:stCondLst>
                                <p:childTnLst>
                                  <p:par>
                                    <p:cTn id="37" presetID="42" presetClass="path" presetSubtype="0" accel="100000" fill="hold" nodeType="afterEffect" p14:presetBounceEnd="96000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3.75E-6 -2.96296E-6 L 0.01106 -2.96296E-6 " pathEditMode="relative" rAng="0" ptsTypes="AA" p14:bounceEnd="96000">
                                          <p:cBhvr>
                                            <p:cTn id="38" dur="500" spd="-1000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547" y="0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28"/>
                      </p:tgtEl>
                    </p:cond>
                  </p:nextCondLst>
                </p:seq>
                <p:seq concurrent="1" nextAc="seek">
                  <p:cTn id="39" restart="whenNotActive" fill="hold" evtFilter="cancelBubble" nodeType="interactiveSeq">
                    <p:stCondLst>
                      <p:cond evt="onClick" delay="0">
                        <p:tgtEl>
                          <p:spTgt spid="33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40" fill="hold">
                          <p:stCondLst>
                            <p:cond delay="0"/>
                          </p:stCondLst>
                          <p:childTnLst>
                            <p:par>
                              <p:cTn id="41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42" presetID="42" presetClass="path" presetSubtype="0" accel="100000" fill="hold" nodeType="clickEffect" p14:presetBounceEnd="96000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0.01106 2.96296E-6 L 2.91667E-6 2.96296E-6 " pathEditMode="relative" rAng="0" ptsTypes="AA" p14:bounceEnd="96000">
                                          <p:cBhvr>
                                            <p:cTn id="43" dur="1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560" y="0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44" fill="hold">
                                <p:stCondLst>
                                  <p:cond delay="10"/>
                                </p:stCondLst>
                                <p:childTnLst>
                                  <p:par>
                                    <p:cTn id="45" presetID="42" presetClass="path" presetSubtype="0" accel="100000" fill="hold" nodeType="afterEffect" p14:presetBounceEnd="96000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2.91667E-6 2.96296E-6 L 0.01106 2.96296E-6 " pathEditMode="relative" rAng="0" ptsTypes="AA" p14:bounceEnd="96000">
                                          <p:cBhvr>
                                            <p:cTn id="46" dur="500" spd="-1000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547" y="0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33"/>
                      </p:tgtEl>
                    </p:cond>
                  </p:nextCondLst>
                </p:seq>
                <p:seq concurrent="1" nextAc="seek">
                  <p:cTn id="47" restart="whenNotActive" fill="hold" evtFilter="cancelBubble" nodeType="interactiveSeq">
                    <p:stCondLst>
                      <p:cond evt="onClick" delay="0">
                        <p:tgtEl>
                          <p:spTgt spid="36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48" fill="hold">
                          <p:stCondLst>
                            <p:cond delay="0"/>
                          </p:stCondLst>
                          <p:childTnLst>
                            <p:par>
                              <p:cTn id="49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0" presetID="42" presetClass="path" presetSubtype="0" accel="100000" fill="hold" nodeType="clickEffect" p14:presetBounceEnd="96000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0.01106 4.81481E-6 L 2.91667E-6 4.81481E-6 " pathEditMode="relative" rAng="0" ptsTypes="AA" p14:bounceEnd="96000">
                                          <p:cBhvr>
                                            <p:cTn id="51" dur="1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560" y="0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52" fill="hold">
                                <p:stCondLst>
                                  <p:cond delay="10"/>
                                </p:stCondLst>
                                <p:childTnLst>
                                  <p:par>
                                    <p:cTn id="53" presetID="42" presetClass="path" presetSubtype="0" accel="100000" fill="hold" nodeType="afterEffect" p14:presetBounceEnd="96000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2.91667E-6 4.81481E-6 L 0.01106 4.81481E-6 " pathEditMode="relative" rAng="0" ptsTypes="AA" p14:bounceEnd="96000">
                                          <p:cBhvr>
                                            <p:cTn id="54" dur="500" spd="-10000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547" y="0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36"/>
                      </p:tgtEl>
                    </p:cond>
                  </p:nextCondLst>
                </p:seq>
              </p:childTnLst>
            </p:cTn>
          </p:par>
        </p:tnLst>
        <p:bldLst>
          <p:bldP spid="6" grpId="0" animBg="1"/>
          <p:bldP spid="19" grpId="0" animBg="1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0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" dur="300"/>
                                            <p:tgtEl>
                                              <p:spTgt spid="1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" presetID="1" presetClass="entr" presetSubtype="0" fill="hold" nodeType="withEffect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0" presetID="1" presetClass="entr" presetSubtype="0" fill="hold" grpId="0" nodeType="withEffect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2" presetID="64" presetClass="path" presetSubtype="0" decel="100000" fill="hold" nodeType="withEffect">
                                      <p:stCondLst>
                                        <p:cond delay="200"/>
                                      </p:stCondLst>
                                      <p:childTnLst>
                                        <p:animMotion origin="layout" path="M 4.375E-6 2.96296E-6 L 4.375E-6 -0.18449 " pathEditMode="relative" rAng="0" ptsTypes="AA">
                                          <p:cBhvr>
                                            <p:cTn id="13" dur="5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-9236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4" presetID="63" presetClass="path" presetSubtype="0" decel="100000" fill="hold" grpId="0" nodeType="withEffect">
                                      <p:stCondLst>
                                        <p:cond delay="200"/>
                                      </p:stCondLst>
                                      <p:childTnLst>
                                        <p:animMotion origin="layout" path="M 4.375E-6 0 L 0.12565 0 " pathEditMode="relative" rAng="0" ptsTypes="AA">
                                          <p:cBhvr>
                                            <p:cTn id="15" dur="5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6276" y="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6" presetID="10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8" dur="3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9" presetID="10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1" dur="300"/>
                                            <p:tgtEl>
                                              <p:spTgt spid="3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2" presetID="10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4" dur="300"/>
                                            <p:tgtEl>
                                              <p:spTgt spid="3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5" presetID="1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7" presetID="64" presetClass="path" presetSubtype="0" accel="30303" decel="60606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4.16667E-7 0.04445 L -4.16667E-7 -0.23611 " pathEditMode="relative" rAng="0" ptsTypes="AA">
                                          <p:cBhvr>
                                            <p:cTn id="28" dur="330" spd="-1000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-14028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9" presetID="64" presetClass="path" presetSubtype="0" decel="88235" fill="hold" nodeType="withEffect">
                                      <p:stCondLst>
                                        <p:cond delay="330"/>
                                      </p:stCondLst>
                                      <p:childTnLst>
                                        <p:animMotion origin="layout" path="M -4.16667E-7 0.04398 L -4.16667E-7 -7.40741E-7 " pathEditMode="relative" rAng="0" ptsTypes="AA">
                                          <p:cBhvr>
                                            <p:cTn id="30" dur="34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-2199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seq concurrent="1" nextAc="seek">
                  <p:cTn id="31" restart="whenNotActive" fill="hold" evtFilter="cancelBubble" nodeType="interactiveSeq">
                    <p:stCondLst>
                      <p:cond evt="onClick" delay="0">
                        <p:tgtEl>
                          <p:spTgt spid="28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32" fill="hold">
                          <p:stCondLst>
                            <p:cond delay="0"/>
                          </p:stCondLst>
                          <p:childTnLst>
                            <p:par>
                              <p:cTn id="33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34" presetID="42" presetClass="path" presetSubtype="0" accel="10000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0.01106 -2.96296E-6 L 3.75E-6 -2.96296E-6 " pathEditMode="relative" rAng="0" ptsTypes="AA">
                                          <p:cBhvr>
                                            <p:cTn id="35" dur="1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560" y="0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6" fill="hold">
                                <p:stCondLst>
                                  <p:cond delay="10"/>
                                </p:stCondLst>
                                <p:childTnLst>
                                  <p:par>
                                    <p:cTn id="37" presetID="42" presetClass="path" presetSubtype="0" accel="10000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3.75E-6 -2.96296E-6 L 0.01106 -2.96296E-6 " pathEditMode="relative" rAng="0" ptsTypes="AA">
                                          <p:cBhvr>
                                            <p:cTn id="38" dur="500" spd="-1000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547" y="0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28"/>
                      </p:tgtEl>
                    </p:cond>
                  </p:nextCondLst>
                </p:seq>
                <p:seq concurrent="1" nextAc="seek">
                  <p:cTn id="39" restart="whenNotActive" fill="hold" evtFilter="cancelBubble" nodeType="interactiveSeq">
                    <p:stCondLst>
                      <p:cond evt="onClick" delay="0">
                        <p:tgtEl>
                          <p:spTgt spid="33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40" fill="hold">
                          <p:stCondLst>
                            <p:cond delay="0"/>
                          </p:stCondLst>
                          <p:childTnLst>
                            <p:par>
                              <p:cTn id="41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42" presetID="42" presetClass="path" presetSubtype="0" accel="10000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0.01106 2.96296E-6 L 2.91667E-6 2.96296E-6 " pathEditMode="relative" rAng="0" ptsTypes="AA">
                                          <p:cBhvr>
                                            <p:cTn id="43" dur="1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560" y="0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44" fill="hold">
                                <p:stCondLst>
                                  <p:cond delay="10"/>
                                </p:stCondLst>
                                <p:childTnLst>
                                  <p:par>
                                    <p:cTn id="45" presetID="42" presetClass="path" presetSubtype="0" accel="10000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2.91667E-6 2.96296E-6 L 0.01106 2.96296E-6 " pathEditMode="relative" rAng="0" ptsTypes="AA">
                                          <p:cBhvr>
                                            <p:cTn id="46" dur="500" spd="-1000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547" y="0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33"/>
                      </p:tgtEl>
                    </p:cond>
                  </p:nextCondLst>
                </p:seq>
                <p:seq concurrent="1" nextAc="seek">
                  <p:cTn id="47" restart="whenNotActive" fill="hold" evtFilter="cancelBubble" nodeType="interactiveSeq">
                    <p:stCondLst>
                      <p:cond evt="onClick" delay="0">
                        <p:tgtEl>
                          <p:spTgt spid="36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48" fill="hold">
                          <p:stCondLst>
                            <p:cond delay="0"/>
                          </p:stCondLst>
                          <p:childTnLst>
                            <p:par>
                              <p:cTn id="49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0" presetID="42" presetClass="path" presetSubtype="0" accel="10000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0.01106 4.81481E-6 L 2.91667E-6 4.81481E-6 " pathEditMode="relative" rAng="0" ptsTypes="AA">
                                          <p:cBhvr>
                                            <p:cTn id="51" dur="1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560" y="0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52" fill="hold">
                                <p:stCondLst>
                                  <p:cond delay="10"/>
                                </p:stCondLst>
                                <p:childTnLst>
                                  <p:par>
                                    <p:cTn id="53" presetID="42" presetClass="path" presetSubtype="0" accel="10000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2.91667E-6 4.81481E-6 L 0.01106 4.81481E-6 " pathEditMode="relative" rAng="0" ptsTypes="AA">
                                          <p:cBhvr>
                                            <p:cTn id="54" dur="500" spd="-10000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547" y="0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36"/>
                      </p:tgtEl>
                    </p:cond>
                  </p:nextCondLst>
                </p:seq>
              </p:childTnLst>
            </p:cTn>
          </p:par>
        </p:tnLst>
        <p:bldLst>
          <p:bldP spid="6" grpId="0" animBg="1"/>
          <p:bldP spid="19" grpId="0" animBg="1"/>
        </p:bldLst>
      </p:timing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3"/>
            </a:gs>
            <a:gs pos="100000">
              <a:schemeClr val="accent4"/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6C64D00-3D08-652D-3218-8D1B9D85D5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 圆形1">
            <a:extLst>
              <a:ext uri="{FF2B5EF4-FFF2-40B4-BE49-F238E27FC236}">
                <a16:creationId xmlns:a16="http://schemas.microsoft.com/office/drawing/2014/main" id="{8E9268F8-3AA1-E789-592F-C2B61282DB77}"/>
              </a:ext>
            </a:extLst>
          </p:cNvPr>
          <p:cNvSpPr/>
          <p:nvPr/>
        </p:nvSpPr>
        <p:spPr>
          <a:xfrm>
            <a:off x="-11367851" y="-1828801"/>
            <a:ext cx="10515600" cy="105156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>
              <a:defRPr/>
            </a:pPr>
            <a:endParaRPr lang="zh-CN" altLang="en-US">
              <a:solidFill>
                <a:srgbClr val="F5F5F5"/>
              </a:solidFill>
              <a:latin typeface="vivo Sans"/>
              <a:ea typeface="vivo Sans"/>
            </a:endParaRPr>
          </a:p>
        </p:txBody>
      </p:sp>
      <p:sp>
        <p:nvSpPr>
          <p:cNvPr id="5" name="!! 圆形2">
            <a:extLst>
              <a:ext uri="{FF2B5EF4-FFF2-40B4-BE49-F238E27FC236}">
                <a16:creationId xmlns:a16="http://schemas.microsoft.com/office/drawing/2014/main" id="{009A22E3-FD92-E3D3-683B-E4EAED1371E5}"/>
              </a:ext>
            </a:extLst>
          </p:cNvPr>
          <p:cNvSpPr/>
          <p:nvPr/>
        </p:nvSpPr>
        <p:spPr>
          <a:xfrm>
            <a:off x="12852398" y="-2725411"/>
            <a:ext cx="11785600" cy="11785600"/>
          </a:xfrm>
          <a:prstGeom prst="ellipse">
            <a:avLst/>
          </a:prstGeom>
          <a:solidFill>
            <a:schemeClr val="accent3"/>
          </a:solidFill>
          <a:ln>
            <a:noFill/>
          </a:ln>
          <a:effectLst>
            <a:outerShdw blurRad="584200" sx="105000" sy="105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>
              <a:defRPr/>
            </a:pPr>
            <a:endParaRPr lang="zh-CN" altLang="en-US">
              <a:solidFill>
                <a:srgbClr val="F5F5F5"/>
              </a:solidFill>
              <a:latin typeface="vivo Sans"/>
              <a:ea typeface="vivo Sans"/>
            </a:endParaRPr>
          </a:p>
        </p:txBody>
      </p:sp>
      <p:sp>
        <p:nvSpPr>
          <p:cNvPr id="7" name="!! 圆形3">
            <a:extLst>
              <a:ext uri="{FF2B5EF4-FFF2-40B4-BE49-F238E27FC236}">
                <a16:creationId xmlns:a16="http://schemas.microsoft.com/office/drawing/2014/main" id="{3F00CECC-92FC-A04E-FFDF-6156D7EB08CE}"/>
              </a:ext>
            </a:extLst>
          </p:cNvPr>
          <p:cNvSpPr/>
          <p:nvPr/>
        </p:nvSpPr>
        <p:spPr>
          <a:xfrm>
            <a:off x="14579597" y="-736602"/>
            <a:ext cx="8331202" cy="8331202"/>
          </a:xfrm>
          <a:prstGeom prst="ellipse">
            <a:avLst/>
          </a:prstGeom>
          <a:solidFill>
            <a:schemeClr val="accent3"/>
          </a:solidFill>
          <a:ln>
            <a:noFill/>
          </a:ln>
          <a:effectLst>
            <a:outerShdw blurRad="584200" sx="105000" sy="105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>
              <a:defRPr/>
            </a:pPr>
            <a:endParaRPr lang="zh-CN" altLang="en-US">
              <a:solidFill>
                <a:srgbClr val="F5F5F5"/>
              </a:solidFill>
              <a:latin typeface="vivo Sans"/>
              <a:ea typeface="vivo Sans"/>
            </a:endParaRPr>
          </a:p>
        </p:txBody>
      </p:sp>
      <p:sp>
        <p:nvSpPr>
          <p:cNvPr id="10" name="!! 背景板">
            <a:extLst>
              <a:ext uri="{FF2B5EF4-FFF2-40B4-BE49-F238E27FC236}">
                <a16:creationId xmlns:a16="http://schemas.microsoft.com/office/drawing/2014/main" id="{531AD010-207A-C2A4-B152-A0BCC3DF12B4}"/>
              </a:ext>
            </a:extLst>
          </p:cNvPr>
          <p:cNvSpPr/>
          <p:nvPr/>
        </p:nvSpPr>
        <p:spPr>
          <a:xfrm>
            <a:off x="6096001" y="644072"/>
            <a:ext cx="5088468" cy="5569863"/>
          </a:xfrm>
          <a:prstGeom prst="roundRect">
            <a:avLst>
              <a:gd name="adj" fmla="val 3920"/>
            </a:avLst>
          </a:prstGeom>
          <a:solidFill>
            <a:schemeClr val="bg2"/>
          </a:solidFill>
          <a:ln>
            <a:noFill/>
          </a:ln>
          <a:effectLst>
            <a:outerShdw blurRad="2032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>
              <a:defRPr/>
            </a:pPr>
            <a:endParaRPr lang="zh-CN" altLang="en-US">
              <a:solidFill>
                <a:srgbClr val="F5F5F5"/>
              </a:solidFill>
              <a:latin typeface="vivo Sans"/>
              <a:ea typeface="vivo Sans"/>
            </a:endParaRPr>
          </a:p>
        </p:txBody>
      </p:sp>
      <p:sp>
        <p:nvSpPr>
          <p:cNvPr id="22" name="!! 头像">
            <a:extLst>
              <a:ext uri="{FF2B5EF4-FFF2-40B4-BE49-F238E27FC236}">
                <a16:creationId xmlns:a16="http://schemas.microsoft.com/office/drawing/2014/main" id="{9AC24CDA-0249-F866-FFD0-C9F2DFF77E24}"/>
              </a:ext>
            </a:extLst>
          </p:cNvPr>
          <p:cNvSpPr/>
          <p:nvPr/>
        </p:nvSpPr>
        <p:spPr>
          <a:xfrm>
            <a:off x="1860264" y="2209000"/>
            <a:ext cx="2440007" cy="2440007"/>
          </a:xfrm>
          <a:prstGeom prst="donut">
            <a:avLst>
              <a:gd name="adj" fmla="val 5222"/>
            </a:avLst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>
              <a:defRPr/>
            </a:pPr>
            <a:endParaRPr lang="zh-CN" altLang="en-US">
              <a:solidFill>
                <a:srgbClr val="181818"/>
              </a:solidFill>
              <a:latin typeface="vivo Sans"/>
              <a:ea typeface="vivo Sans"/>
            </a:endParaRPr>
          </a:p>
        </p:txBody>
      </p:sp>
      <p:grpSp>
        <p:nvGrpSpPr>
          <p:cNvPr id="3" name="!! 大标题">
            <a:extLst>
              <a:ext uri="{FF2B5EF4-FFF2-40B4-BE49-F238E27FC236}">
                <a16:creationId xmlns:a16="http://schemas.microsoft.com/office/drawing/2014/main" id="{44D951B9-F45B-7D95-4D72-603DB7361627}"/>
              </a:ext>
            </a:extLst>
          </p:cNvPr>
          <p:cNvGrpSpPr/>
          <p:nvPr/>
        </p:nvGrpSpPr>
        <p:grpSpPr>
          <a:xfrm>
            <a:off x="6744291" y="1287037"/>
            <a:ext cx="2048344" cy="461665"/>
            <a:chOff x="3079753" y="1375827"/>
            <a:chExt cx="726902" cy="461665"/>
          </a:xfrm>
        </p:grpSpPr>
        <p:sp>
          <p:nvSpPr>
            <p:cNvPr id="8" name="!! 标题符">
              <a:extLst>
                <a:ext uri="{FF2B5EF4-FFF2-40B4-BE49-F238E27FC236}">
                  <a16:creationId xmlns:a16="http://schemas.microsoft.com/office/drawing/2014/main" id="{51E99D4E-C223-036F-AB0A-D03BED3E6558}"/>
                </a:ext>
              </a:extLst>
            </p:cNvPr>
            <p:cNvSpPr/>
            <p:nvPr/>
          </p:nvSpPr>
          <p:spPr>
            <a:xfrm>
              <a:off x="3107206" y="1685496"/>
              <a:ext cx="672811" cy="1255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189">
                <a:defRPr/>
              </a:pPr>
              <a:endParaRPr lang="zh-CN" altLang="en-US">
                <a:solidFill>
                  <a:srgbClr val="FFFFFF"/>
                </a:solidFill>
                <a:latin typeface="OPPOSans R"/>
                <a:ea typeface="OPPOSans R"/>
              </a:endParaRPr>
            </a:p>
          </p:txBody>
        </p:sp>
        <p:sp>
          <p:nvSpPr>
            <p:cNvPr id="18" name="!! 标题">
              <a:extLst>
                <a:ext uri="{FF2B5EF4-FFF2-40B4-BE49-F238E27FC236}">
                  <a16:creationId xmlns:a16="http://schemas.microsoft.com/office/drawing/2014/main" id="{EB9C4264-152C-0A72-864C-0DD1EAA6D64C}"/>
                </a:ext>
              </a:extLst>
            </p:cNvPr>
            <p:cNvSpPr txBox="1"/>
            <p:nvPr/>
          </p:nvSpPr>
          <p:spPr>
            <a:xfrm>
              <a:off x="3079753" y="1375827"/>
              <a:ext cx="72690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457189">
                <a:defRPr/>
              </a:pPr>
              <a:r>
                <a:rPr lang="zh-CN" altLang="en-US" sz="2400" dirty="0">
                  <a:solidFill>
                    <a:srgbClr val="000000">
                      <a:lumMod val="75000"/>
                      <a:lumOff val="25000"/>
                    </a:srgbClr>
                  </a:solidFill>
                  <a:latin typeface="vivo Sans Medium"/>
                  <a:ea typeface="vivo Sans Medium"/>
                </a:rPr>
                <a:t>设置卫星通话</a:t>
              </a:r>
            </a:p>
          </p:txBody>
        </p:sp>
      </p:grpSp>
      <p:grpSp>
        <p:nvGrpSpPr>
          <p:cNvPr id="23" name="!! load">
            <a:extLst>
              <a:ext uri="{FF2B5EF4-FFF2-40B4-BE49-F238E27FC236}">
                <a16:creationId xmlns:a16="http://schemas.microsoft.com/office/drawing/2014/main" id="{266151B0-3CA4-C1A0-45D0-336415C340EE}"/>
              </a:ext>
            </a:extLst>
          </p:cNvPr>
          <p:cNvGrpSpPr/>
          <p:nvPr/>
        </p:nvGrpSpPr>
        <p:grpSpPr>
          <a:xfrm>
            <a:off x="8517469" y="3325385"/>
            <a:ext cx="245532" cy="245532"/>
            <a:chOff x="7349534" y="4722202"/>
            <a:chExt cx="279398" cy="279398"/>
          </a:xfrm>
        </p:grpSpPr>
        <p:sp>
          <p:nvSpPr>
            <p:cNvPr id="24" name="弧形 23">
              <a:extLst>
                <a:ext uri="{FF2B5EF4-FFF2-40B4-BE49-F238E27FC236}">
                  <a16:creationId xmlns:a16="http://schemas.microsoft.com/office/drawing/2014/main" id="{8825301D-E75F-AE71-2A27-A4E066774E92}"/>
                </a:ext>
              </a:extLst>
            </p:cNvPr>
            <p:cNvSpPr/>
            <p:nvPr/>
          </p:nvSpPr>
          <p:spPr>
            <a:xfrm>
              <a:off x="7349534" y="4722202"/>
              <a:ext cx="279398" cy="279398"/>
            </a:xfrm>
            <a:prstGeom prst="arc">
              <a:avLst>
                <a:gd name="adj1" fmla="val 16200000"/>
                <a:gd name="adj2" fmla="val 16194911"/>
              </a:avLst>
            </a:prstGeom>
            <a:noFill/>
            <a:ln w="38100">
              <a:solidFill>
                <a:schemeClr val="accent1">
                  <a:alpha val="1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defTabSz="914377">
                <a:defRPr/>
              </a:pPr>
              <a:endParaRPr lang="zh-CN" altLang="en-US">
                <a:solidFill>
                  <a:srgbClr val="181818"/>
                </a:solidFill>
                <a:latin typeface="vivo Sans"/>
                <a:ea typeface="vivo Sans"/>
              </a:endParaRPr>
            </a:p>
          </p:txBody>
        </p:sp>
        <p:sp>
          <p:nvSpPr>
            <p:cNvPr id="26" name="弧形 25">
              <a:extLst>
                <a:ext uri="{FF2B5EF4-FFF2-40B4-BE49-F238E27FC236}">
                  <a16:creationId xmlns:a16="http://schemas.microsoft.com/office/drawing/2014/main" id="{DF1B10C5-1FF1-F59B-BC54-A5A39510BA0C}"/>
                </a:ext>
              </a:extLst>
            </p:cNvPr>
            <p:cNvSpPr/>
            <p:nvPr/>
          </p:nvSpPr>
          <p:spPr>
            <a:xfrm>
              <a:off x="7349534" y="4722202"/>
              <a:ext cx="279398" cy="279398"/>
            </a:xfrm>
            <a:prstGeom prst="arc">
              <a:avLst>
                <a:gd name="adj1" fmla="val 16250568"/>
                <a:gd name="adj2" fmla="val 321908"/>
              </a:avLst>
            </a:prstGeom>
            <a:noFill/>
            <a:ln w="38100" cap="rnd">
              <a:solidFill>
                <a:schemeClr val="accent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defTabSz="914377">
                <a:defRPr/>
              </a:pPr>
              <a:endParaRPr lang="zh-CN" altLang="en-US" dirty="0">
                <a:solidFill>
                  <a:srgbClr val="181818"/>
                </a:solidFill>
                <a:latin typeface="vivo Sans"/>
                <a:ea typeface="vivo Sans"/>
              </a:endParaRPr>
            </a:p>
          </p:txBody>
        </p:sp>
      </p:grpSp>
      <p:sp>
        <p:nvSpPr>
          <p:cNvPr id="29" name="!! 继续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E367BCF6-9DE0-227D-29AE-CD42173E43A5}"/>
              </a:ext>
            </a:extLst>
          </p:cNvPr>
          <p:cNvSpPr/>
          <p:nvPr/>
        </p:nvSpPr>
        <p:spPr>
          <a:xfrm>
            <a:off x="7447451" y="5441056"/>
            <a:ext cx="2453305" cy="40821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  <a:effectLst>
            <a:outerShdw blurRad="88900" sx="101000" sy="101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>
              <a:defRPr/>
            </a:pPr>
            <a:r>
              <a:rPr lang="zh-CN" altLang="en-US" sz="1400" dirty="0">
                <a:solidFill>
                  <a:srgbClr val="FFFFFF"/>
                </a:solidFill>
                <a:latin typeface="vivo Sans"/>
                <a:ea typeface="vivo Sans"/>
              </a:rPr>
              <a:t>下一步</a:t>
            </a:r>
          </a:p>
        </p:txBody>
      </p:sp>
      <p:sp>
        <p:nvSpPr>
          <p:cNvPr id="34" name="!! 检测">
            <a:extLst>
              <a:ext uri="{FF2B5EF4-FFF2-40B4-BE49-F238E27FC236}">
                <a16:creationId xmlns:a16="http://schemas.microsoft.com/office/drawing/2014/main" id="{434F3887-B31F-BA1E-4209-1FF49E8ED61D}"/>
              </a:ext>
            </a:extLst>
          </p:cNvPr>
          <p:cNvSpPr txBox="1"/>
          <p:nvPr/>
        </p:nvSpPr>
        <p:spPr>
          <a:xfrm>
            <a:off x="7439667" y="3650076"/>
            <a:ext cx="24079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377">
              <a:defRPr/>
            </a:pPr>
            <a:r>
              <a:rPr lang="zh-CN" altLang="en-US" sz="1200" dirty="0">
                <a:solidFill>
                  <a:srgbClr val="181818">
                    <a:lumMod val="50000"/>
                    <a:lumOff val="50000"/>
                  </a:srgbClr>
                </a:solidFill>
                <a:latin typeface="vivo Sans"/>
                <a:ea typeface="vivo Sans"/>
              </a:rPr>
              <a:t>正在检测设备</a:t>
            </a:r>
          </a:p>
        </p:txBody>
      </p:sp>
    </p:spTree>
    <p:extLst>
      <p:ext uri="{BB962C8B-B14F-4D97-AF65-F5344CB8AC3E}">
        <p14:creationId xmlns:p14="http://schemas.microsoft.com/office/powerpoint/2010/main" val="30562155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 advClick="0" advTm="1000">
        <p159:morph option="byObject"/>
      </p:transition>
    </mc:Choice>
    <mc:Fallback xmlns="">
      <p:transition spd="med" advClick="0" advTm="1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2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2000"/>
                            </p:stCondLst>
                            <p:childTnLst>
                              <p:par>
                                <p:cTn id="16" presetID="10" presetClass="entr" presetSubtype="0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3"/>
            </a:gs>
            <a:gs pos="100000">
              <a:schemeClr val="accent4"/>
            </a:gs>
          </a:gsLst>
          <a:path path="circle">
            <a:fillToRect l="100000" t="10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1201BAE-6BA7-EBE2-A5A2-AC11F0ED65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 圆形1">
            <a:extLst>
              <a:ext uri="{FF2B5EF4-FFF2-40B4-BE49-F238E27FC236}">
                <a16:creationId xmlns:a16="http://schemas.microsoft.com/office/drawing/2014/main" id="{5D1E70AE-E094-25E5-CD62-6F3F3B44CEC9}"/>
              </a:ext>
            </a:extLst>
          </p:cNvPr>
          <p:cNvSpPr/>
          <p:nvPr/>
        </p:nvSpPr>
        <p:spPr>
          <a:xfrm>
            <a:off x="-11367851" y="-1828801"/>
            <a:ext cx="10515600" cy="105156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>
              <a:defRPr/>
            </a:pPr>
            <a:endParaRPr lang="zh-CN" altLang="en-US">
              <a:solidFill>
                <a:srgbClr val="F5F5F5"/>
              </a:solidFill>
              <a:latin typeface="vivo Sans"/>
              <a:ea typeface="vivo Sans"/>
            </a:endParaRPr>
          </a:p>
        </p:txBody>
      </p:sp>
      <p:sp>
        <p:nvSpPr>
          <p:cNvPr id="5" name="!! 圆形2">
            <a:extLst>
              <a:ext uri="{FF2B5EF4-FFF2-40B4-BE49-F238E27FC236}">
                <a16:creationId xmlns:a16="http://schemas.microsoft.com/office/drawing/2014/main" id="{D32C60D8-63B4-8842-647D-07DE47A3C555}"/>
              </a:ext>
            </a:extLst>
          </p:cNvPr>
          <p:cNvSpPr/>
          <p:nvPr/>
        </p:nvSpPr>
        <p:spPr>
          <a:xfrm>
            <a:off x="12852398" y="-2725411"/>
            <a:ext cx="11785600" cy="11785600"/>
          </a:xfrm>
          <a:prstGeom prst="ellipse">
            <a:avLst/>
          </a:prstGeom>
          <a:solidFill>
            <a:schemeClr val="accent3"/>
          </a:solidFill>
          <a:ln>
            <a:noFill/>
          </a:ln>
          <a:effectLst>
            <a:outerShdw blurRad="584200" sx="105000" sy="105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>
              <a:defRPr/>
            </a:pPr>
            <a:endParaRPr lang="zh-CN" altLang="en-US">
              <a:solidFill>
                <a:srgbClr val="F5F5F5"/>
              </a:solidFill>
              <a:latin typeface="vivo Sans"/>
              <a:ea typeface="vivo Sans"/>
            </a:endParaRPr>
          </a:p>
        </p:txBody>
      </p:sp>
      <p:sp>
        <p:nvSpPr>
          <p:cNvPr id="7" name="!! 圆形3">
            <a:extLst>
              <a:ext uri="{FF2B5EF4-FFF2-40B4-BE49-F238E27FC236}">
                <a16:creationId xmlns:a16="http://schemas.microsoft.com/office/drawing/2014/main" id="{906A7D8A-7EA3-DBD6-D5B3-FEAD8E79D7C9}"/>
              </a:ext>
            </a:extLst>
          </p:cNvPr>
          <p:cNvSpPr/>
          <p:nvPr/>
        </p:nvSpPr>
        <p:spPr>
          <a:xfrm>
            <a:off x="14579597" y="-736602"/>
            <a:ext cx="8331202" cy="8331202"/>
          </a:xfrm>
          <a:prstGeom prst="ellipse">
            <a:avLst/>
          </a:prstGeom>
          <a:solidFill>
            <a:schemeClr val="accent3"/>
          </a:solidFill>
          <a:ln>
            <a:noFill/>
          </a:ln>
          <a:effectLst>
            <a:outerShdw blurRad="584200" sx="105000" sy="105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>
              <a:defRPr/>
            </a:pPr>
            <a:endParaRPr lang="zh-CN" altLang="en-US">
              <a:solidFill>
                <a:srgbClr val="F5F5F5"/>
              </a:solidFill>
              <a:latin typeface="vivo Sans"/>
              <a:ea typeface="vivo Sans"/>
            </a:endParaRPr>
          </a:p>
        </p:txBody>
      </p:sp>
      <p:sp>
        <p:nvSpPr>
          <p:cNvPr id="10" name="!! 背景板">
            <a:extLst>
              <a:ext uri="{FF2B5EF4-FFF2-40B4-BE49-F238E27FC236}">
                <a16:creationId xmlns:a16="http://schemas.microsoft.com/office/drawing/2014/main" id="{A40C3E3B-FFCE-40BC-53B8-B9E199DDF921}"/>
              </a:ext>
            </a:extLst>
          </p:cNvPr>
          <p:cNvSpPr/>
          <p:nvPr/>
        </p:nvSpPr>
        <p:spPr>
          <a:xfrm>
            <a:off x="6096001" y="644072"/>
            <a:ext cx="5088468" cy="5569863"/>
          </a:xfrm>
          <a:prstGeom prst="roundRect">
            <a:avLst>
              <a:gd name="adj" fmla="val 3920"/>
            </a:avLst>
          </a:prstGeom>
          <a:solidFill>
            <a:schemeClr val="bg2"/>
          </a:solidFill>
          <a:ln>
            <a:noFill/>
          </a:ln>
          <a:effectLst>
            <a:outerShdw blurRad="2032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>
              <a:defRPr/>
            </a:pPr>
            <a:endParaRPr lang="zh-CN" altLang="en-US">
              <a:solidFill>
                <a:srgbClr val="F5F5F5"/>
              </a:solidFill>
              <a:latin typeface="vivo Sans"/>
              <a:ea typeface="vivo Sans"/>
            </a:endParaRPr>
          </a:p>
        </p:txBody>
      </p:sp>
      <p:grpSp>
        <p:nvGrpSpPr>
          <p:cNvPr id="11" name="!! 大标题">
            <a:extLst>
              <a:ext uri="{FF2B5EF4-FFF2-40B4-BE49-F238E27FC236}">
                <a16:creationId xmlns:a16="http://schemas.microsoft.com/office/drawing/2014/main" id="{BFECC3A6-43D0-99DC-0B44-4F1078078D25}"/>
              </a:ext>
            </a:extLst>
          </p:cNvPr>
          <p:cNvGrpSpPr/>
          <p:nvPr/>
        </p:nvGrpSpPr>
        <p:grpSpPr>
          <a:xfrm>
            <a:off x="6744291" y="1287037"/>
            <a:ext cx="2048344" cy="461665"/>
            <a:chOff x="3079753" y="1375827"/>
            <a:chExt cx="726902" cy="461665"/>
          </a:xfrm>
        </p:grpSpPr>
        <p:sp>
          <p:nvSpPr>
            <p:cNvPr id="12" name="!! 标题符">
              <a:extLst>
                <a:ext uri="{FF2B5EF4-FFF2-40B4-BE49-F238E27FC236}">
                  <a16:creationId xmlns:a16="http://schemas.microsoft.com/office/drawing/2014/main" id="{5B33739B-CAE5-88D8-F72A-43200C796123}"/>
                </a:ext>
              </a:extLst>
            </p:cNvPr>
            <p:cNvSpPr/>
            <p:nvPr/>
          </p:nvSpPr>
          <p:spPr>
            <a:xfrm>
              <a:off x="3107206" y="1685496"/>
              <a:ext cx="672811" cy="1255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189">
                <a:defRPr/>
              </a:pPr>
              <a:endParaRPr lang="zh-CN" altLang="en-US">
                <a:solidFill>
                  <a:srgbClr val="FFFFFF"/>
                </a:solidFill>
                <a:latin typeface="OPPOSans R"/>
                <a:ea typeface="OPPOSans R"/>
              </a:endParaRPr>
            </a:p>
          </p:txBody>
        </p:sp>
        <p:sp>
          <p:nvSpPr>
            <p:cNvPr id="13" name="!! 标题">
              <a:extLst>
                <a:ext uri="{FF2B5EF4-FFF2-40B4-BE49-F238E27FC236}">
                  <a16:creationId xmlns:a16="http://schemas.microsoft.com/office/drawing/2014/main" id="{785C3F6A-4247-8338-0E71-95D5363CB888}"/>
                </a:ext>
              </a:extLst>
            </p:cNvPr>
            <p:cNvSpPr txBox="1"/>
            <p:nvPr/>
          </p:nvSpPr>
          <p:spPr>
            <a:xfrm>
              <a:off x="3079753" y="1375827"/>
              <a:ext cx="72690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457189">
                <a:defRPr/>
              </a:pPr>
              <a:r>
                <a:rPr lang="zh-CN" altLang="en-US" sz="2400" dirty="0">
                  <a:solidFill>
                    <a:srgbClr val="000000">
                      <a:lumMod val="75000"/>
                      <a:lumOff val="25000"/>
                    </a:srgbClr>
                  </a:solidFill>
                  <a:latin typeface="vivo Sans Medium"/>
                  <a:ea typeface="vivo Sans Medium"/>
                </a:rPr>
                <a:t>设置卫星通话</a:t>
              </a:r>
            </a:p>
          </p:txBody>
        </p:sp>
      </p:grpSp>
      <p:sp>
        <p:nvSpPr>
          <p:cNvPr id="16" name="!! 继续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2478F592-F349-3C58-C99C-073EFC59D3BA}"/>
              </a:ext>
            </a:extLst>
          </p:cNvPr>
          <p:cNvSpPr/>
          <p:nvPr/>
        </p:nvSpPr>
        <p:spPr>
          <a:xfrm>
            <a:off x="7447451" y="5441056"/>
            <a:ext cx="2453305" cy="40821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  <a:effectLst>
            <a:outerShdw blurRad="88900" sx="101000" sy="101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>
              <a:defRPr/>
            </a:pPr>
            <a:r>
              <a:rPr lang="zh-CN" altLang="en-US" sz="1400" dirty="0">
                <a:solidFill>
                  <a:srgbClr val="FFFFFF"/>
                </a:solidFill>
                <a:latin typeface="vivo Sans"/>
                <a:ea typeface="vivo Sans"/>
              </a:rPr>
              <a:t>下一步</a:t>
            </a:r>
          </a:p>
        </p:txBody>
      </p:sp>
      <p:sp>
        <p:nvSpPr>
          <p:cNvPr id="3" name="!! 头像">
            <a:extLst>
              <a:ext uri="{FF2B5EF4-FFF2-40B4-BE49-F238E27FC236}">
                <a16:creationId xmlns:a16="http://schemas.microsoft.com/office/drawing/2014/main" id="{8A2C24C0-87D6-5423-FEA2-D32485DC8FE2}"/>
              </a:ext>
            </a:extLst>
          </p:cNvPr>
          <p:cNvSpPr/>
          <p:nvPr/>
        </p:nvSpPr>
        <p:spPr>
          <a:xfrm>
            <a:off x="1860264" y="2209000"/>
            <a:ext cx="2440007" cy="2440007"/>
          </a:xfrm>
          <a:prstGeom prst="donut">
            <a:avLst>
              <a:gd name="adj" fmla="val 5222"/>
            </a:avLst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>
              <a:defRPr/>
            </a:pPr>
            <a:endParaRPr lang="zh-CN" altLang="en-US">
              <a:solidFill>
                <a:srgbClr val="181818"/>
              </a:solidFill>
              <a:latin typeface="vivo Sans"/>
              <a:ea typeface="vivo Sans"/>
            </a:endParaRPr>
          </a:p>
        </p:txBody>
      </p:sp>
      <p:grpSp>
        <p:nvGrpSpPr>
          <p:cNvPr id="35" name="!! 图标2-2">
            <a:extLst>
              <a:ext uri="{FF2B5EF4-FFF2-40B4-BE49-F238E27FC236}">
                <a16:creationId xmlns:a16="http://schemas.microsoft.com/office/drawing/2014/main" id="{2F94D1BD-4853-C4CE-3C21-DCCBBED800FE}"/>
              </a:ext>
            </a:extLst>
          </p:cNvPr>
          <p:cNvGrpSpPr/>
          <p:nvPr/>
        </p:nvGrpSpPr>
        <p:grpSpPr>
          <a:xfrm rot="10800000">
            <a:off x="1859379" y="2209000"/>
            <a:ext cx="2440891" cy="2440007"/>
            <a:chOff x="1859376" y="2208998"/>
            <a:chExt cx="2440891" cy="2440006"/>
          </a:xfrm>
        </p:grpSpPr>
        <p:sp>
          <p:nvSpPr>
            <p:cNvPr id="26" name="!! 方位">
              <a:extLst>
                <a:ext uri="{FF2B5EF4-FFF2-40B4-BE49-F238E27FC236}">
                  <a16:creationId xmlns:a16="http://schemas.microsoft.com/office/drawing/2014/main" id="{3B446211-32DD-D53E-6BD2-913A4F155BFC}"/>
                </a:ext>
              </a:extLst>
            </p:cNvPr>
            <p:cNvSpPr/>
            <p:nvPr/>
          </p:nvSpPr>
          <p:spPr>
            <a:xfrm>
              <a:off x="1860261" y="2208998"/>
              <a:ext cx="2440006" cy="2440006"/>
            </a:xfrm>
            <a:prstGeom prst="pie">
              <a:avLst>
                <a:gd name="adj1" fmla="val 13406464"/>
                <a:gd name="adj2" fmla="val 19108174"/>
              </a:avLst>
            </a:prstGeom>
            <a:solidFill>
              <a:schemeClr val="tx2">
                <a:lumMod val="50000"/>
                <a:lumOff val="50000"/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77">
                <a:defRPr/>
              </a:pPr>
              <a:endParaRPr lang="zh-CN" altLang="en-US">
                <a:solidFill>
                  <a:srgbClr val="181818"/>
                </a:solidFill>
                <a:latin typeface="vivo Sans"/>
                <a:ea typeface="vivo Sans"/>
              </a:endParaRPr>
            </a:p>
          </p:txBody>
        </p:sp>
        <p:sp>
          <p:nvSpPr>
            <p:cNvPr id="34" name="!! 头像">
              <a:extLst>
                <a:ext uri="{FF2B5EF4-FFF2-40B4-BE49-F238E27FC236}">
                  <a16:creationId xmlns:a16="http://schemas.microsoft.com/office/drawing/2014/main" id="{1FD84719-8C0F-73A7-CD8F-215E53F904B6}"/>
                </a:ext>
              </a:extLst>
            </p:cNvPr>
            <p:cNvSpPr/>
            <p:nvPr/>
          </p:nvSpPr>
          <p:spPr>
            <a:xfrm>
              <a:off x="1859376" y="2208998"/>
              <a:ext cx="2440006" cy="2440006"/>
            </a:xfrm>
            <a:prstGeom prst="donut">
              <a:avLst>
                <a:gd name="adj" fmla="val 5222"/>
              </a:avLst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77">
                <a:defRPr/>
              </a:pPr>
              <a:endParaRPr lang="zh-CN" altLang="en-US">
                <a:solidFill>
                  <a:srgbClr val="181818"/>
                </a:solidFill>
                <a:latin typeface="vivo Sans"/>
                <a:ea typeface="vivo Sans"/>
              </a:endParaRPr>
            </a:p>
          </p:txBody>
        </p:sp>
      </p:grpSp>
      <p:sp>
        <p:nvSpPr>
          <p:cNvPr id="31" name="!! 图标2-1">
            <a:extLst>
              <a:ext uri="{FF2B5EF4-FFF2-40B4-BE49-F238E27FC236}">
                <a16:creationId xmlns:a16="http://schemas.microsoft.com/office/drawing/2014/main" id="{16AEFD88-6B35-DCB1-0C49-315E8205F29F}"/>
              </a:ext>
            </a:extLst>
          </p:cNvPr>
          <p:cNvSpPr/>
          <p:nvPr/>
        </p:nvSpPr>
        <p:spPr>
          <a:xfrm>
            <a:off x="2922029" y="3270763"/>
            <a:ext cx="316475" cy="316475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>
              <a:defRPr/>
            </a:pPr>
            <a:endParaRPr lang="zh-CN" altLang="en-US">
              <a:solidFill>
                <a:srgbClr val="F5F5F5"/>
              </a:solidFill>
              <a:latin typeface="vivo Sans"/>
              <a:ea typeface="vivo Sans"/>
            </a:endParaRPr>
          </a:p>
        </p:txBody>
      </p:sp>
      <p:sp>
        <p:nvSpPr>
          <p:cNvPr id="50" name="!! 副标题">
            <a:extLst>
              <a:ext uri="{FF2B5EF4-FFF2-40B4-BE49-F238E27FC236}">
                <a16:creationId xmlns:a16="http://schemas.microsoft.com/office/drawing/2014/main" id="{8C8DA68B-BD41-BC2B-D914-0D382E0F4962}"/>
              </a:ext>
            </a:extLst>
          </p:cNvPr>
          <p:cNvSpPr txBox="1"/>
          <p:nvPr/>
        </p:nvSpPr>
        <p:spPr>
          <a:xfrm>
            <a:off x="6749662" y="1863659"/>
            <a:ext cx="24079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377">
              <a:defRPr/>
            </a:pPr>
            <a:r>
              <a:rPr lang="zh-CN" altLang="en-US" dirty="0">
                <a:solidFill>
                  <a:srgbClr val="181818"/>
                </a:solidFill>
                <a:latin typeface="vivo Sans"/>
                <a:ea typeface="vivo Sans"/>
              </a:rPr>
              <a:t>设备支持卫星连接</a:t>
            </a:r>
          </a:p>
        </p:txBody>
      </p:sp>
      <p:pic>
        <p:nvPicPr>
          <p:cNvPr id="51" name="!! check">
            <a:extLst>
              <a:ext uri="{FF2B5EF4-FFF2-40B4-BE49-F238E27FC236}">
                <a16:creationId xmlns:a16="http://schemas.microsoft.com/office/drawing/2014/main" id="{02DBAD77-28CB-8321-D658-83829BA09BA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717571" y="1938534"/>
            <a:ext cx="216515" cy="216515"/>
          </a:xfrm>
          <a:prstGeom prst="rect">
            <a:avLst/>
          </a:prstGeom>
        </p:spPr>
      </p:pic>
      <p:sp>
        <p:nvSpPr>
          <p:cNvPr id="4" name="!! 单选框1">
            <a:extLst>
              <a:ext uri="{FF2B5EF4-FFF2-40B4-BE49-F238E27FC236}">
                <a16:creationId xmlns:a16="http://schemas.microsoft.com/office/drawing/2014/main" id="{C4687832-F78B-2188-D6F6-354D9C5EC2FB}"/>
              </a:ext>
            </a:extLst>
          </p:cNvPr>
          <p:cNvSpPr/>
          <p:nvPr/>
        </p:nvSpPr>
        <p:spPr>
          <a:xfrm>
            <a:off x="6821652" y="2390592"/>
            <a:ext cx="188783" cy="188783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>
              <a:defRPr/>
            </a:pPr>
            <a:endParaRPr lang="zh-CN" altLang="en-US" dirty="0">
              <a:solidFill>
                <a:srgbClr val="F5F5F5"/>
              </a:solidFill>
              <a:latin typeface="vivo Sans"/>
              <a:ea typeface="vivo Sans"/>
            </a:endParaRPr>
          </a:p>
        </p:txBody>
      </p:sp>
      <p:sp>
        <p:nvSpPr>
          <p:cNvPr id="6" name="!! 单选文本">
            <a:extLst>
              <a:ext uri="{FF2B5EF4-FFF2-40B4-BE49-F238E27FC236}">
                <a16:creationId xmlns:a16="http://schemas.microsoft.com/office/drawing/2014/main" id="{1D46B57D-FC14-9C49-1F69-7D138B11FD34}"/>
              </a:ext>
            </a:extLst>
          </p:cNvPr>
          <p:cNvSpPr txBox="1"/>
          <p:nvPr/>
        </p:nvSpPr>
        <p:spPr>
          <a:xfrm>
            <a:off x="7010434" y="2347953"/>
            <a:ext cx="27622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377">
              <a:defRPr/>
            </a:pPr>
            <a:r>
              <a:rPr lang="zh-CN" altLang="en-US" sz="1200" dirty="0">
                <a:solidFill>
                  <a:srgbClr val="181818"/>
                </a:solidFill>
                <a:latin typeface="vivo Sans"/>
                <a:ea typeface="vivo Sans"/>
              </a:rPr>
              <a:t>网络连接不良时自动启用</a:t>
            </a: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A6181BC3-2C37-EE9A-E529-11AD111307DD}"/>
              </a:ext>
            </a:extLst>
          </p:cNvPr>
          <p:cNvGrpSpPr/>
          <p:nvPr/>
        </p:nvGrpSpPr>
        <p:grpSpPr>
          <a:xfrm>
            <a:off x="6823127" y="2390592"/>
            <a:ext cx="188783" cy="188783"/>
            <a:chOff x="8861344" y="3620163"/>
            <a:chExt cx="188782" cy="188782"/>
          </a:xfrm>
        </p:grpSpPr>
        <p:sp>
          <p:nvSpPr>
            <p:cNvPr id="9" name="!! 单选框1">
              <a:extLst>
                <a:ext uri="{FF2B5EF4-FFF2-40B4-BE49-F238E27FC236}">
                  <a16:creationId xmlns:a16="http://schemas.microsoft.com/office/drawing/2014/main" id="{400A51E6-433C-30BC-E9F2-21D4C4449004}"/>
                </a:ext>
              </a:extLst>
            </p:cNvPr>
            <p:cNvSpPr/>
            <p:nvPr/>
          </p:nvSpPr>
          <p:spPr>
            <a:xfrm>
              <a:off x="8861344" y="3620163"/>
              <a:ext cx="188782" cy="188782"/>
            </a:xfrm>
            <a:prstGeom prst="ellipse">
              <a:avLst/>
            </a:prstGeom>
            <a:noFill/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77">
                <a:defRPr/>
              </a:pPr>
              <a:endParaRPr lang="zh-CN" altLang="en-US" dirty="0">
                <a:solidFill>
                  <a:srgbClr val="F5F5F5"/>
                </a:solidFill>
                <a:latin typeface="vivo Sans"/>
                <a:ea typeface="vivo Sans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2B622CD4-1F55-5019-CA3E-6209F32DF020}"/>
                </a:ext>
              </a:extLst>
            </p:cNvPr>
            <p:cNvSpPr/>
            <p:nvPr/>
          </p:nvSpPr>
          <p:spPr>
            <a:xfrm>
              <a:off x="8897958" y="3656777"/>
              <a:ext cx="115555" cy="115555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77">
                <a:defRPr/>
              </a:pPr>
              <a:endParaRPr lang="zh-CN" altLang="en-US">
                <a:solidFill>
                  <a:srgbClr val="F5F5F5"/>
                </a:solidFill>
                <a:latin typeface="vivo Sans"/>
                <a:ea typeface="vivo San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757775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 advClick="0">
        <p159:morph option="byObject"/>
      </p:transition>
    </mc:Choice>
    <mc:Fallback xmlns="">
      <p:transition advClick="0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0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" dur="300"/>
                                            <p:tgtEl>
                                              <p:spTgt spid="3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" dur="3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" presetID="8" presetClass="emph" presetSubtype="0" decel="44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Rot by="10800000">
                                          <p:cBhvr>
                                            <p:cTn id="12" dur="750" fill="hold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seq concurrent="1" nextAc="seek">
                  <p:cTn id="13" restart="whenNotActive" fill="hold" evtFilter="cancelBubble" nodeType="interactiveSeq">
                    <p:stCondLst>
                      <p:cond evt="onClick" delay="0">
                        <p:tgtEl>
                          <p:spTgt spid="4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14" fill="hold">
                          <p:stCondLst>
                            <p:cond delay="0"/>
                          </p:stCondLst>
                          <p:childTnLst>
                            <p:par>
                              <p:cTn id="1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6" presetID="6" presetClass="emph" presetSubtype="0" fill="hold" grpId="0" nodeType="clickEffect" p14:presetBounceEnd="96000">
                                      <p:stCondLst>
                                        <p:cond delay="0"/>
                                      </p:stCondLst>
                                      <p:childTnLst>
                                        <p:animScale p14:bounceEnd="96000">
                                          <p:cBhvr>
                                            <p:cTn id="17" dur="750" fill="hold"/>
                                            <p:tgtEl>
                                              <p:spTgt spid="4"/>
                                            </p:tgtEl>
                                          </p:cBhvr>
                                          <p:by x="90000" y="90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18" presetID="1" presetClass="exit" presetSubtype="0" fill="hold" grpId="1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1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" presetID="1" presetClass="entr" presetSubtype="0" fill="hold" nodeType="withEffect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2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4"/>
                      </p:tgtEl>
                    </p:cond>
                  </p:nextCondLst>
                </p:seq>
                <p:seq concurrent="1" nextAc="seek">
                  <p:cTn id="22" restart="whenNotActive" fill="hold" evtFilter="cancelBubble" nodeType="interactiveSeq">
                    <p:stCondLst>
                      <p:cond evt="onClick" delay="0">
                        <p:tgtEl>
                          <p:spTgt spid="8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23" fill="hold">
                          <p:stCondLst>
                            <p:cond delay="0"/>
                          </p:stCondLst>
                          <p:childTnLst>
                            <p:par>
                              <p:cTn id="2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25" presetID="6" presetClass="emph" presetSubtype="0" fill="hold" nodeType="clickEffect" p14:presetBounceEnd="96000">
                                      <p:stCondLst>
                                        <p:cond delay="0"/>
                                      </p:stCondLst>
                                      <p:childTnLst>
                                        <p:animScale p14:bounceEnd="96000">
                                          <p:cBhvr>
                                            <p:cTn id="26" dur="750" fill="hold"/>
                                            <p:tgtEl>
                                              <p:spTgt spid="8"/>
                                            </p:tgtEl>
                                          </p:cBhvr>
                                          <p:by x="90000" y="90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27" presetID="1" presetClass="exit" presetSubtype="0" fill="hold" nodeType="withEffect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9" presetID="1" presetClass="entr" presetSubtype="0" fill="hold" grpId="2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8"/>
                      </p:tgtEl>
                    </p:cond>
                  </p:nextCondLst>
                </p:seq>
              </p:childTnLst>
            </p:cTn>
          </p:par>
        </p:tnLst>
        <p:bldLst>
          <p:bldP spid="31" grpId="0" animBg="1"/>
          <p:bldP spid="4" grpId="0" animBg="1"/>
          <p:bldP spid="4" grpId="1" animBg="1"/>
          <p:bldP spid="4" grpId="2" animBg="1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0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" dur="300"/>
                                            <p:tgtEl>
                                              <p:spTgt spid="3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" dur="3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" presetID="8" presetClass="emph" presetSubtype="0" decel="44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Rot by="10800000">
                                          <p:cBhvr>
                                            <p:cTn id="12" dur="750" fill="hold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seq concurrent="1" nextAc="seek">
                  <p:cTn id="13" restart="whenNotActive" fill="hold" evtFilter="cancelBubble" nodeType="interactiveSeq">
                    <p:stCondLst>
                      <p:cond evt="onClick" delay="0">
                        <p:tgtEl>
                          <p:spTgt spid="4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14" fill="hold">
                          <p:stCondLst>
                            <p:cond delay="0"/>
                          </p:stCondLst>
                          <p:childTnLst>
                            <p:par>
                              <p:cTn id="1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6" presetID="6" presetClass="emph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animScale>
                                          <p:cBhvr>
                                            <p:cTn id="17" dur="750" fill="hold"/>
                                            <p:tgtEl>
                                              <p:spTgt spid="4"/>
                                            </p:tgtEl>
                                          </p:cBhvr>
                                          <p:by x="90000" y="90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18" presetID="1" presetClass="exit" presetSubtype="0" fill="hold" grpId="1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1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" presetID="1" presetClass="entr" presetSubtype="0" fill="hold" nodeType="withEffect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2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4"/>
                      </p:tgtEl>
                    </p:cond>
                  </p:nextCondLst>
                </p:seq>
                <p:seq concurrent="1" nextAc="seek">
                  <p:cTn id="22" restart="whenNotActive" fill="hold" evtFilter="cancelBubble" nodeType="interactiveSeq">
                    <p:stCondLst>
                      <p:cond evt="onClick" delay="0">
                        <p:tgtEl>
                          <p:spTgt spid="8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23" fill="hold">
                          <p:stCondLst>
                            <p:cond delay="0"/>
                          </p:stCondLst>
                          <p:childTnLst>
                            <p:par>
                              <p:cTn id="2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25" presetID="6" presetClass="emph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animScale>
                                          <p:cBhvr>
                                            <p:cTn id="26" dur="750" fill="hold"/>
                                            <p:tgtEl>
                                              <p:spTgt spid="8"/>
                                            </p:tgtEl>
                                          </p:cBhvr>
                                          <p:by x="90000" y="90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27" presetID="1" presetClass="exit" presetSubtype="0" fill="hold" nodeType="withEffect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9" presetID="1" presetClass="entr" presetSubtype="0" fill="hold" grpId="2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8"/>
                      </p:tgtEl>
                    </p:cond>
                  </p:nextCondLst>
                </p:seq>
              </p:childTnLst>
            </p:cTn>
          </p:par>
        </p:tnLst>
        <p:bldLst>
          <p:bldP spid="31" grpId="0" animBg="1"/>
          <p:bldP spid="4" grpId="0" animBg="1"/>
          <p:bldP spid="4" grpId="1" animBg="1"/>
          <p:bldP spid="4" grpId="2" animBg="1"/>
        </p:bldLst>
      </p:timing>
    </mc:Fallback>
  </mc:AlternateContent>
  <p:extLst>
    <p:ext uri="{6950BFC3-D8DA-4A85-94F7-54DA5524770B}">
      <p188:commentRel xmlns:p188="http://schemas.microsoft.com/office/powerpoint/2018/8/main" r:id="rId3"/>
    </p:ext>
  </p:extLs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3"/>
            </a:gs>
            <a:gs pos="100000">
              <a:schemeClr val="accent4"/>
            </a:gs>
          </a:gsLst>
          <a:path path="circle">
            <a:fillToRect l="100000" t="10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2AA30CB-3B36-3923-7556-8E42972253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 圆形1">
            <a:extLst>
              <a:ext uri="{FF2B5EF4-FFF2-40B4-BE49-F238E27FC236}">
                <a16:creationId xmlns:a16="http://schemas.microsoft.com/office/drawing/2014/main" id="{7915F12A-A24E-C4F3-B91F-D04F41B97D7D}"/>
              </a:ext>
            </a:extLst>
          </p:cNvPr>
          <p:cNvSpPr/>
          <p:nvPr/>
        </p:nvSpPr>
        <p:spPr>
          <a:xfrm>
            <a:off x="-11367851" y="-1828801"/>
            <a:ext cx="10515600" cy="105156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>
              <a:defRPr/>
            </a:pPr>
            <a:endParaRPr lang="zh-CN" altLang="en-US">
              <a:solidFill>
                <a:srgbClr val="F5F5F5"/>
              </a:solidFill>
              <a:latin typeface="vivo Sans"/>
              <a:ea typeface="vivo Sans"/>
            </a:endParaRPr>
          </a:p>
        </p:txBody>
      </p:sp>
      <p:sp>
        <p:nvSpPr>
          <p:cNvPr id="5" name="!! 圆形2">
            <a:extLst>
              <a:ext uri="{FF2B5EF4-FFF2-40B4-BE49-F238E27FC236}">
                <a16:creationId xmlns:a16="http://schemas.microsoft.com/office/drawing/2014/main" id="{3F024B5A-E404-4115-0B45-0814D1A88D1B}"/>
              </a:ext>
            </a:extLst>
          </p:cNvPr>
          <p:cNvSpPr/>
          <p:nvPr/>
        </p:nvSpPr>
        <p:spPr>
          <a:xfrm>
            <a:off x="12852398" y="-2725411"/>
            <a:ext cx="11785600" cy="11785600"/>
          </a:xfrm>
          <a:prstGeom prst="ellipse">
            <a:avLst/>
          </a:prstGeom>
          <a:solidFill>
            <a:schemeClr val="accent3"/>
          </a:solidFill>
          <a:ln>
            <a:noFill/>
          </a:ln>
          <a:effectLst>
            <a:outerShdw blurRad="584200" sx="105000" sy="105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>
              <a:defRPr/>
            </a:pPr>
            <a:endParaRPr lang="zh-CN" altLang="en-US">
              <a:solidFill>
                <a:srgbClr val="F5F5F5"/>
              </a:solidFill>
              <a:latin typeface="vivo Sans"/>
              <a:ea typeface="vivo Sans"/>
            </a:endParaRPr>
          </a:p>
        </p:txBody>
      </p:sp>
      <p:sp>
        <p:nvSpPr>
          <p:cNvPr id="7" name="!! 圆形3">
            <a:extLst>
              <a:ext uri="{FF2B5EF4-FFF2-40B4-BE49-F238E27FC236}">
                <a16:creationId xmlns:a16="http://schemas.microsoft.com/office/drawing/2014/main" id="{C371C9C3-AA23-3794-EA15-00A2602519CA}"/>
              </a:ext>
            </a:extLst>
          </p:cNvPr>
          <p:cNvSpPr/>
          <p:nvPr/>
        </p:nvSpPr>
        <p:spPr>
          <a:xfrm>
            <a:off x="14579597" y="-736602"/>
            <a:ext cx="8331202" cy="8331202"/>
          </a:xfrm>
          <a:prstGeom prst="ellipse">
            <a:avLst/>
          </a:prstGeom>
          <a:solidFill>
            <a:schemeClr val="accent3"/>
          </a:solidFill>
          <a:ln>
            <a:noFill/>
          </a:ln>
          <a:effectLst>
            <a:outerShdw blurRad="584200" sx="105000" sy="105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>
              <a:defRPr/>
            </a:pPr>
            <a:endParaRPr lang="zh-CN" altLang="en-US">
              <a:solidFill>
                <a:srgbClr val="F5F5F5"/>
              </a:solidFill>
              <a:latin typeface="vivo Sans"/>
              <a:ea typeface="vivo Sans"/>
            </a:endParaRPr>
          </a:p>
        </p:txBody>
      </p:sp>
      <p:sp>
        <p:nvSpPr>
          <p:cNvPr id="10" name="!! 背景板">
            <a:extLst>
              <a:ext uri="{FF2B5EF4-FFF2-40B4-BE49-F238E27FC236}">
                <a16:creationId xmlns:a16="http://schemas.microsoft.com/office/drawing/2014/main" id="{13077E81-A74A-026F-FADC-43845683CCBD}"/>
              </a:ext>
            </a:extLst>
          </p:cNvPr>
          <p:cNvSpPr/>
          <p:nvPr/>
        </p:nvSpPr>
        <p:spPr>
          <a:xfrm>
            <a:off x="6096001" y="644072"/>
            <a:ext cx="5088468" cy="5569863"/>
          </a:xfrm>
          <a:prstGeom prst="roundRect">
            <a:avLst>
              <a:gd name="adj" fmla="val 3920"/>
            </a:avLst>
          </a:prstGeom>
          <a:solidFill>
            <a:schemeClr val="bg2"/>
          </a:solidFill>
          <a:ln>
            <a:noFill/>
          </a:ln>
          <a:effectLst>
            <a:outerShdw blurRad="2032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>
              <a:defRPr/>
            </a:pPr>
            <a:endParaRPr lang="zh-CN" altLang="en-US">
              <a:solidFill>
                <a:srgbClr val="F5F5F5"/>
              </a:solidFill>
              <a:latin typeface="vivo Sans"/>
              <a:ea typeface="vivo Sans"/>
            </a:endParaRPr>
          </a:p>
        </p:txBody>
      </p:sp>
      <p:grpSp>
        <p:nvGrpSpPr>
          <p:cNvPr id="11" name="!! 大标题">
            <a:extLst>
              <a:ext uri="{FF2B5EF4-FFF2-40B4-BE49-F238E27FC236}">
                <a16:creationId xmlns:a16="http://schemas.microsoft.com/office/drawing/2014/main" id="{0BEB6B35-8DF7-6D39-7DCD-CAFD14D91FCC}"/>
              </a:ext>
            </a:extLst>
          </p:cNvPr>
          <p:cNvGrpSpPr/>
          <p:nvPr/>
        </p:nvGrpSpPr>
        <p:grpSpPr>
          <a:xfrm>
            <a:off x="6744294" y="1287037"/>
            <a:ext cx="1442977" cy="461665"/>
            <a:chOff x="3079753" y="1375827"/>
            <a:chExt cx="726902" cy="461665"/>
          </a:xfrm>
        </p:grpSpPr>
        <p:sp>
          <p:nvSpPr>
            <p:cNvPr id="12" name="!! 标题符">
              <a:extLst>
                <a:ext uri="{FF2B5EF4-FFF2-40B4-BE49-F238E27FC236}">
                  <a16:creationId xmlns:a16="http://schemas.microsoft.com/office/drawing/2014/main" id="{0D5E6849-7D2A-0F1B-2554-3D473A31EE38}"/>
                </a:ext>
              </a:extLst>
            </p:cNvPr>
            <p:cNvSpPr/>
            <p:nvPr/>
          </p:nvSpPr>
          <p:spPr>
            <a:xfrm>
              <a:off x="3107206" y="1685496"/>
              <a:ext cx="672811" cy="1255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189">
                <a:defRPr/>
              </a:pPr>
              <a:endParaRPr lang="zh-CN" altLang="en-US">
                <a:solidFill>
                  <a:srgbClr val="FFFFFF"/>
                </a:solidFill>
                <a:latin typeface="OPPOSans R"/>
                <a:ea typeface="OPPOSans R"/>
              </a:endParaRPr>
            </a:p>
          </p:txBody>
        </p:sp>
        <p:sp>
          <p:nvSpPr>
            <p:cNvPr id="13" name="!! 标题">
              <a:extLst>
                <a:ext uri="{FF2B5EF4-FFF2-40B4-BE49-F238E27FC236}">
                  <a16:creationId xmlns:a16="http://schemas.microsoft.com/office/drawing/2014/main" id="{FDFFB3F4-1BA5-09E9-8FFB-2C42CAB3CA5D}"/>
                </a:ext>
              </a:extLst>
            </p:cNvPr>
            <p:cNvSpPr txBox="1"/>
            <p:nvPr/>
          </p:nvSpPr>
          <p:spPr>
            <a:xfrm>
              <a:off x="3079753" y="1375827"/>
              <a:ext cx="72690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457189">
                <a:defRPr/>
              </a:pPr>
              <a:r>
                <a:rPr lang="zh-CN" altLang="en-US" sz="2400" dirty="0">
                  <a:solidFill>
                    <a:srgbClr val="000000">
                      <a:lumMod val="75000"/>
                      <a:lumOff val="25000"/>
                    </a:srgbClr>
                  </a:solidFill>
                  <a:latin typeface="vivo Sans Medium"/>
                  <a:ea typeface="vivo Sans Medium"/>
                </a:rPr>
                <a:t>准备就绪</a:t>
              </a:r>
            </a:p>
          </p:txBody>
        </p:sp>
      </p:grpSp>
      <p:sp>
        <p:nvSpPr>
          <p:cNvPr id="3" name="!! 头像">
            <a:extLst>
              <a:ext uri="{FF2B5EF4-FFF2-40B4-BE49-F238E27FC236}">
                <a16:creationId xmlns:a16="http://schemas.microsoft.com/office/drawing/2014/main" id="{48FF9F6D-8100-3C36-5263-9B0974ADB67D}"/>
              </a:ext>
            </a:extLst>
          </p:cNvPr>
          <p:cNvSpPr/>
          <p:nvPr/>
        </p:nvSpPr>
        <p:spPr>
          <a:xfrm>
            <a:off x="1860264" y="2209000"/>
            <a:ext cx="2440007" cy="2440007"/>
          </a:xfrm>
          <a:prstGeom prst="donut">
            <a:avLst>
              <a:gd name="adj" fmla="val 5222"/>
            </a:avLst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>
              <a:defRPr/>
            </a:pPr>
            <a:endParaRPr lang="zh-CN" altLang="en-US">
              <a:solidFill>
                <a:srgbClr val="181818"/>
              </a:solidFill>
              <a:latin typeface="vivo Sans"/>
              <a:ea typeface="vivo Sans"/>
            </a:endParaRPr>
          </a:p>
        </p:txBody>
      </p:sp>
      <p:sp>
        <p:nvSpPr>
          <p:cNvPr id="15" name="!! 图标3">
            <a:extLst>
              <a:ext uri="{FF2B5EF4-FFF2-40B4-BE49-F238E27FC236}">
                <a16:creationId xmlns:a16="http://schemas.microsoft.com/office/drawing/2014/main" id="{41630C84-1EFE-E55F-166A-F78C5967901C}"/>
              </a:ext>
            </a:extLst>
          </p:cNvPr>
          <p:cNvSpPr/>
          <p:nvPr/>
        </p:nvSpPr>
        <p:spPr>
          <a:xfrm>
            <a:off x="2599184" y="3044350"/>
            <a:ext cx="962167" cy="769300"/>
          </a:xfrm>
          <a:custGeom>
            <a:avLst/>
            <a:gdLst>
              <a:gd name="connsiteX0" fmla="*/ 92658 w 109952"/>
              <a:gd name="connsiteY0" fmla="*/ 2941 h 87911"/>
              <a:gd name="connsiteX1" fmla="*/ 92388 w 109952"/>
              <a:gd name="connsiteY1" fmla="*/ 3239 h 87911"/>
              <a:gd name="connsiteX2" fmla="*/ 45391 w 109952"/>
              <a:gd name="connsiteY2" fmla="*/ 63119 h 87911"/>
              <a:gd name="connsiteX3" fmla="*/ 17068 w 109952"/>
              <a:gd name="connsiteY3" fmla="*/ 34782 h 87911"/>
              <a:gd name="connsiteX4" fmla="*/ 2724 w 109952"/>
              <a:gd name="connsiteY4" fmla="*/ 35289 h 87911"/>
              <a:gd name="connsiteX5" fmla="*/ 2724 w 109952"/>
              <a:gd name="connsiteY5" fmla="*/ 49126 h 87911"/>
              <a:gd name="connsiteX6" fmla="*/ 38530 w 109952"/>
              <a:gd name="connsiteY6" fmla="*/ 84946 h 87911"/>
              <a:gd name="connsiteX7" fmla="*/ 52883 w 109952"/>
              <a:gd name="connsiteY7" fmla="*/ 84932 h 87911"/>
              <a:gd name="connsiteX8" fmla="*/ 53131 w 109952"/>
              <a:gd name="connsiteY8" fmla="*/ 84675 h 87911"/>
              <a:gd name="connsiteX9" fmla="*/ 107151 w 109952"/>
              <a:gd name="connsiteY9" fmla="*/ 17150 h 87911"/>
              <a:gd name="connsiteX10" fmla="*/ 106805 w 109952"/>
              <a:gd name="connsiteY10" fmla="*/ 2801 h 87911"/>
              <a:gd name="connsiteX11" fmla="*/ 92658 w 109952"/>
              <a:gd name="connsiteY11" fmla="*/ 2941 h 87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9952" h="87911">
                <a:moveTo>
                  <a:pt x="92658" y="2941"/>
                </a:moveTo>
                <a:cubicBezTo>
                  <a:pt x="92562" y="3035"/>
                  <a:pt x="92472" y="3134"/>
                  <a:pt x="92388" y="3239"/>
                </a:cubicBezTo>
                <a:lnTo>
                  <a:pt x="45391" y="63119"/>
                </a:lnTo>
                <a:lnTo>
                  <a:pt x="17068" y="34782"/>
                </a:lnTo>
                <a:cubicBezTo>
                  <a:pt x="12967" y="30961"/>
                  <a:pt x="6545" y="31188"/>
                  <a:pt x="2724" y="35289"/>
                </a:cubicBezTo>
                <a:cubicBezTo>
                  <a:pt x="-908" y="39186"/>
                  <a:pt x="-908" y="45229"/>
                  <a:pt x="2724" y="49126"/>
                </a:cubicBezTo>
                <a:lnTo>
                  <a:pt x="38530" y="84946"/>
                </a:lnTo>
                <a:cubicBezTo>
                  <a:pt x="42497" y="88905"/>
                  <a:pt x="48923" y="88900"/>
                  <a:pt x="52883" y="84932"/>
                </a:cubicBezTo>
                <a:cubicBezTo>
                  <a:pt x="52967" y="84848"/>
                  <a:pt x="53050" y="84763"/>
                  <a:pt x="53131" y="84675"/>
                </a:cubicBezTo>
                <a:lnTo>
                  <a:pt x="107151" y="17150"/>
                </a:lnTo>
                <a:cubicBezTo>
                  <a:pt x="111017" y="13092"/>
                  <a:pt x="110862" y="6668"/>
                  <a:pt x="106805" y="2801"/>
                </a:cubicBezTo>
                <a:cubicBezTo>
                  <a:pt x="102828" y="-987"/>
                  <a:pt x="96560" y="-925"/>
                  <a:pt x="92658" y="2941"/>
                </a:cubicBezTo>
                <a:close/>
              </a:path>
            </a:pathLst>
          </a:custGeom>
          <a:solidFill>
            <a:schemeClr val="tx2">
              <a:lumMod val="50000"/>
              <a:lumOff val="50000"/>
            </a:schemeClr>
          </a:solidFill>
          <a:ln w="13097" cap="flat">
            <a:noFill/>
            <a:prstDash val="solid"/>
            <a:miter/>
          </a:ln>
        </p:spPr>
        <p:txBody>
          <a:bodyPr rtlCol="0" anchor="ctr"/>
          <a:lstStyle/>
          <a:p>
            <a:pPr defTabSz="914377">
              <a:defRPr/>
            </a:pPr>
            <a:endParaRPr lang="zh-CN" altLang="en-US">
              <a:solidFill>
                <a:srgbClr val="181818"/>
              </a:solidFill>
              <a:latin typeface="vivo Sans"/>
              <a:ea typeface="vivo Sans"/>
            </a:endParaRPr>
          </a:p>
        </p:txBody>
      </p:sp>
      <p:sp>
        <p:nvSpPr>
          <p:cNvPr id="17" name="!! 副标题">
            <a:extLst>
              <a:ext uri="{FF2B5EF4-FFF2-40B4-BE49-F238E27FC236}">
                <a16:creationId xmlns:a16="http://schemas.microsoft.com/office/drawing/2014/main" id="{EF95F44E-032F-4143-B087-3F151BAA05B9}"/>
              </a:ext>
            </a:extLst>
          </p:cNvPr>
          <p:cNvSpPr txBox="1"/>
          <p:nvPr/>
        </p:nvSpPr>
        <p:spPr>
          <a:xfrm>
            <a:off x="6749661" y="1863661"/>
            <a:ext cx="3664340" cy="10184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377">
              <a:lnSpc>
                <a:spcPct val="114000"/>
              </a:lnSpc>
              <a:defRPr/>
            </a:pPr>
            <a:r>
              <a:rPr lang="en-US" altLang="zh-CN" dirty="0">
                <a:solidFill>
                  <a:srgbClr val="181818"/>
                </a:solidFill>
                <a:latin typeface="vivo Sans"/>
                <a:ea typeface="vivo Sans"/>
              </a:rPr>
              <a:t>Leaf OS 5 Beta </a:t>
            </a:r>
            <a:r>
              <a:rPr lang="zh-CN" altLang="en-US" dirty="0">
                <a:solidFill>
                  <a:srgbClr val="181818"/>
                </a:solidFill>
                <a:latin typeface="vivo Sans"/>
                <a:ea typeface="vivo Sans"/>
              </a:rPr>
              <a:t>为测试版本，系统尚未完全开发，部分功能可能存在缺失，</a:t>
            </a:r>
            <a:r>
              <a:rPr lang="en-US" altLang="zh-CN" dirty="0">
                <a:solidFill>
                  <a:srgbClr val="181818"/>
                </a:solidFill>
                <a:latin typeface="vivo Sans"/>
                <a:ea typeface="vivo Sans"/>
              </a:rPr>
              <a:t>UI</a:t>
            </a:r>
            <a:r>
              <a:rPr lang="zh-CN" altLang="en-US" dirty="0">
                <a:solidFill>
                  <a:srgbClr val="181818"/>
                </a:solidFill>
                <a:latin typeface="vivo Sans"/>
                <a:ea typeface="vivo Sans"/>
              </a:rPr>
              <a:t>与动画可能存有瑕疵。</a:t>
            </a:r>
          </a:p>
        </p:txBody>
      </p:sp>
      <p:sp>
        <p:nvSpPr>
          <p:cNvPr id="18" name="!! 继续">
            <a:hlinkClick r:id="rId4" action="ppaction://hlinksldjump"/>
            <a:extLst>
              <a:ext uri="{FF2B5EF4-FFF2-40B4-BE49-F238E27FC236}">
                <a16:creationId xmlns:a16="http://schemas.microsoft.com/office/drawing/2014/main" id="{A1DD711D-D1C8-A51A-D252-0DF3150E3E15}"/>
              </a:ext>
            </a:extLst>
          </p:cNvPr>
          <p:cNvSpPr/>
          <p:nvPr/>
        </p:nvSpPr>
        <p:spPr>
          <a:xfrm>
            <a:off x="7447451" y="5441056"/>
            <a:ext cx="2453305" cy="40821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  <a:effectLst>
            <a:outerShdw blurRad="88900" sx="101000" sy="101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>
              <a:defRPr/>
            </a:pPr>
            <a:r>
              <a:rPr lang="zh-CN" altLang="en-US" sz="1400" dirty="0">
                <a:solidFill>
                  <a:srgbClr val="FFFFFF"/>
                </a:solidFill>
                <a:latin typeface="vivo Sans"/>
                <a:ea typeface="vivo Sans"/>
              </a:rPr>
              <a:t>进入 </a:t>
            </a:r>
            <a:r>
              <a:rPr lang="en-US" altLang="zh-CN" sz="1400" dirty="0">
                <a:solidFill>
                  <a:srgbClr val="FFFFFF"/>
                </a:solidFill>
                <a:latin typeface="vivo Sans"/>
                <a:ea typeface="vivo Sans"/>
              </a:rPr>
              <a:t>Leaf OS</a:t>
            </a:r>
            <a:endParaRPr lang="zh-CN" altLang="en-US" sz="1400" dirty="0">
              <a:solidFill>
                <a:srgbClr val="FFFFFF"/>
              </a:solidFill>
              <a:latin typeface="vivo Sans"/>
              <a:ea typeface="vivo Sans"/>
            </a:endParaRPr>
          </a:p>
        </p:txBody>
      </p:sp>
    </p:spTree>
    <p:extLst>
      <p:ext uri="{BB962C8B-B14F-4D97-AF65-F5344CB8AC3E}">
        <p14:creationId xmlns:p14="http://schemas.microsoft.com/office/powerpoint/2010/main" val="16408234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 advClick="0">
        <p159:morph option="byObject"/>
      </p:transition>
    </mc:Choice>
    <mc:Fallback xmlns="">
      <p:transition spd="med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 animBg="1"/>
    </p:bldLst>
  </p:timing>
  <p:extLst>
    <p:ext uri="{6950BFC3-D8DA-4A85-94F7-54DA5524770B}">
      <p188:commentRel xmlns:p188="http://schemas.microsoft.com/office/powerpoint/2018/8/main" r:id="rId3"/>
    </p:ext>
  </p:extLs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3"/>
            </a:gs>
            <a:gs pos="100000">
              <a:schemeClr val="accent4"/>
            </a:gs>
          </a:gsLst>
          <a:path path="circle">
            <a:fillToRect l="100000" t="10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E67D60C-9A60-BDC1-4EC5-586045A2F1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472884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 advClick="0" advTm="0">
        <p159:morph option="byObject"/>
      </p:transition>
    </mc:Choice>
    <mc:Fallback xmlns="">
      <p:transition spd="med" advClick="0" advTm="0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72D9B9-9B64-E68F-ED07-8A9AFD54BC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!! 壁纸">
            <a:extLst>
              <a:ext uri="{FF2B5EF4-FFF2-40B4-BE49-F238E27FC236}">
                <a16:creationId xmlns:a16="http://schemas.microsoft.com/office/drawing/2014/main" id="{21BC4DDB-1FF5-37DF-0FC5-D1C0F79FC866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42" name="组合 41">
            <a:extLst>
              <a:ext uri="{FF2B5EF4-FFF2-40B4-BE49-F238E27FC236}">
                <a16:creationId xmlns:a16="http://schemas.microsoft.com/office/drawing/2014/main" id="{6D67D4DB-F089-D93F-5180-18A84D851B43}"/>
              </a:ext>
            </a:extLst>
          </p:cNvPr>
          <p:cNvGrpSpPr/>
          <p:nvPr/>
        </p:nvGrpSpPr>
        <p:grpSpPr>
          <a:xfrm>
            <a:off x="1659675" y="933567"/>
            <a:ext cx="658299" cy="967680"/>
            <a:chOff x="2726128" y="2691285"/>
            <a:chExt cx="527312" cy="775134"/>
          </a:xfrm>
          <a:effectLst/>
        </p:grpSpPr>
        <p:grpSp>
          <p:nvGrpSpPr>
            <p:cNvPr id="43" name="!! 设置">
              <a:extLst>
                <a:ext uri="{FF2B5EF4-FFF2-40B4-BE49-F238E27FC236}">
                  <a16:creationId xmlns:a16="http://schemas.microsoft.com/office/drawing/2014/main" id="{131F2DE8-F812-7E1A-04F3-361CA25ACC82}"/>
                </a:ext>
              </a:extLst>
            </p:cNvPr>
            <p:cNvGrpSpPr/>
            <p:nvPr/>
          </p:nvGrpSpPr>
          <p:grpSpPr>
            <a:xfrm>
              <a:off x="2726128" y="2691285"/>
              <a:ext cx="527312" cy="527312"/>
              <a:chOff x="4725145" y="3205535"/>
              <a:chExt cx="446930" cy="446930"/>
            </a:xfrm>
          </p:grpSpPr>
          <p:sp>
            <p:nvSpPr>
              <p:cNvPr id="45" name="背景">
                <a:hlinkClick r:id="rId4" action="ppaction://hlinksldjump"/>
                <a:extLst>
                  <a:ext uri="{FF2B5EF4-FFF2-40B4-BE49-F238E27FC236}">
                    <a16:creationId xmlns:a16="http://schemas.microsoft.com/office/drawing/2014/main" id="{F4D9CCBC-618C-B169-0C90-F08145CBCCAB}"/>
                  </a:ext>
                </a:extLst>
              </p:cNvPr>
              <p:cNvSpPr/>
              <p:nvPr/>
            </p:nvSpPr>
            <p:spPr>
              <a:xfrm>
                <a:off x="4725145" y="3205535"/>
                <a:ext cx="446930" cy="446930"/>
              </a:xfrm>
              <a:prstGeom prst="roundRect">
                <a:avLst/>
              </a:prstGeom>
              <a:solidFill>
                <a:schemeClr val="accent4">
                  <a:lumMod val="50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457189">
                  <a:defRPr/>
                </a:pPr>
                <a:endParaRPr lang="zh-CN" altLang="en-US" dirty="0">
                  <a:solidFill>
                    <a:srgbClr val="FFFFFF"/>
                  </a:solidFill>
                  <a:latin typeface="OPPOSans R"/>
                  <a:ea typeface="OPPOSans R"/>
                </a:endParaRPr>
              </a:p>
            </p:txBody>
          </p:sp>
          <p:pic>
            <p:nvPicPr>
              <p:cNvPr id="46" name="齿轮" descr="单级齿轮 轮廓">
                <a:extLst>
                  <a:ext uri="{FF2B5EF4-FFF2-40B4-BE49-F238E27FC236}">
                    <a16:creationId xmlns:a16="http://schemas.microsoft.com/office/drawing/2014/main" id="{02F27C18-F967-15B4-8EF7-4D4649D918F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4772763" y="3253153"/>
                <a:ext cx="351694" cy="351694"/>
              </a:xfrm>
              <a:prstGeom prst="rect">
                <a:avLst/>
              </a:prstGeom>
            </p:spPr>
          </p:pic>
        </p:grpSp>
        <p:sp>
          <p:nvSpPr>
            <p:cNvPr id="44" name="文本框 43">
              <a:extLst>
                <a:ext uri="{FF2B5EF4-FFF2-40B4-BE49-F238E27FC236}">
                  <a16:creationId xmlns:a16="http://schemas.microsoft.com/office/drawing/2014/main" id="{F65C7A98-4DC1-9180-6940-01D1C74E8CFF}"/>
                </a:ext>
              </a:extLst>
            </p:cNvPr>
            <p:cNvSpPr txBox="1"/>
            <p:nvPr/>
          </p:nvSpPr>
          <p:spPr>
            <a:xfrm>
              <a:off x="2726128" y="3244536"/>
              <a:ext cx="527312" cy="2218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914377">
                <a:defRPr/>
              </a:pPr>
              <a:r>
                <a:rPr lang="zh-CN" altLang="en-US" sz="1200" dirty="0">
                  <a:solidFill>
                    <a:srgbClr val="FFFFFF"/>
                  </a:solidFill>
                  <a:effectLst>
                    <a:outerShdw blurRad="63500" sx="102000" sy="102000" algn="ctr" rotWithShape="0">
                      <a:prstClr val="black">
                        <a:alpha val="40000"/>
                      </a:prstClr>
                    </a:outerShdw>
                  </a:effectLst>
                  <a:latin typeface="vivo Sans"/>
                  <a:ea typeface="vivo Sans"/>
                </a:rPr>
                <a:t>设置</a:t>
              </a:r>
            </a:p>
          </p:txBody>
        </p:sp>
      </p:grpSp>
      <p:grpSp>
        <p:nvGrpSpPr>
          <p:cNvPr id="47" name="组合 46">
            <a:extLst>
              <a:ext uri="{FF2B5EF4-FFF2-40B4-BE49-F238E27FC236}">
                <a16:creationId xmlns:a16="http://schemas.microsoft.com/office/drawing/2014/main" id="{40D490C6-100B-1FFA-E10E-816482BBD28A}"/>
              </a:ext>
            </a:extLst>
          </p:cNvPr>
          <p:cNvGrpSpPr/>
          <p:nvPr/>
        </p:nvGrpSpPr>
        <p:grpSpPr>
          <a:xfrm>
            <a:off x="3189538" y="933567"/>
            <a:ext cx="658299" cy="967680"/>
            <a:chOff x="2726128" y="2691285"/>
            <a:chExt cx="527312" cy="775134"/>
          </a:xfrm>
          <a:effectLst/>
        </p:grpSpPr>
        <p:grpSp>
          <p:nvGrpSpPr>
            <p:cNvPr id="48" name="!! 设置">
              <a:extLst>
                <a:ext uri="{FF2B5EF4-FFF2-40B4-BE49-F238E27FC236}">
                  <a16:creationId xmlns:a16="http://schemas.microsoft.com/office/drawing/2014/main" id="{2AA353C9-DA5D-5ADE-0090-087FB1CC3A75}"/>
                </a:ext>
              </a:extLst>
            </p:cNvPr>
            <p:cNvGrpSpPr/>
            <p:nvPr/>
          </p:nvGrpSpPr>
          <p:grpSpPr>
            <a:xfrm>
              <a:off x="2726128" y="2691285"/>
              <a:ext cx="527312" cy="527312"/>
              <a:chOff x="4725145" y="3205535"/>
              <a:chExt cx="446930" cy="446930"/>
            </a:xfrm>
          </p:grpSpPr>
          <p:sp>
            <p:nvSpPr>
              <p:cNvPr id="50" name="背景">
                <a:hlinkClick r:id="rId7" action="ppaction://hlinksldjump"/>
                <a:extLst>
                  <a:ext uri="{FF2B5EF4-FFF2-40B4-BE49-F238E27FC236}">
                    <a16:creationId xmlns:a16="http://schemas.microsoft.com/office/drawing/2014/main" id="{70BA0B82-FE91-2E30-A9A1-5432977B11F2}"/>
                  </a:ext>
                </a:extLst>
              </p:cNvPr>
              <p:cNvSpPr/>
              <p:nvPr/>
            </p:nvSpPr>
            <p:spPr>
              <a:xfrm>
                <a:off x="4725145" y="3205535"/>
                <a:ext cx="446930" cy="446930"/>
              </a:xfrm>
              <a:prstGeom prst="roundRect">
                <a:avLst/>
              </a:prstGeom>
              <a:solidFill>
                <a:srgbClr val="547A9C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457189">
                  <a:defRPr/>
                </a:pPr>
                <a:endParaRPr lang="zh-CN" altLang="en-US" dirty="0">
                  <a:solidFill>
                    <a:srgbClr val="FFFFFF"/>
                  </a:solidFill>
                  <a:latin typeface="OPPOSans R"/>
                  <a:ea typeface="OPPOSans R"/>
                </a:endParaRPr>
              </a:p>
            </p:txBody>
          </p:sp>
          <p:pic>
            <p:nvPicPr>
              <p:cNvPr id="51" name="齿轮">
                <a:extLst>
                  <a:ext uri="{FF2B5EF4-FFF2-40B4-BE49-F238E27FC236}">
                    <a16:creationId xmlns:a16="http://schemas.microsoft.com/office/drawing/2014/main" id="{0D9890A0-FEC4-61A0-F5FC-CFFEFE1463F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rcRect/>
              <a:stretch/>
            </p:blipFill>
            <p:spPr>
              <a:xfrm>
                <a:off x="4819504" y="3299894"/>
                <a:ext cx="258213" cy="258213"/>
              </a:xfrm>
              <a:prstGeom prst="rect">
                <a:avLst/>
              </a:prstGeom>
            </p:spPr>
          </p:pic>
        </p:grpSp>
        <p:sp>
          <p:nvSpPr>
            <p:cNvPr id="49" name="文本框 48">
              <a:extLst>
                <a:ext uri="{FF2B5EF4-FFF2-40B4-BE49-F238E27FC236}">
                  <a16:creationId xmlns:a16="http://schemas.microsoft.com/office/drawing/2014/main" id="{91C03378-E9D9-04D4-1900-34E39C10B95F}"/>
                </a:ext>
              </a:extLst>
            </p:cNvPr>
            <p:cNvSpPr txBox="1"/>
            <p:nvPr/>
          </p:nvSpPr>
          <p:spPr>
            <a:xfrm>
              <a:off x="2726128" y="3244536"/>
              <a:ext cx="527312" cy="2218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914377">
                <a:defRPr/>
              </a:pPr>
              <a:r>
                <a:rPr lang="zh-CN" altLang="en-US" sz="1200" dirty="0">
                  <a:solidFill>
                    <a:srgbClr val="FFFFFF"/>
                  </a:solidFill>
                  <a:effectLst>
                    <a:outerShdw blurRad="63500" sx="102000" sy="102000" algn="ctr" rotWithShape="0">
                      <a:prstClr val="black">
                        <a:alpha val="40000"/>
                      </a:prstClr>
                    </a:outerShdw>
                  </a:effectLst>
                  <a:latin typeface="vivo Sans"/>
                  <a:ea typeface="vivo Sans"/>
                </a:rPr>
                <a:t>相机</a:t>
              </a:r>
            </a:p>
          </p:txBody>
        </p:sp>
      </p:grpSp>
      <p:grpSp>
        <p:nvGrpSpPr>
          <p:cNvPr id="52" name="组合 51">
            <a:extLst>
              <a:ext uri="{FF2B5EF4-FFF2-40B4-BE49-F238E27FC236}">
                <a16:creationId xmlns:a16="http://schemas.microsoft.com/office/drawing/2014/main" id="{11FBE62A-E90E-65BB-36F6-2B8529CF67C3}"/>
              </a:ext>
            </a:extLst>
          </p:cNvPr>
          <p:cNvGrpSpPr/>
          <p:nvPr/>
        </p:nvGrpSpPr>
        <p:grpSpPr>
          <a:xfrm>
            <a:off x="4719401" y="933567"/>
            <a:ext cx="658299" cy="967680"/>
            <a:chOff x="2726128" y="2691285"/>
            <a:chExt cx="527312" cy="775134"/>
          </a:xfrm>
          <a:effectLst/>
        </p:grpSpPr>
        <p:grpSp>
          <p:nvGrpSpPr>
            <p:cNvPr id="53" name="!! 设置">
              <a:extLst>
                <a:ext uri="{FF2B5EF4-FFF2-40B4-BE49-F238E27FC236}">
                  <a16:creationId xmlns:a16="http://schemas.microsoft.com/office/drawing/2014/main" id="{38E6D1F9-09D4-73D6-425E-8C40F7A7AE5A}"/>
                </a:ext>
              </a:extLst>
            </p:cNvPr>
            <p:cNvGrpSpPr/>
            <p:nvPr/>
          </p:nvGrpSpPr>
          <p:grpSpPr>
            <a:xfrm>
              <a:off x="2726128" y="2691285"/>
              <a:ext cx="527312" cy="527312"/>
              <a:chOff x="4725145" y="3205535"/>
              <a:chExt cx="446930" cy="446930"/>
            </a:xfrm>
          </p:grpSpPr>
          <p:sp>
            <p:nvSpPr>
              <p:cNvPr id="55" name="背景">
                <a:hlinkClick r:id="rId10" action="ppaction://hlinksldjump"/>
                <a:extLst>
                  <a:ext uri="{FF2B5EF4-FFF2-40B4-BE49-F238E27FC236}">
                    <a16:creationId xmlns:a16="http://schemas.microsoft.com/office/drawing/2014/main" id="{214E1C28-EBF5-E676-FF29-5B99A783AFF3}"/>
                  </a:ext>
                </a:extLst>
              </p:cNvPr>
              <p:cNvSpPr/>
              <p:nvPr/>
            </p:nvSpPr>
            <p:spPr>
              <a:xfrm>
                <a:off x="4725145" y="3205535"/>
                <a:ext cx="446930" cy="446930"/>
              </a:xfrm>
              <a:prstGeom prst="roundRect">
                <a:avLst/>
              </a:prstGeom>
              <a:solidFill>
                <a:srgbClr val="00B050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457189">
                  <a:defRPr/>
                </a:pPr>
                <a:endParaRPr lang="zh-CN" altLang="en-US" dirty="0">
                  <a:solidFill>
                    <a:srgbClr val="FFFFFF"/>
                  </a:solidFill>
                  <a:latin typeface="OPPOSans R"/>
                  <a:ea typeface="OPPOSans R"/>
                </a:endParaRPr>
              </a:p>
            </p:txBody>
          </p:sp>
          <p:pic>
            <p:nvPicPr>
              <p:cNvPr id="56" name="齿轮">
                <a:extLst>
                  <a:ext uri="{FF2B5EF4-FFF2-40B4-BE49-F238E27FC236}">
                    <a16:creationId xmlns:a16="http://schemas.microsoft.com/office/drawing/2014/main" id="{0A7872AA-B472-D6A6-B225-374B2AA8B25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rcRect/>
              <a:stretch/>
            </p:blipFill>
            <p:spPr>
              <a:xfrm>
                <a:off x="4819504" y="3299894"/>
                <a:ext cx="258213" cy="258213"/>
              </a:xfrm>
              <a:prstGeom prst="rect">
                <a:avLst/>
              </a:prstGeom>
            </p:spPr>
          </p:pic>
        </p:grpSp>
        <p:sp>
          <p:nvSpPr>
            <p:cNvPr id="54" name="文本框 53">
              <a:extLst>
                <a:ext uri="{FF2B5EF4-FFF2-40B4-BE49-F238E27FC236}">
                  <a16:creationId xmlns:a16="http://schemas.microsoft.com/office/drawing/2014/main" id="{46FAD01C-900C-FB13-58F4-0E195DF75161}"/>
                </a:ext>
              </a:extLst>
            </p:cNvPr>
            <p:cNvSpPr txBox="1"/>
            <p:nvPr/>
          </p:nvSpPr>
          <p:spPr>
            <a:xfrm>
              <a:off x="2726128" y="3244536"/>
              <a:ext cx="527312" cy="2218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914377">
                <a:defRPr/>
              </a:pPr>
              <a:r>
                <a:rPr lang="zh-CN" altLang="en-US" sz="1200" dirty="0">
                  <a:solidFill>
                    <a:srgbClr val="FFFFFF"/>
                  </a:solidFill>
                  <a:effectLst>
                    <a:outerShdw blurRad="63500" sx="102000" sy="102000" algn="ctr" rotWithShape="0">
                      <a:prstClr val="black">
                        <a:alpha val="40000"/>
                      </a:prstClr>
                    </a:outerShdw>
                  </a:effectLst>
                  <a:latin typeface="vivo Sans"/>
                  <a:ea typeface="vivo Sans"/>
                </a:rPr>
                <a:t>相册</a:t>
              </a:r>
            </a:p>
          </p:txBody>
        </p:sp>
      </p:grpSp>
      <p:grpSp>
        <p:nvGrpSpPr>
          <p:cNvPr id="57" name="!! dock右">
            <a:extLst>
              <a:ext uri="{FF2B5EF4-FFF2-40B4-BE49-F238E27FC236}">
                <a16:creationId xmlns:a16="http://schemas.microsoft.com/office/drawing/2014/main" id="{50C55ADC-E0F9-2772-70DA-0C929D6A58FA}"/>
              </a:ext>
            </a:extLst>
          </p:cNvPr>
          <p:cNvGrpSpPr/>
          <p:nvPr/>
        </p:nvGrpSpPr>
        <p:grpSpPr>
          <a:xfrm>
            <a:off x="4869924" y="5917019"/>
            <a:ext cx="2452159" cy="704839"/>
            <a:chOff x="7408333" y="5780624"/>
            <a:chExt cx="2452159" cy="704838"/>
          </a:xfrm>
        </p:grpSpPr>
        <p:sp useBgFill="1">
          <p:nvSpPr>
            <p:cNvPr id="58" name="!! 模糊">
              <a:extLst>
                <a:ext uri="{FF2B5EF4-FFF2-40B4-BE49-F238E27FC236}">
                  <a16:creationId xmlns:a16="http://schemas.microsoft.com/office/drawing/2014/main" id="{C8D579CA-D344-D026-D784-7F2E9374F369}"/>
                </a:ext>
              </a:extLst>
            </p:cNvPr>
            <p:cNvSpPr>
              <a:spLocks/>
            </p:cNvSpPr>
            <p:nvPr/>
          </p:nvSpPr>
          <p:spPr>
            <a:xfrm>
              <a:off x="7408333" y="5780624"/>
              <a:ext cx="2452159" cy="704838"/>
            </a:xfrm>
            <a:prstGeom prst="roundRect">
              <a:avLst>
                <a:gd name="adj" fmla="val 15000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189">
                <a:defRPr/>
              </a:pPr>
              <a:endParaRPr lang="zh-CN" altLang="en-US">
                <a:solidFill>
                  <a:srgbClr val="FFFFFF"/>
                </a:solidFill>
                <a:latin typeface="OPPOSans R"/>
                <a:ea typeface="OPPOSans R"/>
              </a:endParaRPr>
            </a:p>
          </p:txBody>
        </p:sp>
        <p:sp>
          <p:nvSpPr>
            <p:cNvPr id="59" name="!! 颜色遮罩">
              <a:extLst>
                <a:ext uri="{FF2B5EF4-FFF2-40B4-BE49-F238E27FC236}">
                  <a16:creationId xmlns:a16="http://schemas.microsoft.com/office/drawing/2014/main" id="{D91C5656-3E86-3A1B-F1D5-C967A0B90083}"/>
                </a:ext>
              </a:extLst>
            </p:cNvPr>
            <p:cNvSpPr>
              <a:spLocks/>
            </p:cNvSpPr>
            <p:nvPr/>
          </p:nvSpPr>
          <p:spPr>
            <a:xfrm>
              <a:off x="7408333" y="5780624"/>
              <a:ext cx="2452159" cy="704838"/>
            </a:xfrm>
            <a:prstGeom prst="roundRect">
              <a:avLst>
                <a:gd name="adj" fmla="val 15000"/>
              </a:avLst>
            </a:prstGeom>
            <a:solidFill>
              <a:schemeClr val="tx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189">
                <a:defRPr/>
              </a:pPr>
              <a:endParaRPr lang="zh-CN" altLang="en-US" dirty="0">
                <a:solidFill>
                  <a:srgbClr val="FFFFFF"/>
                </a:solidFill>
                <a:latin typeface="OPPOSans R"/>
                <a:ea typeface="OPPOSans R"/>
              </a:endParaRPr>
            </a:p>
          </p:txBody>
        </p:sp>
        <p:pic>
          <p:nvPicPr>
            <p:cNvPr id="60" name="!! 信号">
              <a:extLst>
                <a:ext uri="{FF2B5EF4-FFF2-40B4-BE49-F238E27FC236}">
                  <a16:creationId xmlns:a16="http://schemas.microsoft.com/office/drawing/2014/main" id="{9E2FD4CD-BB2B-5282-EBCB-DF5336F39C7B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7638254" y="5893986"/>
              <a:ext cx="221460" cy="221458"/>
            </a:xfrm>
            <a:prstGeom prst="rect">
              <a:avLst/>
            </a:prstGeom>
          </p:spPr>
        </p:pic>
        <p:sp>
          <p:nvSpPr>
            <p:cNvPr id="61" name="!! 运营商">
              <a:extLst>
                <a:ext uri="{FF2B5EF4-FFF2-40B4-BE49-F238E27FC236}">
                  <a16:creationId xmlns:a16="http://schemas.microsoft.com/office/drawing/2014/main" id="{61711A82-9B61-085E-2C64-678B416CE71A}"/>
                </a:ext>
              </a:extLst>
            </p:cNvPr>
            <p:cNvSpPr txBox="1"/>
            <p:nvPr/>
          </p:nvSpPr>
          <p:spPr>
            <a:xfrm>
              <a:off x="7813676" y="5913455"/>
              <a:ext cx="1114424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457189">
                <a:defRPr/>
              </a:pPr>
              <a:r>
                <a:rPr lang="en-US" altLang="zh-CN" sz="900" dirty="0">
                  <a:solidFill>
                    <a:srgbClr val="FFFFFF"/>
                  </a:solidFill>
                  <a:latin typeface="OPPOSans M"/>
                  <a:ea typeface="OPPOSans M"/>
                </a:rPr>
                <a:t>Virtual Net</a:t>
              </a:r>
              <a:endParaRPr lang="zh-CN" altLang="en-US" sz="900" dirty="0">
                <a:solidFill>
                  <a:srgbClr val="FFFFFF"/>
                </a:solidFill>
                <a:latin typeface="OPPOSans M"/>
                <a:ea typeface="OPPOSans M"/>
              </a:endParaRPr>
            </a:p>
          </p:txBody>
        </p:sp>
        <p:pic>
          <p:nvPicPr>
            <p:cNvPr id="62" name="!! 通知">
              <a:extLst>
                <a:ext uri="{FF2B5EF4-FFF2-40B4-BE49-F238E27FC236}">
                  <a16:creationId xmlns:a16="http://schemas.microsoft.com/office/drawing/2014/main" id="{CBCF7A83-BDD3-9526-B662-A027A30D44CC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9287931" y="5948436"/>
              <a:ext cx="152400" cy="152400"/>
            </a:xfrm>
            <a:prstGeom prst="rect">
              <a:avLst/>
            </a:prstGeom>
          </p:spPr>
        </p:pic>
        <p:pic>
          <p:nvPicPr>
            <p:cNvPr id="63" name="!! 电池">
              <a:extLst>
                <a:ext uri="{FF2B5EF4-FFF2-40B4-BE49-F238E27FC236}">
                  <a16:creationId xmlns:a16="http://schemas.microsoft.com/office/drawing/2014/main" id="{65A5A16B-6BAE-5B77-BA70-DF568D9C3AF3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7637460" y="6171965"/>
              <a:ext cx="191558" cy="191558"/>
            </a:xfrm>
            <a:prstGeom prst="rect">
              <a:avLst/>
            </a:prstGeom>
          </p:spPr>
        </p:pic>
        <p:sp>
          <p:nvSpPr>
            <p:cNvPr id="64" name="!! 时间">
              <a:extLst>
                <a:ext uri="{FF2B5EF4-FFF2-40B4-BE49-F238E27FC236}">
                  <a16:creationId xmlns:a16="http://schemas.microsoft.com/office/drawing/2014/main" id="{BBFC6A17-2A4B-F94E-104D-3B5644AB5B93}"/>
                </a:ext>
              </a:extLst>
            </p:cNvPr>
            <p:cNvSpPr txBox="1"/>
            <p:nvPr/>
          </p:nvSpPr>
          <p:spPr>
            <a:xfrm>
              <a:off x="8982607" y="6148520"/>
              <a:ext cx="773641" cy="2540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defTabSz="457189">
                <a:defRPr/>
              </a:pPr>
              <a:r>
                <a:rPr lang="en-US" altLang="zh-CN" sz="1051" dirty="0">
                  <a:solidFill>
                    <a:srgbClr val="FFFFFF"/>
                  </a:solidFill>
                  <a:latin typeface="OPPOSans R"/>
                  <a:ea typeface="OPPOSans R"/>
                </a:rPr>
                <a:t>16:34</a:t>
              </a:r>
              <a:endParaRPr lang="zh-CN" altLang="en-US" sz="1051" dirty="0">
                <a:solidFill>
                  <a:srgbClr val="FFFFFF"/>
                </a:solidFill>
                <a:latin typeface="OPPOSans R"/>
                <a:ea typeface="OPPOSans R"/>
              </a:endParaRPr>
            </a:p>
          </p:txBody>
        </p:sp>
        <p:sp>
          <p:nvSpPr>
            <p:cNvPr id="65" name="!! AC">
              <a:extLst>
                <a:ext uri="{FF2B5EF4-FFF2-40B4-BE49-F238E27FC236}">
                  <a16:creationId xmlns:a16="http://schemas.microsoft.com/office/drawing/2014/main" id="{52C453AF-B859-884C-A221-099306F27645}"/>
                </a:ext>
              </a:extLst>
            </p:cNvPr>
            <p:cNvSpPr txBox="1"/>
            <p:nvPr/>
          </p:nvSpPr>
          <p:spPr>
            <a:xfrm>
              <a:off x="7766842" y="6152328"/>
              <a:ext cx="434183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457189">
                <a:defRPr/>
              </a:pPr>
              <a:r>
                <a:rPr lang="en-US" altLang="zh-CN" sz="900" dirty="0">
                  <a:solidFill>
                    <a:srgbClr val="FFFFFF"/>
                  </a:solidFill>
                  <a:latin typeface="OPPOSans R"/>
                  <a:ea typeface="OPPOSans R"/>
                </a:rPr>
                <a:t>49%</a:t>
              </a:r>
              <a:endParaRPr lang="zh-CN" altLang="en-US" sz="900" dirty="0">
                <a:solidFill>
                  <a:srgbClr val="FFFFFF"/>
                </a:solidFill>
                <a:latin typeface="OPPOSans R"/>
                <a:ea typeface="OPPOSans R"/>
              </a:endParaRPr>
            </a:p>
          </p:txBody>
        </p:sp>
        <p:pic>
          <p:nvPicPr>
            <p:cNvPr id="66" name="!! 声音">
              <a:extLst>
                <a:ext uri="{FF2B5EF4-FFF2-40B4-BE49-F238E27FC236}">
                  <a16:creationId xmlns:a16="http://schemas.microsoft.com/office/drawing/2014/main" id="{8E336DBF-5EFA-8763-529C-7E9D4636A451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p:blipFill>
          <p:spPr>
            <a:xfrm>
              <a:off x="9048732" y="5934670"/>
              <a:ext cx="179932" cy="179932"/>
            </a:xfrm>
            <a:prstGeom prst="rect">
              <a:avLst/>
            </a:prstGeom>
          </p:spPr>
        </p:pic>
        <p:pic>
          <p:nvPicPr>
            <p:cNvPr id="67" name="!! 电源">
              <a:hlinkClick r:id="rId21" action="ppaction://hlinksldjump"/>
              <a:extLst>
                <a:ext uri="{FF2B5EF4-FFF2-40B4-BE49-F238E27FC236}">
                  <a16:creationId xmlns:a16="http://schemas.microsoft.com/office/drawing/2014/main" id="{4EBA0F34-8BFE-5F14-8FCF-0FE051A612E3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p:blipFill>
          <p:spPr>
            <a:xfrm>
              <a:off x="9489000" y="5925331"/>
              <a:ext cx="208372" cy="208370"/>
            </a:xfrm>
            <a:prstGeom prst="rect">
              <a:avLst/>
            </a:prstGeom>
          </p:spPr>
        </p:pic>
      </p:grpSp>
      <p:pic>
        <p:nvPicPr>
          <p:cNvPr id="7" name="!! 壁纸模糊">
            <a:extLst>
              <a:ext uri="{FF2B5EF4-FFF2-40B4-BE49-F238E27FC236}">
                <a16:creationId xmlns:a16="http://schemas.microsoft.com/office/drawing/2014/main" id="{855AA39B-C1EC-2A3E-6E61-72518BBE59B3}"/>
              </a:ext>
            </a:extLst>
          </p:cNvPr>
          <p:cNvPicPr/>
          <p:nvPr/>
        </p:nvPicPr>
        <p:blipFill>
          <a:blip r:embed="rId24">
            <a:extLst>
              <a:ext uri="{BEBA8EAE-BF5A-486C-A8C5-ECC9F3942E4B}">
                <a14:imgProps xmlns:a14="http://schemas.microsoft.com/office/drawing/2010/main">
                  <a14:imgLayer r:embed="rId25">
                    <a14:imgEffect>
                      <a14:artisticBlur radius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92000" cy="6858000"/>
          </a:xfrm>
          <a:prstGeom prst="rect">
            <a:avLst/>
          </a:prstGeom>
        </p:spPr>
      </p:pic>
      <p:sp>
        <p:nvSpPr>
          <p:cNvPr id="6" name="!! 锁屏">
            <a:extLst>
              <a:ext uri="{FF2B5EF4-FFF2-40B4-BE49-F238E27FC236}">
                <a16:creationId xmlns:a16="http://schemas.microsoft.com/office/drawing/2014/main" id="{0C10205A-F6C5-D72A-214F-63A267E0DBF7}"/>
              </a:ext>
            </a:extLst>
          </p:cNvPr>
          <p:cNvSpPr/>
          <p:nvPr/>
        </p:nvSpPr>
        <p:spPr>
          <a:xfrm>
            <a:off x="0" y="2"/>
            <a:ext cx="12192000" cy="6854661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!! 时间">
            <a:extLst>
              <a:ext uri="{FF2B5EF4-FFF2-40B4-BE49-F238E27FC236}">
                <a16:creationId xmlns:a16="http://schemas.microsoft.com/office/drawing/2014/main" id="{1DE8A9B1-69C1-620D-2356-F79A3613F16B}"/>
              </a:ext>
            </a:extLst>
          </p:cNvPr>
          <p:cNvSpPr txBox="1"/>
          <p:nvPr/>
        </p:nvSpPr>
        <p:spPr>
          <a:xfrm>
            <a:off x="875137" y="4904252"/>
            <a:ext cx="434627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377">
              <a:defRPr/>
            </a:pPr>
            <a:r>
              <a:rPr lang="en-US" altLang="zh-CN" sz="8000" dirty="0">
                <a:solidFill>
                  <a:schemeClr val="accent4">
                    <a:alpha val="90000"/>
                  </a:schemeClr>
                </a:solidFill>
                <a:latin typeface="vivo Sans Medium"/>
                <a:ea typeface="vivo Sans Medium"/>
              </a:rPr>
              <a:t>16:34</a:t>
            </a:r>
            <a:endParaRPr lang="zh-CN" altLang="en-US" sz="8000" dirty="0">
              <a:solidFill>
                <a:schemeClr val="accent4">
                  <a:alpha val="90000"/>
                </a:schemeClr>
              </a:solidFill>
              <a:latin typeface="vivo Sans Medium"/>
              <a:ea typeface="vivo Sans Medium"/>
            </a:endParaRPr>
          </a:p>
        </p:txBody>
      </p:sp>
      <p:sp>
        <p:nvSpPr>
          <p:cNvPr id="4" name="!! 日期">
            <a:extLst>
              <a:ext uri="{FF2B5EF4-FFF2-40B4-BE49-F238E27FC236}">
                <a16:creationId xmlns:a16="http://schemas.microsoft.com/office/drawing/2014/main" id="{604C2338-7E84-C60B-1698-0CC19484BE16}"/>
              </a:ext>
            </a:extLst>
          </p:cNvPr>
          <p:cNvSpPr txBox="1"/>
          <p:nvPr/>
        </p:nvSpPr>
        <p:spPr>
          <a:xfrm>
            <a:off x="942872" y="4635025"/>
            <a:ext cx="44280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377">
              <a:defRPr/>
            </a:pPr>
            <a:r>
              <a:rPr lang="en-US" altLang="zh-CN" sz="2000" dirty="0">
                <a:solidFill>
                  <a:schemeClr val="accent4">
                    <a:alpha val="90000"/>
                  </a:schemeClr>
                </a:solidFill>
                <a:latin typeface="vivo Sans"/>
                <a:ea typeface="vivo Sans"/>
              </a:rPr>
              <a:t>2025</a:t>
            </a:r>
            <a:r>
              <a:rPr lang="zh-CN" altLang="en-US" sz="2000" dirty="0">
                <a:solidFill>
                  <a:schemeClr val="accent4">
                    <a:alpha val="90000"/>
                  </a:schemeClr>
                </a:solidFill>
                <a:latin typeface="vivo Sans"/>
                <a:ea typeface="vivo Sans"/>
              </a:rPr>
              <a:t>年</a:t>
            </a:r>
            <a:r>
              <a:rPr lang="en-US" altLang="zh-CN" sz="2000" dirty="0">
                <a:solidFill>
                  <a:schemeClr val="accent4">
                    <a:alpha val="90000"/>
                  </a:schemeClr>
                </a:solidFill>
                <a:latin typeface="vivo Sans"/>
                <a:ea typeface="vivo Sans"/>
              </a:rPr>
              <a:t>8</a:t>
            </a:r>
            <a:r>
              <a:rPr lang="zh-CN" altLang="en-US" sz="2000" dirty="0">
                <a:solidFill>
                  <a:schemeClr val="accent4">
                    <a:alpha val="90000"/>
                  </a:schemeClr>
                </a:solidFill>
                <a:latin typeface="vivo Sans"/>
                <a:ea typeface="vivo Sans"/>
              </a:rPr>
              <a:t>月</a:t>
            </a:r>
            <a:r>
              <a:rPr lang="en-US" altLang="zh-CN" sz="2000" dirty="0">
                <a:solidFill>
                  <a:schemeClr val="accent4">
                    <a:alpha val="90000"/>
                  </a:schemeClr>
                </a:solidFill>
                <a:latin typeface="vivo Sans"/>
                <a:ea typeface="vivo Sans"/>
              </a:rPr>
              <a:t>18</a:t>
            </a:r>
            <a:r>
              <a:rPr lang="zh-CN" altLang="en-US" sz="2000" dirty="0">
                <a:solidFill>
                  <a:schemeClr val="accent4">
                    <a:alpha val="90000"/>
                  </a:schemeClr>
                </a:solidFill>
                <a:latin typeface="vivo Sans"/>
                <a:ea typeface="vivo Sans"/>
              </a:rPr>
              <a:t>日</a:t>
            </a:r>
            <a:r>
              <a:rPr lang="en-US" altLang="zh-CN" sz="2000" dirty="0">
                <a:solidFill>
                  <a:schemeClr val="accent4">
                    <a:alpha val="90000"/>
                  </a:schemeClr>
                </a:solidFill>
                <a:latin typeface="vivo Sans"/>
                <a:ea typeface="vivo Sans"/>
              </a:rPr>
              <a:t> </a:t>
            </a:r>
            <a:r>
              <a:rPr lang="zh-CN" altLang="en-US" sz="2000" dirty="0">
                <a:solidFill>
                  <a:schemeClr val="accent4">
                    <a:alpha val="90000"/>
                  </a:schemeClr>
                </a:solidFill>
                <a:latin typeface="vivo Sans"/>
                <a:ea typeface="vivo Sans"/>
              </a:rPr>
              <a:t>星期一</a:t>
            </a:r>
            <a:endParaRPr lang="en-US" altLang="zh-CN" sz="2000" dirty="0">
              <a:solidFill>
                <a:schemeClr val="accent4">
                  <a:alpha val="90000"/>
                </a:schemeClr>
              </a:solidFill>
              <a:latin typeface="vivo Sans"/>
              <a:ea typeface="vivo Sans"/>
            </a:endParaRPr>
          </a:p>
        </p:txBody>
      </p:sp>
      <p:grpSp>
        <p:nvGrpSpPr>
          <p:cNvPr id="24" name="!! LeafOS通知">
            <a:extLst>
              <a:ext uri="{FF2B5EF4-FFF2-40B4-BE49-F238E27FC236}">
                <a16:creationId xmlns:a16="http://schemas.microsoft.com/office/drawing/2014/main" id="{CAEEBBA8-5444-AE1A-797E-ECA91A08DEC8}"/>
              </a:ext>
            </a:extLst>
          </p:cNvPr>
          <p:cNvGrpSpPr/>
          <p:nvPr/>
        </p:nvGrpSpPr>
        <p:grpSpPr>
          <a:xfrm>
            <a:off x="822670" y="812175"/>
            <a:ext cx="4255665" cy="1141576"/>
            <a:chOff x="5746396" y="1119353"/>
            <a:chExt cx="4255665" cy="1141576"/>
          </a:xfrm>
        </p:grpSpPr>
        <p:sp useBgFill="1">
          <p:nvSpPr>
            <p:cNvPr id="9" name="!! 弹窗">
              <a:extLst>
                <a:ext uri="{FF2B5EF4-FFF2-40B4-BE49-F238E27FC236}">
                  <a16:creationId xmlns:a16="http://schemas.microsoft.com/office/drawing/2014/main" id="{7ABDCC1C-0333-1DED-A922-F9C98ECAAABF}"/>
                </a:ext>
              </a:extLst>
            </p:cNvPr>
            <p:cNvSpPr/>
            <p:nvPr/>
          </p:nvSpPr>
          <p:spPr>
            <a:xfrm>
              <a:off x="5746397" y="1119353"/>
              <a:ext cx="4255664" cy="1141576"/>
            </a:xfrm>
            <a:prstGeom prst="roundRect">
              <a:avLst>
                <a:gd name="adj" fmla="val 10807"/>
              </a:avLst>
            </a:prstGeom>
            <a:ln>
              <a:noFill/>
            </a:ln>
            <a:effectLst>
              <a:outerShdw blurRad="190500" algn="ctr" rotWithShape="0">
                <a:schemeClr val="tx1">
                  <a:alpha val="2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/>
            </a:p>
          </p:txBody>
        </p:sp>
        <p:sp>
          <p:nvSpPr>
            <p:cNvPr id="23" name="!! 弹窗">
              <a:extLst>
                <a:ext uri="{FF2B5EF4-FFF2-40B4-BE49-F238E27FC236}">
                  <a16:creationId xmlns:a16="http://schemas.microsoft.com/office/drawing/2014/main" id="{B90A554A-0CF7-E8FB-7096-26F3E19CBC9B}"/>
                </a:ext>
              </a:extLst>
            </p:cNvPr>
            <p:cNvSpPr/>
            <p:nvPr/>
          </p:nvSpPr>
          <p:spPr>
            <a:xfrm>
              <a:off x="5746396" y="1119353"/>
              <a:ext cx="4255664" cy="1141576"/>
            </a:xfrm>
            <a:prstGeom prst="roundRect">
              <a:avLst>
                <a:gd name="adj" fmla="val 10807"/>
              </a:avLst>
            </a:prstGeom>
            <a:solidFill>
              <a:schemeClr val="tx1">
                <a:alpha val="65000"/>
              </a:schemeClr>
            </a:solidFill>
            <a:ln>
              <a:noFill/>
            </a:ln>
            <a:effectLst>
              <a:outerShdw blurRad="254000" algn="ctr" rotWithShape="0">
                <a:schemeClr val="tx1">
                  <a:alpha val="2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/>
            </a:p>
          </p:txBody>
        </p:sp>
        <p:sp>
          <p:nvSpPr>
            <p:cNvPr id="10" name="标题">
              <a:extLst>
                <a:ext uri="{FF2B5EF4-FFF2-40B4-BE49-F238E27FC236}">
                  <a16:creationId xmlns:a16="http://schemas.microsoft.com/office/drawing/2014/main" id="{AFDC6A5B-5842-0A82-A0C8-6DC8EE60D266}"/>
                </a:ext>
              </a:extLst>
            </p:cNvPr>
            <p:cNvSpPr txBox="1"/>
            <p:nvPr/>
          </p:nvSpPr>
          <p:spPr>
            <a:xfrm>
              <a:off x="5970207" y="1547993"/>
              <a:ext cx="322904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dirty="0">
                  <a:solidFill>
                    <a:schemeClr val="accent4"/>
                  </a:solidFill>
                  <a:latin typeface="+mj-ea"/>
                  <a:ea typeface="+mj-ea"/>
                </a:rPr>
                <a:t>您正在使用预览版系统</a:t>
              </a:r>
            </a:p>
          </p:txBody>
        </p:sp>
        <p:sp>
          <p:nvSpPr>
            <p:cNvPr id="11" name="内容">
              <a:extLst>
                <a:ext uri="{FF2B5EF4-FFF2-40B4-BE49-F238E27FC236}">
                  <a16:creationId xmlns:a16="http://schemas.microsoft.com/office/drawing/2014/main" id="{94DB3294-BF37-A4EC-F350-DA7DB2222D69}"/>
                </a:ext>
              </a:extLst>
            </p:cNvPr>
            <p:cNvSpPr txBox="1"/>
            <p:nvPr/>
          </p:nvSpPr>
          <p:spPr>
            <a:xfrm>
              <a:off x="5970207" y="1809066"/>
              <a:ext cx="292572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914377">
                <a:defRPr/>
              </a:pPr>
              <a:r>
                <a:rPr lang="zh-CN" altLang="en-US" sz="1200" dirty="0">
                  <a:solidFill>
                    <a:schemeClr val="accent4"/>
                  </a:solidFill>
                  <a:latin typeface="vivo Sans"/>
                  <a:ea typeface="vivo Sans"/>
                </a:rPr>
                <a:t>此版本的系统尚不完整</a:t>
              </a:r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19E332F6-0F94-FE70-76A9-F9C769046422}"/>
                </a:ext>
              </a:extLst>
            </p:cNvPr>
            <p:cNvSpPr txBox="1"/>
            <p:nvPr/>
          </p:nvSpPr>
          <p:spPr>
            <a:xfrm>
              <a:off x="6238195" y="1285630"/>
              <a:ext cx="170180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100" dirty="0">
                  <a:solidFill>
                    <a:schemeClr val="accent4">
                      <a:alpha val="70000"/>
                    </a:schemeClr>
                  </a:solidFill>
                </a:rPr>
                <a:t>Leaf OS · </a:t>
              </a:r>
              <a:r>
                <a:rPr lang="zh-CN" altLang="en-US" sz="1100" dirty="0">
                  <a:solidFill>
                    <a:schemeClr val="accent4">
                      <a:alpha val="70000"/>
                    </a:schemeClr>
                  </a:solidFill>
                </a:rPr>
                <a:t>现在</a:t>
              </a:r>
            </a:p>
          </p:txBody>
        </p:sp>
        <p:pic>
          <p:nvPicPr>
            <p:cNvPr id="8" name="图形 7">
              <a:extLst>
                <a:ext uri="{FF2B5EF4-FFF2-40B4-BE49-F238E27FC236}">
                  <a16:creationId xmlns:a16="http://schemas.microsoft.com/office/drawing/2014/main" id="{71EEB6C9-B96C-E5AA-131D-1EAED6D6AF90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/>
            </a:stretch>
          </p:blipFill>
          <p:spPr>
            <a:xfrm>
              <a:off x="6078435" y="1324267"/>
              <a:ext cx="159760" cy="192192"/>
            </a:xfrm>
            <a:prstGeom prst="rect">
              <a:avLst/>
            </a:prstGeom>
          </p:spPr>
        </p:pic>
      </p:grpSp>
      <p:sp>
        <p:nvSpPr>
          <p:cNvPr id="3" name="!! 通知栏">
            <a:extLst>
              <a:ext uri="{FF2B5EF4-FFF2-40B4-BE49-F238E27FC236}">
                <a16:creationId xmlns:a16="http://schemas.microsoft.com/office/drawing/2014/main" id="{3969FE20-34B2-0B77-058D-D3E093377FCC}"/>
              </a:ext>
            </a:extLst>
          </p:cNvPr>
          <p:cNvSpPr txBox="1"/>
          <p:nvPr/>
        </p:nvSpPr>
        <p:spPr>
          <a:xfrm>
            <a:off x="822670" y="466978"/>
            <a:ext cx="9311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chemeClr val="accent4"/>
                </a:solidFill>
              </a:rPr>
              <a:t>2 </a:t>
            </a:r>
            <a:r>
              <a:rPr lang="zh-CN" altLang="en-US" sz="1200" dirty="0">
                <a:solidFill>
                  <a:schemeClr val="accent4"/>
                </a:solidFill>
              </a:rPr>
              <a:t>通知 </a:t>
            </a:r>
          </a:p>
        </p:txBody>
      </p:sp>
      <p:sp>
        <p:nvSpPr>
          <p:cNvPr id="69" name="!! 副标题">
            <a:extLst>
              <a:ext uri="{FF2B5EF4-FFF2-40B4-BE49-F238E27FC236}">
                <a16:creationId xmlns:a16="http://schemas.microsoft.com/office/drawing/2014/main" id="{5578D6A7-A98F-75E0-506A-4D4569652596}"/>
              </a:ext>
            </a:extLst>
          </p:cNvPr>
          <p:cNvSpPr txBox="1"/>
          <p:nvPr/>
        </p:nvSpPr>
        <p:spPr>
          <a:xfrm>
            <a:off x="3943351" y="6328346"/>
            <a:ext cx="43053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189">
              <a:defRPr/>
            </a:pPr>
            <a:r>
              <a:rPr lang="zh-CN" altLang="en-US" sz="1400" i="1" dirty="0">
                <a:solidFill>
                  <a:schemeClr val="accent4"/>
                </a:solidFill>
                <a:ea typeface="OPPOSans M"/>
              </a:rPr>
              <a:t>单击任意处以解锁</a:t>
            </a:r>
          </a:p>
        </p:txBody>
      </p:sp>
      <p:grpSp>
        <p:nvGrpSpPr>
          <p:cNvPr id="13" name="!! LeafOS通知2">
            <a:extLst>
              <a:ext uri="{FF2B5EF4-FFF2-40B4-BE49-F238E27FC236}">
                <a16:creationId xmlns:a16="http://schemas.microsoft.com/office/drawing/2014/main" id="{6B278492-7950-1B46-BBD0-AA51D4DDAD0A}"/>
              </a:ext>
            </a:extLst>
          </p:cNvPr>
          <p:cNvGrpSpPr/>
          <p:nvPr/>
        </p:nvGrpSpPr>
        <p:grpSpPr>
          <a:xfrm>
            <a:off x="822669" y="2107391"/>
            <a:ext cx="4255665" cy="1141577"/>
            <a:chOff x="5746396" y="1119353"/>
            <a:chExt cx="4255665" cy="1141576"/>
          </a:xfrm>
        </p:grpSpPr>
        <p:sp useBgFill="1">
          <p:nvSpPr>
            <p:cNvPr id="14" name="!! 弹窗">
              <a:extLst>
                <a:ext uri="{FF2B5EF4-FFF2-40B4-BE49-F238E27FC236}">
                  <a16:creationId xmlns:a16="http://schemas.microsoft.com/office/drawing/2014/main" id="{E34BC60A-CAD5-8033-92EE-4ED23C1EB4AC}"/>
                </a:ext>
              </a:extLst>
            </p:cNvPr>
            <p:cNvSpPr/>
            <p:nvPr/>
          </p:nvSpPr>
          <p:spPr>
            <a:xfrm>
              <a:off x="5746397" y="1119353"/>
              <a:ext cx="4255664" cy="1141576"/>
            </a:xfrm>
            <a:prstGeom prst="roundRect">
              <a:avLst>
                <a:gd name="adj" fmla="val 10807"/>
              </a:avLst>
            </a:prstGeom>
            <a:ln>
              <a:noFill/>
            </a:ln>
            <a:effectLst>
              <a:outerShdw blurRad="190500" algn="ctr" rotWithShape="0">
                <a:schemeClr val="tx1">
                  <a:alpha val="2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/>
            </a:p>
          </p:txBody>
        </p:sp>
        <p:sp>
          <p:nvSpPr>
            <p:cNvPr id="15" name="!! 弹窗">
              <a:extLst>
                <a:ext uri="{FF2B5EF4-FFF2-40B4-BE49-F238E27FC236}">
                  <a16:creationId xmlns:a16="http://schemas.microsoft.com/office/drawing/2014/main" id="{7AEAE0E2-6281-5D86-1A6F-806E37E5C99C}"/>
                </a:ext>
              </a:extLst>
            </p:cNvPr>
            <p:cNvSpPr/>
            <p:nvPr/>
          </p:nvSpPr>
          <p:spPr>
            <a:xfrm>
              <a:off x="5746396" y="1119353"/>
              <a:ext cx="4255664" cy="1141576"/>
            </a:xfrm>
            <a:prstGeom prst="roundRect">
              <a:avLst>
                <a:gd name="adj" fmla="val 10807"/>
              </a:avLst>
            </a:prstGeom>
            <a:solidFill>
              <a:schemeClr val="tx1">
                <a:alpha val="65000"/>
              </a:schemeClr>
            </a:solidFill>
            <a:ln>
              <a:noFill/>
            </a:ln>
            <a:effectLst>
              <a:outerShdw blurRad="254000" algn="ctr" rotWithShape="0">
                <a:schemeClr val="tx1">
                  <a:alpha val="2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/>
            </a:p>
          </p:txBody>
        </p:sp>
        <p:sp>
          <p:nvSpPr>
            <p:cNvPr id="16" name="标题">
              <a:extLst>
                <a:ext uri="{FF2B5EF4-FFF2-40B4-BE49-F238E27FC236}">
                  <a16:creationId xmlns:a16="http://schemas.microsoft.com/office/drawing/2014/main" id="{CF5EA2CC-89CE-2D4A-1420-7C0916554A1B}"/>
                </a:ext>
              </a:extLst>
            </p:cNvPr>
            <p:cNvSpPr txBox="1"/>
            <p:nvPr/>
          </p:nvSpPr>
          <p:spPr>
            <a:xfrm>
              <a:off x="5970207" y="1547993"/>
              <a:ext cx="322904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dirty="0">
                  <a:solidFill>
                    <a:schemeClr val="accent4"/>
                  </a:solidFill>
                  <a:latin typeface="+mj-ea"/>
                  <a:ea typeface="+mj-ea"/>
                </a:rPr>
                <a:t>电脑模式已启用</a:t>
              </a:r>
            </a:p>
          </p:txBody>
        </p:sp>
        <p:sp>
          <p:nvSpPr>
            <p:cNvPr id="17" name="内容">
              <a:extLst>
                <a:ext uri="{FF2B5EF4-FFF2-40B4-BE49-F238E27FC236}">
                  <a16:creationId xmlns:a16="http://schemas.microsoft.com/office/drawing/2014/main" id="{EF7797CE-484E-C304-4734-AB6449FF38E1}"/>
                </a:ext>
              </a:extLst>
            </p:cNvPr>
            <p:cNvSpPr txBox="1"/>
            <p:nvPr/>
          </p:nvSpPr>
          <p:spPr>
            <a:xfrm>
              <a:off x="5970207" y="1809066"/>
              <a:ext cx="367292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914377">
                <a:defRPr/>
              </a:pPr>
              <a:r>
                <a:rPr lang="zh-CN" altLang="en-US" sz="1200" dirty="0">
                  <a:solidFill>
                    <a:schemeClr val="accent4"/>
                  </a:solidFill>
                  <a:latin typeface="vivo Sans"/>
                  <a:ea typeface="vivo Sans"/>
                </a:rPr>
                <a:t>未检测到触摸设备，已自动启用电脑模式</a:t>
              </a:r>
            </a:p>
          </p:txBody>
        </p: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5E5D2BB2-CBF1-8963-1ECB-2F4AD3600A64}"/>
                </a:ext>
              </a:extLst>
            </p:cNvPr>
            <p:cNvSpPr txBox="1"/>
            <p:nvPr/>
          </p:nvSpPr>
          <p:spPr>
            <a:xfrm>
              <a:off x="6238195" y="1285630"/>
              <a:ext cx="170180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100" dirty="0">
                  <a:solidFill>
                    <a:schemeClr val="accent4">
                      <a:alpha val="70000"/>
                    </a:schemeClr>
                  </a:solidFill>
                </a:rPr>
                <a:t>设置 </a:t>
              </a:r>
              <a:r>
                <a:rPr lang="en-US" altLang="zh-CN" sz="1100" dirty="0">
                  <a:solidFill>
                    <a:schemeClr val="accent4">
                      <a:alpha val="70000"/>
                    </a:schemeClr>
                  </a:solidFill>
                </a:rPr>
                <a:t>· 1</a:t>
              </a:r>
              <a:r>
                <a:rPr lang="zh-CN" altLang="en-US" sz="1100" dirty="0">
                  <a:solidFill>
                    <a:schemeClr val="accent4">
                      <a:alpha val="70000"/>
                    </a:schemeClr>
                  </a:solidFill>
                </a:rPr>
                <a:t>分钟前</a:t>
              </a:r>
            </a:p>
          </p:txBody>
        </p:sp>
        <p:pic>
          <p:nvPicPr>
            <p:cNvPr id="19" name="图形 18">
              <a:extLst>
                <a:ext uri="{FF2B5EF4-FFF2-40B4-BE49-F238E27FC236}">
                  <a16:creationId xmlns:a16="http://schemas.microsoft.com/office/drawing/2014/main" id="{FD9361E0-888A-555C-3816-AD78FADA4493}"/>
                </a:ext>
              </a:extLst>
            </p:cNvPr>
            <p:cNvPicPr>
              <a:picLocks noChangeAspect="1"/>
            </p:cNvPicPr>
            <p:nvPr/>
          </p:nvPicPr>
          <p:blipFill>
            <a:blip r:embed="rId28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rcRect/>
            <a:stretch/>
          </p:blipFill>
          <p:spPr>
            <a:xfrm>
              <a:off x="6048289" y="1310337"/>
              <a:ext cx="220052" cy="22005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0739516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670">
        <p159:morph option="byChar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path" presetSubtype="0" decel="9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95833E-6 0 L -3.95833E-6 0.09005 " pathEditMode="relative" rAng="0" ptsTypes="AA">
                                      <p:cBhvr>
                                        <p:cTn id="9" dur="500" spd="-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4491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path" presetSubtype="0" decel="9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4.07407E-6 L 0 0.09005 " pathEditMode="relative" rAng="0" ptsTypes="AA">
                                      <p:cBhvr>
                                        <p:cTn id="14" dur="500" spd="-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4491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42" presetClass="path" presetSubtype="0" decel="9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6 -2.59259E-6 L -4.16667E-6 0.09005 " pathEditMode="relative" rAng="0" ptsTypes="AA">
                                      <p:cBhvr>
                                        <p:cTn id="19" dur="500" spd="-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4491"/>
                                    </p:animMotion>
                                  </p:childTnLst>
                                </p:cTn>
                              </p:par>
                              <p:par>
                                <p:cTn id="20" presetID="27" presetClass="emph" presetSubtype="0" repeatCount="indefinite" fill="remove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21" dur="500" autoRev="1" fill="remove"/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  <p:animClr clrSpc="rgb" dir="cw">
                                      <p:cBhvr>
                                        <p:cTn id="22" dur="500" autoRev="1" fill="remove"/>
                                        <p:tgtEl>
                                          <p:spTgt spid="6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  <p:set>
                                      <p:cBhvr>
                                        <p:cTn id="23" dur="500" autoRev="1" fill="remove"/>
                                        <p:tgtEl>
                                          <p:spTgt spid="6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4" dur="500" autoRev="1" fill="remove"/>
                                        <p:tgtEl>
                                          <p:spTgt spid="6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42" presetClass="path" presetSubtype="0" decel="9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91667E-6 7.40741E-7 L 2.91667E-6 0.09005 " pathEditMode="relative" rAng="0" ptsTypes="AA">
                                      <p:cBhvr>
                                        <p:cTn id="29" dur="500" spd="-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449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4" grpId="0"/>
      <p:bldP spid="4" grpId="1"/>
      <p:bldP spid="69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0E0E0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2E803B6-9D83-478B-872A-4D6483CB5F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!! 壁纸" descr="背景图案&#10;&#10;AI 生成的内容可能不正确。">
            <a:extLst>
              <a:ext uri="{FF2B5EF4-FFF2-40B4-BE49-F238E27FC236}">
                <a16:creationId xmlns:a16="http://schemas.microsoft.com/office/drawing/2014/main" id="{F3FF6839-0975-62C0-9B58-57DD3842B4E0}"/>
              </a:ext>
            </a:extLst>
          </p:cNvPr>
          <p:cNvPicPr/>
          <p:nvPr/>
        </p:nvPicPr>
        <p:blipFill>
          <a:blip r:embed="rId3">
            <a:alphaModFix amt="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Blur radius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0"/>
            <a:ext cx="13501511" cy="7594600"/>
          </a:xfrm>
          <a:prstGeom prst="rect">
            <a:avLst/>
          </a:prstGeom>
        </p:spPr>
      </p:pic>
      <p:sp>
        <p:nvSpPr>
          <p:cNvPr id="71" name="文本框 70">
            <a:extLst>
              <a:ext uri="{FF2B5EF4-FFF2-40B4-BE49-F238E27FC236}">
                <a16:creationId xmlns:a16="http://schemas.microsoft.com/office/drawing/2014/main" id="{0507742C-A70F-1F66-26E3-14E2BA6C2034}"/>
              </a:ext>
            </a:extLst>
          </p:cNvPr>
          <p:cNvSpPr txBox="1"/>
          <p:nvPr/>
        </p:nvSpPr>
        <p:spPr>
          <a:xfrm>
            <a:off x="2844797" y="4426184"/>
            <a:ext cx="650240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377">
              <a:defRPr/>
            </a:pPr>
            <a:r>
              <a:rPr lang="en-US" altLang="zh-CN" sz="2400" dirty="0">
                <a:solidFill>
                  <a:schemeClr val="accent4"/>
                </a:solidFill>
                <a:latin typeface="vivo Sans"/>
                <a:ea typeface="vivo Sans"/>
              </a:rPr>
              <a:t>2025</a:t>
            </a:r>
            <a:r>
              <a:rPr lang="zh-CN" altLang="en-US" sz="2400" dirty="0">
                <a:solidFill>
                  <a:schemeClr val="accent4"/>
                </a:solidFill>
                <a:latin typeface="vivo Sans"/>
                <a:ea typeface="vivo Sans"/>
              </a:rPr>
              <a:t>年</a:t>
            </a:r>
            <a:r>
              <a:rPr lang="en-US" altLang="zh-CN" sz="2400" dirty="0">
                <a:solidFill>
                  <a:schemeClr val="accent4"/>
                </a:solidFill>
                <a:latin typeface="vivo Sans"/>
                <a:ea typeface="vivo Sans"/>
              </a:rPr>
              <a:t>8</a:t>
            </a:r>
            <a:r>
              <a:rPr lang="zh-CN" altLang="en-US" sz="2400" dirty="0">
                <a:solidFill>
                  <a:schemeClr val="accent4"/>
                </a:solidFill>
                <a:latin typeface="vivo Sans"/>
                <a:ea typeface="vivo Sans"/>
              </a:rPr>
              <a:t>月</a:t>
            </a:r>
            <a:r>
              <a:rPr lang="en-US" altLang="zh-CN" sz="2400" dirty="0">
                <a:solidFill>
                  <a:schemeClr val="accent4"/>
                </a:solidFill>
                <a:latin typeface="vivo Sans"/>
                <a:ea typeface="vivo Sans"/>
              </a:rPr>
              <a:t>18</a:t>
            </a:r>
            <a:r>
              <a:rPr lang="zh-CN" altLang="en-US" sz="2400" dirty="0">
                <a:solidFill>
                  <a:schemeClr val="accent4"/>
                </a:solidFill>
                <a:latin typeface="vivo Sans"/>
                <a:ea typeface="vivo Sans"/>
              </a:rPr>
              <a:t>日</a:t>
            </a:r>
            <a:endParaRPr lang="en-US" altLang="zh-CN" sz="2400" dirty="0">
              <a:solidFill>
                <a:schemeClr val="accent4"/>
              </a:solidFill>
              <a:latin typeface="vivo Sans"/>
              <a:ea typeface="vivo Sans"/>
            </a:endParaRPr>
          </a:p>
          <a:p>
            <a:pPr algn="ctr" defTabSz="914377">
              <a:defRPr/>
            </a:pPr>
            <a:r>
              <a:rPr lang="zh-CN" altLang="en-US" sz="2400" dirty="0">
                <a:solidFill>
                  <a:schemeClr val="accent4"/>
                </a:solidFill>
                <a:latin typeface="vivo Sans"/>
                <a:ea typeface="vivo Sans"/>
              </a:rPr>
              <a:t>星期一</a:t>
            </a:r>
            <a:endParaRPr lang="en-US" altLang="zh-CN" sz="2400" dirty="0">
              <a:solidFill>
                <a:schemeClr val="accent4"/>
              </a:solidFill>
              <a:latin typeface="vivo Sans"/>
              <a:ea typeface="vivo Sans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EB087EDF-39DD-B7A3-75E0-2826D1E5E32D}"/>
              </a:ext>
            </a:extLst>
          </p:cNvPr>
          <p:cNvSpPr txBox="1"/>
          <p:nvPr/>
        </p:nvSpPr>
        <p:spPr>
          <a:xfrm>
            <a:off x="2043593" y="1872435"/>
            <a:ext cx="8104821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600" spc="600" dirty="0">
                <a:solidFill>
                  <a:schemeClr val="accent4"/>
                </a:solidFill>
                <a:latin typeface="+mj-ea"/>
                <a:ea typeface="+mj-ea"/>
              </a:rPr>
              <a:t>16:34</a:t>
            </a:r>
            <a:endParaRPr lang="zh-CN" altLang="en-US" sz="16600" spc="600" dirty="0">
              <a:solidFill>
                <a:schemeClr val="accent4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0005445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advClick="0">
        <p159:morph option="byChar"/>
      </p:transition>
    </mc:Choice>
    <mc:Fallback xmlns="">
      <p:transition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5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1.48148E-6 L 0 0.03217 " pathEditMode="relative" rAng="0" ptsTypes="AA">
                                      <p:cBhvr>
                                        <p:cTn id="9" dur="400" spd="-100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59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" grpId="0"/>
      <p:bldP spid="71" grpId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3535FF-EE61-AFCC-01A8-3002632D6F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!! 壁纸">
            <a:extLst>
              <a:ext uri="{FF2B5EF4-FFF2-40B4-BE49-F238E27FC236}">
                <a16:creationId xmlns:a16="http://schemas.microsoft.com/office/drawing/2014/main" id="{498CC1FC-DF51-6C6E-2165-7BB176222A75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5" name="!! 背景板">
            <a:extLst>
              <a:ext uri="{FF2B5EF4-FFF2-40B4-BE49-F238E27FC236}">
                <a16:creationId xmlns:a16="http://schemas.microsoft.com/office/drawing/2014/main" id="{D3377D3F-2EE3-E5B5-C41D-6E51D628CA97}"/>
              </a:ext>
            </a:extLst>
          </p:cNvPr>
          <p:cNvSpPr/>
          <p:nvPr/>
        </p:nvSpPr>
        <p:spPr>
          <a:xfrm>
            <a:off x="3573639" y="1621084"/>
            <a:ext cx="5044723" cy="283765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0" name="设置App">
            <a:extLst>
              <a:ext uri="{FF2B5EF4-FFF2-40B4-BE49-F238E27FC236}">
                <a16:creationId xmlns:a16="http://schemas.microsoft.com/office/drawing/2014/main" id="{9A56ED42-1443-86C6-BF7C-B76EC551A27F}"/>
              </a:ext>
            </a:extLst>
          </p:cNvPr>
          <p:cNvGrpSpPr/>
          <p:nvPr/>
        </p:nvGrpSpPr>
        <p:grpSpPr>
          <a:xfrm>
            <a:off x="1659675" y="933569"/>
            <a:ext cx="658299" cy="967679"/>
            <a:chOff x="1659673" y="933566"/>
            <a:chExt cx="658298" cy="967679"/>
          </a:xfrm>
        </p:grpSpPr>
        <p:grpSp>
          <p:nvGrpSpPr>
            <p:cNvPr id="15" name="!! icon">
              <a:extLst>
                <a:ext uri="{FF2B5EF4-FFF2-40B4-BE49-F238E27FC236}">
                  <a16:creationId xmlns:a16="http://schemas.microsoft.com/office/drawing/2014/main" id="{58B692BB-C670-9BB5-7089-271C1E87A03A}"/>
                </a:ext>
              </a:extLst>
            </p:cNvPr>
            <p:cNvGrpSpPr/>
            <p:nvPr/>
          </p:nvGrpSpPr>
          <p:grpSpPr>
            <a:xfrm>
              <a:off x="1659673" y="933566"/>
              <a:ext cx="658298" cy="658298"/>
              <a:chOff x="4725145" y="3205535"/>
              <a:chExt cx="446930" cy="446930"/>
            </a:xfrm>
          </p:grpSpPr>
          <p:sp>
            <p:nvSpPr>
              <p:cNvPr id="17" name="!! 背景">
                <a:hlinkClick r:id="rId4" action="ppaction://hlinksldjump"/>
                <a:extLst>
                  <a:ext uri="{FF2B5EF4-FFF2-40B4-BE49-F238E27FC236}">
                    <a16:creationId xmlns:a16="http://schemas.microsoft.com/office/drawing/2014/main" id="{A3512617-AD5F-AF58-4D9F-9C51DA739541}"/>
                  </a:ext>
                </a:extLst>
              </p:cNvPr>
              <p:cNvSpPr/>
              <p:nvPr/>
            </p:nvSpPr>
            <p:spPr>
              <a:xfrm>
                <a:off x="4725145" y="3205535"/>
                <a:ext cx="446930" cy="446930"/>
              </a:xfrm>
              <a:prstGeom prst="roundRect">
                <a:avLst/>
              </a:prstGeom>
              <a:solidFill>
                <a:srgbClr val="547A9C"/>
              </a:solidFill>
              <a:ln>
                <a:noFill/>
              </a:ln>
              <a:effectLst>
                <a:outerShdw blurRad="190500" algn="ctr" rotWithShape="0">
                  <a:prstClr val="black">
                    <a:alpha val="2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457189">
                  <a:defRPr/>
                </a:pPr>
                <a:endParaRPr lang="zh-CN" altLang="en-US" dirty="0">
                  <a:solidFill>
                    <a:srgbClr val="FFFFFF"/>
                  </a:solidFill>
                  <a:latin typeface="OPPOSans R"/>
                  <a:ea typeface="OPPOSans R"/>
                </a:endParaRPr>
              </a:p>
            </p:txBody>
          </p:sp>
          <p:pic>
            <p:nvPicPr>
              <p:cNvPr id="18" name="!! 图标" descr="单级齿轮 轮廓">
                <a:extLst>
                  <a:ext uri="{FF2B5EF4-FFF2-40B4-BE49-F238E27FC236}">
                    <a16:creationId xmlns:a16="http://schemas.microsoft.com/office/drawing/2014/main" id="{2DC37B08-9C7B-5E4A-CC8A-CD26D9BCF2C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4772763" y="3253153"/>
                <a:ext cx="351694" cy="351694"/>
              </a:xfrm>
              <a:prstGeom prst="rect">
                <a:avLst/>
              </a:prstGeom>
            </p:spPr>
          </p:pic>
        </p:grpSp>
        <p:sp>
          <p:nvSpPr>
            <p:cNvPr id="16" name="name">
              <a:extLst>
                <a:ext uri="{FF2B5EF4-FFF2-40B4-BE49-F238E27FC236}">
                  <a16:creationId xmlns:a16="http://schemas.microsoft.com/office/drawing/2014/main" id="{C2FDE1D1-AEA0-D064-D646-05775DF6CF5A}"/>
                </a:ext>
              </a:extLst>
            </p:cNvPr>
            <p:cNvSpPr txBox="1"/>
            <p:nvPr/>
          </p:nvSpPr>
          <p:spPr>
            <a:xfrm>
              <a:off x="1659673" y="1624246"/>
              <a:ext cx="65829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914377">
                <a:defRPr/>
              </a:pPr>
              <a:r>
                <a:rPr lang="zh-CN" altLang="en-US" sz="1200" dirty="0">
                  <a:solidFill>
                    <a:srgbClr val="FFFFFF"/>
                  </a:solidFill>
                  <a:effectLst>
                    <a:outerShdw blurRad="63500" sx="102000" sy="102000" algn="ctr" rotWithShape="0">
                      <a:prstClr val="black">
                        <a:alpha val="40000"/>
                      </a:prstClr>
                    </a:outerShdw>
                  </a:effectLst>
                  <a:latin typeface="vivo Sans"/>
                  <a:ea typeface="vivo Sans"/>
                </a:rPr>
                <a:t>设置</a:t>
              </a:r>
            </a:p>
          </p:txBody>
        </p:sp>
      </p:grpSp>
      <p:grpSp>
        <p:nvGrpSpPr>
          <p:cNvPr id="41" name="相机App">
            <a:extLst>
              <a:ext uri="{FF2B5EF4-FFF2-40B4-BE49-F238E27FC236}">
                <a16:creationId xmlns:a16="http://schemas.microsoft.com/office/drawing/2014/main" id="{D9ED3D8A-0BAC-5C72-0BE1-82864C0910D1}"/>
              </a:ext>
            </a:extLst>
          </p:cNvPr>
          <p:cNvGrpSpPr/>
          <p:nvPr/>
        </p:nvGrpSpPr>
        <p:grpSpPr>
          <a:xfrm>
            <a:off x="3189538" y="933569"/>
            <a:ext cx="658299" cy="967679"/>
            <a:chOff x="3189536" y="933566"/>
            <a:chExt cx="658298" cy="967679"/>
          </a:xfrm>
        </p:grpSpPr>
        <p:grpSp>
          <p:nvGrpSpPr>
            <p:cNvPr id="24" name="!! icon">
              <a:extLst>
                <a:ext uri="{FF2B5EF4-FFF2-40B4-BE49-F238E27FC236}">
                  <a16:creationId xmlns:a16="http://schemas.microsoft.com/office/drawing/2014/main" id="{A3D8CC68-E76E-DD27-DA2B-CCEF97DAFD47}"/>
                </a:ext>
              </a:extLst>
            </p:cNvPr>
            <p:cNvGrpSpPr/>
            <p:nvPr/>
          </p:nvGrpSpPr>
          <p:grpSpPr>
            <a:xfrm>
              <a:off x="3189536" y="933566"/>
              <a:ext cx="658298" cy="658298"/>
              <a:chOff x="4725145" y="3205535"/>
              <a:chExt cx="446930" cy="446930"/>
            </a:xfrm>
          </p:grpSpPr>
          <p:sp>
            <p:nvSpPr>
              <p:cNvPr id="26" name="!! 背景">
                <a:hlinkClick r:id="rId7" action="ppaction://hlinksldjump"/>
                <a:extLst>
                  <a:ext uri="{FF2B5EF4-FFF2-40B4-BE49-F238E27FC236}">
                    <a16:creationId xmlns:a16="http://schemas.microsoft.com/office/drawing/2014/main" id="{605D9100-7B73-F250-FDBA-A46BF87BE329}"/>
                  </a:ext>
                </a:extLst>
              </p:cNvPr>
              <p:cNvSpPr/>
              <p:nvPr/>
            </p:nvSpPr>
            <p:spPr>
              <a:xfrm>
                <a:off x="4725145" y="3205535"/>
                <a:ext cx="446930" cy="446930"/>
              </a:xfrm>
              <a:prstGeom prst="roundRect">
                <a:avLst/>
              </a:prstGeom>
              <a:solidFill>
                <a:schemeClr val="bg1">
                  <a:lumMod val="25000"/>
                </a:schemeClr>
              </a:solidFill>
              <a:ln>
                <a:noFill/>
              </a:ln>
              <a:effectLst>
                <a:outerShdw blurRad="190500" algn="ctr" rotWithShape="0">
                  <a:prstClr val="black">
                    <a:alpha val="2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457189">
                  <a:defRPr/>
                </a:pPr>
                <a:endParaRPr lang="zh-CN" altLang="en-US" dirty="0">
                  <a:solidFill>
                    <a:srgbClr val="FFFFFF"/>
                  </a:solidFill>
                  <a:latin typeface="OPPOSans R"/>
                  <a:ea typeface="OPPOSans R"/>
                </a:endParaRPr>
              </a:p>
            </p:txBody>
          </p:sp>
          <p:pic>
            <p:nvPicPr>
              <p:cNvPr id="27" name="!! 图标">
                <a:extLst>
                  <a:ext uri="{FF2B5EF4-FFF2-40B4-BE49-F238E27FC236}">
                    <a16:creationId xmlns:a16="http://schemas.microsoft.com/office/drawing/2014/main" id="{6FB5606D-C74E-E2CE-CC44-3CEBFDBB812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rcRect/>
              <a:stretch/>
            </p:blipFill>
            <p:spPr>
              <a:xfrm>
                <a:off x="4819504" y="3299894"/>
                <a:ext cx="258213" cy="258213"/>
              </a:xfrm>
              <a:prstGeom prst="rect">
                <a:avLst/>
              </a:prstGeom>
            </p:spPr>
          </p:pic>
        </p:grpSp>
        <p:sp>
          <p:nvSpPr>
            <p:cNvPr id="25" name="name">
              <a:extLst>
                <a:ext uri="{FF2B5EF4-FFF2-40B4-BE49-F238E27FC236}">
                  <a16:creationId xmlns:a16="http://schemas.microsoft.com/office/drawing/2014/main" id="{B4B6873D-4EAA-8166-1D3E-0E1C86E8EAAD}"/>
                </a:ext>
              </a:extLst>
            </p:cNvPr>
            <p:cNvSpPr txBox="1"/>
            <p:nvPr/>
          </p:nvSpPr>
          <p:spPr>
            <a:xfrm>
              <a:off x="3189536" y="1624246"/>
              <a:ext cx="65829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914377">
                <a:defRPr/>
              </a:pPr>
              <a:r>
                <a:rPr lang="zh-CN" altLang="en-US" sz="1200" dirty="0">
                  <a:solidFill>
                    <a:srgbClr val="FFFFFF"/>
                  </a:solidFill>
                  <a:effectLst>
                    <a:outerShdw blurRad="63500" sx="102000" sy="102000" algn="ctr" rotWithShape="0">
                      <a:prstClr val="black">
                        <a:alpha val="40000"/>
                      </a:prstClr>
                    </a:outerShdw>
                  </a:effectLst>
                  <a:latin typeface="vivo Sans"/>
                  <a:ea typeface="vivo Sans"/>
                </a:rPr>
                <a:t>相机</a:t>
              </a:r>
            </a:p>
          </p:txBody>
        </p:sp>
      </p:grpSp>
      <p:grpSp>
        <p:nvGrpSpPr>
          <p:cNvPr id="44" name="相册App">
            <a:extLst>
              <a:ext uri="{FF2B5EF4-FFF2-40B4-BE49-F238E27FC236}">
                <a16:creationId xmlns:a16="http://schemas.microsoft.com/office/drawing/2014/main" id="{A502DA94-1870-2335-9382-6C9CF28954EA}"/>
              </a:ext>
            </a:extLst>
          </p:cNvPr>
          <p:cNvGrpSpPr/>
          <p:nvPr/>
        </p:nvGrpSpPr>
        <p:grpSpPr>
          <a:xfrm>
            <a:off x="4719401" y="933569"/>
            <a:ext cx="658299" cy="967679"/>
            <a:chOff x="4719399" y="933566"/>
            <a:chExt cx="658298" cy="967679"/>
          </a:xfrm>
        </p:grpSpPr>
        <p:grpSp>
          <p:nvGrpSpPr>
            <p:cNvPr id="30" name="!! icon">
              <a:extLst>
                <a:ext uri="{FF2B5EF4-FFF2-40B4-BE49-F238E27FC236}">
                  <a16:creationId xmlns:a16="http://schemas.microsoft.com/office/drawing/2014/main" id="{9DBB6799-05E7-DE0F-21A1-F63742F4EB4A}"/>
                </a:ext>
              </a:extLst>
            </p:cNvPr>
            <p:cNvGrpSpPr/>
            <p:nvPr/>
          </p:nvGrpSpPr>
          <p:grpSpPr>
            <a:xfrm>
              <a:off x="4719399" y="933566"/>
              <a:ext cx="658298" cy="658298"/>
              <a:chOff x="4725145" y="3205535"/>
              <a:chExt cx="446930" cy="446930"/>
            </a:xfrm>
          </p:grpSpPr>
          <p:sp>
            <p:nvSpPr>
              <p:cNvPr id="32" name="!! 背景">
                <a:hlinkClick r:id="rId10" action="ppaction://hlinksldjump"/>
                <a:extLst>
                  <a:ext uri="{FF2B5EF4-FFF2-40B4-BE49-F238E27FC236}">
                    <a16:creationId xmlns:a16="http://schemas.microsoft.com/office/drawing/2014/main" id="{A30313F9-F731-282B-EA5B-BD2211E47F1F}"/>
                  </a:ext>
                </a:extLst>
              </p:cNvPr>
              <p:cNvSpPr/>
              <p:nvPr/>
            </p:nvSpPr>
            <p:spPr>
              <a:xfrm>
                <a:off x="4725145" y="3205535"/>
                <a:ext cx="446930" cy="446930"/>
              </a:xfrm>
              <a:prstGeom prst="roundRect">
                <a:avLst/>
              </a:prstGeom>
              <a:solidFill>
                <a:schemeClr val="tx2">
                  <a:lumMod val="50000"/>
                  <a:lumOff val="50000"/>
                </a:schemeClr>
              </a:solidFill>
              <a:ln>
                <a:noFill/>
              </a:ln>
              <a:effectLst>
                <a:outerShdw blurRad="190500" algn="ctr" rotWithShape="0">
                  <a:prstClr val="black">
                    <a:alpha val="2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457189">
                  <a:defRPr/>
                </a:pPr>
                <a:endParaRPr lang="zh-CN" altLang="en-US" dirty="0">
                  <a:solidFill>
                    <a:srgbClr val="FFFFFF"/>
                  </a:solidFill>
                  <a:latin typeface="OPPOSans R"/>
                  <a:ea typeface="OPPOSans R"/>
                </a:endParaRPr>
              </a:p>
            </p:txBody>
          </p:sp>
          <p:pic>
            <p:nvPicPr>
              <p:cNvPr id="33" name="!! 图标">
                <a:extLst>
                  <a:ext uri="{FF2B5EF4-FFF2-40B4-BE49-F238E27FC236}">
                    <a16:creationId xmlns:a16="http://schemas.microsoft.com/office/drawing/2014/main" id="{97E3923D-58D7-5D2E-02D0-943FCFE113F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rcRect/>
              <a:stretch/>
            </p:blipFill>
            <p:spPr>
              <a:xfrm>
                <a:off x="4819504" y="3299894"/>
                <a:ext cx="258213" cy="258213"/>
              </a:xfrm>
              <a:prstGeom prst="rect">
                <a:avLst/>
              </a:prstGeom>
            </p:spPr>
          </p:pic>
        </p:grpSp>
        <p:sp>
          <p:nvSpPr>
            <p:cNvPr id="31" name="name">
              <a:extLst>
                <a:ext uri="{FF2B5EF4-FFF2-40B4-BE49-F238E27FC236}">
                  <a16:creationId xmlns:a16="http://schemas.microsoft.com/office/drawing/2014/main" id="{4D4E7A83-1C54-328E-DD3E-E03B08BC295D}"/>
                </a:ext>
              </a:extLst>
            </p:cNvPr>
            <p:cNvSpPr txBox="1"/>
            <p:nvPr/>
          </p:nvSpPr>
          <p:spPr>
            <a:xfrm>
              <a:off x="4719399" y="1624246"/>
              <a:ext cx="65829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914377">
                <a:defRPr/>
              </a:pPr>
              <a:r>
                <a:rPr lang="zh-CN" altLang="en-US" sz="1200" dirty="0">
                  <a:solidFill>
                    <a:srgbClr val="FFFFFF"/>
                  </a:solidFill>
                  <a:effectLst>
                    <a:outerShdw blurRad="63500" sx="102000" sy="102000" algn="ctr" rotWithShape="0">
                      <a:prstClr val="black">
                        <a:alpha val="40000"/>
                      </a:prstClr>
                    </a:outerShdw>
                  </a:effectLst>
                  <a:latin typeface="vivo Sans"/>
                  <a:ea typeface="vivo Sans"/>
                </a:rPr>
                <a:t>相册</a:t>
              </a:r>
            </a:p>
          </p:txBody>
        </p:sp>
      </p:grpSp>
      <p:grpSp>
        <p:nvGrpSpPr>
          <p:cNvPr id="3" name="!! dock右">
            <a:extLst>
              <a:ext uri="{FF2B5EF4-FFF2-40B4-BE49-F238E27FC236}">
                <a16:creationId xmlns:a16="http://schemas.microsoft.com/office/drawing/2014/main" id="{1CA9BDA9-28C9-0968-92BB-BD5C0EC31A6E}"/>
              </a:ext>
            </a:extLst>
          </p:cNvPr>
          <p:cNvGrpSpPr/>
          <p:nvPr/>
        </p:nvGrpSpPr>
        <p:grpSpPr>
          <a:xfrm>
            <a:off x="4869924" y="5974167"/>
            <a:ext cx="2452159" cy="704839"/>
            <a:chOff x="7408333" y="5780624"/>
            <a:chExt cx="2452159" cy="704838"/>
          </a:xfrm>
        </p:grpSpPr>
        <p:sp useBgFill="1">
          <p:nvSpPr>
            <p:cNvPr id="4" name="!! 模糊">
              <a:extLst>
                <a:ext uri="{FF2B5EF4-FFF2-40B4-BE49-F238E27FC236}">
                  <a16:creationId xmlns:a16="http://schemas.microsoft.com/office/drawing/2014/main" id="{2E289DC6-9AE2-4255-0C21-F585C7E38180}"/>
                </a:ext>
              </a:extLst>
            </p:cNvPr>
            <p:cNvSpPr>
              <a:spLocks/>
            </p:cNvSpPr>
            <p:nvPr/>
          </p:nvSpPr>
          <p:spPr>
            <a:xfrm>
              <a:off x="7408333" y="5780624"/>
              <a:ext cx="2452159" cy="704838"/>
            </a:xfrm>
            <a:prstGeom prst="roundRect">
              <a:avLst>
                <a:gd name="adj" fmla="val 15000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189">
                <a:defRPr/>
              </a:pPr>
              <a:endParaRPr lang="zh-CN" altLang="en-US">
                <a:solidFill>
                  <a:srgbClr val="FFFFFF"/>
                </a:solidFill>
                <a:latin typeface="OPPOSans R"/>
                <a:ea typeface="OPPOSans R"/>
              </a:endParaRPr>
            </a:p>
          </p:txBody>
        </p:sp>
        <p:sp>
          <p:nvSpPr>
            <p:cNvPr id="5" name="!! 颜色遮罩">
              <a:extLst>
                <a:ext uri="{FF2B5EF4-FFF2-40B4-BE49-F238E27FC236}">
                  <a16:creationId xmlns:a16="http://schemas.microsoft.com/office/drawing/2014/main" id="{0E2C752D-CD73-4C8B-39C5-AF06EAAD2A5F}"/>
                </a:ext>
              </a:extLst>
            </p:cNvPr>
            <p:cNvSpPr>
              <a:spLocks/>
            </p:cNvSpPr>
            <p:nvPr/>
          </p:nvSpPr>
          <p:spPr>
            <a:xfrm>
              <a:off x="7408333" y="5780624"/>
              <a:ext cx="2452159" cy="704838"/>
            </a:xfrm>
            <a:prstGeom prst="roundRect">
              <a:avLst>
                <a:gd name="adj" fmla="val 15000"/>
              </a:avLst>
            </a:prstGeom>
            <a:solidFill>
              <a:schemeClr val="bg2">
                <a:alpha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189">
                <a:defRPr/>
              </a:pPr>
              <a:endParaRPr lang="zh-CN" altLang="en-US" dirty="0">
                <a:solidFill>
                  <a:srgbClr val="FFFFFF"/>
                </a:solidFill>
                <a:latin typeface="OPPOSans R"/>
                <a:ea typeface="OPPOSans R"/>
              </a:endParaRPr>
            </a:p>
          </p:txBody>
        </p:sp>
        <p:pic>
          <p:nvPicPr>
            <p:cNvPr id="6" name="!! 信号">
              <a:extLst>
                <a:ext uri="{FF2B5EF4-FFF2-40B4-BE49-F238E27FC236}">
                  <a16:creationId xmlns:a16="http://schemas.microsoft.com/office/drawing/2014/main" id="{B75B9DE9-FD31-0825-CFC9-E9D7726D07BC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7638254" y="5893986"/>
              <a:ext cx="221460" cy="221458"/>
            </a:xfrm>
            <a:prstGeom prst="rect">
              <a:avLst/>
            </a:prstGeom>
          </p:spPr>
        </p:pic>
        <p:sp>
          <p:nvSpPr>
            <p:cNvPr id="7" name="!! 运营商">
              <a:extLst>
                <a:ext uri="{FF2B5EF4-FFF2-40B4-BE49-F238E27FC236}">
                  <a16:creationId xmlns:a16="http://schemas.microsoft.com/office/drawing/2014/main" id="{2C3B3063-8AF7-9BC2-C62F-44EBC6513344}"/>
                </a:ext>
              </a:extLst>
            </p:cNvPr>
            <p:cNvSpPr txBox="1"/>
            <p:nvPr/>
          </p:nvSpPr>
          <p:spPr>
            <a:xfrm>
              <a:off x="7813676" y="5913455"/>
              <a:ext cx="1114424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457189">
                <a:defRPr/>
              </a:pPr>
              <a:r>
                <a:rPr lang="en-US" altLang="zh-CN" sz="900" dirty="0">
                  <a:latin typeface="OPPOSans M"/>
                  <a:ea typeface="OPPOSans M"/>
                </a:rPr>
                <a:t>Virtual Net</a:t>
              </a:r>
              <a:endParaRPr lang="zh-CN" altLang="en-US" sz="900" dirty="0">
                <a:latin typeface="OPPOSans M"/>
                <a:ea typeface="OPPOSans M"/>
              </a:endParaRPr>
            </a:p>
          </p:txBody>
        </p:sp>
        <p:pic>
          <p:nvPicPr>
            <p:cNvPr id="8" name="!! 通知">
              <a:extLst>
                <a:ext uri="{FF2B5EF4-FFF2-40B4-BE49-F238E27FC236}">
                  <a16:creationId xmlns:a16="http://schemas.microsoft.com/office/drawing/2014/main" id="{2B4E2DDA-ED4D-3500-2BD9-35D1A94EC6B9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9287931" y="5948436"/>
              <a:ext cx="152400" cy="152400"/>
            </a:xfrm>
            <a:prstGeom prst="rect">
              <a:avLst/>
            </a:prstGeom>
          </p:spPr>
        </p:pic>
        <p:pic>
          <p:nvPicPr>
            <p:cNvPr id="9" name="!! 电池">
              <a:extLst>
                <a:ext uri="{FF2B5EF4-FFF2-40B4-BE49-F238E27FC236}">
                  <a16:creationId xmlns:a16="http://schemas.microsoft.com/office/drawing/2014/main" id="{70027C4F-4840-C6A0-BBAB-B17534C65A16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7637460" y="6171965"/>
              <a:ext cx="191558" cy="191558"/>
            </a:xfrm>
            <a:prstGeom prst="rect">
              <a:avLst/>
            </a:prstGeom>
          </p:spPr>
        </p:pic>
        <p:sp>
          <p:nvSpPr>
            <p:cNvPr id="10" name="!! 时间">
              <a:extLst>
                <a:ext uri="{FF2B5EF4-FFF2-40B4-BE49-F238E27FC236}">
                  <a16:creationId xmlns:a16="http://schemas.microsoft.com/office/drawing/2014/main" id="{66D0C747-4327-B2BC-ECE0-F51C2B4C7D58}"/>
                </a:ext>
              </a:extLst>
            </p:cNvPr>
            <p:cNvSpPr txBox="1"/>
            <p:nvPr/>
          </p:nvSpPr>
          <p:spPr>
            <a:xfrm>
              <a:off x="8982607" y="6148520"/>
              <a:ext cx="773641" cy="2540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defTabSz="457189">
                <a:defRPr/>
              </a:pPr>
              <a:r>
                <a:rPr lang="en-US" altLang="zh-CN" sz="1051" dirty="0">
                  <a:latin typeface="OPPOSans R"/>
                  <a:ea typeface="OPPOSans R"/>
                </a:rPr>
                <a:t>16:34</a:t>
              </a:r>
              <a:endParaRPr lang="zh-CN" altLang="en-US" sz="1051" dirty="0">
                <a:latin typeface="OPPOSans R"/>
                <a:ea typeface="OPPOSans R"/>
              </a:endParaRPr>
            </a:p>
          </p:txBody>
        </p:sp>
        <p:sp>
          <p:nvSpPr>
            <p:cNvPr id="11" name="!! AC">
              <a:extLst>
                <a:ext uri="{FF2B5EF4-FFF2-40B4-BE49-F238E27FC236}">
                  <a16:creationId xmlns:a16="http://schemas.microsoft.com/office/drawing/2014/main" id="{D39BA096-21E5-70B6-0497-5E198246BAD3}"/>
                </a:ext>
              </a:extLst>
            </p:cNvPr>
            <p:cNvSpPr txBox="1"/>
            <p:nvPr/>
          </p:nvSpPr>
          <p:spPr>
            <a:xfrm>
              <a:off x="7766842" y="6152328"/>
              <a:ext cx="434183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457189">
                <a:defRPr/>
              </a:pPr>
              <a:r>
                <a:rPr lang="en-US" altLang="zh-CN" sz="900" dirty="0">
                  <a:latin typeface="OPPOSans R"/>
                  <a:ea typeface="OPPOSans R"/>
                </a:rPr>
                <a:t>49%</a:t>
              </a:r>
              <a:endParaRPr lang="zh-CN" altLang="en-US" sz="900" dirty="0">
                <a:latin typeface="OPPOSans R"/>
                <a:ea typeface="OPPOSans R"/>
              </a:endParaRPr>
            </a:p>
          </p:txBody>
        </p:sp>
        <p:pic>
          <p:nvPicPr>
            <p:cNvPr id="12" name="!! 声音">
              <a:extLst>
                <a:ext uri="{FF2B5EF4-FFF2-40B4-BE49-F238E27FC236}">
                  <a16:creationId xmlns:a16="http://schemas.microsoft.com/office/drawing/2014/main" id="{7FCBD60A-8258-2892-A95B-1AA284691BE1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p:blipFill>
          <p:spPr>
            <a:xfrm>
              <a:off x="9048732" y="5934670"/>
              <a:ext cx="179932" cy="179932"/>
            </a:xfrm>
            <a:prstGeom prst="rect">
              <a:avLst/>
            </a:prstGeom>
          </p:spPr>
        </p:pic>
        <p:pic>
          <p:nvPicPr>
            <p:cNvPr id="19" name="!! 电源">
              <a:hlinkClick r:id="rId21" action="ppaction://hlinksldjump"/>
              <a:extLst>
                <a:ext uri="{FF2B5EF4-FFF2-40B4-BE49-F238E27FC236}">
                  <a16:creationId xmlns:a16="http://schemas.microsoft.com/office/drawing/2014/main" id="{AB10CCD5-3A27-9394-B46C-BB83B133CBDC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p:blipFill>
          <p:spPr>
            <a:xfrm>
              <a:off x="9489000" y="5925331"/>
              <a:ext cx="208372" cy="208370"/>
            </a:xfrm>
            <a:prstGeom prst="rect">
              <a:avLst/>
            </a:prstGeom>
          </p:spPr>
        </p:pic>
      </p:grpSp>
      <p:pic>
        <p:nvPicPr>
          <p:cNvPr id="59" name="!! 壁纸模糊">
            <a:extLst>
              <a:ext uri="{FF2B5EF4-FFF2-40B4-BE49-F238E27FC236}">
                <a16:creationId xmlns:a16="http://schemas.microsoft.com/office/drawing/2014/main" id="{BEBEBC9E-B376-B55D-6DDE-456CAFE4EECF}"/>
              </a:ext>
            </a:extLst>
          </p:cNvPr>
          <p:cNvPicPr/>
          <p:nvPr/>
        </p:nvPicPr>
        <p:blipFill>
          <a:blip r:embed="rId24">
            <a:extLst>
              <a:ext uri="{BEBA8EAE-BF5A-486C-A8C5-ECC9F3942E4B}">
                <a14:imgProps xmlns:a14="http://schemas.microsoft.com/office/drawing/2010/main">
                  <a14:imgLayer r:embed="rId25">
                    <a14:imgEffect>
                      <a14:artisticBlur radius="3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-103580" b="103800"/>
          <a:stretch/>
        </p:blipFill>
        <p:spPr>
          <a:xfrm>
            <a:off x="-1" y="-7103556"/>
            <a:ext cx="12192000" cy="6842930"/>
          </a:xfrm>
          <a:prstGeom prst="rect">
            <a:avLst/>
          </a:prstGeom>
          <a:effectLst>
            <a:outerShdw blurRad="127000" dist="38100" dir="5400000" algn="t" rotWithShape="0">
              <a:prstClr val="black">
                <a:alpha val="20000"/>
              </a:prstClr>
            </a:outerShdw>
          </a:effectLst>
        </p:spPr>
      </p:pic>
      <p:sp>
        <p:nvSpPr>
          <p:cNvPr id="48" name="!! 锁屏">
            <a:extLst>
              <a:ext uri="{FF2B5EF4-FFF2-40B4-BE49-F238E27FC236}">
                <a16:creationId xmlns:a16="http://schemas.microsoft.com/office/drawing/2014/main" id="{C8DB9904-74F7-4C5B-F035-B54858174164}"/>
              </a:ext>
            </a:extLst>
          </p:cNvPr>
          <p:cNvSpPr/>
          <p:nvPr/>
        </p:nvSpPr>
        <p:spPr>
          <a:xfrm>
            <a:off x="0" y="-7103557"/>
            <a:ext cx="12192000" cy="685466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!! 时间">
            <a:extLst>
              <a:ext uri="{FF2B5EF4-FFF2-40B4-BE49-F238E27FC236}">
                <a16:creationId xmlns:a16="http://schemas.microsoft.com/office/drawing/2014/main" id="{64F939BA-090D-117B-82C2-22E52365F9F8}"/>
              </a:ext>
            </a:extLst>
          </p:cNvPr>
          <p:cNvSpPr txBox="1"/>
          <p:nvPr/>
        </p:nvSpPr>
        <p:spPr>
          <a:xfrm>
            <a:off x="875136" y="-2199307"/>
            <a:ext cx="434627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377">
              <a:defRPr/>
            </a:pPr>
            <a:r>
              <a:rPr lang="en-US" altLang="zh-CN" sz="8000" dirty="0">
                <a:solidFill>
                  <a:schemeClr val="accent4">
                    <a:alpha val="90000"/>
                  </a:schemeClr>
                </a:solidFill>
                <a:latin typeface="vivo Sans Medium"/>
                <a:ea typeface="vivo Sans Medium"/>
              </a:rPr>
              <a:t>16:34</a:t>
            </a:r>
            <a:endParaRPr lang="zh-CN" altLang="en-US" sz="8000" dirty="0">
              <a:solidFill>
                <a:schemeClr val="accent4">
                  <a:alpha val="90000"/>
                </a:schemeClr>
              </a:solidFill>
              <a:latin typeface="vivo Sans Medium"/>
              <a:ea typeface="vivo Sans Medium"/>
            </a:endParaRPr>
          </a:p>
        </p:txBody>
      </p:sp>
      <p:sp>
        <p:nvSpPr>
          <p:cNvPr id="50" name="!! 日期">
            <a:extLst>
              <a:ext uri="{FF2B5EF4-FFF2-40B4-BE49-F238E27FC236}">
                <a16:creationId xmlns:a16="http://schemas.microsoft.com/office/drawing/2014/main" id="{901D0691-C938-0B7A-AAFD-EF2B6214E1DB}"/>
              </a:ext>
            </a:extLst>
          </p:cNvPr>
          <p:cNvSpPr txBox="1"/>
          <p:nvPr/>
        </p:nvSpPr>
        <p:spPr>
          <a:xfrm>
            <a:off x="942871" y="-2468532"/>
            <a:ext cx="44280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377">
              <a:defRPr/>
            </a:pPr>
            <a:r>
              <a:rPr lang="en-US" altLang="zh-CN" sz="2000" dirty="0">
                <a:solidFill>
                  <a:schemeClr val="accent4">
                    <a:alpha val="90000"/>
                  </a:schemeClr>
                </a:solidFill>
                <a:latin typeface="vivo Sans"/>
                <a:ea typeface="vivo Sans"/>
              </a:rPr>
              <a:t>2025</a:t>
            </a:r>
            <a:r>
              <a:rPr lang="zh-CN" altLang="en-US" sz="2000" dirty="0">
                <a:solidFill>
                  <a:schemeClr val="accent4">
                    <a:alpha val="90000"/>
                  </a:schemeClr>
                </a:solidFill>
                <a:latin typeface="vivo Sans"/>
                <a:ea typeface="vivo Sans"/>
              </a:rPr>
              <a:t>年</a:t>
            </a:r>
            <a:r>
              <a:rPr lang="en-US" altLang="zh-CN" sz="2000" dirty="0">
                <a:solidFill>
                  <a:schemeClr val="accent4">
                    <a:alpha val="90000"/>
                  </a:schemeClr>
                </a:solidFill>
                <a:latin typeface="vivo Sans"/>
                <a:ea typeface="vivo Sans"/>
              </a:rPr>
              <a:t>8</a:t>
            </a:r>
            <a:r>
              <a:rPr lang="zh-CN" altLang="en-US" sz="2000" dirty="0">
                <a:solidFill>
                  <a:schemeClr val="accent4">
                    <a:alpha val="90000"/>
                  </a:schemeClr>
                </a:solidFill>
                <a:latin typeface="vivo Sans"/>
                <a:ea typeface="vivo Sans"/>
              </a:rPr>
              <a:t>月</a:t>
            </a:r>
            <a:r>
              <a:rPr lang="en-US" altLang="zh-CN" sz="2000" dirty="0">
                <a:solidFill>
                  <a:schemeClr val="accent4">
                    <a:alpha val="90000"/>
                  </a:schemeClr>
                </a:solidFill>
                <a:latin typeface="vivo Sans"/>
                <a:ea typeface="vivo Sans"/>
              </a:rPr>
              <a:t>18</a:t>
            </a:r>
            <a:r>
              <a:rPr lang="zh-CN" altLang="en-US" sz="2000" dirty="0">
                <a:solidFill>
                  <a:schemeClr val="accent4">
                    <a:alpha val="90000"/>
                  </a:schemeClr>
                </a:solidFill>
                <a:latin typeface="vivo Sans"/>
                <a:ea typeface="vivo Sans"/>
              </a:rPr>
              <a:t>日</a:t>
            </a:r>
            <a:r>
              <a:rPr lang="en-US" altLang="zh-CN" sz="2000" dirty="0">
                <a:solidFill>
                  <a:schemeClr val="accent4">
                    <a:alpha val="90000"/>
                  </a:schemeClr>
                </a:solidFill>
                <a:latin typeface="vivo Sans"/>
                <a:ea typeface="vivo Sans"/>
              </a:rPr>
              <a:t> </a:t>
            </a:r>
            <a:r>
              <a:rPr lang="zh-CN" altLang="en-US" sz="2000" dirty="0">
                <a:solidFill>
                  <a:schemeClr val="accent4">
                    <a:alpha val="90000"/>
                  </a:schemeClr>
                </a:solidFill>
                <a:latin typeface="vivo Sans"/>
                <a:ea typeface="vivo Sans"/>
              </a:rPr>
              <a:t>星期一</a:t>
            </a:r>
            <a:endParaRPr lang="en-US" altLang="zh-CN" sz="2000" dirty="0">
              <a:solidFill>
                <a:schemeClr val="accent4">
                  <a:alpha val="90000"/>
                </a:schemeClr>
              </a:solidFill>
              <a:latin typeface="vivo Sans"/>
              <a:ea typeface="vivo Sans"/>
            </a:endParaRPr>
          </a:p>
        </p:txBody>
      </p:sp>
      <p:grpSp>
        <p:nvGrpSpPr>
          <p:cNvPr id="51" name="!! LeafOS通知">
            <a:extLst>
              <a:ext uri="{FF2B5EF4-FFF2-40B4-BE49-F238E27FC236}">
                <a16:creationId xmlns:a16="http://schemas.microsoft.com/office/drawing/2014/main" id="{344AB5C1-4CAF-08EF-648E-DFD0A0C139D6}"/>
              </a:ext>
            </a:extLst>
          </p:cNvPr>
          <p:cNvGrpSpPr/>
          <p:nvPr/>
        </p:nvGrpSpPr>
        <p:grpSpPr>
          <a:xfrm>
            <a:off x="822669" y="-6291383"/>
            <a:ext cx="4255665" cy="1141576"/>
            <a:chOff x="5746396" y="1119353"/>
            <a:chExt cx="4255665" cy="1141576"/>
          </a:xfrm>
        </p:grpSpPr>
        <p:sp useBgFill="1">
          <p:nvSpPr>
            <p:cNvPr id="52" name="!! 弹窗">
              <a:extLst>
                <a:ext uri="{FF2B5EF4-FFF2-40B4-BE49-F238E27FC236}">
                  <a16:creationId xmlns:a16="http://schemas.microsoft.com/office/drawing/2014/main" id="{603FDD85-BE65-2A1A-BDFC-F52CB648AECF}"/>
                </a:ext>
              </a:extLst>
            </p:cNvPr>
            <p:cNvSpPr/>
            <p:nvPr/>
          </p:nvSpPr>
          <p:spPr>
            <a:xfrm>
              <a:off x="5746397" y="1119353"/>
              <a:ext cx="4255664" cy="1141576"/>
            </a:xfrm>
            <a:prstGeom prst="roundRect">
              <a:avLst>
                <a:gd name="adj" fmla="val 10807"/>
              </a:avLst>
            </a:prstGeom>
            <a:ln>
              <a:noFill/>
            </a:ln>
            <a:effectLst>
              <a:outerShdw blurRad="190500" algn="ctr" rotWithShape="0">
                <a:schemeClr val="tx1">
                  <a:alpha val="2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/>
            </a:p>
          </p:txBody>
        </p:sp>
        <p:sp>
          <p:nvSpPr>
            <p:cNvPr id="53" name="!! 弹窗">
              <a:extLst>
                <a:ext uri="{FF2B5EF4-FFF2-40B4-BE49-F238E27FC236}">
                  <a16:creationId xmlns:a16="http://schemas.microsoft.com/office/drawing/2014/main" id="{3E17CDEA-049A-FE85-9649-9EF8D10720C4}"/>
                </a:ext>
              </a:extLst>
            </p:cNvPr>
            <p:cNvSpPr/>
            <p:nvPr/>
          </p:nvSpPr>
          <p:spPr>
            <a:xfrm>
              <a:off x="5746396" y="1119353"/>
              <a:ext cx="4255664" cy="1141576"/>
            </a:xfrm>
            <a:prstGeom prst="roundRect">
              <a:avLst>
                <a:gd name="adj" fmla="val 10807"/>
              </a:avLst>
            </a:prstGeom>
            <a:solidFill>
              <a:schemeClr val="tx1">
                <a:alpha val="65000"/>
              </a:schemeClr>
            </a:solidFill>
            <a:ln>
              <a:noFill/>
            </a:ln>
            <a:effectLst>
              <a:outerShdw blurRad="254000" algn="ctr" rotWithShape="0">
                <a:schemeClr val="tx1">
                  <a:alpha val="2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/>
            </a:p>
          </p:txBody>
        </p:sp>
        <p:sp>
          <p:nvSpPr>
            <p:cNvPr id="54" name="标题">
              <a:extLst>
                <a:ext uri="{FF2B5EF4-FFF2-40B4-BE49-F238E27FC236}">
                  <a16:creationId xmlns:a16="http://schemas.microsoft.com/office/drawing/2014/main" id="{527F16B4-AC9E-8356-84B1-4106E4A142AA}"/>
                </a:ext>
              </a:extLst>
            </p:cNvPr>
            <p:cNvSpPr txBox="1"/>
            <p:nvPr/>
          </p:nvSpPr>
          <p:spPr>
            <a:xfrm>
              <a:off x="5970207" y="1547993"/>
              <a:ext cx="322904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dirty="0">
                  <a:solidFill>
                    <a:schemeClr val="accent4"/>
                  </a:solidFill>
                  <a:latin typeface="+mj-ea"/>
                  <a:ea typeface="+mj-ea"/>
                </a:rPr>
                <a:t>您正在使用预览版系统</a:t>
              </a:r>
            </a:p>
          </p:txBody>
        </p:sp>
        <p:sp>
          <p:nvSpPr>
            <p:cNvPr id="55" name="内容">
              <a:extLst>
                <a:ext uri="{FF2B5EF4-FFF2-40B4-BE49-F238E27FC236}">
                  <a16:creationId xmlns:a16="http://schemas.microsoft.com/office/drawing/2014/main" id="{E73862D2-E30C-4BB7-79D9-F1CBBCF0DA20}"/>
                </a:ext>
              </a:extLst>
            </p:cNvPr>
            <p:cNvSpPr txBox="1"/>
            <p:nvPr/>
          </p:nvSpPr>
          <p:spPr>
            <a:xfrm>
              <a:off x="5970207" y="1809066"/>
              <a:ext cx="292572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914377">
                <a:defRPr/>
              </a:pPr>
              <a:r>
                <a:rPr lang="zh-CN" altLang="en-US" sz="1200" dirty="0">
                  <a:solidFill>
                    <a:schemeClr val="accent4"/>
                  </a:solidFill>
                  <a:latin typeface="vivo Sans"/>
                  <a:ea typeface="vivo Sans"/>
                </a:rPr>
                <a:t>此版本的系统尚不完整</a:t>
              </a:r>
            </a:p>
          </p:txBody>
        </p:sp>
        <p:sp>
          <p:nvSpPr>
            <p:cNvPr id="56" name="文本框 55">
              <a:extLst>
                <a:ext uri="{FF2B5EF4-FFF2-40B4-BE49-F238E27FC236}">
                  <a16:creationId xmlns:a16="http://schemas.microsoft.com/office/drawing/2014/main" id="{477DDFFF-D620-16B0-D2BC-27EA6D48915C}"/>
                </a:ext>
              </a:extLst>
            </p:cNvPr>
            <p:cNvSpPr txBox="1"/>
            <p:nvPr/>
          </p:nvSpPr>
          <p:spPr>
            <a:xfrm>
              <a:off x="6238195" y="1285630"/>
              <a:ext cx="170180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100" dirty="0">
                  <a:solidFill>
                    <a:schemeClr val="accent4">
                      <a:alpha val="70000"/>
                    </a:schemeClr>
                  </a:solidFill>
                </a:rPr>
                <a:t>Leaf OS· </a:t>
              </a:r>
              <a:r>
                <a:rPr lang="zh-CN" altLang="en-US" sz="1100" dirty="0">
                  <a:solidFill>
                    <a:schemeClr val="accent4">
                      <a:alpha val="70000"/>
                    </a:schemeClr>
                  </a:solidFill>
                </a:rPr>
                <a:t>现在</a:t>
              </a:r>
            </a:p>
          </p:txBody>
        </p:sp>
        <p:pic>
          <p:nvPicPr>
            <p:cNvPr id="57" name="图形 56">
              <a:extLst>
                <a:ext uri="{FF2B5EF4-FFF2-40B4-BE49-F238E27FC236}">
                  <a16:creationId xmlns:a16="http://schemas.microsoft.com/office/drawing/2014/main" id="{70C10ABD-96B7-34B5-AAA0-DA06A929A18E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/>
            </a:stretch>
          </p:blipFill>
          <p:spPr>
            <a:xfrm>
              <a:off x="6078435" y="1324267"/>
              <a:ext cx="159760" cy="192192"/>
            </a:xfrm>
            <a:prstGeom prst="rect">
              <a:avLst/>
            </a:prstGeom>
          </p:spPr>
        </p:pic>
      </p:grpSp>
      <p:sp>
        <p:nvSpPr>
          <p:cNvPr id="58" name="!! 通知栏">
            <a:extLst>
              <a:ext uri="{FF2B5EF4-FFF2-40B4-BE49-F238E27FC236}">
                <a16:creationId xmlns:a16="http://schemas.microsoft.com/office/drawing/2014/main" id="{581B2806-3D88-53D3-98B1-9204CD3033BC}"/>
              </a:ext>
            </a:extLst>
          </p:cNvPr>
          <p:cNvSpPr txBox="1"/>
          <p:nvPr/>
        </p:nvSpPr>
        <p:spPr>
          <a:xfrm>
            <a:off x="822669" y="-6636580"/>
            <a:ext cx="9311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chemeClr val="accent4"/>
                </a:solidFill>
              </a:rPr>
              <a:t>1 </a:t>
            </a:r>
            <a:r>
              <a:rPr lang="zh-CN" altLang="en-US" sz="1200" dirty="0">
                <a:solidFill>
                  <a:schemeClr val="accent4"/>
                </a:solidFill>
              </a:rPr>
              <a:t>通知 </a:t>
            </a:r>
          </a:p>
        </p:txBody>
      </p:sp>
      <p:grpSp>
        <p:nvGrpSpPr>
          <p:cNvPr id="45" name="!! LeafOS通知2">
            <a:extLst>
              <a:ext uri="{FF2B5EF4-FFF2-40B4-BE49-F238E27FC236}">
                <a16:creationId xmlns:a16="http://schemas.microsoft.com/office/drawing/2014/main" id="{AE328880-ED38-DC17-1EE9-BA48723CF833}"/>
              </a:ext>
            </a:extLst>
          </p:cNvPr>
          <p:cNvGrpSpPr/>
          <p:nvPr/>
        </p:nvGrpSpPr>
        <p:grpSpPr>
          <a:xfrm>
            <a:off x="822668" y="-4979210"/>
            <a:ext cx="4255665" cy="998414"/>
            <a:chOff x="5746396" y="1119353"/>
            <a:chExt cx="4255665" cy="1141576"/>
          </a:xfrm>
        </p:grpSpPr>
        <p:sp useBgFill="1">
          <p:nvSpPr>
            <p:cNvPr id="46" name="!! 弹窗">
              <a:extLst>
                <a:ext uri="{FF2B5EF4-FFF2-40B4-BE49-F238E27FC236}">
                  <a16:creationId xmlns:a16="http://schemas.microsoft.com/office/drawing/2014/main" id="{96375963-D154-70A9-DEAD-291B31BC59AE}"/>
                </a:ext>
              </a:extLst>
            </p:cNvPr>
            <p:cNvSpPr/>
            <p:nvPr/>
          </p:nvSpPr>
          <p:spPr>
            <a:xfrm>
              <a:off x="5746397" y="1119353"/>
              <a:ext cx="4255664" cy="1141576"/>
            </a:xfrm>
            <a:prstGeom prst="roundRect">
              <a:avLst>
                <a:gd name="adj" fmla="val 10807"/>
              </a:avLst>
            </a:prstGeom>
            <a:ln>
              <a:noFill/>
            </a:ln>
            <a:effectLst>
              <a:outerShdw blurRad="190500" algn="ctr" rotWithShape="0">
                <a:schemeClr val="tx1">
                  <a:alpha val="2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/>
            </a:p>
          </p:txBody>
        </p:sp>
        <p:sp>
          <p:nvSpPr>
            <p:cNvPr id="47" name="!! 弹窗">
              <a:extLst>
                <a:ext uri="{FF2B5EF4-FFF2-40B4-BE49-F238E27FC236}">
                  <a16:creationId xmlns:a16="http://schemas.microsoft.com/office/drawing/2014/main" id="{8C6964A3-3764-54FC-A998-E4968B824E90}"/>
                </a:ext>
              </a:extLst>
            </p:cNvPr>
            <p:cNvSpPr/>
            <p:nvPr/>
          </p:nvSpPr>
          <p:spPr>
            <a:xfrm>
              <a:off x="5746396" y="1119353"/>
              <a:ext cx="4255664" cy="1141576"/>
            </a:xfrm>
            <a:prstGeom prst="roundRect">
              <a:avLst>
                <a:gd name="adj" fmla="val 10807"/>
              </a:avLst>
            </a:prstGeom>
            <a:solidFill>
              <a:schemeClr val="tx1">
                <a:alpha val="65000"/>
              </a:schemeClr>
            </a:solidFill>
            <a:ln>
              <a:noFill/>
            </a:ln>
            <a:effectLst>
              <a:outerShdw blurRad="254000" algn="ctr" rotWithShape="0">
                <a:schemeClr val="tx1">
                  <a:alpha val="2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/>
            </a:p>
          </p:txBody>
        </p:sp>
        <p:sp>
          <p:nvSpPr>
            <p:cNvPr id="60" name="标题">
              <a:extLst>
                <a:ext uri="{FF2B5EF4-FFF2-40B4-BE49-F238E27FC236}">
                  <a16:creationId xmlns:a16="http://schemas.microsoft.com/office/drawing/2014/main" id="{D2E4BBB7-5189-AEDF-5CE1-66BF4176A71D}"/>
                </a:ext>
              </a:extLst>
            </p:cNvPr>
            <p:cNvSpPr txBox="1"/>
            <p:nvPr/>
          </p:nvSpPr>
          <p:spPr>
            <a:xfrm>
              <a:off x="5970207" y="1547993"/>
              <a:ext cx="3229042" cy="3519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dirty="0">
                  <a:solidFill>
                    <a:schemeClr val="accent4"/>
                  </a:solidFill>
                  <a:latin typeface="+mj-ea"/>
                  <a:ea typeface="+mj-ea"/>
                </a:rPr>
                <a:t>电脑模式已启用</a:t>
              </a:r>
            </a:p>
          </p:txBody>
        </p:sp>
        <p:sp>
          <p:nvSpPr>
            <p:cNvPr id="61" name="内容">
              <a:extLst>
                <a:ext uri="{FF2B5EF4-FFF2-40B4-BE49-F238E27FC236}">
                  <a16:creationId xmlns:a16="http://schemas.microsoft.com/office/drawing/2014/main" id="{DE9F2059-29FB-59F4-50C3-A02856163F90}"/>
                </a:ext>
              </a:extLst>
            </p:cNvPr>
            <p:cNvSpPr txBox="1"/>
            <p:nvPr/>
          </p:nvSpPr>
          <p:spPr>
            <a:xfrm>
              <a:off x="5970207" y="1809066"/>
              <a:ext cx="3672921" cy="3167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914377">
                <a:defRPr/>
              </a:pPr>
              <a:r>
                <a:rPr lang="zh-CN" altLang="en-US" sz="1200" dirty="0">
                  <a:solidFill>
                    <a:schemeClr val="accent4"/>
                  </a:solidFill>
                  <a:latin typeface="vivo Sans"/>
                  <a:ea typeface="vivo Sans"/>
                </a:rPr>
                <a:t>未检测到触摸设备，已自动启用电脑模式</a:t>
              </a:r>
            </a:p>
          </p:txBody>
        </p:sp>
        <p:sp>
          <p:nvSpPr>
            <p:cNvPr id="62" name="文本框 61">
              <a:extLst>
                <a:ext uri="{FF2B5EF4-FFF2-40B4-BE49-F238E27FC236}">
                  <a16:creationId xmlns:a16="http://schemas.microsoft.com/office/drawing/2014/main" id="{94B359F2-25C1-A993-C46A-E3816718793C}"/>
                </a:ext>
              </a:extLst>
            </p:cNvPr>
            <p:cNvSpPr txBox="1"/>
            <p:nvPr/>
          </p:nvSpPr>
          <p:spPr>
            <a:xfrm>
              <a:off x="6238195" y="1285630"/>
              <a:ext cx="1701800" cy="2991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100" dirty="0">
                  <a:solidFill>
                    <a:schemeClr val="accent4">
                      <a:alpha val="70000"/>
                    </a:schemeClr>
                  </a:solidFill>
                </a:rPr>
                <a:t>设置 </a:t>
              </a:r>
              <a:r>
                <a:rPr lang="en-US" altLang="zh-CN" sz="1100" dirty="0">
                  <a:solidFill>
                    <a:schemeClr val="accent4">
                      <a:alpha val="70000"/>
                    </a:schemeClr>
                  </a:solidFill>
                </a:rPr>
                <a:t>· 1</a:t>
              </a:r>
              <a:r>
                <a:rPr lang="zh-CN" altLang="en-US" sz="1100" dirty="0">
                  <a:solidFill>
                    <a:schemeClr val="accent4">
                      <a:alpha val="70000"/>
                    </a:schemeClr>
                  </a:solidFill>
                </a:rPr>
                <a:t>分钟前</a:t>
              </a:r>
            </a:p>
          </p:txBody>
        </p:sp>
        <p:pic>
          <p:nvPicPr>
            <p:cNvPr id="63" name="图形 62">
              <a:extLst>
                <a:ext uri="{FF2B5EF4-FFF2-40B4-BE49-F238E27FC236}">
                  <a16:creationId xmlns:a16="http://schemas.microsoft.com/office/drawing/2014/main" id="{75C012BC-8236-E26E-5518-6AABF24FEDA5}"/>
                </a:ext>
              </a:extLst>
            </p:cNvPr>
            <p:cNvPicPr>
              <a:picLocks noChangeAspect="1"/>
            </p:cNvPicPr>
            <p:nvPr/>
          </p:nvPicPr>
          <p:blipFill>
            <a:blip r:embed="rId28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rcRect/>
            <a:stretch/>
          </p:blipFill>
          <p:spPr>
            <a:xfrm>
              <a:off x="6048289" y="1310337"/>
              <a:ext cx="220052" cy="220052"/>
            </a:xfrm>
            <a:prstGeom prst="rect">
              <a:avLst/>
            </a:prstGeom>
          </p:spPr>
        </p:pic>
      </p:grpSp>
      <p:sp>
        <p:nvSpPr>
          <p:cNvPr id="2" name="!! 背景2">
            <a:extLst>
              <a:ext uri="{FF2B5EF4-FFF2-40B4-BE49-F238E27FC236}">
                <a16:creationId xmlns:a16="http://schemas.microsoft.com/office/drawing/2014/main" id="{3B6CE891-21D4-4207-538B-7DA227C1AE2E}"/>
              </a:ext>
            </a:extLst>
          </p:cNvPr>
          <p:cNvSpPr>
            <a:spLocks/>
          </p:cNvSpPr>
          <p:nvPr/>
        </p:nvSpPr>
        <p:spPr>
          <a:xfrm>
            <a:off x="2" y="7149404"/>
            <a:ext cx="12191998" cy="6858000"/>
          </a:xfrm>
          <a:prstGeom prst="roundRect">
            <a:avLst>
              <a:gd name="adj" fmla="val 0"/>
            </a:avLst>
          </a:prstGeom>
          <a:solidFill>
            <a:schemeClr val="tx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189">
              <a:defRPr/>
            </a:pPr>
            <a:endParaRPr lang="zh-CN" altLang="en-US" dirty="0">
              <a:solidFill>
                <a:srgbClr val="FFFFFF"/>
              </a:solidFill>
              <a:latin typeface="OPPOSans R"/>
              <a:ea typeface="OPPOSans R"/>
            </a:endParaRPr>
          </a:p>
        </p:txBody>
      </p:sp>
      <p:grpSp>
        <p:nvGrpSpPr>
          <p:cNvPr id="13" name="相册App">
            <a:extLst>
              <a:ext uri="{FF2B5EF4-FFF2-40B4-BE49-F238E27FC236}">
                <a16:creationId xmlns:a16="http://schemas.microsoft.com/office/drawing/2014/main" id="{A16D1CEB-F7E9-8ADB-9883-8E889FEDC0E5}"/>
              </a:ext>
            </a:extLst>
          </p:cNvPr>
          <p:cNvGrpSpPr/>
          <p:nvPr/>
        </p:nvGrpSpPr>
        <p:grpSpPr>
          <a:xfrm>
            <a:off x="6111825" y="933569"/>
            <a:ext cx="658299" cy="967679"/>
            <a:chOff x="4719399" y="933566"/>
            <a:chExt cx="658298" cy="967679"/>
          </a:xfrm>
        </p:grpSpPr>
        <p:grpSp>
          <p:nvGrpSpPr>
            <p:cNvPr id="14" name="!! icon">
              <a:extLst>
                <a:ext uri="{FF2B5EF4-FFF2-40B4-BE49-F238E27FC236}">
                  <a16:creationId xmlns:a16="http://schemas.microsoft.com/office/drawing/2014/main" id="{9C716A2B-D3B5-CB7A-BF60-4C5000591B71}"/>
                </a:ext>
              </a:extLst>
            </p:cNvPr>
            <p:cNvGrpSpPr/>
            <p:nvPr/>
          </p:nvGrpSpPr>
          <p:grpSpPr>
            <a:xfrm>
              <a:off x="4719399" y="933566"/>
              <a:ext cx="658298" cy="658298"/>
              <a:chOff x="4725145" y="3205535"/>
              <a:chExt cx="446930" cy="446930"/>
            </a:xfrm>
          </p:grpSpPr>
          <p:sp>
            <p:nvSpPr>
              <p:cNvPr id="28" name="!! 背景">
                <a:hlinkClick r:id="rId30" action="ppaction://hlinksldjump"/>
                <a:extLst>
                  <a:ext uri="{FF2B5EF4-FFF2-40B4-BE49-F238E27FC236}">
                    <a16:creationId xmlns:a16="http://schemas.microsoft.com/office/drawing/2014/main" id="{0068C015-7776-D0DC-A89E-04594FA76BFA}"/>
                  </a:ext>
                </a:extLst>
              </p:cNvPr>
              <p:cNvSpPr/>
              <p:nvPr/>
            </p:nvSpPr>
            <p:spPr>
              <a:xfrm>
                <a:off x="4725145" y="3205535"/>
                <a:ext cx="446930" cy="446930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190500" algn="ctr" rotWithShape="0">
                  <a:prstClr val="black">
                    <a:alpha val="2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457189">
                  <a:defRPr/>
                </a:pPr>
                <a:endParaRPr lang="zh-CN" altLang="en-US" dirty="0">
                  <a:solidFill>
                    <a:srgbClr val="FFFFFF"/>
                  </a:solidFill>
                  <a:latin typeface="OPPOSans R"/>
                  <a:ea typeface="OPPOSans R"/>
                </a:endParaRPr>
              </a:p>
            </p:txBody>
          </p:sp>
          <p:pic>
            <p:nvPicPr>
              <p:cNvPr id="29" name="!! 图标">
                <a:extLst>
                  <a:ext uri="{FF2B5EF4-FFF2-40B4-BE49-F238E27FC236}">
                    <a16:creationId xmlns:a16="http://schemas.microsoft.com/office/drawing/2014/main" id="{FC5AF09E-62B5-53E9-C024-E85D99C88E9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1">
                <a:extLst>
                  <a:ext uri="{96DAC541-7B7A-43D3-8B79-37D633B846F1}">
                    <asvg:svgBlip xmlns:asvg="http://schemas.microsoft.com/office/drawing/2016/SVG/main" r:embed="rId32"/>
                  </a:ext>
                </a:extLst>
              </a:blip>
              <a:srcRect/>
              <a:stretch/>
            </p:blipFill>
            <p:spPr>
              <a:xfrm>
                <a:off x="4819504" y="3299894"/>
                <a:ext cx="258213" cy="258213"/>
              </a:xfrm>
              <a:prstGeom prst="rect">
                <a:avLst/>
              </a:prstGeom>
            </p:spPr>
          </p:pic>
        </p:grpSp>
        <p:sp>
          <p:nvSpPr>
            <p:cNvPr id="20" name="name">
              <a:extLst>
                <a:ext uri="{FF2B5EF4-FFF2-40B4-BE49-F238E27FC236}">
                  <a16:creationId xmlns:a16="http://schemas.microsoft.com/office/drawing/2014/main" id="{A8CBFA1A-C032-2BEA-CCAC-29020A241324}"/>
                </a:ext>
              </a:extLst>
            </p:cNvPr>
            <p:cNvSpPr txBox="1"/>
            <p:nvPr/>
          </p:nvSpPr>
          <p:spPr>
            <a:xfrm>
              <a:off x="4719399" y="1624246"/>
              <a:ext cx="65829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914377">
                <a:defRPr/>
              </a:pPr>
              <a:r>
                <a:rPr lang="zh-CN" altLang="en-US" sz="1200" dirty="0">
                  <a:solidFill>
                    <a:srgbClr val="FFFFFF"/>
                  </a:solidFill>
                  <a:effectLst>
                    <a:outerShdw blurRad="63500" sx="102000" sy="102000" algn="ctr" rotWithShape="0">
                      <a:prstClr val="black">
                        <a:alpha val="40000"/>
                      </a:prstClr>
                    </a:outerShdw>
                  </a:effectLst>
                  <a:latin typeface="vivo Sans"/>
                  <a:ea typeface="vivo Sans"/>
                </a:rPr>
                <a:t>仪表</a:t>
              </a:r>
            </a:p>
          </p:txBody>
        </p:sp>
      </p:grpSp>
      <p:sp>
        <p:nvSpPr>
          <p:cNvPr id="66" name="文本框 65">
            <a:extLst>
              <a:ext uri="{FF2B5EF4-FFF2-40B4-BE49-F238E27FC236}">
                <a16:creationId xmlns:a16="http://schemas.microsoft.com/office/drawing/2014/main" id="{2B8A1AE1-0712-4DBB-3A17-899F79EAC853}"/>
              </a:ext>
            </a:extLst>
          </p:cNvPr>
          <p:cNvSpPr txBox="1"/>
          <p:nvPr/>
        </p:nvSpPr>
        <p:spPr>
          <a:xfrm>
            <a:off x="5968999" y="6388228"/>
            <a:ext cx="622300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sz="700" dirty="0">
                <a:solidFill>
                  <a:schemeClr val="bg2">
                    <a:alpha val="30000"/>
                  </a:schemeClr>
                </a:solidFill>
              </a:rPr>
              <a:t>YjJeNi15dUxpbmctb3M1LWJldGFJbnNpZGVCdWlsZC0yNTA5MDUyMjE4PTAwLTAw</a:t>
            </a:r>
            <a:endParaRPr lang="en-US" altLang="zh-CN" sz="700" dirty="0">
              <a:solidFill>
                <a:schemeClr val="bg2">
                  <a:alpha val="30000"/>
                </a:schemeClr>
              </a:solidFill>
            </a:endParaRPr>
          </a:p>
          <a:p>
            <a:pPr algn="r"/>
            <a:r>
              <a:rPr lang="en-US" altLang="zh-CN" sz="700" dirty="0">
                <a:solidFill>
                  <a:schemeClr val="bg2">
                    <a:alpha val="30000"/>
                  </a:schemeClr>
                </a:solidFill>
              </a:rPr>
              <a:t>Leaf OS 5 Beta BF0 </a:t>
            </a:r>
          </a:p>
          <a:p>
            <a:pPr algn="r"/>
            <a:r>
              <a:rPr lang="en-US" altLang="zh-CN" sz="700" dirty="0">
                <a:solidFill>
                  <a:schemeClr val="bg2">
                    <a:alpha val="30000"/>
                  </a:schemeClr>
                </a:solidFill>
              </a:rPr>
              <a:t>5.0.0 </a:t>
            </a:r>
            <a:r>
              <a:rPr lang="en-US" altLang="zh-CN" sz="700" dirty="0" err="1">
                <a:solidFill>
                  <a:schemeClr val="bg2">
                    <a:alpha val="30000"/>
                  </a:schemeClr>
                </a:solidFill>
              </a:rPr>
              <a:t>insideVer</a:t>
            </a:r>
            <a:endParaRPr lang="en-US" altLang="zh-CN" sz="700" dirty="0">
              <a:solidFill>
                <a:schemeClr val="bg2">
                  <a:alpha val="30000"/>
                </a:schemeClr>
              </a:solidFill>
            </a:endParaRPr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CD4016DD-5A0A-14E2-9D39-3D609A628422}"/>
              </a:ext>
            </a:extLst>
          </p:cNvPr>
          <p:cNvSpPr txBox="1"/>
          <p:nvPr/>
        </p:nvSpPr>
        <p:spPr>
          <a:xfrm>
            <a:off x="526519" y="3073965"/>
            <a:ext cx="62230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>
                <a:solidFill>
                  <a:schemeClr val="bg2">
                    <a:alpha val="70000"/>
                  </a:schemeClr>
                </a:solidFill>
                <a:latin typeface="vivo Sans Bold" panose="02000700000000000000" pitchFamily="2" charset="-122"/>
                <a:ea typeface="vivo Sans Bold" panose="02000700000000000000" pitchFamily="2" charset="-122"/>
                <a:cs typeface="vivo Sans Bold" panose="02000700000000000000" pitchFamily="2" charset="-122"/>
              </a:rPr>
              <a:t>OS5 Beta</a:t>
            </a:r>
          </a:p>
          <a:p>
            <a:r>
              <a:rPr lang="zh-CN" altLang="en-US" sz="2400" dirty="0">
                <a:solidFill>
                  <a:schemeClr val="bg2">
                    <a:alpha val="70000"/>
                  </a:schemeClr>
                </a:solidFill>
                <a:latin typeface="vivo Sans Bold" panose="02000700000000000000" pitchFamily="2" charset="-122"/>
                <a:ea typeface="vivo Sans Bold" panose="02000700000000000000" pitchFamily="2" charset="-122"/>
                <a:cs typeface="vivo Sans Bold" panose="02000700000000000000" pitchFamily="2" charset="-122"/>
              </a:rPr>
              <a:t>内部调试模式</a:t>
            </a:r>
            <a:endParaRPr lang="en-US" altLang="zh-CN" sz="2400" dirty="0">
              <a:solidFill>
                <a:schemeClr val="bg2">
                  <a:alpha val="70000"/>
                </a:schemeClr>
              </a:solidFill>
              <a:latin typeface="vivo Sans Bold" panose="02000700000000000000" pitchFamily="2" charset="-122"/>
              <a:ea typeface="vivo Sans Bold" panose="02000700000000000000" pitchFamily="2" charset="-122"/>
              <a:cs typeface="vivo Sans Bold" panose="02000700000000000000" pitchFamily="2" charset="-122"/>
            </a:endParaRPr>
          </a:p>
          <a:p>
            <a:r>
              <a:rPr lang="en-US" altLang="zh-CN" sz="1200" dirty="0">
                <a:solidFill>
                  <a:schemeClr val="bg2">
                    <a:alpha val="70000"/>
                  </a:schemeClr>
                </a:solidFill>
                <a:latin typeface="+mn-ea"/>
                <a:cs typeface="vivo Sans Bold" panose="02000700000000000000" pitchFamily="2" charset="-122"/>
              </a:rPr>
              <a:t>5.0.0.beta.bf0</a:t>
            </a:r>
          </a:p>
        </p:txBody>
      </p:sp>
      <p:grpSp>
        <p:nvGrpSpPr>
          <p:cNvPr id="42" name="相册App">
            <a:extLst>
              <a:ext uri="{FF2B5EF4-FFF2-40B4-BE49-F238E27FC236}">
                <a16:creationId xmlns:a16="http://schemas.microsoft.com/office/drawing/2014/main" id="{77CF96BB-4B41-E421-C17B-AF18F8C9B04F}"/>
              </a:ext>
            </a:extLst>
          </p:cNvPr>
          <p:cNvGrpSpPr/>
          <p:nvPr/>
        </p:nvGrpSpPr>
        <p:grpSpPr>
          <a:xfrm>
            <a:off x="7407215" y="932404"/>
            <a:ext cx="852364" cy="967679"/>
            <a:chOff x="4622367" y="933566"/>
            <a:chExt cx="852363" cy="967679"/>
          </a:xfrm>
        </p:grpSpPr>
        <p:grpSp>
          <p:nvGrpSpPr>
            <p:cNvPr id="64" name="!! icon">
              <a:extLst>
                <a:ext uri="{FF2B5EF4-FFF2-40B4-BE49-F238E27FC236}">
                  <a16:creationId xmlns:a16="http://schemas.microsoft.com/office/drawing/2014/main" id="{9B9C4FF2-3C4F-E5A8-CE87-C6A4F1B8BBE1}"/>
                </a:ext>
              </a:extLst>
            </p:cNvPr>
            <p:cNvGrpSpPr/>
            <p:nvPr/>
          </p:nvGrpSpPr>
          <p:grpSpPr>
            <a:xfrm>
              <a:off x="4719399" y="933566"/>
              <a:ext cx="658298" cy="658298"/>
              <a:chOff x="4725145" y="3205535"/>
              <a:chExt cx="446930" cy="446930"/>
            </a:xfrm>
          </p:grpSpPr>
          <p:sp>
            <p:nvSpPr>
              <p:cNvPr id="68" name="!! 背景">
                <a:hlinkClick r:id="rId33" action="ppaction://hlinksldjump"/>
                <a:extLst>
                  <a:ext uri="{FF2B5EF4-FFF2-40B4-BE49-F238E27FC236}">
                    <a16:creationId xmlns:a16="http://schemas.microsoft.com/office/drawing/2014/main" id="{5D3BCE0F-130A-5CA5-B199-F5F341E60B8F}"/>
                  </a:ext>
                </a:extLst>
              </p:cNvPr>
              <p:cNvSpPr/>
              <p:nvPr/>
            </p:nvSpPr>
            <p:spPr>
              <a:xfrm>
                <a:off x="4725145" y="3205535"/>
                <a:ext cx="446930" cy="446930"/>
              </a:xfrm>
              <a:prstGeom prst="roundRect">
                <a:avLst/>
              </a:prstGeom>
              <a:solidFill>
                <a:schemeClr val="tx1"/>
              </a:solidFill>
              <a:ln>
                <a:noFill/>
              </a:ln>
              <a:effectLst>
                <a:outerShdw blurRad="190500" algn="ctr" rotWithShape="0">
                  <a:prstClr val="black">
                    <a:alpha val="2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457189">
                  <a:defRPr/>
                </a:pPr>
                <a:endParaRPr lang="zh-CN" altLang="en-US" dirty="0">
                  <a:solidFill>
                    <a:srgbClr val="FFFFFF"/>
                  </a:solidFill>
                  <a:latin typeface="OPPOSans R"/>
                  <a:ea typeface="OPPOSans R"/>
                </a:endParaRPr>
              </a:p>
            </p:txBody>
          </p:sp>
          <p:pic>
            <p:nvPicPr>
              <p:cNvPr id="69" name="!! 图标">
                <a:extLst>
                  <a:ext uri="{FF2B5EF4-FFF2-40B4-BE49-F238E27FC236}">
                    <a16:creationId xmlns:a16="http://schemas.microsoft.com/office/drawing/2014/main" id="{324605C1-9579-1F55-7EA8-4C9A2E47AA1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4">
                <a:extLst>
                  <a:ext uri="{96DAC541-7B7A-43D3-8B79-37D633B846F1}">
                    <asvg:svgBlip xmlns:asvg="http://schemas.microsoft.com/office/drawing/2016/SVG/main" r:embed="rId35"/>
                  </a:ext>
                </a:extLst>
              </a:blip>
              <a:srcRect/>
              <a:stretch/>
            </p:blipFill>
            <p:spPr>
              <a:xfrm>
                <a:off x="4849699" y="3330089"/>
                <a:ext cx="197823" cy="197823"/>
              </a:xfrm>
              <a:prstGeom prst="rect">
                <a:avLst/>
              </a:prstGeom>
            </p:spPr>
          </p:pic>
        </p:grpSp>
        <p:sp>
          <p:nvSpPr>
            <p:cNvPr id="65" name="name">
              <a:extLst>
                <a:ext uri="{FF2B5EF4-FFF2-40B4-BE49-F238E27FC236}">
                  <a16:creationId xmlns:a16="http://schemas.microsoft.com/office/drawing/2014/main" id="{5D209DC0-F932-D016-3F47-B509E5E24BC1}"/>
                </a:ext>
              </a:extLst>
            </p:cNvPr>
            <p:cNvSpPr txBox="1"/>
            <p:nvPr/>
          </p:nvSpPr>
          <p:spPr>
            <a:xfrm>
              <a:off x="4622367" y="1624246"/>
              <a:ext cx="85236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914377">
                <a:defRPr/>
              </a:pPr>
              <a:r>
                <a:rPr lang="zh-CN" altLang="en-US" sz="1200" dirty="0">
                  <a:solidFill>
                    <a:srgbClr val="FFFFFF"/>
                  </a:solidFill>
                  <a:effectLst>
                    <a:outerShdw blurRad="63500" sx="102000" sy="102000" algn="ctr" rotWithShape="0">
                      <a:prstClr val="black">
                        <a:alpha val="40000"/>
                      </a:prstClr>
                    </a:outerShdw>
                  </a:effectLst>
                  <a:latin typeface="vivo Sans"/>
                  <a:ea typeface="vivo Sans"/>
                </a:rPr>
                <a:t>屏幕照明</a:t>
              </a:r>
            </a:p>
          </p:txBody>
        </p:sp>
      </p:grp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4275BFCB-106A-E8B4-DA4B-1F83DC4AA555}"/>
              </a:ext>
            </a:extLst>
          </p:cNvPr>
          <p:cNvGrpSpPr/>
          <p:nvPr/>
        </p:nvGrpSpPr>
        <p:grpSpPr>
          <a:xfrm>
            <a:off x="3686541" y="179823"/>
            <a:ext cx="4564916" cy="1316813"/>
            <a:chOff x="3813541" y="209792"/>
            <a:chExt cx="4564916" cy="1316813"/>
          </a:xfrm>
        </p:grpSpPr>
        <p:grpSp>
          <p:nvGrpSpPr>
            <p:cNvPr id="38" name="组合 37">
              <a:extLst>
                <a:ext uri="{FF2B5EF4-FFF2-40B4-BE49-F238E27FC236}">
                  <a16:creationId xmlns:a16="http://schemas.microsoft.com/office/drawing/2014/main" id="{AB1634A3-6319-8B2C-BBE5-EF145B384B7B}"/>
                </a:ext>
              </a:extLst>
            </p:cNvPr>
            <p:cNvGrpSpPr/>
            <p:nvPr/>
          </p:nvGrpSpPr>
          <p:grpSpPr>
            <a:xfrm>
              <a:off x="3813541" y="209792"/>
              <a:ext cx="4564916" cy="1316813"/>
              <a:chOff x="3813541" y="209792"/>
              <a:chExt cx="4564916" cy="1316813"/>
            </a:xfrm>
          </p:grpSpPr>
          <p:sp useBgFill="1">
            <p:nvSpPr>
              <p:cNvPr id="37" name="!! 弹窗">
                <a:extLst>
                  <a:ext uri="{FF2B5EF4-FFF2-40B4-BE49-F238E27FC236}">
                    <a16:creationId xmlns:a16="http://schemas.microsoft.com/office/drawing/2014/main" id="{552C8D1B-4BE5-0919-636C-1B2301D04B2B}"/>
                  </a:ext>
                </a:extLst>
              </p:cNvPr>
              <p:cNvSpPr/>
              <p:nvPr/>
            </p:nvSpPr>
            <p:spPr>
              <a:xfrm>
                <a:off x="3813541" y="211887"/>
                <a:ext cx="4564916" cy="1314718"/>
              </a:xfrm>
              <a:prstGeom prst="roundRect">
                <a:avLst>
                  <a:gd name="adj" fmla="val 7669"/>
                </a:avLst>
              </a:prstGeom>
              <a:ln>
                <a:noFill/>
              </a:ln>
              <a:effectLst>
                <a:outerShdw blurRad="254000" algn="ctr" rotWithShape="0">
                  <a:prstClr val="black">
                    <a:alpha val="2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377">
                  <a:defRPr/>
                </a:pPr>
                <a:endParaRPr lang="zh-CN" altLang="en-US">
                  <a:solidFill>
                    <a:srgbClr val="F5F5F5"/>
                  </a:solidFill>
                  <a:latin typeface="vivo Sans"/>
                  <a:ea typeface="vivo Sans"/>
                </a:endParaRPr>
              </a:p>
            </p:txBody>
          </p:sp>
          <p:sp>
            <p:nvSpPr>
              <p:cNvPr id="22" name="!! 弹窗">
                <a:extLst>
                  <a:ext uri="{FF2B5EF4-FFF2-40B4-BE49-F238E27FC236}">
                    <a16:creationId xmlns:a16="http://schemas.microsoft.com/office/drawing/2014/main" id="{88AC33DE-4E4B-965C-210B-1D6CD9FD45BA}"/>
                  </a:ext>
                </a:extLst>
              </p:cNvPr>
              <p:cNvSpPr/>
              <p:nvPr/>
            </p:nvSpPr>
            <p:spPr>
              <a:xfrm>
                <a:off x="3813541" y="209792"/>
                <a:ext cx="4564916" cy="1314718"/>
              </a:xfrm>
              <a:prstGeom prst="roundRect">
                <a:avLst>
                  <a:gd name="adj" fmla="val 7669"/>
                </a:avLst>
              </a:prstGeom>
              <a:solidFill>
                <a:schemeClr val="bg1">
                  <a:alpha val="65000"/>
                </a:schemeClr>
              </a:solidFill>
              <a:ln>
                <a:noFill/>
              </a:ln>
              <a:effectLst>
                <a:outerShdw blurRad="254000" algn="ctr" rotWithShape="0">
                  <a:prstClr val="black">
                    <a:alpha val="2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377">
                  <a:defRPr/>
                </a:pPr>
                <a:endParaRPr lang="zh-CN" altLang="en-US">
                  <a:solidFill>
                    <a:srgbClr val="F5F5F5"/>
                  </a:solidFill>
                  <a:latin typeface="vivo Sans"/>
                  <a:ea typeface="vivo Sans"/>
                </a:endParaRPr>
              </a:p>
            </p:txBody>
          </p:sp>
          <p:sp>
            <p:nvSpPr>
              <p:cNvPr id="23" name="标题">
                <a:extLst>
                  <a:ext uri="{FF2B5EF4-FFF2-40B4-BE49-F238E27FC236}">
                    <a16:creationId xmlns:a16="http://schemas.microsoft.com/office/drawing/2014/main" id="{1483D66A-60C0-B237-1E8B-5E921D63ACD9}"/>
                  </a:ext>
                </a:extLst>
              </p:cNvPr>
              <p:cNvSpPr txBox="1"/>
              <p:nvPr/>
            </p:nvSpPr>
            <p:spPr>
              <a:xfrm>
                <a:off x="3985273" y="727096"/>
                <a:ext cx="322904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914377">
                  <a:defRPr/>
                </a:pPr>
                <a:r>
                  <a:rPr lang="zh-CN" altLang="en-US" sz="1600" dirty="0">
                    <a:solidFill>
                      <a:srgbClr val="181818"/>
                    </a:solidFill>
                    <a:latin typeface="vivo Sans Medium"/>
                    <a:ea typeface="vivo Sans Medium"/>
                  </a:rPr>
                  <a:t>无法设置系统更新</a:t>
                </a:r>
              </a:p>
            </p:txBody>
          </p:sp>
          <p:sp>
            <p:nvSpPr>
              <p:cNvPr id="34" name="内容">
                <a:extLst>
                  <a:ext uri="{FF2B5EF4-FFF2-40B4-BE49-F238E27FC236}">
                    <a16:creationId xmlns:a16="http://schemas.microsoft.com/office/drawing/2014/main" id="{7DFA962C-D5E2-06BC-CE4B-1CF243DD9778}"/>
                  </a:ext>
                </a:extLst>
              </p:cNvPr>
              <p:cNvSpPr txBox="1"/>
              <p:nvPr/>
            </p:nvSpPr>
            <p:spPr>
              <a:xfrm>
                <a:off x="3985273" y="1018500"/>
                <a:ext cx="292572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914377">
                  <a:defRPr/>
                </a:pPr>
                <a:r>
                  <a:rPr lang="zh-CN" altLang="en-US" sz="1400" dirty="0">
                    <a:solidFill>
                      <a:srgbClr val="181818"/>
                    </a:solidFill>
                    <a:latin typeface="vivo Sans"/>
                    <a:ea typeface="vivo Sans"/>
                  </a:rPr>
                  <a:t>宏与更新服务器尚未就绪</a:t>
                </a:r>
              </a:p>
            </p:txBody>
          </p:sp>
          <p:sp>
            <p:nvSpPr>
              <p:cNvPr id="36" name="文本框 35">
                <a:extLst>
                  <a:ext uri="{FF2B5EF4-FFF2-40B4-BE49-F238E27FC236}">
                    <a16:creationId xmlns:a16="http://schemas.microsoft.com/office/drawing/2014/main" id="{F99E965D-626E-5247-AFF6-9F39933CEE7D}"/>
                  </a:ext>
                </a:extLst>
              </p:cNvPr>
              <p:cNvSpPr txBox="1"/>
              <p:nvPr/>
            </p:nvSpPr>
            <p:spPr>
              <a:xfrm>
                <a:off x="4308060" y="390363"/>
                <a:ext cx="170180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914377">
                  <a:defRPr/>
                </a:pPr>
                <a:r>
                  <a:rPr lang="zh-CN" altLang="en-US" sz="1200" dirty="0">
                    <a:solidFill>
                      <a:srgbClr val="F5F5F5">
                        <a:lumMod val="50000"/>
                      </a:srgbClr>
                    </a:solidFill>
                    <a:latin typeface="vivo Sans"/>
                    <a:ea typeface="vivo Sans"/>
                  </a:rPr>
                  <a:t>设置</a:t>
                </a:r>
                <a:r>
                  <a:rPr lang="en-US" altLang="zh-CN" sz="1200" dirty="0">
                    <a:solidFill>
                      <a:srgbClr val="F5F5F5">
                        <a:lumMod val="50000"/>
                      </a:srgbClr>
                    </a:solidFill>
                    <a:latin typeface="vivo Sans"/>
                    <a:ea typeface="vivo Sans"/>
                  </a:rPr>
                  <a:t>· </a:t>
                </a:r>
                <a:r>
                  <a:rPr lang="zh-CN" altLang="en-US" sz="1200" dirty="0">
                    <a:solidFill>
                      <a:srgbClr val="F5F5F5">
                        <a:lumMod val="50000"/>
                      </a:srgbClr>
                    </a:solidFill>
                    <a:latin typeface="vivo Sans"/>
                    <a:ea typeface="vivo Sans"/>
                  </a:rPr>
                  <a:t>现在</a:t>
                </a:r>
              </a:p>
            </p:txBody>
          </p:sp>
        </p:grpSp>
        <p:pic>
          <p:nvPicPr>
            <p:cNvPr id="21" name="图形 20">
              <a:extLst>
                <a:ext uri="{FF2B5EF4-FFF2-40B4-BE49-F238E27FC236}">
                  <a16:creationId xmlns:a16="http://schemas.microsoft.com/office/drawing/2014/main" id="{12BFEAF5-728F-4F63-C83D-B97F9D820DB8}"/>
                </a:ext>
              </a:extLst>
            </p:cNvPr>
            <p:cNvPicPr>
              <a:picLocks noChangeAspect="1"/>
            </p:cNvPicPr>
            <p:nvPr/>
          </p:nvPicPr>
          <p:blipFill>
            <a:blip r:embed="rId36"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rcRect/>
            <a:stretch/>
          </p:blipFill>
          <p:spPr>
            <a:xfrm>
              <a:off x="4063092" y="405857"/>
              <a:ext cx="246010" cy="24601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1176129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330" advClick="0">
        <p159:morph option="byObject"/>
      </p:transition>
    </mc:Choice>
    <mc:Fallback xmlns="">
      <p:transition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64" presetClass="path" presetSubtype="0" accel="30303" decel="6060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7 0.04445 L -4.16667E-7 -0.23611 " pathEditMode="relative" rAng="0" ptsTypes="AA">
                                      <p:cBhvr>
                                        <p:cTn id="8" dur="330" spd="-100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4028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64" presetClass="path" presetSubtype="0" decel="88235" fill="hold" nodeType="withEffect">
                                  <p:stCondLst>
                                    <p:cond delay="330"/>
                                  </p:stCondLst>
                                  <p:childTnLst>
                                    <p:animMotion origin="layout" path="M -4.16667E-7 0.04398 L -4.16667E-7 -7.40741E-7 " pathEditMode="relative" rAng="0" ptsTypes="AA">
                                      <p:cBhvr>
                                        <p:cTn id="10" dur="34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199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2" presetClass="exit" presetSubtype="1" accel="100000" fill="hold" nodeType="withEffect">
                                  <p:stCondLst>
                                    <p:cond delay="333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" dur="33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33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32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E3D05C-2B99-40B1-C997-025A9C4D9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!! 背景2">
            <a:extLst>
              <a:ext uri="{FF2B5EF4-FFF2-40B4-BE49-F238E27FC236}">
                <a16:creationId xmlns:a16="http://schemas.microsoft.com/office/drawing/2014/main" id="{0FD93FAD-8DF6-89BC-0C16-85164D21D582}"/>
              </a:ext>
            </a:extLst>
          </p:cNvPr>
          <p:cNvSpPr>
            <a:spLocks/>
          </p:cNvSpPr>
          <p:nvPr/>
        </p:nvSpPr>
        <p:spPr>
          <a:xfrm>
            <a:off x="3" y="0"/>
            <a:ext cx="12191999" cy="6858000"/>
          </a:xfrm>
          <a:prstGeom prst="roundRect">
            <a:avLst>
              <a:gd name="adj" fmla="val 0"/>
            </a:avLst>
          </a:prstGeom>
          <a:solidFill>
            <a:schemeClr val="tx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189">
              <a:defRPr/>
            </a:pPr>
            <a:endParaRPr lang="zh-CN" altLang="en-US" dirty="0">
              <a:solidFill>
                <a:srgbClr val="FFFFFF"/>
              </a:solidFill>
              <a:latin typeface="OPPOSans R"/>
              <a:ea typeface="OPPOSans R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EF89A43C-1458-EEED-E22D-C18166D89454}"/>
              </a:ext>
            </a:extLst>
          </p:cNvPr>
          <p:cNvSpPr txBox="1"/>
          <p:nvPr/>
        </p:nvSpPr>
        <p:spPr>
          <a:xfrm>
            <a:off x="4767716" y="3198169"/>
            <a:ext cx="26565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>
                <a:solidFill>
                  <a:schemeClr val="bg2"/>
                </a:solidFill>
                <a:latin typeface="+mj-ea"/>
                <a:ea typeface="+mj-ea"/>
              </a:rPr>
              <a:t>正在载入仪表</a:t>
            </a:r>
          </a:p>
        </p:txBody>
      </p:sp>
      <p:sp>
        <p:nvSpPr>
          <p:cNvPr id="3" name="!! 小白条">
            <a:hlinkClick r:id="rId3" action="ppaction://hlinksldjump"/>
            <a:extLst>
              <a:ext uri="{FF2B5EF4-FFF2-40B4-BE49-F238E27FC236}">
                <a16:creationId xmlns:a16="http://schemas.microsoft.com/office/drawing/2014/main" id="{45EC458C-F425-E08F-2ED5-C823831FC504}"/>
              </a:ext>
            </a:extLst>
          </p:cNvPr>
          <p:cNvSpPr/>
          <p:nvPr/>
        </p:nvSpPr>
        <p:spPr>
          <a:xfrm>
            <a:off x="5177623" y="6706376"/>
            <a:ext cx="1836752" cy="45719"/>
          </a:xfrm>
          <a:prstGeom prst="roundRect">
            <a:avLst>
              <a:gd name="adj" fmla="val 50000"/>
            </a:avLst>
          </a:prstGeom>
          <a:solidFill>
            <a:schemeClr val="bg1">
              <a:alpha val="90000"/>
            </a:schemeClr>
          </a:solidFill>
          <a:ln>
            <a:noFill/>
          </a:ln>
          <a:effectLst>
            <a:outerShdw blurRad="1016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97453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advClick="0" advTm="1000">
        <p159:morph option="byObject"/>
      </p:transition>
    </mc:Choice>
    <mc:Fallback xmlns="">
      <p:transition advClick="0" advTm="1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path" presetSubtype="0" decel="9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.03218 " pathEditMode="relative" rAng="0" ptsTypes="AA">
                                      <p:cBhvr>
                                        <p:cTn id="9" dur="500" spd="-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59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EE9B71-7D7D-E99E-0E82-4DAD767142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!! 背景2">
            <a:extLst>
              <a:ext uri="{FF2B5EF4-FFF2-40B4-BE49-F238E27FC236}">
                <a16:creationId xmlns:a16="http://schemas.microsoft.com/office/drawing/2014/main" id="{122DE5F9-38D3-B54B-2918-DEA254955E8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" y="0"/>
            <a:ext cx="12191999" cy="6858000"/>
          </a:xfrm>
          <a:prstGeom prst="roundRect">
            <a:avLst>
              <a:gd name="adj" fmla="val 0"/>
            </a:avLst>
          </a:prstGeom>
          <a:solidFill>
            <a:schemeClr val="tx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189">
              <a:defRPr/>
            </a:pPr>
            <a:endParaRPr lang="zh-CN" altLang="en-US" dirty="0">
              <a:solidFill>
                <a:srgbClr val="FFFFFF"/>
              </a:solidFill>
              <a:latin typeface="OPPOSans R"/>
              <a:ea typeface="OPPOSans R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2AE6B09-0D50-E711-9A9A-131142198AAC}"/>
              </a:ext>
            </a:extLst>
          </p:cNvPr>
          <p:cNvSpPr txBox="1"/>
          <p:nvPr/>
        </p:nvSpPr>
        <p:spPr>
          <a:xfrm>
            <a:off x="1246994" y="961153"/>
            <a:ext cx="26565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solidFill>
                  <a:schemeClr val="bg2"/>
                </a:solidFill>
                <a:latin typeface="+mj-ea"/>
                <a:ea typeface="+mj-ea"/>
              </a:rPr>
              <a:t>仪表</a:t>
            </a:r>
          </a:p>
        </p:txBody>
      </p:sp>
      <p:grpSp>
        <p:nvGrpSpPr>
          <p:cNvPr id="16" name="!! 卡片">
            <a:extLst>
              <a:ext uri="{FF2B5EF4-FFF2-40B4-BE49-F238E27FC236}">
                <a16:creationId xmlns:a16="http://schemas.microsoft.com/office/drawing/2014/main" id="{3CDD6FFD-8421-442A-8A11-5709D72C7CE4}"/>
              </a:ext>
            </a:extLst>
          </p:cNvPr>
          <p:cNvGrpSpPr/>
          <p:nvPr/>
        </p:nvGrpSpPr>
        <p:grpSpPr>
          <a:xfrm>
            <a:off x="1246994" y="1851285"/>
            <a:ext cx="2331095" cy="1456934"/>
            <a:chOff x="1246993" y="1851284"/>
            <a:chExt cx="2880000" cy="1800001"/>
          </a:xfrm>
        </p:grpSpPr>
        <p:sp>
          <p:nvSpPr>
            <p:cNvPr id="4" name="矩形: 圆角 3">
              <a:extLst>
                <a:ext uri="{FF2B5EF4-FFF2-40B4-BE49-F238E27FC236}">
                  <a16:creationId xmlns:a16="http://schemas.microsoft.com/office/drawing/2014/main" id="{77529DB8-B96D-DEB5-5510-BB9947B3AFFF}"/>
                </a:ext>
              </a:extLst>
            </p:cNvPr>
            <p:cNvSpPr/>
            <p:nvPr/>
          </p:nvSpPr>
          <p:spPr>
            <a:xfrm>
              <a:off x="1246993" y="1851284"/>
              <a:ext cx="2880000" cy="1800000"/>
            </a:xfrm>
            <a:prstGeom prst="roundRect">
              <a:avLst>
                <a:gd name="adj" fmla="val 6379"/>
              </a:avLst>
            </a:prstGeom>
            <a:solidFill>
              <a:schemeClr val="tx2">
                <a:alpha val="10000"/>
              </a:schemeClr>
            </a:solidFill>
            <a:ln w="12700">
              <a:solidFill>
                <a:schemeClr val="bg2">
                  <a:alpha val="2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/>
            </a:p>
          </p:txBody>
        </p:sp>
        <p:sp>
          <p:nvSpPr>
            <p:cNvPr id="14" name="矩形: 圆顶角 13">
              <a:extLst>
                <a:ext uri="{FF2B5EF4-FFF2-40B4-BE49-F238E27FC236}">
                  <a16:creationId xmlns:a16="http://schemas.microsoft.com/office/drawing/2014/main" id="{30C59FC5-4D1C-7CE3-A098-A2514DA3B381}"/>
                </a:ext>
              </a:extLst>
            </p:cNvPr>
            <p:cNvSpPr/>
            <p:nvPr/>
          </p:nvSpPr>
          <p:spPr>
            <a:xfrm rot="5400000">
              <a:off x="1345130" y="1763358"/>
              <a:ext cx="1800000" cy="1975853"/>
            </a:xfrm>
            <a:prstGeom prst="round2SameRect">
              <a:avLst>
                <a:gd name="adj1" fmla="val 0"/>
                <a:gd name="adj2" fmla="val 6300"/>
              </a:avLst>
            </a:prstGeom>
            <a:solidFill>
              <a:schemeClr val="accent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/>
            </a:p>
          </p:txBody>
        </p:sp>
        <p:pic>
          <p:nvPicPr>
            <p:cNvPr id="10" name="图形 9">
              <a:extLst>
                <a:ext uri="{FF2B5EF4-FFF2-40B4-BE49-F238E27FC236}">
                  <a16:creationId xmlns:a16="http://schemas.microsoft.com/office/drawing/2014/main" id="{968AFE9D-EEAE-0D31-7B90-2E6ECC235E1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529424" y="2089179"/>
              <a:ext cx="291212" cy="291212"/>
            </a:xfrm>
            <a:prstGeom prst="rect">
              <a:avLst/>
            </a:prstGeom>
          </p:spPr>
        </p:pic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B5DC61AB-43FA-6848-C019-43F9B5DDB8AF}"/>
                </a:ext>
              </a:extLst>
            </p:cNvPr>
            <p:cNvSpPr txBox="1"/>
            <p:nvPr/>
          </p:nvSpPr>
          <p:spPr>
            <a:xfrm>
              <a:off x="2425701" y="3195257"/>
              <a:ext cx="1603423" cy="3802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CN" sz="1400" dirty="0">
                  <a:solidFill>
                    <a:schemeClr val="bg2"/>
                  </a:solidFill>
                </a:rPr>
                <a:t>2.54GHz</a:t>
              </a:r>
              <a:endParaRPr lang="zh-CN" altLang="en-US" sz="1400" dirty="0">
                <a:solidFill>
                  <a:schemeClr val="bg2"/>
                </a:solidFill>
              </a:endParaRPr>
            </a:p>
          </p:txBody>
        </p: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C6086DB6-BE04-87B9-34CE-F6366141B3BE}"/>
                </a:ext>
              </a:extLst>
            </p:cNvPr>
            <p:cNvSpPr txBox="1"/>
            <p:nvPr/>
          </p:nvSpPr>
          <p:spPr>
            <a:xfrm>
              <a:off x="1820634" y="2020280"/>
              <a:ext cx="1526864" cy="4182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dirty="0">
                  <a:solidFill>
                    <a:schemeClr val="bg2"/>
                  </a:solidFill>
                  <a:ea typeface="+mj-ea"/>
                </a:rPr>
                <a:t>中央处理器</a:t>
              </a:r>
            </a:p>
          </p:txBody>
        </p:sp>
      </p:grpSp>
      <p:grpSp>
        <p:nvGrpSpPr>
          <p:cNvPr id="17" name="!! 卡片">
            <a:extLst>
              <a:ext uri="{FF2B5EF4-FFF2-40B4-BE49-F238E27FC236}">
                <a16:creationId xmlns:a16="http://schemas.microsoft.com/office/drawing/2014/main" id="{DB7C941D-3AF4-240D-1C0A-A93F0447D323}"/>
              </a:ext>
            </a:extLst>
          </p:cNvPr>
          <p:cNvGrpSpPr/>
          <p:nvPr/>
        </p:nvGrpSpPr>
        <p:grpSpPr>
          <a:xfrm>
            <a:off x="1255258" y="3500773"/>
            <a:ext cx="2331095" cy="1456934"/>
            <a:chOff x="1246993" y="1851284"/>
            <a:chExt cx="2880000" cy="1800001"/>
          </a:xfrm>
        </p:grpSpPr>
        <p:sp>
          <p:nvSpPr>
            <p:cNvPr id="18" name="矩形: 圆角 17">
              <a:extLst>
                <a:ext uri="{FF2B5EF4-FFF2-40B4-BE49-F238E27FC236}">
                  <a16:creationId xmlns:a16="http://schemas.microsoft.com/office/drawing/2014/main" id="{FD829C2C-A82D-6F47-2077-F7D47BC1F6CC}"/>
                </a:ext>
              </a:extLst>
            </p:cNvPr>
            <p:cNvSpPr/>
            <p:nvPr/>
          </p:nvSpPr>
          <p:spPr>
            <a:xfrm>
              <a:off x="1246993" y="1851284"/>
              <a:ext cx="2880000" cy="1800000"/>
            </a:xfrm>
            <a:prstGeom prst="roundRect">
              <a:avLst>
                <a:gd name="adj" fmla="val 6379"/>
              </a:avLst>
            </a:prstGeom>
            <a:solidFill>
              <a:schemeClr val="tx2">
                <a:alpha val="10000"/>
              </a:schemeClr>
            </a:solidFill>
            <a:ln w="12700">
              <a:solidFill>
                <a:schemeClr val="bg2">
                  <a:alpha val="2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/>
            </a:p>
          </p:txBody>
        </p:sp>
        <p:sp>
          <p:nvSpPr>
            <p:cNvPr id="19" name="矩形: 圆顶角 18">
              <a:extLst>
                <a:ext uri="{FF2B5EF4-FFF2-40B4-BE49-F238E27FC236}">
                  <a16:creationId xmlns:a16="http://schemas.microsoft.com/office/drawing/2014/main" id="{1722E070-72EF-ECA8-8B6F-08C2FE068006}"/>
                </a:ext>
              </a:extLst>
            </p:cNvPr>
            <p:cNvSpPr/>
            <p:nvPr/>
          </p:nvSpPr>
          <p:spPr>
            <a:xfrm rot="5400000">
              <a:off x="736322" y="2372167"/>
              <a:ext cx="1800000" cy="758236"/>
            </a:xfrm>
            <a:prstGeom prst="round2SameRect">
              <a:avLst>
                <a:gd name="adj1" fmla="val 0"/>
                <a:gd name="adj2" fmla="val 11325"/>
              </a:avLst>
            </a:prstGeom>
            <a:solidFill>
              <a:schemeClr val="accent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/>
            </a:p>
          </p:txBody>
        </p:sp>
        <p:pic>
          <p:nvPicPr>
            <p:cNvPr id="20" name="图形 19">
              <a:extLst>
                <a:ext uri="{FF2B5EF4-FFF2-40B4-BE49-F238E27FC236}">
                  <a16:creationId xmlns:a16="http://schemas.microsoft.com/office/drawing/2014/main" id="{16114186-A8DE-90D4-1CBF-3BC189F78C3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/>
          </p:blipFill>
          <p:spPr>
            <a:xfrm>
              <a:off x="1529424" y="2089179"/>
              <a:ext cx="291212" cy="291212"/>
            </a:xfrm>
            <a:prstGeom prst="rect">
              <a:avLst/>
            </a:prstGeom>
          </p:spPr>
        </p:pic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B0D7630F-4335-9BCD-C38D-CBFB0053C1C0}"/>
                </a:ext>
              </a:extLst>
            </p:cNvPr>
            <p:cNvSpPr txBox="1"/>
            <p:nvPr/>
          </p:nvSpPr>
          <p:spPr>
            <a:xfrm>
              <a:off x="2148790" y="3195257"/>
              <a:ext cx="1880334" cy="3802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CN" sz="1400" dirty="0">
                  <a:solidFill>
                    <a:schemeClr val="bg2"/>
                  </a:solidFill>
                </a:rPr>
                <a:t>6.1 / 24GB</a:t>
              </a:r>
              <a:endParaRPr lang="zh-CN" altLang="en-US" sz="1400" dirty="0">
                <a:solidFill>
                  <a:schemeClr val="bg2"/>
                </a:solidFill>
              </a:endParaRPr>
            </a:p>
          </p:txBody>
        </p: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2BBE0B61-99B0-123D-9B59-39853482A88D}"/>
                </a:ext>
              </a:extLst>
            </p:cNvPr>
            <p:cNvSpPr txBox="1"/>
            <p:nvPr/>
          </p:nvSpPr>
          <p:spPr>
            <a:xfrm>
              <a:off x="1820634" y="2020280"/>
              <a:ext cx="1134836" cy="4182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dirty="0">
                  <a:solidFill>
                    <a:schemeClr val="bg2"/>
                  </a:solidFill>
                  <a:ea typeface="+mj-ea"/>
                </a:rPr>
                <a:t>内存</a:t>
              </a:r>
            </a:p>
          </p:txBody>
        </p:sp>
      </p:grpSp>
      <p:grpSp>
        <p:nvGrpSpPr>
          <p:cNvPr id="59" name="!! 卡片">
            <a:extLst>
              <a:ext uri="{FF2B5EF4-FFF2-40B4-BE49-F238E27FC236}">
                <a16:creationId xmlns:a16="http://schemas.microsoft.com/office/drawing/2014/main" id="{C9DB1EA6-C15E-D00A-8EFD-73DE268FE98B}"/>
              </a:ext>
            </a:extLst>
          </p:cNvPr>
          <p:cNvGrpSpPr/>
          <p:nvPr/>
        </p:nvGrpSpPr>
        <p:grpSpPr>
          <a:xfrm>
            <a:off x="3776545" y="1861866"/>
            <a:ext cx="1456935" cy="1456934"/>
            <a:chOff x="4399214" y="1851283"/>
            <a:chExt cx="1800000" cy="1800000"/>
          </a:xfrm>
        </p:grpSpPr>
        <p:sp>
          <p:nvSpPr>
            <p:cNvPr id="26" name="矩形: 圆角 25">
              <a:extLst>
                <a:ext uri="{FF2B5EF4-FFF2-40B4-BE49-F238E27FC236}">
                  <a16:creationId xmlns:a16="http://schemas.microsoft.com/office/drawing/2014/main" id="{1E2833E0-7989-FFC1-27E2-2326948BE0ED}"/>
                </a:ext>
              </a:extLst>
            </p:cNvPr>
            <p:cNvSpPr/>
            <p:nvPr/>
          </p:nvSpPr>
          <p:spPr>
            <a:xfrm>
              <a:off x="4399214" y="1851283"/>
              <a:ext cx="1800000" cy="1800000"/>
            </a:xfrm>
            <a:prstGeom prst="roundRect">
              <a:avLst>
                <a:gd name="adj" fmla="val 6379"/>
              </a:avLst>
            </a:prstGeom>
            <a:solidFill>
              <a:schemeClr val="tx2">
                <a:alpha val="10000"/>
              </a:schemeClr>
            </a:solidFill>
            <a:ln w="12700">
              <a:solidFill>
                <a:schemeClr val="bg2">
                  <a:alpha val="2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/>
            </a:p>
          </p:txBody>
        </p:sp>
        <p:pic>
          <p:nvPicPr>
            <p:cNvPr id="28" name="图形 27">
              <a:extLst>
                <a:ext uri="{FF2B5EF4-FFF2-40B4-BE49-F238E27FC236}">
                  <a16:creationId xmlns:a16="http://schemas.microsoft.com/office/drawing/2014/main" id="{92C5B945-BDFC-D1F6-845E-5DE78720AFC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/>
          </p:blipFill>
          <p:spPr>
            <a:xfrm>
              <a:off x="4706216" y="2089178"/>
              <a:ext cx="242069" cy="291212"/>
            </a:xfrm>
            <a:prstGeom prst="rect">
              <a:avLst/>
            </a:prstGeom>
          </p:spPr>
        </p:pic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95C4646C-FF8C-5BE0-892F-9C717AB20442}"/>
                </a:ext>
              </a:extLst>
            </p:cNvPr>
            <p:cNvSpPr txBox="1"/>
            <p:nvPr/>
          </p:nvSpPr>
          <p:spPr>
            <a:xfrm>
              <a:off x="5549900" y="3195258"/>
              <a:ext cx="539242" cy="3802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CN" sz="1400" dirty="0">
                  <a:solidFill>
                    <a:schemeClr val="bg2"/>
                  </a:solidFill>
                </a:rPr>
                <a:t>5 </a:t>
              </a:r>
              <a:endParaRPr lang="zh-CN" altLang="en-US" sz="1400" dirty="0">
                <a:solidFill>
                  <a:schemeClr val="bg2"/>
                </a:solidFill>
              </a:endParaRPr>
            </a:p>
          </p:txBody>
        </p:sp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8BCD4290-5506-1D7E-894E-EF69E86ADB16}"/>
                </a:ext>
              </a:extLst>
            </p:cNvPr>
            <p:cNvSpPr txBox="1"/>
            <p:nvPr/>
          </p:nvSpPr>
          <p:spPr>
            <a:xfrm>
              <a:off x="4972856" y="2020279"/>
              <a:ext cx="1134836" cy="4182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dirty="0">
                  <a:solidFill>
                    <a:schemeClr val="bg2"/>
                  </a:solidFill>
                  <a:ea typeface="+mj-ea"/>
                </a:rPr>
                <a:t>系统</a:t>
              </a:r>
            </a:p>
          </p:txBody>
        </p:sp>
        <p:pic>
          <p:nvPicPr>
            <p:cNvPr id="31" name="图形 30">
              <a:extLst>
                <a:ext uri="{FF2B5EF4-FFF2-40B4-BE49-F238E27FC236}">
                  <a16:creationId xmlns:a16="http://schemas.microsoft.com/office/drawing/2014/main" id="{E0229768-2FEA-E66F-816C-684A1C577260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rcRect l="24462" r="11053" b="1180"/>
            <a:stretch/>
          </p:blipFill>
          <p:spPr>
            <a:xfrm>
              <a:off x="4942487" y="3230920"/>
              <a:ext cx="864906" cy="309140"/>
            </a:xfrm>
            <a:prstGeom prst="rect">
              <a:avLst/>
            </a:prstGeom>
          </p:spPr>
        </p:pic>
      </p:grpSp>
      <p:grpSp>
        <p:nvGrpSpPr>
          <p:cNvPr id="46" name="!! 卡片">
            <a:extLst>
              <a:ext uri="{FF2B5EF4-FFF2-40B4-BE49-F238E27FC236}">
                <a16:creationId xmlns:a16="http://schemas.microsoft.com/office/drawing/2014/main" id="{BD12BB7E-BEB4-C65D-A3F7-276A9E3DC256}"/>
              </a:ext>
            </a:extLst>
          </p:cNvPr>
          <p:cNvGrpSpPr/>
          <p:nvPr/>
        </p:nvGrpSpPr>
        <p:grpSpPr>
          <a:xfrm>
            <a:off x="3776546" y="3500772"/>
            <a:ext cx="2331091" cy="1456934"/>
            <a:chOff x="1246993" y="1851284"/>
            <a:chExt cx="2880000" cy="1800001"/>
          </a:xfrm>
        </p:grpSpPr>
        <p:sp>
          <p:nvSpPr>
            <p:cNvPr id="47" name="矩形: 圆角 46">
              <a:extLst>
                <a:ext uri="{FF2B5EF4-FFF2-40B4-BE49-F238E27FC236}">
                  <a16:creationId xmlns:a16="http://schemas.microsoft.com/office/drawing/2014/main" id="{1AF39438-192D-C42E-D965-4B5C261406E9}"/>
                </a:ext>
              </a:extLst>
            </p:cNvPr>
            <p:cNvSpPr/>
            <p:nvPr/>
          </p:nvSpPr>
          <p:spPr>
            <a:xfrm>
              <a:off x="1246993" y="1851284"/>
              <a:ext cx="2880000" cy="1800000"/>
            </a:xfrm>
            <a:prstGeom prst="roundRect">
              <a:avLst>
                <a:gd name="adj" fmla="val 6379"/>
              </a:avLst>
            </a:prstGeom>
            <a:solidFill>
              <a:schemeClr val="tx2">
                <a:alpha val="10000"/>
              </a:schemeClr>
            </a:solidFill>
            <a:ln w="12700">
              <a:solidFill>
                <a:schemeClr val="bg2">
                  <a:alpha val="2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/>
            </a:p>
          </p:txBody>
        </p:sp>
        <p:sp>
          <p:nvSpPr>
            <p:cNvPr id="48" name="矩形: 圆顶角 47">
              <a:extLst>
                <a:ext uri="{FF2B5EF4-FFF2-40B4-BE49-F238E27FC236}">
                  <a16:creationId xmlns:a16="http://schemas.microsoft.com/office/drawing/2014/main" id="{4C92D064-1709-5E46-22D2-818A3B674DD7}"/>
                </a:ext>
              </a:extLst>
            </p:cNvPr>
            <p:cNvSpPr/>
            <p:nvPr/>
          </p:nvSpPr>
          <p:spPr>
            <a:xfrm rot="5400000">
              <a:off x="1051083" y="2057405"/>
              <a:ext cx="1800000" cy="1387759"/>
            </a:xfrm>
            <a:prstGeom prst="round2SameRect">
              <a:avLst>
                <a:gd name="adj1" fmla="val 0"/>
                <a:gd name="adj2" fmla="val 9033"/>
              </a:avLst>
            </a:prstGeom>
            <a:solidFill>
              <a:schemeClr val="accent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/>
            </a:p>
          </p:txBody>
        </p:sp>
        <p:pic>
          <p:nvPicPr>
            <p:cNvPr id="49" name="图形 48">
              <a:extLst>
                <a:ext uri="{FF2B5EF4-FFF2-40B4-BE49-F238E27FC236}">
                  <a16:creationId xmlns:a16="http://schemas.microsoft.com/office/drawing/2014/main" id="{818EDFE9-E6C3-894E-0B15-53AE8C6A37D8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rcRect/>
            <a:stretch/>
          </p:blipFill>
          <p:spPr>
            <a:xfrm>
              <a:off x="1529424" y="2089179"/>
              <a:ext cx="291212" cy="291212"/>
            </a:xfrm>
            <a:prstGeom prst="rect">
              <a:avLst/>
            </a:prstGeom>
          </p:spPr>
        </p:pic>
        <p:sp>
          <p:nvSpPr>
            <p:cNvPr id="50" name="文本框 49">
              <a:extLst>
                <a:ext uri="{FF2B5EF4-FFF2-40B4-BE49-F238E27FC236}">
                  <a16:creationId xmlns:a16="http://schemas.microsoft.com/office/drawing/2014/main" id="{9C8C035A-4AEE-2203-6323-163FE637F3DA}"/>
                </a:ext>
              </a:extLst>
            </p:cNvPr>
            <p:cNvSpPr txBox="1"/>
            <p:nvPr/>
          </p:nvSpPr>
          <p:spPr>
            <a:xfrm>
              <a:off x="2148789" y="3195257"/>
              <a:ext cx="1880333" cy="3802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CN" sz="1400" dirty="0">
                  <a:solidFill>
                    <a:schemeClr val="bg2"/>
                  </a:solidFill>
                </a:rPr>
                <a:t>AC </a:t>
              </a:r>
              <a:r>
                <a:rPr lang="zh-CN" altLang="en-US" sz="1400" dirty="0">
                  <a:solidFill>
                    <a:schemeClr val="bg2"/>
                  </a:solidFill>
                </a:rPr>
                <a:t>供电中</a:t>
              </a:r>
            </a:p>
          </p:txBody>
        </p:sp>
        <p:sp>
          <p:nvSpPr>
            <p:cNvPr id="51" name="文本框 50">
              <a:extLst>
                <a:ext uri="{FF2B5EF4-FFF2-40B4-BE49-F238E27FC236}">
                  <a16:creationId xmlns:a16="http://schemas.microsoft.com/office/drawing/2014/main" id="{BBB0FB5E-6F57-C948-A534-034C3880F0F7}"/>
                </a:ext>
              </a:extLst>
            </p:cNvPr>
            <p:cNvSpPr txBox="1"/>
            <p:nvPr/>
          </p:nvSpPr>
          <p:spPr>
            <a:xfrm>
              <a:off x="1820635" y="2020280"/>
              <a:ext cx="1134836" cy="4182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dirty="0">
                  <a:solidFill>
                    <a:schemeClr val="bg2"/>
                  </a:solidFill>
                  <a:ea typeface="+mj-ea"/>
                </a:rPr>
                <a:t>电池</a:t>
              </a:r>
            </a:p>
          </p:txBody>
        </p:sp>
      </p:grpSp>
      <p:sp>
        <p:nvSpPr>
          <p:cNvPr id="61" name="文本框 60">
            <a:extLst>
              <a:ext uri="{FF2B5EF4-FFF2-40B4-BE49-F238E27FC236}">
                <a16:creationId xmlns:a16="http://schemas.microsoft.com/office/drawing/2014/main" id="{9DDF18A4-1C6A-0390-FE22-DD88EAFDFDA5}"/>
              </a:ext>
            </a:extLst>
          </p:cNvPr>
          <p:cNvSpPr txBox="1"/>
          <p:nvPr/>
        </p:nvSpPr>
        <p:spPr>
          <a:xfrm>
            <a:off x="4767716" y="3198169"/>
            <a:ext cx="26565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>
                <a:solidFill>
                  <a:schemeClr val="bg2"/>
                </a:solidFill>
                <a:latin typeface="+mj-ea"/>
                <a:ea typeface="+mj-ea"/>
              </a:rPr>
              <a:t>正在载入仪表</a:t>
            </a:r>
          </a:p>
        </p:txBody>
      </p:sp>
      <p:sp>
        <p:nvSpPr>
          <p:cNvPr id="64" name="!! 小白条">
            <a:hlinkClick r:id="rId13" action="ppaction://hlinksldjump"/>
            <a:extLst>
              <a:ext uri="{FF2B5EF4-FFF2-40B4-BE49-F238E27FC236}">
                <a16:creationId xmlns:a16="http://schemas.microsoft.com/office/drawing/2014/main" id="{BC7B5C4D-F489-0B08-928D-B216B49EF972}"/>
              </a:ext>
            </a:extLst>
          </p:cNvPr>
          <p:cNvSpPr/>
          <p:nvPr/>
        </p:nvSpPr>
        <p:spPr>
          <a:xfrm>
            <a:off x="5177623" y="6706376"/>
            <a:ext cx="1836752" cy="45719"/>
          </a:xfrm>
          <a:prstGeom prst="roundRect">
            <a:avLst>
              <a:gd name="adj" fmla="val 50000"/>
            </a:avLst>
          </a:prstGeom>
          <a:solidFill>
            <a:schemeClr val="bg1">
              <a:alpha val="90000"/>
            </a:schemeClr>
          </a:solidFill>
          <a:ln>
            <a:noFill/>
          </a:ln>
          <a:effectLst>
            <a:outerShdw blurRad="1016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47205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 advClick="0">
        <p159:morph option="byObject"/>
      </p:transition>
    </mc:Choice>
    <mc:Fallback xmlns="">
      <p:transition spd="med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15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64" presetClass="path" presetSubtype="0" ac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0.03403 " pathEditMode="relative" rAng="0" ptsTypes="AA">
                                      <p:cBhvr>
                                        <p:cTn id="9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713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path" presetSubtype="0" decel="9000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2.08333E-6 1.11111E-6 L 2.08333E-6 0.03217 " pathEditMode="relative" rAng="0" ptsTypes="AA">
                                      <p:cBhvr>
                                        <p:cTn id="14" dur="500" spd="-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597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42" presetClass="path" presetSubtype="0" decel="9000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3.33333E-6 2.59259E-6 L 3.33333E-6 0.03217 " pathEditMode="relative" rAng="0" ptsTypes="AA">
                                      <p:cBhvr>
                                        <p:cTn id="19" dur="500" spd="-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597"/>
                                    </p:animMotion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39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2" presetClass="path" presetSubtype="0" decel="90000" fill="hold" nodeType="withEffect">
                                  <p:stCondLst>
                                    <p:cond delay="390"/>
                                  </p:stCondLst>
                                  <p:childTnLst>
                                    <p:animMotion origin="layout" path="M 2.29167E-6 3.33333E-6 L 2.29167E-6 0.03217 " pathEditMode="relative" rAng="0" ptsTypes="AA">
                                      <p:cBhvr>
                                        <p:cTn id="24" dur="500" spd="-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597"/>
                                    </p:animMotion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5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42" presetClass="path" presetSubtype="0" decel="90000" fill="hold" nodeType="withEffect">
                                  <p:stCondLst>
                                    <p:cond delay="420"/>
                                  </p:stCondLst>
                                  <p:childTnLst>
                                    <p:animMotion origin="layout" path="M -1.25E-6 2.22222E-6 L -1.25E-6 0.03217 " pathEditMode="relative" rAng="0" ptsTypes="AA">
                                      <p:cBhvr>
                                        <p:cTn id="29" dur="500" spd="-100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597"/>
                                    </p:animMotion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5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42" presetClass="path" presetSubtype="0" decel="9000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1.45833E-6 3.33333E-6 L 1.45833E-6 0.03217 " pathEditMode="relative" rAng="0" ptsTypes="AA">
                                      <p:cBhvr>
                                        <p:cTn id="34" dur="500" spd="-100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59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6" grpId="1"/>
      <p:bldP spid="61" grpId="0"/>
      <p:bldP spid="61" grpId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CA9C2F-F7C3-8A2C-C12F-484A015378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!! 壁纸">
            <a:extLst>
              <a:ext uri="{FF2B5EF4-FFF2-40B4-BE49-F238E27FC236}">
                <a16:creationId xmlns:a16="http://schemas.microsoft.com/office/drawing/2014/main" id="{67F11038-99AC-8B5E-F5C6-0A609D342AB3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6" name="!! 背景">
            <a:hlinkClick r:id="rId4" action="ppaction://hlinksldjump"/>
            <a:extLst>
              <a:ext uri="{FF2B5EF4-FFF2-40B4-BE49-F238E27FC236}">
                <a16:creationId xmlns:a16="http://schemas.microsoft.com/office/drawing/2014/main" id="{3A34F81F-A5C1-B02D-80FB-CDF8E697CF3A}"/>
              </a:ext>
            </a:extLst>
          </p:cNvPr>
          <p:cNvSpPr/>
          <p:nvPr/>
        </p:nvSpPr>
        <p:spPr>
          <a:xfrm>
            <a:off x="1659675" y="933567"/>
            <a:ext cx="658299" cy="658299"/>
          </a:xfrm>
          <a:prstGeom prst="roundRect">
            <a:avLst/>
          </a:prstGeom>
          <a:solidFill>
            <a:srgbClr val="547A9C"/>
          </a:solidFill>
          <a:ln>
            <a:noFill/>
          </a:ln>
          <a:effectLst>
            <a:outerShdw blurRad="1905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189">
              <a:defRPr/>
            </a:pPr>
            <a:endParaRPr lang="zh-CN" altLang="en-US" dirty="0">
              <a:solidFill>
                <a:srgbClr val="FFFFFF"/>
              </a:solidFill>
              <a:latin typeface="OPPOSans R"/>
              <a:ea typeface="OPPOSans R"/>
            </a:endParaRPr>
          </a:p>
        </p:txBody>
      </p:sp>
      <p:pic>
        <p:nvPicPr>
          <p:cNvPr id="27" name="!! 图标" descr="单级齿轮 轮廓">
            <a:extLst>
              <a:ext uri="{FF2B5EF4-FFF2-40B4-BE49-F238E27FC236}">
                <a16:creationId xmlns:a16="http://schemas.microsoft.com/office/drawing/2014/main" id="{B263AB0A-B502-7192-1B01-25E5C7716F9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729813" y="1003707"/>
            <a:ext cx="518023" cy="518023"/>
          </a:xfrm>
          <a:prstGeom prst="rect">
            <a:avLst/>
          </a:prstGeom>
        </p:spPr>
      </p:pic>
      <p:sp>
        <p:nvSpPr>
          <p:cNvPr id="25" name="name">
            <a:extLst>
              <a:ext uri="{FF2B5EF4-FFF2-40B4-BE49-F238E27FC236}">
                <a16:creationId xmlns:a16="http://schemas.microsoft.com/office/drawing/2014/main" id="{0CA3A8D0-ED8F-1299-38C7-FB20D162DB03}"/>
              </a:ext>
            </a:extLst>
          </p:cNvPr>
          <p:cNvSpPr txBox="1"/>
          <p:nvPr/>
        </p:nvSpPr>
        <p:spPr>
          <a:xfrm>
            <a:off x="1659675" y="1624249"/>
            <a:ext cx="6582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377">
              <a:defRPr/>
            </a:pPr>
            <a:r>
              <a:rPr lang="zh-CN" altLang="en-US" sz="1200" dirty="0">
                <a:solidFill>
                  <a:srgbClr val="FFFFFF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vivo Sans"/>
                <a:ea typeface="vivo Sans"/>
              </a:rPr>
              <a:t>设置</a:t>
            </a:r>
          </a:p>
        </p:txBody>
      </p:sp>
      <p:grpSp>
        <p:nvGrpSpPr>
          <p:cNvPr id="28" name="相机App">
            <a:extLst>
              <a:ext uri="{FF2B5EF4-FFF2-40B4-BE49-F238E27FC236}">
                <a16:creationId xmlns:a16="http://schemas.microsoft.com/office/drawing/2014/main" id="{8A4E1ECB-7EDB-42D0-FD4E-3475DC663AE4}"/>
              </a:ext>
            </a:extLst>
          </p:cNvPr>
          <p:cNvGrpSpPr/>
          <p:nvPr/>
        </p:nvGrpSpPr>
        <p:grpSpPr>
          <a:xfrm>
            <a:off x="3189538" y="933569"/>
            <a:ext cx="658299" cy="967679"/>
            <a:chOff x="3189536" y="933566"/>
            <a:chExt cx="658298" cy="967679"/>
          </a:xfrm>
        </p:grpSpPr>
        <p:grpSp>
          <p:nvGrpSpPr>
            <p:cNvPr id="29" name="!! icon">
              <a:extLst>
                <a:ext uri="{FF2B5EF4-FFF2-40B4-BE49-F238E27FC236}">
                  <a16:creationId xmlns:a16="http://schemas.microsoft.com/office/drawing/2014/main" id="{C599B361-7DA7-FF33-C5C6-A72201236FC8}"/>
                </a:ext>
              </a:extLst>
            </p:cNvPr>
            <p:cNvGrpSpPr/>
            <p:nvPr/>
          </p:nvGrpSpPr>
          <p:grpSpPr>
            <a:xfrm>
              <a:off x="3189536" y="933566"/>
              <a:ext cx="658298" cy="658298"/>
              <a:chOff x="4725145" y="3205535"/>
              <a:chExt cx="446930" cy="446930"/>
            </a:xfrm>
          </p:grpSpPr>
          <p:sp>
            <p:nvSpPr>
              <p:cNvPr id="31" name="!! 背景">
                <a:hlinkClick r:id="rId7" action="ppaction://hlinksldjump"/>
                <a:extLst>
                  <a:ext uri="{FF2B5EF4-FFF2-40B4-BE49-F238E27FC236}">
                    <a16:creationId xmlns:a16="http://schemas.microsoft.com/office/drawing/2014/main" id="{81D8CA45-466D-1951-CEDA-412B034D804D}"/>
                  </a:ext>
                </a:extLst>
              </p:cNvPr>
              <p:cNvSpPr/>
              <p:nvPr/>
            </p:nvSpPr>
            <p:spPr>
              <a:xfrm>
                <a:off x="4725145" y="3205535"/>
                <a:ext cx="446930" cy="446930"/>
              </a:xfrm>
              <a:prstGeom prst="roundRect">
                <a:avLst/>
              </a:prstGeom>
              <a:solidFill>
                <a:schemeClr val="bg1">
                  <a:lumMod val="25000"/>
                </a:schemeClr>
              </a:solidFill>
              <a:ln>
                <a:noFill/>
              </a:ln>
              <a:effectLst>
                <a:outerShdw blurRad="190500" algn="ctr" rotWithShape="0">
                  <a:prstClr val="black">
                    <a:alpha val="2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457189">
                  <a:defRPr/>
                </a:pPr>
                <a:endParaRPr lang="zh-CN" altLang="en-US" dirty="0">
                  <a:solidFill>
                    <a:srgbClr val="FFFFFF"/>
                  </a:solidFill>
                  <a:latin typeface="OPPOSans R"/>
                  <a:ea typeface="OPPOSans R"/>
                </a:endParaRPr>
              </a:p>
            </p:txBody>
          </p:sp>
          <p:pic>
            <p:nvPicPr>
              <p:cNvPr id="35" name="!! 图标">
                <a:extLst>
                  <a:ext uri="{FF2B5EF4-FFF2-40B4-BE49-F238E27FC236}">
                    <a16:creationId xmlns:a16="http://schemas.microsoft.com/office/drawing/2014/main" id="{DCC34437-5997-B938-94DA-06E5E627EF0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rcRect/>
              <a:stretch/>
            </p:blipFill>
            <p:spPr>
              <a:xfrm>
                <a:off x="4819504" y="3299894"/>
                <a:ext cx="258213" cy="258213"/>
              </a:xfrm>
              <a:prstGeom prst="rect">
                <a:avLst/>
              </a:prstGeom>
            </p:spPr>
          </p:pic>
        </p:grpSp>
        <p:sp>
          <p:nvSpPr>
            <p:cNvPr id="30" name="name">
              <a:extLst>
                <a:ext uri="{FF2B5EF4-FFF2-40B4-BE49-F238E27FC236}">
                  <a16:creationId xmlns:a16="http://schemas.microsoft.com/office/drawing/2014/main" id="{6B25BA0C-DB22-1A70-2290-A5B39FDF55F9}"/>
                </a:ext>
              </a:extLst>
            </p:cNvPr>
            <p:cNvSpPr txBox="1"/>
            <p:nvPr/>
          </p:nvSpPr>
          <p:spPr>
            <a:xfrm>
              <a:off x="3189536" y="1624246"/>
              <a:ext cx="65829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914377">
                <a:defRPr/>
              </a:pPr>
              <a:r>
                <a:rPr lang="zh-CN" altLang="en-US" sz="1200" dirty="0">
                  <a:solidFill>
                    <a:srgbClr val="FFFFFF"/>
                  </a:solidFill>
                  <a:effectLst>
                    <a:outerShdw blurRad="63500" sx="102000" sy="102000" algn="ctr" rotWithShape="0">
                      <a:prstClr val="black">
                        <a:alpha val="40000"/>
                      </a:prstClr>
                    </a:outerShdw>
                  </a:effectLst>
                  <a:latin typeface="vivo Sans"/>
                  <a:ea typeface="vivo Sans"/>
                </a:rPr>
                <a:t>相机</a:t>
              </a:r>
            </a:p>
          </p:txBody>
        </p:sp>
      </p:grpSp>
      <p:grpSp>
        <p:nvGrpSpPr>
          <p:cNvPr id="36" name="相册App">
            <a:extLst>
              <a:ext uri="{FF2B5EF4-FFF2-40B4-BE49-F238E27FC236}">
                <a16:creationId xmlns:a16="http://schemas.microsoft.com/office/drawing/2014/main" id="{5C3034D4-26FA-D058-9F46-E5699E2C339F}"/>
              </a:ext>
            </a:extLst>
          </p:cNvPr>
          <p:cNvGrpSpPr/>
          <p:nvPr/>
        </p:nvGrpSpPr>
        <p:grpSpPr>
          <a:xfrm>
            <a:off x="4719401" y="933569"/>
            <a:ext cx="658299" cy="967679"/>
            <a:chOff x="4719399" y="933566"/>
            <a:chExt cx="658298" cy="967679"/>
          </a:xfrm>
        </p:grpSpPr>
        <p:grpSp>
          <p:nvGrpSpPr>
            <p:cNvPr id="37" name="!! icon">
              <a:extLst>
                <a:ext uri="{FF2B5EF4-FFF2-40B4-BE49-F238E27FC236}">
                  <a16:creationId xmlns:a16="http://schemas.microsoft.com/office/drawing/2014/main" id="{23BE2DD4-5885-5CF2-4F01-2236FCE1B315}"/>
                </a:ext>
              </a:extLst>
            </p:cNvPr>
            <p:cNvGrpSpPr/>
            <p:nvPr/>
          </p:nvGrpSpPr>
          <p:grpSpPr>
            <a:xfrm>
              <a:off x="4719399" y="933566"/>
              <a:ext cx="658298" cy="658298"/>
              <a:chOff x="4725145" y="3205535"/>
              <a:chExt cx="446930" cy="446930"/>
            </a:xfrm>
          </p:grpSpPr>
          <p:sp>
            <p:nvSpPr>
              <p:cNvPr id="39" name="!! 背景">
                <a:hlinkClick r:id="rId10" action="ppaction://hlinksldjump"/>
                <a:extLst>
                  <a:ext uri="{FF2B5EF4-FFF2-40B4-BE49-F238E27FC236}">
                    <a16:creationId xmlns:a16="http://schemas.microsoft.com/office/drawing/2014/main" id="{40A88BEA-FA35-EFC2-1B33-BAC9280A4CA6}"/>
                  </a:ext>
                </a:extLst>
              </p:cNvPr>
              <p:cNvSpPr/>
              <p:nvPr/>
            </p:nvSpPr>
            <p:spPr>
              <a:xfrm>
                <a:off x="4725145" y="3205535"/>
                <a:ext cx="446930" cy="446930"/>
              </a:xfrm>
              <a:prstGeom prst="roundRect">
                <a:avLst/>
              </a:prstGeom>
              <a:solidFill>
                <a:schemeClr val="tx2">
                  <a:lumMod val="50000"/>
                  <a:lumOff val="50000"/>
                </a:schemeClr>
              </a:solidFill>
              <a:ln>
                <a:noFill/>
              </a:ln>
              <a:effectLst>
                <a:outerShdw blurRad="190500" algn="ctr" rotWithShape="0">
                  <a:prstClr val="black">
                    <a:alpha val="2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457189">
                  <a:defRPr/>
                </a:pPr>
                <a:endParaRPr lang="zh-CN" altLang="en-US" dirty="0">
                  <a:solidFill>
                    <a:srgbClr val="FFFFFF"/>
                  </a:solidFill>
                  <a:latin typeface="OPPOSans R"/>
                  <a:ea typeface="OPPOSans R"/>
                </a:endParaRPr>
              </a:p>
            </p:txBody>
          </p:sp>
          <p:pic>
            <p:nvPicPr>
              <p:cNvPr id="40" name="!! 图标">
                <a:extLst>
                  <a:ext uri="{FF2B5EF4-FFF2-40B4-BE49-F238E27FC236}">
                    <a16:creationId xmlns:a16="http://schemas.microsoft.com/office/drawing/2014/main" id="{5804BF94-DCC8-2F0B-AA4C-E61D8297FF2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rcRect/>
              <a:stretch/>
            </p:blipFill>
            <p:spPr>
              <a:xfrm>
                <a:off x="4819504" y="3299894"/>
                <a:ext cx="258213" cy="258213"/>
              </a:xfrm>
              <a:prstGeom prst="rect">
                <a:avLst/>
              </a:prstGeom>
            </p:spPr>
          </p:pic>
        </p:grpSp>
        <p:sp>
          <p:nvSpPr>
            <p:cNvPr id="38" name="name">
              <a:extLst>
                <a:ext uri="{FF2B5EF4-FFF2-40B4-BE49-F238E27FC236}">
                  <a16:creationId xmlns:a16="http://schemas.microsoft.com/office/drawing/2014/main" id="{BB3F66CF-53A6-9163-365A-E2D166EA7FE7}"/>
                </a:ext>
              </a:extLst>
            </p:cNvPr>
            <p:cNvSpPr txBox="1"/>
            <p:nvPr/>
          </p:nvSpPr>
          <p:spPr>
            <a:xfrm>
              <a:off x="4719399" y="1624246"/>
              <a:ext cx="65829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914377">
                <a:defRPr/>
              </a:pPr>
              <a:r>
                <a:rPr lang="zh-CN" altLang="en-US" sz="1200" dirty="0">
                  <a:solidFill>
                    <a:srgbClr val="FFFFFF"/>
                  </a:solidFill>
                  <a:effectLst>
                    <a:outerShdw blurRad="63500" sx="102000" sy="102000" algn="ctr" rotWithShape="0">
                      <a:prstClr val="black">
                        <a:alpha val="40000"/>
                      </a:prstClr>
                    </a:outerShdw>
                  </a:effectLst>
                  <a:latin typeface="vivo Sans"/>
                  <a:ea typeface="vivo Sans"/>
                </a:rPr>
                <a:t>相册</a:t>
              </a:r>
            </a:p>
          </p:txBody>
        </p:sp>
      </p:grpSp>
      <p:grpSp>
        <p:nvGrpSpPr>
          <p:cNvPr id="5" name="!! dock右">
            <a:extLst>
              <a:ext uri="{FF2B5EF4-FFF2-40B4-BE49-F238E27FC236}">
                <a16:creationId xmlns:a16="http://schemas.microsoft.com/office/drawing/2014/main" id="{2196226A-A8DE-5DCB-18F0-8B8A2153FFE7}"/>
              </a:ext>
            </a:extLst>
          </p:cNvPr>
          <p:cNvGrpSpPr/>
          <p:nvPr/>
        </p:nvGrpSpPr>
        <p:grpSpPr>
          <a:xfrm>
            <a:off x="4869924" y="5974167"/>
            <a:ext cx="2452159" cy="704839"/>
            <a:chOff x="7408333" y="5780624"/>
            <a:chExt cx="2452159" cy="704838"/>
          </a:xfrm>
        </p:grpSpPr>
        <p:sp useBgFill="1">
          <p:nvSpPr>
            <p:cNvPr id="6" name="!! 模糊">
              <a:extLst>
                <a:ext uri="{FF2B5EF4-FFF2-40B4-BE49-F238E27FC236}">
                  <a16:creationId xmlns:a16="http://schemas.microsoft.com/office/drawing/2014/main" id="{E5979F04-262F-90CF-4D93-CDAE0F5ED139}"/>
                </a:ext>
              </a:extLst>
            </p:cNvPr>
            <p:cNvSpPr>
              <a:spLocks/>
            </p:cNvSpPr>
            <p:nvPr/>
          </p:nvSpPr>
          <p:spPr>
            <a:xfrm>
              <a:off x="7408333" y="5780624"/>
              <a:ext cx="2452159" cy="704838"/>
            </a:xfrm>
            <a:prstGeom prst="roundRect">
              <a:avLst>
                <a:gd name="adj" fmla="val 15000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189">
                <a:defRPr/>
              </a:pPr>
              <a:endParaRPr lang="zh-CN" altLang="en-US">
                <a:solidFill>
                  <a:srgbClr val="FFFFFF"/>
                </a:solidFill>
                <a:latin typeface="OPPOSans R"/>
                <a:ea typeface="OPPOSans R"/>
              </a:endParaRPr>
            </a:p>
          </p:txBody>
        </p:sp>
        <p:sp>
          <p:nvSpPr>
            <p:cNvPr id="7" name="!! 颜色遮罩">
              <a:extLst>
                <a:ext uri="{FF2B5EF4-FFF2-40B4-BE49-F238E27FC236}">
                  <a16:creationId xmlns:a16="http://schemas.microsoft.com/office/drawing/2014/main" id="{05907BDE-04DC-0211-42C5-80F1B5848A4C}"/>
                </a:ext>
              </a:extLst>
            </p:cNvPr>
            <p:cNvSpPr>
              <a:spLocks/>
            </p:cNvSpPr>
            <p:nvPr/>
          </p:nvSpPr>
          <p:spPr>
            <a:xfrm>
              <a:off x="7408333" y="5780624"/>
              <a:ext cx="2452159" cy="704838"/>
            </a:xfrm>
            <a:prstGeom prst="roundRect">
              <a:avLst>
                <a:gd name="adj" fmla="val 15000"/>
              </a:avLst>
            </a:prstGeom>
            <a:solidFill>
              <a:schemeClr val="bg2">
                <a:alpha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189">
                <a:defRPr/>
              </a:pPr>
              <a:endParaRPr lang="zh-CN" altLang="en-US" dirty="0">
                <a:solidFill>
                  <a:srgbClr val="FFFFFF"/>
                </a:solidFill>
                <a:latin typeface="OPPOSans R"/>
                <a:ea typeface="OPPOSans R"/>
              </a:endParaRPr>
            </a:p>
          </p:txBody>
        </p:sp>
        <p:pic>
          <p:nvPicPr>
            <p:cNvPr id="8" name="!! 信号">
              <a:extLst>
                <a:ext uri="{FF2B5EF4-FFF2-40B4-BE49-F238E27FC236}">
                  <a16:creationId xmlns:a16="http://schemas.microsoft.com/office/drawing/2014/main" id="{B2F9DE0E-E7F9-548D-9F82-96B4F553B442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7638254" y="5893986"/>
              <a:ext cx="221460" cy="221458"/>
            </a:xfrm>
            <a:prstGeom prst="rect">
              <a:avLst/>
            </a:prstGeom>
          </p:spPr>
        </p:pic>
        <p:sp>
          <p:nvSpPr>
            <p:cNvPr id="9" name="!! 运营商">
              <a:extLst>
                <a:ext uri="{FF2B5EF4-FFF2-40B4-BE49-F238E27FC236}">
                  <a16:creationId xmlns:a16="http://schemas.microsoft.com/office/drawing/2014/main" id="{3327D377-04A8-E6BF-D52C-F9900AA78319}"/>
                </a:ext>
              </a:extLst>
            </p:cNvPr>
            <p:cNvSpPr txBox="1"/>
            <p:nvPr/>
          </p:nvSpPr>
          <p:spPr>
            <a:xfrm>
              <a:off x="7813676" y="5913455"/>
              <a:ext cx="1114424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457189">
                <a:defRPr/>
              </a:pPr>
              <a:r>
                <a:rPr lang="en-US" altLang="zh-CN" sz="900" dirty="0">
                  <a:latin typeface="OPPOSans M"/>
                  <a:ea typeface="OPPOSans M"/>
                </a:rPr>
                <a:t>Virtual Net</a:t>
              </a:r>
              <a:endParaRPr lang="zh-CN" altLang="en-US" sz="900" dirty="0">
                <a:latin typeface="OPPOSans M"/>
                <a:ea typeface="OPPOSans M"/>
              </a:endParaRPr>
            </a:p>
          </p:txBody>
        </p:sp>
        <p:pic>
          <p:nvPicPr>
            <p:cNvPr id="10" name="!! 通知">
              <a:extLst>
                <a:ext uri="{FF2B5EF4-FFF2-40B4-BE49-F238E27FC236}">
                  <a16:creationId xmlns:a16="http://schemas.microsoft.com/office/drawing/2014/main" id="{A98C4542-91DD-F8D4-0E97-F31CD9919F29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9287931" y="5948436"/>
              <a:ext cx="152400" cy="152400"/>
            </a:xfrm>
            <a:prstGeom prst="rect">
              <a:avLst/>
            </a:prstGeom>
          </p:spPr>
        </p:pic>
        <p:pic>
          <p:nvPicPr>
            <p:cNvPr id="11" name="!! 电池">
              <a:extLst>
                <a:ext uri="{FF2B5EF4-FFF2-40B4-BE49-F238E27FC236}">
                  <a16:creationId xmlns:a16="http://schemas.microsoft.com/office/drawing/2014/main" id="{6BB26AE7-8492-EEEE-EE5B-4DEFFF9094F1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7637460" y="6171965"/>
              <a:ext cx="191558" cy="191558"/>
            </a:xfrm>
            <a:prstGeom prst="rect">
              <a:avLst/>
            </a:prstGeom>
          </p:spPr>
        </p:pic>
        <p:sp>
          <p:nvSpPr>
            <p:cNvPr id="12" name="!! 时间">
              <a:extLst>
                <a:ext uri="{FF2B5EF4-FFF2-40B4-BE49-F238E27FC236}">
                  <a16:creationId xmlns:a16="http://schemas.microsoft.com/office/drawing/2014/main" id="{441FA92D-72BA-CFA8-F6C0-A67DBBA0145D}"/>
                </a:ext>
              </a:extLst>
            </p:cNvPr>
            <p:cNvSpPr txBox="1"/>
            <p:nvPr/>
          </p:nvSpPr>
          <p:spPr>
            <a:xfrm>
              <a:off x="8982607" y="6148520"/>
              <a:ext cx="773641" cy="2540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defTabSz="457189">
                <a:defRPr/>
              </a:pPr>
              <a:r>
                <a:rPr lang="en-US" altLang="zh-CN" sz="1051" dirty="0">
                  <a:latin typeface="OPPOSans R"/>
                  <a:ea typeface="OPPOSans R"/>
                </a:rPr>
                <a:t>16:34</a:t>
              </a:r>
              <a:endParaRPr lang="zh-CN" altLang="en-US" sz="1051" dirty="0">
                <a:latin typeface="OPPOSans R"/>
                <a:ea typeface="OPPOSans R"/>
              </a:endParaRPr>
            </a:p>
          </p:txBody>
        </p:sp>
        <p:sp>
          <p:nvSpPr>
            <p:cNvPr id="13" name="!! AC">
              <a:extLst>
                <a:ext uri="{FF2B5EF4-FFF2-40B4-BE49-F238E27FC236}">
                  <a16:creationId xmlns:a16="http://schemas.microsoft.com/office/drawing/2014/main" id="{2AE3F740-1777-6DA2-AD68-0C2E77DF00AA}"/>
                </a:ext>
              </a:extLst>
            </p:cNvPr>
            <p:cNvSpPr txBox="1"/>
            <p:nvPr/>
          </p:nvSpPr>
          <p:spPr>
            <a:xfrm>
              <a:off x="7766842" y="6152328"/>
              <a:ext cx="434183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457189">
                <a:defRPr/>
              </a:pPr>
              <a:r>
                <a:rPr lang="en-US" altLang="zh-CN" sz="900" dirty="0">
                  <a:latin typeface="OPPOSans R"/>
                  <a:ea typeface="OPPOSans R"/>
                </a:rPr>
                <a:t>49%</a:t>
              </a:r>
              <a:endParaRPr lang="zh-CN" altLang="en-US" sz="900" dirty="0">
                <a:latin typeface="OPPOSans R"/>
                <a:ea typeface="OPPOSans R"/>
              </a:endParaRPr>
            </a:p>
          </p:txBody>
        </p:sp>
        <p:pic>
          <p:nvPicPr>
            <p:cNvPr id="14" name="!! 声音">
              <a:extLst>
                <a:ext uri="{FF2B5EF4-FFF2-40B4-BE49-F238E27FC236}">
                  <a16:creationId xmlns:a16="http://schemas.microsoft.com/office/drawing/2014/main" id="{B44EDC17-D91C-822D-CC7C-DD6862966155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p:blipFill>
          <p:spPr>
            <a:xfrm>
              <a:off x="9048732" y="5934670"/>
              <a:ext cx="179932" cy="179932"/>
            </a:xfrm>
            <a:prstGeom prst="rect">
              <a:avLst/>
            </a:prstGeom>
          </p:spPr>
        </p:pic>
        <p:pic>
          <p:nvPicPr>
            <p:cNvPr id="15" name="!! 电源">
              <a:hlinkClick r:id="rId21" action="ppaction://hlinksldjump"/>
              <a:extLst>
                <a:ext uri="{FF2B5EF4-FFF2-40B4-BE49-F238E27FC236}">
                  <a16:creationId xmlns:a16="http://schemas.microsoft.com/office/drawing/2014/main" id="{6D33F1A3-6EED-18A2-068E-936E6248CE95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p:blipFill>
          <p:spPr>
            <a:xfrm>
              <a:off x="9489000" y="5925331"/>
              <a:ext cx="208372" cy="208370"/>
            </a:xfrm>
            <a:prstGeom prst="rect">
              <a:avLst/>
            </a:prstGeom>
          </p:spPr>
        </p:pic>
      </p:grpSp>
      <p:grpSp>
        <p:nvGrpSpPr>
          <p:cNvPr id="2" name="相册App">
            <a:extLst>
              <a:ext uri="{FF2B5EF4-FFF2-40B4-BE49-F238E27FC236}">
                <a16:creationId xmlns:a16="http://schemas.microsoft.com/office/drawing/2014/main" id="{21F7A37C-BF1F-36D6-E140-4DE28D38A8EC}"/>
              </a:ext>
            </a:extLst>
          </p:cNvPr>
          <p:cNvGrpSpPr/>
          <p:nvPr/>
        </p:nvGrpSpPr>
        <p:grpSpPr>
          <a:xfrm>
            <a:off x="6111825" y="933569"/>
            <a:ext cx="658299" cy="967679"/>
            <a:chOff x="4719399" y="933566"/>
            <a:chExt cx="658298" cy="967679"/>
          </a:xfrm>
        </p:grpSpPr>
        <p:grpSp>
          <p:nvGrpSpPr>
            <p:cNvPr id="3" name="!! icon">
              <a:extLst>
                <a:ext uri="{FF2B5EF4-FFF2-40B4-BE49-F238E27FC236}">
                  <a16:creationId xmlns:a16="http://schemas.microsoft.com/office/drawing/2014/main" id="{99068AA0-98D8-C504-90B6-7206EFB87518}"/>
                </a:ext>
              </a:extLst>
            </p:cNvPr>
            <p:cNvGrpSpPr/>
            <p:nvPr/>
          </p:nvGrpSpPr>
          <p:grpSpPr>
            <a:xfrm>
              <a:off x="4719399" y="933566"/>
              <a:ext cx="658298" cy="658298"/>
              <a:chOff x="4725145" y="3205535"/>
              <a:chExt cx="446930" cy="446930"/>
            </a:xfrm>
          </p:grpSpPr>
          <p:sp>
            <p:nvSpPr>
              <p:cNvPr id="16" name="!! 背景">
                <a:hlinkClick r:id="rId24" action="ppaction://hlinksldjump"/>
                <a:extLst>
                  <a:ext uri="{FF2B5EF4-FFF2-40B4-BE49-F238E27FC236}">
                    <a16:creationId xmlns:a16="http://schemas.microsoft.com/office/drawing/2014/main" id="{909999DD-5CCF-45D9-7976-7AF0E5EC0579}"/>
                  </a:ext>
                </a:extLst>
              </p:cNvPr>
              <p:cNvSpPr/>
              <p:nvPr/>
            </p:nvSpPr>
            <p:spPr>
              <a:xfrm>
                <a:off x="4725145" y="3205535"/>
                <a:ext cx="446930" cy="446930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190500" algn="ctr" rotWithShape="0">
                  <a:prstClr val="black">
                    <a:alpha val="2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457189">
                  <a:defRPr/>
                </a:pPr>
                <a:endParaRPr lang="zh-CN" altLang="en-US" dirty="0">
                  <a:solidFill>
                    <a:srgbClr val="FFFFFF"/>
                  </a:solidFill>
                  <a:latin typeface="OPPOSans R"/>
                  <a:ea typeface="OPPOSans R"/>
                </a:endParaRPr>
              </a:p>
            </p:txBody>
          </p:sp>
          <p:pic>
            <p:nvPicPr>
              <p:cNvPr id="17" name="!! 图标">
                <a:extLst>
                  <a:ext uri="{FF2B5EF4-FFF2-40B4-BE49-F238E27FC236}">
                    <a16:creationId xmlns:a16="http://schemas.microsoft.com/office/drawing/2014/main" id="{8661924A-9901-512A-4F3D-36CC4372332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5">
                <a:extLst>
                  <a:ext uri="{96DAC541-7B7A-43D3-8B79-37D633B846F1}">
                    <asvg:svgBlip xmlns:asvg="http://schemas.microsoft.com/office/drawing/2016/SVG/main" r:embed="rId26"/>
                  </a:ext>
                </a:extLst>
              </a:blip>
              <a:srcRect/>
              <a:stretch/>
            </p:blipFill>
            <p:spPr>
              <a:xfrm>
                <a:off x="4819504" y="3299894"/>
                <a:ext cx="258213" cy="258213"/>
              </a:xfrm>
              <a:prstGeom prst="rect">
                <a:avLst/>
              </a:prstGeom>
            </p:spPr>
          </p:pic>
        </p:grpSp>
        <p:sp>
          <p:nvSpPr>
            <p:cNvPr id="4" name="name">
              <a:extLst>
                <a:ext uri="{FF2B5EF4-FFF2-40B4-BE49-F238E27FC236}">
                  <a16:creationId xmlns:a16="http://schemas.microsoft.com/office/drawing/2014/main" id="{A2031CB8-C122-2E7F-65AA-72AA935A0F01}"/>
                </a:ext>
              </a:extLst>
            </p:cNvPr>
            <p:cNvSpPr txBox="1"/>
            <p:nvPr/>
          </p:nvSpPr>
          <p:spPr>
            <a:xfrm>
              <a:off x="4719399" y="1624246"/>
              <a:ext cx="65829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914377">
                <a:defRPr/>
              </a:pPr>
              <a:r>
                <a:rPr lang="zh-CN" altLang="en-US" sz="1200" dirty="0">
                  <a:solidFill>
                    <a:srgbClr val="FFFFFF"/>
                  </a:solidFill>
                  <a:effectLst>
                    <a:outerShdw blurRad="63500" sx="102000" sy="102000" algn="ctr" rotWithShape="0">
                      <a:prstClr val="black">
                        <a:alpha val="40000"/>
                      </a:prstClr>
                    </a:outerShdw>
                  </a:effectLst>
                  <a:latin typeface="vivo Sans"/>
                  <a:ea typeface="vivo Sans"/>
                </a:rPr>
                <a:t>仪表</a:t>
              </a:r>
            </a:p>
          </p:txBody>
        </p:sp>
      </p:grpSp>
      <p:grpSp>
        <p:nvGrpSpPr>
          <p:cNvPr id="24" name="相册App">
            <a:extLst>
              <a:ext uri="{FF2B5EF4-FFF2-40B4-BE49-F238E27FC236}">
                <a16:creationId xmlns:a16="http://schemas.microsoft.com/office/drawing/2014/main" id="{05127C97-213E-B435-B584-46E45A71FA51}"/>
              </a:ext>
            </a:extLst>
          </p:cNvPr>
          <p:cNvGrpSpPr/>
          <p:nvPr/>
        </p:nvGrpSpPr>
        <p:grpSpPr>
          <a:xfrm>
            <a:off x="7407215" y="932404"/>
            <a:ext cx="852364" cy="967679"/>
            <a:chOff x="4622367" y="933566"/>
            <a:chExt cx="852363" cy="967679"/>
          </a:xfrm>
        </p:grpSpPr>
        <p:grpSp>
          <p:nvGrpSpPr>
            <p:cNvPr id="32" name="!! icon">
              <a:extLst>
                <a:ext uri="{FF2B5EF4-FFF2-40B4-BE49-F238E27FC236}">
                  <a16:creationId xmlns:a16="http://schemas.microsoft.com/office/drawing/2014/main" id="{3331C247-79B0-43D6-84ED-69CBA9743419}"/>
                </a:ext>
              </a:extLst>
            </p:cNvPr>
            <p:cNvGrpSpPr/>
            <p:nvPr/>
          </p:nvGrpSpPr>
          <p:grpSpPr>
            <a:xfrm>
              <a:off x="4719399" y="933566"/>
              <a:ext cx="658298" cy="658298"/>
              <a:chOff x="4725145" y="3205535"/>
              <a:chExt cx="446930" cy="446930"/>
            </a:xfrm>
          </p:grpSpPr>
          <p:sp>
            <p:nvSpPr>
              <p:cNvPr id="34" name="!! 背景">
                <a:hlinkClick r:id="rId27" action="ppaction://hlinksldjump"/>
                <a:extLst>
                  <a:ext uri="{FF2B5EF4-FFF2-40B4-BE49-F238E27FC236}">
                    <a16:creationId xmlns:a16="http://schemas.microsoft.com/office/drawing/2014/main" id="{005C9A69-EF83-7E04-C52A-5CD25E2BE890}"/>
                  </a:ext>
                </a:extLst>
              </p:cNvPr>
              <p:cNvSpPr/>
              <p:nvPr/>
            </p:nvSpPr>
            <p:spPr>
              <a:xfrm>
                <a:off x="4725145" y="3205535"/>
                <a:ext cx="446930" cy="446930"/>
              </a:xfrm>
              <a:prstGeom prst="roundRect">
                <a:avLst/>
              </a:prstGeom>
              <a:solidFill>
                <a:schemeClr val="tx1"/>
              </a:solidFill>
              <a:ln>
                <a:noFill/>
              </a:ln>
              <a:effectLst>
                <a:outerShdw blurRad="190500" algn="ctr" rotWithShape="0">
                  <a:prstClr val="black">
                    <a:alpha val="2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457189">
                  <a:defRPr/>
                </a:pPr>
                <a:endParaRPr lang="zh-CN" altLang="en-US" dirty="0">
                  <a:solidFill>
                    <a:srgbClr val="FFFFFF"/>
                  </a:solidFill>
                  <a:latin typeface="OPPOSans R"/>
                  <a:ea typeface="OPPOSans R"/>
                </a:endParaRPr>
              </a:p>
            </p:txBody>
          </p:sp>
          <p:pic>
            <p:nvPicPr>
              <p:cNvPr id="41" name="!! 图标">
                <a:extLst>
                  <a:ext uri="{FF2B5EF4-FFF2-40B4-BE49-F238E27FC236}">
                    <a16:creationId xmlns:a16="http://schemas.microsoft.com/office/drawing/2014/main" id="{53CA256D-57C2-EFF8-E67E-3D23F7CDA1B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8">
                <a:extLst>
                  <a:ext uri="{96DAC541-7B7A-43D3-8B79-37D633B846F1}">
                    <asvg:svgBlip xmlns:asvg="http://schemas.microsoft.com/office/drawing/2016/SVG/main" r:embed="rId29"/>
                  </a:ext>
                </a:extLst>
              </a:blip>
              <a:srcRect/>
              <a:stretch/>
            </p:blipFill>
            <p:spPr>
              <a:xfrm>
                <a:off x="4849699" y="3330089"/>
                <a:ext cx="197823" cy="197823"/>
              </a:xfrm>
              <a:prstGeom prst="rect">
                <a:avLst/>
              </a:prstGeom>
            </p:spPr>
          </p:pic>
        </p:grpSp>
        <p:sp>
          <p:nvSpPr>
            <p:cNvPr id="33" name="name">
              <a:extLst>
                <a:ext uri="{FF2B5EF4-FFF2-40B4-BE49-F238E27FC236}">
                  <a16:creationId xmlns:a16="http://schemas.microsoft.com/office/drawing/2014/main" id="{A79F448D-2FA5-6EA4-63EA-ED0E4D0BB84A}"/>
                </a:ext>
              </a:extLst>
            </p:cNvPr>
            <p:cNvSpPr txBox="1"/>
            <p:nvPr/>
          </p:nvSpPr>
          <p:spPr>
            <a:xfrm>
              <a:off x="4622367" y="1624246"/>
              <a:ext cx="85236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914377">
                <a:defRPr/>
              </a:pPr>
              <a:r>
                <a:rPr lang="zh-CN" altLang="en-US" sz="1200" dirty="0">
                  <a:solidFill>
                    <a:srgbClr val="FFFFFF"/>
                  </a:solidFill>
                  <a:effectLst>
                    <a:outerShdw blurRad="63500" sx="102000" sy="102000" algn="ctr" rotWithShape="0">
                      <a:prstClr val="black">
                        <a:alpha val="40000"/>
                      </a:prstClr>
                    </a:outerShdw>
                  </a:effectLst>
                  <a:latin typeface="vivo Sans"/>
                  <a:ea typeface="vivo Sans"/>
                </a:rPr>
                <a:t>屏幕照明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245163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 advTm="0"/>
    </mc:Choice>
    <mc:Fallback xmlns="">
      <p:transition advClick="0" advTm="0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C81440-B83F-11D8-DE5B-C96D7F9E62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 背景">
            <a:extLst>
              <a:ext uri="{FF2B5EF4-FFF2-40B4-BE49-F238E27FC236}">
                <a16:creationId xmlns:a16="http://schemas.microsoft.com/office/drawing/2014/main" id="{06F115BC-AB04-04F7-0149-49B8CE815F6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3215"/>
            </a:avLst>
          </a:prstGeom>
          <a:solidFill>
            <a:schemeClr val="bg1"/>
          </a:solidFill>
          <a:ln>
            <a:noFill/>
          </a:ln>
          <a:effectLst>
            <a:glow rad="2286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189">
              <a:defRPr/>
            </a:pPr>
            <a:endParaRPr lang="zh-CN" altLang="en-US" dirty="0">
              <a:solidFill>
                <a:srgbClr val="FFFFFF"/>
              </a:solidFill>
              <a:latin typeface="OPPOSans R"/>
              <a:ea typeface="OPPOSans R"/>
            </a:endParaRPr>
          </a:p>
        </p:txBody>
      </p:sp>
      <p:pic>
        <p:nvPicPr>
          <p:cNvPr id="26" name="!! 图标2" descr="单级齿轮 轮廓">
            <a:extLst>
              <a:ext uri="{FF2B5EF4-FFF2-40B4-BE49-F238E27FC236}">
                <a16:creationId xmlns:a16="http://schemas.microsoft.com/office/drawing/2014/main" id="{AA0E716B-AB3B-8C5C-6A68-1ED6B224241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432383" y="2765384"/>
            <a:ext cx="1327232" cy="1327232"/>
          </a:xfrm>
          <a:prstGeom prst="rect">
            <a:avLst/>
          </a:prstGeom>
        </p:spPr>
      </p:pic>
      <p:sp>
        <p:nvSpPr>
          <p:cNvPr id="4" name="!! App名">
            <a:extLst>
              <a:ext uri="{FF2B5EF4-FFF2-40B4-BE49-F238E27FC236}">
                <a16:creationId xmlns:a16="http://schemas.microsoft.com/office/drawing/2014/main" id="{9CAFBB3B-62C4-E884-A4AF-7891817EE708}"/>
              </a:ext>
            </a:extLst>
          </p:cNvPr>
          <p:cNvSpPr txBox="1"/>
          <p:nvPr/>
        </p:nvSpPr>
        <p:spPr>
          <a:xfrm>
            <a:off x="5046563" y="4880565"/>
            <a:ext cx="209501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设置</a:t>
            </a:r>
          </a:p>
        </p:txBody>
      </p:sp>
      <p:pic>
        <p:nvPicPr>
          <p:cNvPr id="3" name="!! 图标" descr="单级齿轮 轮廓">
            <a:extLst>
              <a:ext uri="{FF2B5EF4-FFF2-40B4-BE49-F238E27FC236}">
                <a16:creationId xmlns:a16="http://schemas.microsoft.com/office/drawing/2014/main" id="{2A9A0FA9-C9F0-27D2-95B5-99DC49BC176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248473" y="1583403"/>
            <a:ext cx="3691196" cy="3691196"/>
          </a:xfrm>
          <a:prstGeom prst="rect">
            <a:avLst/>
          </a:prstGeom>
        </p:spPr>
      </p:pic>
      <p:grpSp>
        <p:nvGrpSpPr>
          <p:cNvPr id="5" name="!! dock右">
            <a:extLst>
              <a:ext uri="{FF2B5EF4-FFF2-40B4-BE49-F238E27FC236}">
                <a16:creationId xmlns:a16="http://schemas.microsoft.com/office/drawing/2014/main" id="{46FE2B98-720F-0A42-5596-DF808506C21D}"/>
              </a:ext>
            </a:extLst>
          </p:cNvPr>
          <p:cNvGrpSpPr/>
          <p:nvPr/>
        </p:nvGrpSpPr>
        <p:grpSpPr>
          <a:xfrm>
            <a:off x="4869920" y="7119572"/>
            <a:ext cx="2452159" cy="574899"/>
            <a:chOff x="7408333" y="5780624"/>
            <a:chExt cx="2452159" cy="704838"/>
          </a:xfrm>
        </p:grpSpPr>
        <p:sp useBgFill="1">
          <p:nvSpPr>
            <p:cNvPr id="6" name="!! 模糊">
              <a:extLst>
                <a:ext uri="{FF2B5EF4-FFF2-40B4-BE49-F238E27FC236}">
                  <a16:creationId xmlns:a16="http://schemas.microsoft.com/office/drawing/2014/main" id="{70BD31E1-5187-CF95-62B7-E2DE4EE90E91}"/>
                </a:ext>
              </a:extLst>
            </p:cNvPr>
            <p:cNvSpPr>
              <a:spLocks/>
            </p:cNvSpPr>
            <p:nvPr/>
          </p:nvSpPr>
          <p:spPr>
            <a:xfrm>
              <a:off x="7408333" y="5780624"/>
              <a:ext cx="2452159" cy="704838"/>
            </a:xfrm>
            <a:prstGeom prst="roundRect">
              <a:avLst>
                <a:gd name="adj" fmla="val 15000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189">
                <a:defRPr/>
              </a:pPr>
              <a:endParaRPr lang="zh-CN" altLang="en-US">
                <a:solidFill>
                  <a:srgbClr val="FFFFFF"/>
                </a:solidFill>
                <a:latin typeface="OPPOSans R"/>
                <a:ea typeface="OPPOSans R"/>
              </a:endParaRPr>
            </a:p>
          </p:txBody>
        </p:sp>
        <p:sp>
          <p:nvSpPr>
            <p:cNvPr id="7" name="!! 颜色遮罩">
              <a:extLst>
                <a:ext uri="{FF2B5EF4-FFF2-40B4-BE49-F238E27FC236}">
                  <a16:creationId xmlns:a16="http://schemas.microsoft.com/office/drawing/2014/main" id="{B67D2A6D-96F2-C012-BF78-DDC6555C30DA}"/>
                </a:ext>
              </a:extLst>
            </p:cNvPr>
            <p:cNvSpPr>
              <a:spLocks/>
            </p:cNvSpPr>
            <p:nvPr/>
          </p:nvSpPr>
          <p:spPr>
            <a:xfrm>
              <a:off x="7408333" y="5780624"/>
              <a:ext cx="2452159" cy="704838"/>
            </a:xfrm>
            <a:prstGeom prst="roundRect">
              <a:avLst>
                <a:gd name="adj" fmla="val 15000"/>
              </a:avLst>
            </a:prstGeom>
            <a:solidFill>
              <a:schemeClr val="bg2">
                <a:alpha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189">
                <a:defRPr/>
              </a:pPr>
              <a:endParaRPr lang="zh-CN" altLang="en-US" dirty="0">
                <a:solidFill>
                  <a:srgbClr val="FFFFFF"/>
                </a:solidFill>
                <a:latin typeface="OPPOSans R"/>
                <a:ea typeface="OPPOSans R"/>
              </a:endParaRPr>
            </a:p>
          </p:txBody>
        </p:sp>
        <p:pic>
          <p:nvPicPr>
            <p:cNvPr id="8" name="!! 信号">
              <a:extLst>
                <a:ext uri="{FF2B5EF4-FFF2-40B4-BE49-F238E27FC236}">
                  <a16:creationId xmlns:a16="http://schemas.microsoft.com/office/drawing/2014/main" id="{6C75746F-9815-BA89-C395-328410EE0F5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7638254" y="5893986"/>
              <a:ext cx="221460" cy="221458"/>
            </a:xfrm>
            <a:prstGeom prst="rect">
              <a:avLst/>
            </a:prstGeom>
          </p:spPr>
        </p:pic>
        <p:sp>
          <p:nvSpPr>
            <p:cNvPr id="9" name="!! 运营商">
              <a:extLst>
                <a:ext uri="{FF2B5EF4-FFF2-40B4-BE49-F238E27FC236}">
                  <a16:creationId xmlns:a16="http://schemas.microsoft.com/office/drawing/2014/main" id="{2DEAA7F7-3673-A0E7-25E0-9E2E846E95F2}"/>
                </a:ext>
              </a:extLst>
            </p:cNvPr>
            <p:cNvSpPr txBox="1"/>
            <p:nvPr/>
          </p:nvSpPr>
          <p:spPr>
            <a:xfrm>
              <a:off x="7813676" y="5913455"/>
              <a:ext cx="1114424" cy="2830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457189">
                <a:defRPr/>
              </a:pPr>
              <a:r>
                <a:rPr lang="en-US" altLang="zh-CN" sz="900" dirty="0">
                  <a:latin typeface="OPPOSans M"/>
                  <a:ea typeface="OPPOSans M"/>
                </a:rPr>
                <a:t>Virtual Net</a:t>
              </a:r>
              <a:endParaRPr lang="zh-CN" altLang="en-US" sz="900" dirty="0">
                <a:latin typeface="OPPOSans M"/>
                <a:ea typeface="OPPOSans M"/>
              </a:endParaRPr>
            </a:p>
          </p:txBody>
        </p:sp>
        <p:pic>
          <p:nvPicPr>
            <p:cNvPr id="10" name="!! 通知">
              <a:extLst>
                <a:ext uri="{FF2B5EF4-FFF2-40B4-BE49-F238E27FC236}">
                  <a16:creationId xmlns:a16="http://schemas.microsoft.com/office/drawing/2014/main" id="{646410E9-49F6-B247-8304-0081321DD7F5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9287931" y="5948436"/>
              <a:ext cx="152400" cy="152400"/>
            </a:xfrm>
            <a:prstGeom prst="rect">
              <a:avLst/>
            </a:prstGeom>
          </p:spPr>
        </p:pic>
        <p:pic>
          <p:nvPicPr>
            <p:cNvPr id="11" name="!! 电池">
              <a:extLst>
                <a:ext uri="{FF2B5EF4-FFF2-40B4-BE49-F238E27FC236}">
                  <a16:creationId xmlns:a16="http://schemas.microsoft.com/office/drawing/2014/main" id="{9EEB496E-F47A-3AFD-B27C-AADC4CDF95B9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7637460" y="6171965"/>
              <a:ext cx="191558" cy="191558"/>
            </a:xfrm>
            <a:prstGeom prst="rect">
              <a:avLst/>
            </a:prstGeom>
          </p:spPr>
        </p:pic>
        <p:sp>
          <p:nvSpPr>
            <p:cNvPr id="12" name="!! 时间">
              <a:extLst>
                <a:ext uri="{FF2B5EF4-FFF2-40B4-BE49-F238E27FC236}">
                  <a16:creationId xmlns:a16="http://schemas.microsoft.com/office/drawing/2014/main" id="{0666046D-C2E0-B1D9-EC2F-61F4CE021011}"/>
                </a:ext>
              </a:extLst>
            </p:cNvPr>
            <p:cNvSpPr txBox="1"/>
            <p:nvPr/>
          </p:nvSpPr>
          <p:spPr>
            <a:xfrm>
              <a:off x="8982607" y="6148520"/>
              <a:ext cx="773641" cy="3114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defTabSz="457189">
                <a:defRPr/>
              </a:pPr>
              <a:r>
                <a:rPr lang="en-US" altLang="zh-CN" sz="1051" dirty="0">
                  <a:latin typeface="OPPOSans R"/>
                  <a:ea typeface="OPPOSans R"/>
                </a:rPr>
                <a:t>16:34</a:t>
              </a:r>
              <a:endParaRPr lang="zh-CN" altLang="en-US" sz="1051" dirty="0">
                <a:latin typeface="OPPOSans R"/>
                <a:ea typeface="OPPOSans R"/>
              </a:endParaRPr>
            </a:p>
          </p:txBody>
        </p:sp>
        <p:sp>
          <p:nvSpPr>
            <p:cNvPr id="13" name="!! AC">
              <a:extLst>
                <a:ext uri="{FF2B5EF4-FFF2-40B4-BE49-F238E27FC236}">
                  <a16:creationId xmlns:a16="http://schemas.microsoft.com/office/drawing/2014/main" id="{09862D3A-D1AF-BCEE-FD18-3578AF33C384}"/>
                </a:ext>
              </a:extLst>
            </p:cNvPr>
            <p:cNvSpPr txBox="1"/>
            <p:nvPr/>
          </p:nvSpPr>
          <p:spPr>
            <a:xfrm>
              <a:off x="7766842" y="6152328"/>
              <a:ext cx="434183" cy="2830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457189">
                <a:defRPr/>
              </a:pPr>
              <a:r>
                <a:rPr lang="en-US" altLang="zh-CN" sz="900" dirty="0">
                  <a:latin typeface="OPPOSans R"/>
                  <a:ea typeface="OPPOSans R"/>
                </a:rPr>
                <a:t>49%</a:t>
              </a:r>
              <a:endParaRPr lang="zh-CN" altLang="en-US" sz="900" dirty="0">
                <a:latin typeface="OPPOSans R"/>
                <a:ea typeface="OPPOSans R"/>
              </a:endParaRPr>
            </a:p>
          </p:txBody>
        </p:sp>
        <p:pic>
          <p:nvPicPr>
            <p:cNvPr id="14" name="!! 声音">
              <a:extLst>
                <a:ext uri="{FF2B5EF4-FFF2-40B4-BE49-F238E27FC236}">
                  <a16:creationId xmlns:a16="http://schemas.microsoft.com/office/drawing/2014/main" id="{A888D973-9C79-CFB2-1469-9E7ACCCEEA08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9048732" y="5934670"/>
              <a:ext cx="179932" cy="179932"/>
            </a:xfrm>
            <a:prstGeom prst="rect">
              <a:avLst/>
            </a:prstGeom>
          </p:spPr>
        </p:pic>
        <p:pic>
          <p:nvPicPr>
            <p:cNvPr id="15" name="!! 电源">
              <a:hlinkClick r:id="rId16" action="ppaction://hlinksldjump"/>
              <a:extLst>
                <a:ext uri="{FF2B5EF4-FFF2-40B4-BE49-F238E27FC236}">
                  <a16:creationId xmlns:a16="http://schemas.microsoft.com/office/drawing/2014/main" id="{ECAFE618-12EC-91DC-A2CE-9E070BA56C9E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9489000" y="5925331"/>
              <a:ext cx="208372" cy="20837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3104805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660" advClick="0" advTm="1000">
        <p159:morph option="byObject"/>
      </p:transition>
    </mc:Choice>
    <mc:Fallback xmlns="">
      <p:transition spd="med" advClick="0" advTm="1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3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3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08333E-7 -1.85185E-6 L 0.02174 -1.85185E-6 " pathEditMode="relative" rAng="0" ptsTypes="AA">
                                      <p:cBhvr>
                                        <p:cTn id="9" dur="500" spd="-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81" y="0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3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63" presetClass="path" presetSubtype="0" decel="100000" fill="hold" grpId="1" nodeType="withEffect">
                                  <p:stCondLst>
                                    <p:cond delay="50"/>
                                  </p:stCondLst>
                                  <p:childTnLst>
                                    <p:animMotion origin="layout" path="M 2.08333E-7 -7.40741E-7 L 0.02174 -7.40741E-7 " pathEditMode="relative" rAng="0" ptsTypes="AA">
                                      <p:cBhvr>
                                        <p:cTn id="14" dur="500" spd="-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81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</p:bldLst>
  </p:timing>
  <p:extLst>
    <p:ext uri="{6950BFC3-D8DA-4A85-94F7-54DA5524770B}">
      <p188:commentRel xmlns:p188="http://schemas.microsoft.com/office/powerpoint/2018/8/main" r:id="rId3"/>
    </p:ext>
  </p:extLs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2E3DB6-5DBB-704F-C53D-349EBD24EB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!! 背景板">
            <a:extLst>
              <a:ext uri="{FF2B5EF4-FFF2-40B4-BE49-F238E27FC236}">
                <a16:creationId xmlns:a16="http://schemas.microsoft.com/office/drawing/2014/main" id="{33F16F88-F4B2-28FE-AE91-63289E3FDFE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>
              <a:defRPr/>
            </a:pPr>
            <a:endParaRPr lang="zh-CN" altLang="en-US" dirty="0">
              <a:solidFill>
                <a:srgbClr val="F5F5F5"/>
              </a:solidFill>
              <a:latin typeface="vivo Sans"/>
              <a:ea typeface="vivo Sans"/>
            </a:endParaRPr>
          </a:p>
        </p:txBody>
      </p:sp>
      <p:grpSp>
        <p:nvGrpSpPr>
          <p:cNvPr id="25" name="!! 大标题">
            <a:extLst>
              <a:ext uri="{FF2B5EF4-FFF2-40B4-BE49-F238E27FC236}">
                <a16:creationId xmlns:a16="http://schemas.microsoft.com/office/drawing/2014/main" id="{72A77990-4022-47A0-9E5E-A0C770F37087}"/>
              </a:ext>
            </a:extLst>
          </p:cNvPr>
          <p:cNvGrpSpPr/>
          <p:nvPr/>
        </p:nvGrpSpPr>
        <p:grpSpPr>
          <a:xfrm>
            <a:off x="462457" y="484334"/>
            <a:ext cx="796551" cy="461665"/>
            <a:chOff x="3079753" y="1375827"/>
            <a:chExt cx="673782" cy="461665"/>
          </a:xfrm>
        </p:grpSpPr>
        <p:sp>
          <p:nvSpPr>
            <p:cNvPr id="27" name="!! 标题符">
              <a:extLst>
                <a:ext uri="{FF2B5EF4-FFF2-40B4-BE49-F238E27FC236}">
                  <a16:creationId xmlns:a16="http://schemas.microsoft.com/office/drawing/2014/main" id="{786E0983-0DFD-CFC6-1AE3-A08E356CBB9D}"/>
                </a:ext>
              </a:extLst>
            </p:cNvPr>
            <p:cNvSpPr/>
            <p:nvPr/>
          </p:nvSpPr>
          <p:spPr>
            <a:xfrm>
              <a:off x="3146905" y="1685496"/>
              <a:ext cx="551700" cy="1255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defTabSz="457189">
                <a:defRPr/>
              </a:pPr>
              <a:endParaRPr lang="zh-CN" altLang="en-US">
                <a:solidFill>
                  <a:srgbClr val="FFFFFF"/>
                </a:solidFill>
                <a:latin typeface="OPPOSans R"/>
                <a:ea typeface="OPPOSans R"/>
              </a:endParaRPr>
            </a:p>
          </p:txBody>
        </p:sp>
        <p:sp>
          <p:nvSpPr>
            <p:cNvPr id="28" name="!! 标题">
              <a:extLst>
                <a:ext uri="{FF2B5EF4-FFF2-40B4-BE49-F238E27FC236}">
                  <a16:creationId xmlns:a16="http://schemas.microsoft.com/office/drawing/2014/main" id="{B94EFF4F-292F-83EE-2180-85C2F36B1CA6}"/>
                </a:ext>
              </a:extLst>
            </p:cNvPr>
            <p:cNvSpPr txBox="1"/>
            <p:nvPr/>
          </p:nvSpPr>
          <p:spPr>
            <a:xfrm>
              <a:off x="3079753" y="1375827"/>
              <a:ext cx="67378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457189">
                <a:defRPr/>
              </a:pPr>
              <a:r>
                <a:rPr lang="zh-CN" altLang="en-US" sz="2400" dirty="0">
                  <a:solidFill>
                    <a:srgbClr val="000000">
                      <a:lumMod val="75000"/>
                      <a:lumOff val="25000"/>
                    </a:srgbClr>
                  </a:solidFill>
                  <a:latin typeface="vivo Sans Medium"/>
                  <a:ea typeface="vivo Sans Medium"/>
                </a:rPr>
                <a:t>设置</a:t>
              </a:r>
            </a:p>
          </p:txBody>
        </p:sp>
      </p:grpSp>
      <p:grpSp>
        <p:nvGrpSpPr>
          <p:cNvPr id="3" name="!! 关闭按钮">
            <a:extLst>
              <a:ext uri="{FF2B5EF4-FFF2-40B4-BE49-F238E27FC236}">
                <a16:creationId xmlns:a16="http://schemas.microsoft.com/office/drawing/2014/main" id="{E381A5DA-6216-0539-126A-05623A0161D9}"/>
              </a:ext>
            </a:extLst>
          </p:cNvPr>
          <p:cNvGrpSpPr/>
          <p:nvPr/>
        </p:nvGrpSpPr>
        <p:grpSpPr>
          <a:xfrm>
            <a:off x="2757496" y="569913"/>
            <a:ext cx="290511" cy="290511"/>
            <a:chOff x="2328464" y="3107859"/>
            <a:chExt cx="583223" cy="583223"/>
          </a:xfrm>
        </p:grpSpPr>
        <p:sp>
          <p:nvSpPr>
            <p:cNvPr id="4" name="矩形: 圆角 3">
              <a:hlinkClick r:id="rId3" action="ppaction://hlinksldjump"/>
              <a:extLst>
                <a:ext uri="{FF2B5EF4-FFF2-40B4-BE49-F238E27FC236}">
                  <a16:creationId xmlns:a16="http://schemas.microsoft.com/office/drawing/2014/main" id="{A4BBF1CC-BD38-9342-2716-9C15EB4C8316}"/>
                </a:ext>
              </a:extLst>
            </p:cNvPr>
            <p:cNvSpPr/>
            <p:nvPr/>
          </p:nvSpPr>
          <p:spPr>
            <a:xfrm>
              <a:off x="2328464" y="3107859"/>
              <a:ext cx="583223" cy="583223"/>
            </a:xfrm>
            <a:prstGeom prst="roundRect">
              <a:avLst>
                <a:gd name="adj" fmla="val 20771"/>
              </a:avLst>
            </a:prstGeom>
            <a:solidFill>
              <a:schemeClr val="bg2"/>
            </a:solidFill>
            <a:ln>
              <a:noFill/>
            </a:ln>
            <a:effectLst>
              <a:outerShdw blurRad="127000" sx="101000" sy="101000" algn="c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77">
                <a:defRPr/>
              </a:pPr>
              <a:endParaRPr lang="zh-CN" altLang="en-US">
                <a:solidFill>
                  <a:srgbClr val="F5F5F5"/>
                </a:solidFill>
                <a:latin typeface="vivo Sans"/>
                <a:ea typeface="vivo Sans"/>
              </a:endParaRPr>
            </a:p>
          </p:txBody>
        </p:sp>
        <p:pic>
          <p:nvPicPr>
            <p:cNvPr id="5" name="图形 4">
              <a:extLst>
                <a:ext uri="{FF2B5EF4-FFF2-40B4-BE49-F238E27FC236}">
                  <a16:creationId xmlns:a16="http://schemas.microsoft.com/office/drawing/2014/main" id="{2171DED9-1572-BFA0-231B-A282ED05437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/>
          </p:blipFill>
          <p:spPr>
            <a:xfrm>
              <a:off x="2375480" y="3154875"/>
              <a:ext cx="489196" cy="489196"/>
            </a:xfrm>
            <a:prstGeom prst="rect">
              <a:avLst/>
            </a:prstGeom>
          </p:spPr>
        </p:pic>
      </p:grpSp>
      <p:grpSp>
        <p:nvGrpSpPr>
          <p:cNvPr id="87" name="!! 显示">
            <a:extLst>
              <a:ext uri="{FF2B5EF4-FFF2-40B4-BE49-F238E27FC236}">
                <a16:creationId xmlns:a16="http://schemas.microsoft.com/office/drawing/2014/main" id="{11AB04C9-B6C4-ECC9-815E-A062F522BAB0}"/>
              </a:ext>
            </a:extLst>
          </p:cNvPr>
          <p:cNvGrpSpPr/>
          <p:nvPr/>
        </p:nvGrpSpPr>
        <p:grpSpPr>
          <a:xfrm>
            <a:off x="470871" y="3706575"/>
            <a:ext cx="2552892" cy="457924"/>
            <a:chOff x="462453" y="2623554"/>
            <a:chExt cx="2552892" cy="457924"/>
          </a:xfrm>
        </p:grpSpPr>
        <p:sp>
          <p:nvSpPr>
            <p:cNvPr id="88" name="!! 未选中">
              <a:hlinkClick r:id="rId6" action="ppaction://hlinksldjump"/>
              <a:extLst>
                <a:ext uri="{FF2B5EF4-FFF2-40B4-BE49-F238E27FC236}">
                  <a16:creationId xmlns:a16="http://schemas.microsoft.com/office/drawing/2014/main" id="{921F9518-53EA-FDD7-8CA2-72309B392BA9}"/>
                </a:ext>
              </a:extLst>
            </p:cNvPr>
            <p:cNvSpPr/>
            <p:nvPr/>
          </p:nvSpPr>
          <p:spPr>
            <a:xfrm>
              <a:off x="462453" y="2623554"/>
              <a:ext cx="2552892" cy="457924"/>
            </a:xfrm>
            <a:prstGeom prst="roundRect">
              <a:avLst>
                <a:gd name="adj" fmla="val 22880"/>
              </a:avLst>
            </a:prstGeom>
            <a:solidFill>
              <a:schemeClr val="bg2"/>
            </a:solidFill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1998" defTabSz="914377">
                <a:defRPr/>
              </a:pPr>
              <a:r>
                <a:rPr lang="zh-CN" altLang="en-US" sz="1400" dirty="0">
                  <a:solidFill>
                    <a:schemeClr val="tx1">
                      <a:lumMod val="90000"/>
                      <a:lumOff val="10000"/>
                    </a:schemeClr>
                  </a:solidFill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      显示</a:t>
              </a:r>
            </a:p>
          </p:txBody>
        </p:sp>
        <p:grpSp>
          <p:nvGrpSpPr>
            <p:cNvPr id="89" name="组合 88">
              <a:extLst>
                <a:ext uri="{FF2B5EF4-FFF2-40B4-BE49-F238E27FC236}">
                  <a16:creationId xmlns:a16="http://schemas.microsoft.com/office/drawing/2014/main" id="{4EAED97E-747B-73B4-101B-91986A57954A}"/>
                </a:ext>
              </a:extLst>
            </p:cNvPr>
            <p:cNvGrpSpPr/>
            <p:nvPr/>
          </p:nvGrpSpPr>
          <p:grpSpPr>
            <a:xfrm>
              <a:off x="600851" y="2735577"/>
              <a:ext cx="245090" cy="245090"/>
              <a:chOff x="3449581" y="2374787"/>
              <a:chExt cx="263638" cy="263638"/>
            </a:xfrm>
          </p:grpSpPr>
          <p:sp>
            <p:nvSpPr>
              <p:cNvPr id="90" name="椭圆 89">
                <a:extLst>
                  <a:ext uri="{FF2B5EF4-FFF2-40B4-BE49-F238E27FC236}">
                    <a16:creationId xmlns:a16="http://schemas.microsoft.com/office/drawing/2014/main" id="{0B3B0A36-9C75-387F-3FD8-FF99C057D0FF}"/>
                  </a:ext>
                </a:extLst>
              </p:cNvPr>
              <p:cNvSpPr/>
              <p:nvPr/>
            </p:nvSpPr>
            <p:spPr>
              <a:xfrm>
                <a:off x="3449581" y="2374787"/>
                <a:ext cx="263638" cy="263638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91" name="icon">
                <a:extLst>
                  <a:ext uri="{FF2B5EF4-FFF2-40B4-BE49-F238E27FC236}">
                    <a16:creationId xmlns:a16="http://schemas.microsoft.com/office/drawing/2014/main" id="{AE83BED2-08DE-2A6F-A44C-0292D5D1D9D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rcRect/>
              <a:stretch/>
            </p:blipFill>
            <p:spPr>
              <a:xfrm>
                <a:off x="3513869" y="2435878"/>
                <a:ext cx="143060" cy="143060"/>
              </a:xfrm>
              <a:prstGeom prst="rect">
                <a:avLst/>
              </a:prstGeom>
            </p:spPr>
          </p:pic>
        </p:grpSp>
      </p:grpSp>
      <p:grpSp>
        <p:nvGrpSpPr>
          <p:cNvPr id="94" name="!! App">
            <a:extLst>
              <a:ext uri="{FF2B5EF4-FFF2-40B4-BE49-F238E27FC236}">
                <a16:creationId xmlns:a16="http://schemas.microsoft.com/office/drawing/2014/main" id="{587FCA0D-C75D-2DF6-7209-9936F94E0E4A}"/>
              </a:ext>
            </a:extLst>
          </p:cNvPr>
          <p:cNvGrpSpPr/>
          <p:nvPr/>
        </p:nvGrpSpPr>
        <p:grpSpPr>
          <a:xfrm>
            <a:off x="476549" y="2282681"/>
            <a:ext cx="2552892" cy="457924"/>
            <a:chOff x="462453" y="2623554"/>
            <a:chExt cx="2552892" cy="457924"/>
          </a:xfrm>
        </p:grpSpPr>
        <p:sp>
          <p:nvSpPr>
            <p:cNvPr id="95" name="!! 未选中">
              <a:hlinkClick r:id="rId9" action="ppaction://hlinksldjump"/>
              <a:extLst>
                <a:ext uri="{FF2B5EF4-FFF2-40B4-BE49-F238E27FC236}">
                  <a16:creationId xmlns:a16="http://schemas.microsoft.com/office/drawing/2014/main" id="{92972A37-7E8C-116F-2429-4A7A4E7FCE80}"/>
                </a:ext>
              </a:extLst>
            </p:cNvPr>
            <p:cNvSpPr/>
            <p:nvPr/>
          </p:nvSpPr>
          <p:spPr>
            <a:xfrm>
              <a:off x="462453" y="2623554"/>
              <a:ext cx="2552892" cy="457924"/>
            </a:xfrm>
            <a:prstGeom prst="roundRect">
              <a:avLst>
                <a:gd name="adj" fmla="val 22880"/>
              </a:avLst>
            </a:prstGeom>
            <a:solidFill>
              <a:schemeClr val="bg2"/>
            </a:solidFill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1998" defTabSz="914377">
                <a:defRPr/>
              </a:pPr>
              <a:r>
                <a:rPr lang="zh-CN" altLang="en-US" sz="1400" dirty="0">
                  <a:solidFill>
                    <a:schemeClr val="tx1">
                      <a:lumMod val="90000"/>
                      <a:lumOff val="10000"/>
                    </a:schemeClr>
                  </a:solidFill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      应用与模块</a:t>
              </a:r>
            </a:p>
          </p:txBody>
        </p:sp>
        <p:grpSp>
          <p:nvGrpSpPr>
            <p:cNvPr id="96" name="组合 95">
              <a:extLst>
                <a:ext uri="{FF2B5EF4-FFF2-40B4-BE49-F238E27FC236}">
                  <a16:creationId xmlns:a16="http://schemas.microsoft.com/office/drawing/2014/main" id="{40BD82AF-F53E-FE5F-94CD-8BFDBFC04F1D}"/>
                </a:ext>
              </a:extLst>
            </p:cNvPr>
            <p:cNvGrpSpPr/>
            <p:nvPr/>
          </p:nvGrpSpPr>
          <p:grpSpPr>
            <a:xfrm>
              <a:off x="600851" y="2735577"/>
              <a:ext cx="245090" cy="245090"/>
              <a:chOff x="3449581" y="2374787"/>
              <a:chExt cx="263638" cy="263638"/>
            </a:xfrm>
          </p:grpSpPr>
          <p:sp>
            <p:nvSpPr>
              <p:cNvPr id="97" name="椭圆 96">
                <a:extLst>
                  <a:ext uri="{FF2B5EF4-FFF2-40B4-BE49-F238E27FC236}">
                    <a16:creationId xmlns:a16="http://schemas.microsoft.com/office/drawing/2014/main" id="{8A6AF623-19A0-1B0F-5859-FC6CD69BA326}"/>
                  </a:ext>
                </a:extLst>
              </p:cNvPr>
              <p:cNvSpPr/>
              <p:nvPr/>
            </p:nvSpPr>
            <p:spPr>
              <a:xfrm>
                <a:off x="3449581" y="2374787"/>
                <a:ext cx="263638" cy="263638"/>
              </a:xfrm>
              <a:prstGeom prst="ellipse">
                <a:avLst/>
              </a:prstGeom>
              <a:solidFill>
                <a:schemeClr val="accent3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98" name="icon">
                <a:extLst>
                  <a:ext uri="{FF2B5EF4-FFF2-40B4-BE49-F238E27FC236}">
                    <a16:creationId xmlns:a16="http://schemas.microsoft.com/office/drawing/2014/main" id="{585C2400-0443-A9DA-BF51-FCD3F9317C5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rcRect/>
              <a:stretch/>
            </p:blipFill>
            <p:spPr>
              <a:xfrm>
                <a:off x="3513869" y="2435878"/>
                <a:ext cx="143060" cy="143060"/>
              </a:xfrm>
              <a:prstGeom prst="rect">
                <a:avLst/>
              </a:prstGeom>
            </p:spPr>
          </p:pic>
        </p:grpSp>
      </p:grpSp>
      <p:grpSp>
        <p:nvGrpSpPr>
          <p:cNvPr id="101" name="!! 电池">
            <a:extLst>
              <a:ext uri="{FF2B5EF4-FFF2-40B4-BE49-F238E27FC236}">
                <a16:creationId xmlns:a16="http://schemas.microsoft.com/office/drawing/2014/main" id="{A325353B-6CC0-CA6E-81FE-25FD5375DD85}"/>
              </a:ext>
            </a:extLst>
          </p:cNvPr>
          <p:cNvGrpSpPr/>
          <p:nvPr/>
        </p:nvGrpSpPr>
        <p:grpSpPr>
          <a:xfrm>
            <a:off x="470871" y="2852627"/>
            <a:ext cx="2552892" cy="457924"/>
            <a:chOff x="462453" y="2623554"/>
            <a:chExt cx="2552892" cy="457924"/>
          </a:xfrm>
        </p:grpSpPr>
        <p:sp>
          <p:nvSpPr>
            <p:cNvPr id="102" name="!! 未选中">
              <a:hlinkClick r:id="rId12" action="ppaction://hlinksldjump"/>
              <a:extLst>
                <a:ext uri="{FF2B5EF4-FFF2-40B4-BE49-F238E27FC236}">
                  <a16:creationId xmlns:a16="http://schemas.microsoft.com/office/drawing/2014/main" id="{EDDA2ECC-4695-4A4E-21B3-019841A1C3A0}"/>
                </a:ext>
              </a:extLst>
            </p:cNvPr>
            <p:cNvSpPr/>
            <p:nvPr/>
          </p:nvSpPr>
          <p:spPr>
            <a:xfrm>
              <a:off x="462453" y="2623554"/>
              <a:ext cx="2552892" cy="457924"/>
            </a:xfrm>
            <a:prstGeom prst="roundRect">
              <a:avLst>
                <a:gd name="adj" fmla="val 22880"/>
              </a:avLst>
            </a:prstGeom>
            <a:solidFill>
              <a:schemeClr val="bg2"/>
            </a:solidFill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1998" defTabSz="914377">
                <a:defRPr/>
              </a:pPr>
              <a:r>
                <a:rPr lang="zh-CN" altLang="en-US" sz="1400" dirty="0">
                  <a:solidFill>
                    <a:schemeClr val="tx1">
                      <a:lumMod val="90000"/>
                      <a:lumOff val="10000"/>
                    </a:schemeClr>
                  </a:solidFill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      电池</a:t>
              </a:r>
            </a:p>
          </p:txBody>
        </p:sp>
        <p:grpSp>
          <p:nvGrpSpPr>
            <p:cNvPr id="103" name="组合 102">
              <a:extLst>
                <a:ext uri="{FF2B5EF4-FFF2-40B4-BE49-F238E27FC236}">
                  <a16:creationId xmlns:a16="http://schemas.microsoft.com/office/drawing/2014/main" id="{F6754E51-ED20-1960-C7F2-9C9F6B959B35}"/>
                </a:ext>
              </a:extLst>
            </p:cNvPr>
            <p:cNvGrpSpPr/>
            <p:nvPr/>
          </p:nvGrpSpPr>
          <p:grpSpPr>
            <a:xfrm>
              <a:off x="600851" y="2735577"/>
              <a:ext cx="245090" cy="245090"/>
              <a:chOff x="3449581" y="2374787"/>
              <a:chExt cx="263638" cy="263638"/>
            </a:xfrm>
          </p:grpSpPr>
          <p:sp>
            <p:nvSpPr>
              <p:cNvPr id="104" name="椭圆 103">
                <a:extLst>
                  <a:ext uri="{FF2B5EF4-FFF2-40B4-BE49-F238E27FC236}">
                    <a16:creationId xmlns:a16="http://schemas.microsoft.com/office/drawing/2014/main" id="{FA34FC98-B050-E340-D911-E8305DB59E5B}"/>
                  </a:ext>
                </a:extLst>
              </p:cNvPr>
              <p:cNvSpPr/>
              <p:nvPr/>
            </p:nvSpPr>
            <p:spPr>
              <a:xfrm>
                <a:off x="3449581" y="2374787"/>
                <a:ext cx="263638" cy="263638"/>
              </a:xfrm>
              <a:prstGeom prst="ellipse">
                <a:avLst/>
              </a:prstGeom>
              <a:solidFill>
                <a:srgbClr val="3ADE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105" name="icon">
                <a:extLst>
                  <a:ext uri="{FF2B5EF4-FFF2-40B4-BE49-F238E27FC236}">
                    <a16:creationId xmlns:a16="http://schemas.microsoft.com/office/drawing/2014/main" id="{A4F9C421-1E0C-E97A-44E5-CEB3E710732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rcRect/>
              <a:stretch/>
            </p:blipFill>
            <p:spPr>
              <a:xfrm>
                <a:off x="3513869" y="2435878"/>
                <a:ext cx="143060" cy="143060"/>
              </a:xfrm>
              <a:prstGeom prst="rect">
                <a:avLst/>
              </a:prstGeom>
            </p:spPr>
          </p:pic>
        </p:grpSp>
      </p:grpSp>
      <p:sp>
        <p:nvSpPr>
          <p:cNvPr id="113" name="!! 个性化">
            <a:extLst>
              <a:ext uri="{FF2B5EF4-FFF2-40B4-BE49-F238E27FC236}">
                <a16:creationId xmlns:a16="http://schemas.microsoft.com/office/drawing/2014/main" id="{86CAE753-DED7-15C5-E0A1-EEEAB3947B45}"/>
              </a:ext>
            </a:extLst>
          </p:cNvPr>
          <p:cNvSpPr txBox="1"/>
          <p:nvPr/>
        </p:nvSpPr>
        <p:spPr>
          <a:xfrm>
            <a:off x="470872" y="3444966"/>
            <a:ext cx="11113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dirty="0">
                <a:solidFill>
                  <a:schemeClr val="bg1">
                    <a:lumMod val="50000"/>
                  </a:schemeClr>
                </a:solidFill>
              </a:rPr>
              <a:t>个性化</a:t>
            </a: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99408DD0-3C7C-0778-8778-A22832F8F1FC}"/>
              </a:ext>
            </a:extLst>
          </p:cNvPr>
          <p:cNvSpPr txBox="1"/>
          <p:nvPr/>
        </p:nvSpPr>
        <p:spPr>
          <a:xfrm>
            <a:off x="462454" y="2020809"/>
            <a:ext cx="11113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dirty="0">
                <a:solidFill>
                  <a:schemeClr val="bg1">
                    <a:lumMod val="50000"/>
                  </a:schemeClr>
                </a:solidFill>
              </a:rPr>
              <a:t>网络与连接</a:t>
            </a: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2D61FEDF-3625-8DCC-F16D-E1B8BFF390FE}"/>
              </a:ext>
            </a:extLst>
          </p:cNvPr>
          <p:cNvSpPr txBox="1"/>
          <p:nvPr/>
        </p:nvSpPr>
        <p:spPr>
          <a:xfrm>
            <a:off x="462455" y="4033431"/>
            <a:ext cx="11113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dirty="0">
                <a:solidFill>
                  <a:schemeClr val="bg1">
                    <a:lumMod val="50000"/>
                  </a:schemeClr>
                </a:solidFill>
              </a:rPr>
              <a:t>系统与安全</a:t>
            </a:r>
          </a:p>
        </p:txBody>
      </p:sp>
      <p:grpSp>
        <p:nvGrpSpPr>
          <p:cNvPr id="45" name="!! 软件更新">
            <a:extLst>
              <a:ext uri="{FF2B5EF4-FFF2-40B4-BE49-F238E27FC236}">
                <a16:creationId xmlns:a16="http://schemas.microsoft.com/office/drawing/2014/main" id="{0C328C94-A4E1-F3B3-129D-08F98C9297A4}"/>
              </a:ext>
            </a:extLst>
          </p:cNvPr>
          <p:cNvGrpSpPr/>
          <p:nvPr/>
        </p:nvGrpSpPr>
        <p:grpSpPr>
          <a:xfrm>
            <a:off x="462455" y="4299750"/>
            <a:ext cx="2552892" cy="457924"/>
            <a:chOff x="481145" y="1890767"/>
            <a:chExt cx="2552892" cy="457924"/>
          </a:xfrm>
        </p:grpSpPr>
        <p:sp>
          <p:nvSpPr>
            <p:cNvPr id="46" name="!! 未选中">
              <a:hlinkClick r:id="rId15" action="ppaction://hlinksldjump"/>
              <a:extLst>
                <a:ext uri="{FF2B5EF4-FFF2-40B4-BE49-F238E27FC236}">
                  <a16:creationId xmlns:a16="http://schemas.microsoft.com/office/drawing/2014/main" id="{BD9A9E34-0CD3-F829-6140-C842DEBE2108}"/>
                </a:ext>
              </a:extLst>
            </p:cNvPr>
            <p:cNvSpPr/>
            <p:nvPr/>
          </p:nvSpPr>
          <p:spPr>
            <a:xfrm>
              <a:off x="481145" y="1890767"/>
              <a:ext cx="2552892" cy="457924"/>
            </a:xfrm>
            <a:prstGeom prst="roundRect">
              <a:avLst>
                <a:gd name="adj" fmla="val 22880"/>
              </a:avLst>
            </a:prstGeom>
            <a:solidFill>
              <a:schemeClr val="bg2"/>
            </a:solidFill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1998" defTabSz="914377">
                <a:defRPr/>
              </a:pPr>
              <a:r>
                <a:rPr lang="zh-CN" altLang="en-US" sz="1400" dirty="0">
                  <a:solidFill>
                    <a:schemeClr val="tx1"/>
                  </a:solidFill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      系统更新</a:t>
              </a:r>
            </a:p>
          </p:txBody>
        </p:sp>
        <p:pic>
          <p:nvPicPr>
            <p:cNvPr id="47" name="icon">
              <a:extLst>
                <a:ext uri="{FF2B5EF4-FFF2-40B4-BE49-F238E27FC236}">
                  <a16:creationId xmlns:a16="http://schemas.microsoft.com/office/drawing/2014/main" id="{44056F59-8442-4D8D-BB26-18F12354E395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rcRect/>
            <a:stretch/>
          </p:blipFill>
          <p:spPr>
            <a:xfrm>
              <a:off x="623508" y="2001148"/>
              <a:ext cx="237162" cy="237162"/>
            </a:xfrm>
            <a:prstGeom prst="rect">
              <a:avLst/>
            </a:prstGeom>
          </p:spPr>
        </p:pic>
      </p:grpSp>
      <p:grpSp>
        <p:nvGrpSpPr>
          <p:cNvPr id="69" name="!! 更多连接">
            <a:extLst>
              <a:ext uri="{FF2B5EF4-FFF2-40B4-BE49-F238E27FC236}">
                <a16:creationId xmlns:a16="http://schemas.microsoft.com/office/drawing/2014/main" id="{B02A8301-5C63-275F-01D7-B8F6B2EF2123}"/>
              </a:ext>
            </a:extLst>
          </p:cNvPr>
          <p:cNvGrpSpPr/>
          <p:nvPr/>
        </p:nvGrpSpPr>
        <p:grpSpPr>
          <a:xfrm>
            <a:off x="462454" y="3410531"/>
            <a:ext cx="2552892" cy="457924"/>
            <a:chOff x="462453" y="2623554"/>
            <a:chExt cx="2552892" cy="457924"/>
          </a:xfrm>
        </p:grpSpPr>
        <p:sp>
          <p:nvSpPr>
            <p:cNvPr id="41" name="!! 未选中">
              <a:hlinkClick r:id="rId18" action="ppaction://hlinksldjump"/>
              <a:extLst>
                <a:ext uri="{FF2B5EF4-FFF2-40B4-BE49-F238E27FC236}">
                  <a16:creationId xmlns:a16="http://schemas.microsoft.com/office/drawing/2014/main" id="{DB8B1776-788E-1E9E-E00C-AD00997F2D2D}"/>
                </a:ext>
              </a:extLst>
            </p:cNvPr>
            <p:cNvSpPr/>
            <p:nvPr/>
          </p:nvSpPr>
          <p:spPr>
            <a:xfrm>
              <a:off x="462453" y="2623554"/>
              <a:ext cx="2552892" cy="457924"/>
            </a:xfrm>
            <a:prstGeom prst="roundRect">
              <a:avLst>
                <a:gd name="adj" fmla="val 22880"/>
              </a:avLst>
            </a:prstGeom>
            <a:solidFill>
              <a:schemeClr val="bg2"/>
            </a:solidFill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1998" defTabSz="914377">
                <a:defRPr/>
              </a:pPr>
              <a:r>
                <a:rPr lang="zh-CN" altLang="en-US" sz="1400" dirty="0">
                  <a:solidFill>
                    <a:schemeClr val="tx1">
                      <a:lumMod val="90000"/>
                      <a:lumOff val="10000"/>
                    </a:schemeClr>
                  </a:solidFill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      更多连接</a:t>
              </a:r>
            </a:p>
          </p:txBody>
        </p:sp>
        <p:grpSp>
          <p:nvGrpSpPr>
            <p:cNvPr id="68" name="组合 67">
              <a:extLst>
                <a:ext uri="{FF2B5EF4-FFF2-40B4-BE49-F238E27FC236}">
                  <a16:creationId xmlns:a16="http://schemas.microsoft.com/office/drawing/2014/main" id="{8E6B35B1-4679-3F08-6EC7-EA7D1B0AAAAF}"/>
                </a:ext>
              </a:extLst>
            </p:cNvPr>
            <p:cNvGrpSpPr/>
            <p:nvPr/>
          </p:nvGrpSpPr>
          <p:grpSpPr>
            <a:xfrm>
              <a:off x="600851" y="2735577"/>
              <a:ext cx="245090" cy="245090"/>
              <a:chOff x="3449581" y="2374787"/>
              <a:chExt cx="263638" cy="263638"/>
            </a:xfrm>
          </p:grpSpPr>
          <p:sp>
            <p:nvSpPr>
              <p:cNvPr id="66" name="椭圆 65">
                <a:extLst>
                  <a:ext uri="{FF2B5EF4-FFF2-40B4-BE49-F238E27FC236}">
                    <a16:creationId xmlns:a16="http://schemas.microsoft.com/office/drawing/2014/main" id="{A79EEB55-1E06-1D76-CA06-214966059610}"/>
                  </a:ext>
                </a:extLst>
              </p:cNvPr>
              <p:cNvSpPr/>
              <p:nvPr/>
            </p:nvSpPr>
            <p:spPr>
              <a:xfrm>
                <a:off x="3449581" y="2374787"/>
                <a:ext cx="263638" cy="263638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67" name="icon">
                <a:extLst>
                  <a:ext uri="{FF2B5EF4-FFF2-40B4-BE49-F238E27FC236}">
                    <a16:creationId xmlns:a16="http://schemas.microsoft.com/office/drawing/2014/main" id="{3551D096-AF8B-8145-174E-511E04D7EA5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9">
                <a:extLst>
                  <a:ext uri="{96DAC541-7B7A-43D3-8B79-37D633B846F1}">
                    <asvg:svgBlip xmlns:asvg="http://schemas.microsoft.com/office/drawing/2016/SVG/main" r:embed="rId20"/>
                  </a:ext>
                </a:extLst>
              </a:blip>
              <a:srcRect/>
              <a:stretch/>
            </p:blipFill>
            <p:spPr>
              <a:xfrm>
                <a:off x="3513774" y="2433849"/>
                <a:ext cx="143060" cy="143060"/>
              </a:xfrm>
              <a:prstGeom prst="rect">
                <a:avLst/>
              </a:prstGeom>
            </p:spPr>
          </p:pic>
        </p:grpSp>
      </p:grpSp>
      <p:sp>
        <p:nvSpPr>
          <p:cNvPr id="76" name="!! 更多">
            <a:extLst>
              <a:ext uri="{FF2B5EF4-FFF2-40B4-BE49-F238E27FC236}">
                <a16:creationId xmlns:a16="http://schemas.microsoft.com/office/drawing/2014/main" id="{17802366-4585-2CA9-EA86-D46D6AE85948}"/>
              </a:ext>
            </a:extLst>
          </p:cNvPr>
          <p:cNvSpPr txBox="1"/>
          <p:nvPr/>
        </p:nvSpPr>
        <p:spPr>
          <a:xfrm>
            <a:off x="1310353" y="6016666"/>
            <a:ext cx="85443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100" dirty="0">
                <a:solidFill>
                  <a:schemeClr val="accent1"/>
                </a:solidFill>
              </a:rPr>
              <a:t>下一页</a:t>
            </a:r>
          </a:p>
        </p:txBody>
      </p:sp>
      <p:grpSp>
        <p:nvGrpSpPr>
          <p:cNvPr id="22" name="!! 蓝牙">
            <a:extLst>
              <a:ext uri="{FF2B5EF4-FFF2-40B4-BE49-F238E27FC236}">
                <a16:creationId xmlns:a16="http://schemas.microsoft.com/office/drawing/2014/main" id="{75B15ABD-F9C1-6C88-B9E5-E15FC0F10CC2}"/>
              </a:ext>
            </a:extLst>
          </p:cNvPr>
          <p:cNvGrpSpPr/>
          <p:nvPr/>
        </p:nvGrpSpPr>
        <p:grpSpPr>
          <a:xfrm>
            <a:off x="462453" y="2846581"/>
            <a:ext cx="2552892" cy="457924"/>
            <a:chOff x="462452" y="2059603"/>
            <a:chExt cx="2552892" cy="457924"/>
          </a:xfrm>
        </p:grpSpPr>
        <p:sp>
          <p:nvSpPr>
            <p:cNvPr id="33" name="!! 未选中">
              <a:hlinkClick r:id="rId21" action="ppaction://hlinksldjump"/>
              <a:extLst>
                <a:ext uri="{FF2B5EF4-FFF2-40B4-BE49-F238E27FC236}">
                  <a16:creationId xmlns:a16="http://schemas.microsoft.com/office/drawing/2014/main" id="{C5B8ABEA-BAEC-F46E-644B-87D3308B75EA}"/>
                </a:ext>
              </a:extLst>
            </p:cNvPr>
            <p:cNvSpPr/>
            <p:nvPr/>
          </p:nvSpPr>
          <p:spPr>
            <a:xfrm>
              <a:off x="462452" y="2059603"/>
              <a:ext cx="2552892" cy="457924"/>
            </a:xfrm>
            <a:prstGeom prst="roundRect">
              <a:avLst>
                <a:gd name="adj" fmla="val 22880"/>
              </a:avLst>
            </a:prstGeom>
            <a:solidFill>
              <a:schemeClr val="bg2"/>
            </a:solidFill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1998" defTabSz="914377">
                <a:defRPr/>
              </a:pPr>
              <a:r>
                <a:rPr lang="zh-CN" altLang="en-US" sz="1400" dirty="0">
                  <a:solidFill>
                    <a:schemeClr val="tx1">
                      <a:lumMod val="90000"/>
                      <a:lumOff val="10000"/>
                    </a:schemeClr>
                  </a:solidFill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      蓝牙</a:t>
              </a:r>
            </a:p>
          </p:txBody>
        </p:sp>
        <p:pic>
          <p:nvPicPr>
            <p:cNvPr id="14" name="图形 13">
              <a:extLst>
                <a:ext uri="{FF2B5EF4-FFF2-40B4-BE49-F238E27FC236}">
                  <a16:creationId xmlns:a16="http://schemas.microsoft.com/office/drawing/2014/main" id="{877FAD67-A7EB-9949-9D72-2539A52F02CF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p:blipFill>
          <p:spPr>
            <a:xfrm>
              <a:off x="600851" y="2174279"/>
              <a:ext cx="237166" cy="237166"/>
            </a:xfrm>
            <a:prstGeom prst="rect">
              <a:avLst/>
            </a:prstGeom>
          </p:spPr>
        </p:pic>
      </p:grpSp>
      <p:grpSp>
        <p:nvGrpSpPr>
          <p:cNvPr id="23" name="!! WLAN">
            <a:extLst>
              <a:ext uri="{FF2B5EF4-FFF2-40B4-BE49-F238E27FC236}">
                <a16:creationId xmlns:a16="http://schemas.microsoft.com/office/drawing/2014/main" id="{0AA77C6A-45E5-63F4-1830-48A5017B0B05}"/>
              </a:ext>
            </a:extLst>
          </p:cNvPr>
          <p:cNvGrpSpPr/>
          <p:nvPr/>
        </p:nvGrpSpPr>
        <p:grpSpPr>
          <a:xfrm>
            <a:off x="462453" y="2282631"/>
            <a:ext cx="2552892" cy="457924"/>
            <a:chOff x="462452" y="1495653"/>
            <a:chExt cx="2552892" cy="457924"/>
          </a:xfrm>
        </p:grpSpPr>
        <p:grpSp>
          <p:nvGrpSpPr>
            <p:cNvPr id="54" name="!! WLAN">
              <a:extLst>
                <a:ext uri="{FF2B5EF4-FFF2-40B4-BE49-F238E27FC236}">
                  <a16:creationId xmlns:a16="http://schemas.microsoft.com/office/drawing/2014/main" id="{1BDDC6E2-6FA2-45AE-9F90-653798823D77}"/>
                </a:ext>
              </a:extLst>
            </p:cNvPr>
            <p:cNvGrpSpPr/>
            <p:nvPr/>
          </p:nvGrpSpPr>
          <p:grpSpPr>
            <a:xfrm>
              <a:off x="462452" y="1495653"/>
              <a:ext cx="2552892" cy="457924"/>
              <a:chOff x="462452" y="1495653"/>
              <a:chExt cx="2552892" cy="457924"/>
            </a:xfrm>
          </p:grpSpPr>
          <p:sp>
            <p:nvSpPr>
              <p:cNvPr id="36" name="!! 未选中">
                <a:hlinkClick r:id="rId24" action="ppaction://hlinksldjump"/>
                <a:extLst>
                  <a:ext uri="{FF2B5EF4-FFF2-40B4-BE49-F238E27FC236}">
                    <a16:creationId xmlns:a16="http://schemas.microsoft.com/office/drawing/2014/main" id="{A444EB89-07B2-3E5E-FCDD-83A3DC18555C}"/>
                  </a:ext>
                </a:extLst>
              </p:cNvPr>
              <p:cNvSpPr/>
              <p:nvPr/>
            </p:nvSpPr>
            <p:spPr>
              <a:xfrm>
                <a:off x="462452" y="1495653"/>
                <a:ext cx="2552892" cy="457924"/>
              </a:xfrm>
              <a:prstGeom prst="roundRect">
                <a:avLst>
                  <a:gd name="adj" fmla="val 22880"/>
                </a:avLst>
              </a:prstGeom>
              <a:solidFill>
                <a:schemeClr val="bg2"/>
              </a:solidFill>
              <a:ln w="6350"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71998" defTabSz="914377">
                  <a:defRPr/>
                </a:pPr>
                <a:r>
                  <a:rPr lang="zh-CN" altLang="en-US" sz="1400" dirty="0">
                    <a:solidFill>
                      <a:schemeClr val="tx1">
                        <a:lumMod val="90000"/>
                        <a:lumOff val="10000"/>
                      </a:schemeClr>
                    </a:solidFill>
                    <a:latin typeface="vivo Sans Light" panose="02000400000000000000" pitchFamily="2" charset="-122"/>
                    <a:ea typeface="vivo Sans Light" panose="02000400000000000000" pitchFamily="2" charset="-122"/>
                    <a:cs typeface="vivo Sans Light" panose="02000400000000000000" pitchFamily="2" charset="-122"/>
                  </a:rPr>
                  <a:t>      无线局域网</a:t>
                </a:r>
              </a:p>
            </p:txBody>
          </p:sp>
          <p:pic>
            <p:nvPicPr>
              <p:cNvPr id="52" name="icon">
                <a:extLst>
                  <a:ext uri="{FF2B5EF4-FFF2-40B4-BE49-F238E27FC236}">
                    <a16:creationId xmlns:a16="http://schemas.microsoft.com/office/drawing/2014/main" id="{E9309EF1-6CB4-737B-E8CA-45E0EF539C3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5">
                <a:extLst>
                  <a:ext uri="{96DAC541-7B7A-43D3-8B79-37D633B846F1}">
                    <asvg:svgBlip xmlns:asvg="http://schemas.microsoft.com/office/drawing/2016/SVG/main" r:embed="rId26"/>
                  </a:ext>
                </a:extLst>
              </a:blip>
              <a:srcRect/>
              <a:stretch/>
            </p:blipFill>
            <p:spPr>
              <a:xfrm>
                <a:off x="638475" y="1636367"/>
                <a:ext cx="169842" cy="169842"/>
              </a:xfrm>
              <a:prstGeom prst="rect">
                <a:avLst/>
              </a:prstGeom>
            </p:spPr>
          </p:pic>
        </p:grpSp>
        <p:pic>
          <p:nvPicPr>
            <p:cNvPr id="16" name="图形 15">
              <a:extLst>
                <a:ext uri="{FF2B5EF4-FFF2-40B4-BE49-F238E27FC236}">
                  <a16:creationId xmlns:a16="http://schemas.microsoft.com/office/drawing/2014/main" id="{D50584B4-9E1B-E75D-B25F-7E9E17566C21}"/>
                </a:ext>
              </a:extLst>
            </p:cNvPr>
            <p:cNvPicPr>
              <a:picLocks noChangeAspect="1"/>
            </p:cNvPicPr>
            <p:nvPr/>
          </p:nvPicPr>
          <p:blipFill>
            <a:blip r:embed="rId27">
              <a:extLs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/>
            </a:stretch>
          </p:blipFill>
          <p:spPr>
            <a:xfrm>
              <a:off x="600489" y="1593839"/>
              <a:ext cx="245452" cy="245452"/>
            </a:xfrm>
            <a:prstGeom prst="rect">
              <a:avLst/>
            </a:prstGeom>
          </p:spPr>
        </p:pic>
      </p:grpSp>
      <p:grpSp>
        <p:nvGrpSpPr>
          <p:cNvPr id="21" name="!! 关于">
            <a:extLst>
              <a:ext uri="{FF2B5EF4-FFF2-40B4-BE49-F238E27FC236}">
                <a16:creationId xmlns:a16="http://schemas.microsoft.com/office/drawing/2014/main" id="{4B4BAD8A-20DA-8557-A498-A76FA7E30F4E}"/>
              </a:ext>
            </a:extLst>
          </p:cNvPr>
          <p:cNvGrpSpPr/>
          <p:nvPr/>
        </p:nvGrpSpPr>
        <p:grpSpPr>
          <a:xfrm>
            <a:off x="461126" y="5442791"/>
            <a:ext cx="2552892" cy="457924"/>
            <a:chOff x="453977" y="4076722"/>
            <a:chExt cx="2552892" cy="457924"/>
          </a:xfrm>
        </p:grpSpPr>
        <p:sp>
          <p:nvSpPr>
            <p:cNvPr id="49" name="!! 未选中">
              <a:hlinkClick r:id="rId29" action="ppaction://hlinksldjump"/>
              <a:extLst>
                <a:ext uri="{FF2B5EF4-FFF2-40B4-BE49-F238E27FC236}">
                  <a16:creationId xmlns:a16="http://schemas.microsoft.com/office/drawing/2014/main" id="{A4F1D237-B680-C8AB-8971-6AA046DBEAF4}"/>
                </a:ext>
              </a:extLst>
            </p:cNvPr>
            <p:cNvSpPr/>
            <p:nvPr/>
          </p:nvSpPr>
          <p:spPr>
            <a:xfrm>
              <a:off x="453977" y="4076722"/>
              <a:ext cx="2552892" cy="457924"/>
            </a:xfrm>
            <a:prstGeom prst="roundRect">
              <a:avLst>
                <a:gd name="adj" fmla="val 22880"/>
              </a:avLst>
            </a:prstGeom>
            <a:solidFill>
              <a:schemeClr val="bg2"/>
            </a:solidFill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1998" defTabSz="914377">
                <a:defRPr/>
              </a:pPr>
              <a:r>
                <a:rPr lang="zh-CN" altLang="en-US" sz="1400" dirty="0">
                  <a:solidFill>
                    <a:schemeClr val="tx1">
                      <a:lumMod val="90000"/>
                      <a:lumOff val="10000"/>
                    </a:schemeClr>
                  </a:solidFill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      关于此</a:t>
              </a:r>
              <a:r>
                <a:rPr lang="en-US" altLang="zh-CN" sz="1400" dirty="0">
                  <a:solidFill>
                    <a:schemeClr val="tx1">
                      <a:lumMod val="90000"/>
                      <a:lumOff val="10000"/>
                    </a:schemeClr>
                  </a:solidFill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Pad</a:t>
              </a:r>
              <a:endParaRPr lang="zh-CN" altLang="en-US" sz="1400" dirty="0">
                <a:solidFill>
                  <a:schemeClr val="tx1">
                    <a:lumMod val="90000"/>
                    <a:lumOff val="10000"/>
                  </a:schemeClr>
                </a:solidFill>
                <a:latin typeface="vivo Sans Light" panose="02000400000000000000" pitchFamily="2" charset="-122"/>
                <a:ea typeface="vivo Sans Light" panose="02000400000000000000" pitchFamily="2" charset="-122"/>
                <a:cs typeface="vivo Sans Light" panose="02000400000000000000" pitchFamily="2" charset="-122"/>
              </a:endParaRPr>
            </a:p>
          </p:txBody>
        </p:sp>
        <p:pic>
          <p:nvPicPr>
            <p:cNvPr id="20" name="图形 19">
              <a:extLst>
                <a:ext uri="{FF2B5EF4-FFF2-40B4-BE49-F238E27FC236}">
                  <a16:creationId xmlns:a16="http://schemas.microsoft.com/office/drawing/2014/main" id="{09DBDD2F-40CC-4C4F-117D-7B9A906C7244}"/>
                </a:ext>
              </a:extLst>
            </p:cNvPr>
            <p:cNvPicPr>
              <a:picLocks noChangeAspect="1"/>
            </p:cNvPicPr>
            <p:nvPr/>
          </p:nvPicPr>
          <p:blipFill>
            <a:blip r:embed="rId30">
              <a:extLs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tretch>
              <a:fillRect/>
            </a:stretch>
          </p:blipFill>
          <p:spPr>
            <a:xfrm flipV="1">
              <a:off x="599323" y="4190280"/>
              <a:ext cx="238694" cy="238694"/>
            </a:xfrm>
            <a:prstGeom prst="rect">
              <a:avLst/>
            </a:prstGeom>
          </p:spPr>
        </p:pic>
      </p:grpSp>
      <p:grpSp>
        <p:nvGrpSpPr>
          <p:cNvPr id="24" name="!! 关闭按钮">
            <a:extLst>
              <a:ext uri="{FF2B5EF4-FFF2-40B4-BE49-F238E27FC236}">
                <a16:creationId xmlns:a16="http://schemas.microsoft.com/office/drawing/2014/main" id="{129BBDFE-0DEF-F66F-EEAB-5CC2A71E91AF}"/>
              </a:ext>
            </a:extLst>
          </p:cNvPr>
          <p:cNvGrpSpPr/>
          <p:nvPr/>
        </p:nvGrpSpPr>
        <p:grpSpPr>
          <a:xfrm>
            <a:off x="2333440" y="569913"/>
            <a:ext cx="290511" cy="290511"/>
            <a:chOff x="2328464" y="3107859"/>
            <a:chExt cx="583223" cy="583223"/>
          </a:xfrm>
        </p:grpSpPr>
        <p:sp>
          <p:nvSpPr>
            <p:cNvPr id="26" name="矩形: 圆角 25">
              <a:hlinkClick r:id="rId32" action="ppaction://hlinksldjump"/>
              <a:extLst>
                <a:ext uri="{FF2B5EF4-FFF2-40B4-BE49-F238E27FC236}">
                  <a16:creationId xmlns:a16="http://schemas.microsoft.com/office/drawing/2014/main" id="{22F07386-7021-B40B-EEC0-6B738A1A9D87}"/>
                </a:ext>
              </a:extLst>
            </p:cNvPr>
            <p:cNvSpPr/>
            <p:nvPr/>
          </p:nvSpPr>
          <p:spPr>
            <a:xfrm>
              <a:off x="2328464" y="3107859"/>
              <a:ext cx="583223" cy="583223"/>
            </a:xfrm>
            <a:prstGeom prst="roundRect">
              <a:avLst>
                <a:gd name="adj" fmla="val 20771"/>
              </a:avLst>
            </a:prstGeom>
            <a:solidFill>
              <a:schemeClr val="bg2"/>
            </a:solidFill>
            <a:ln>
              <a:noFill/>
            </a:ln>
            <a:effectLst>
              <a:outerShdw blurRad="127000" sx="101000" sy="101000" algn="c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77">
                <a:defRPr/>
              </a:pPr>
              <a:endParaRPr lang="zh-CN" altLang="en-US">
                <a:solidFill>
                  <a:srgbClr val="F5F5F5"/>
                </a:solidFill>
                <a:latin typeface="vivo Sans"/>
                <a:ea typeface="vivo Sans"/>
              </a:endParaRPr>
            </a:p>
          </p:txBody>
        </p:sp>
        <p:pic>
          <p:nvPicPr>
            <p:cNvPr id="29" name="图形 28">
              <a:extLst>
                <a:ext uri="{FF2B5EF4-FFF2-40B4-BE49-F238E27FC236}">
                  <a16:creationId xmlns:a16="http://schemas.microsoft.com/office/drawing/2014/main" id="{4187212C-5868-7F20-101C-55E3C26F1842}"/>
                </a:ext>
              </a:extLst>
            </p:cNvPr>
            <p:cNvPicPr>
              <a:picLocks noChangeAspect="1"/>
            </p:cNvPicPr>
            <p:nvPr/>
          </p:nvPicPr>
          <p:blipFill>
            <a:blip r:embed="rId33">
              <a:extLst>
                <a:ext uri="{96DAC541-7B7A-43D3-8B79-37D633B846F1}">
                  <asvg:svgBlip xmlns:asvg="http://schemas.microsoft.com/office/drawing/2016/SVG/main" r:embed="rId34"/>
                </a:ext>
              </a:extLst>
            </a:blip>
            <a:srcRect/>
            <a:stretch/>
          </p:blipFill>
          <p:spPr>
            <a:xfrm>
              <a:off x="2449200" y="3228595"/>
              <a:ext cx="341755" cy="341755"/>
            </a:xfrm>
            <a:prstGeom prst="rect">
              <a:avLst/>
            </a:prstGeom>
          </p:spPr>
        </p:pic>
      </p:grpSp>
      <p:grpSp>
        <p:nvGrpSpPr>
          <p:cNvPr id="38" name="!! dock右">
            <a:extLst>
              <a:ext uri="{FF2B5EF4-FFF2-40B4-BE49-F238E27FC236}">
                <a16:creationId xmlns:a16="http://schemas.microsoft.com/office/drawing/2014/main" id="{87B59653-F21E-82D3-9A2E-2ADDEDF38F5C}"/>
              </a:ext>
            </a:extLst>
          </p:cNvPr>
          <p:cNvGrpSpPr/>
          <p:nvPr/>
        </p:nvGrpSpPr>
        <p:grpSpPr>
          <a:xfrm>
            <a:off x="4869920" y="7119572"/>
            <a:ext cx="2452159" cy="574899"/>
            <a:chOff x="7408333" y="5780624"/>
            <a:chExt cx="2452159" cy="704838"/>
          </a:xfrm>
        </p:grpSpPr>
        <p:sp useBgFill="1">
          <p:nvSpPr>
            <p:cNvPr id="39" name="!! 模糊">
              <a:extLst>
                <a:ext uri="{FF2B5EF4-FFF2-40B4-BE49-F238E27FC236}">
                  <a16:creationId xmlns:a16="http://schemas.microsoft.com/office/drawing/2014/main" id="{37C3D627-5FB9-E611-BCB5-BA7432B7E1CF}"/>
                </a:ext>
              </a:extLst>
            </p:cNvPr>
            <p:cNvSpPr>
              <a:spLocks/>
            </p:cNvSpPr>
            <p:nvPr/>
          </p:nvSpPr>
          <p:spPr>
            <a:xfrm>
              <a:off x="7408333" y="5780624"/>
              <a:ext cx="2452159" cy="704838"/>
            </a:xfrm>
            <a:prstGeom prst="roundRect">
              <a:avLst>
                <a:gd name="adj" fmla="val 15000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189">
                <a:defRPr/>
              </a:pPr>
              <a:endParaRPr lang="zh-CN" altLang="en-US">
                <a:solidFill>
                  <a:srgbClr val="FFFFFF"/>
                </a:solidFill>
                <a:latin typeface="OPPOSans R"/>
                <a:ea typeface="OPPOSans R"/>
              </a:endParaRPr>
            </a:p>
          </p:txBody>
        </p:sp>
        <p:sp>
          <p:nvSpPr>
            <p:cNvPr id="40" name="!! 颜色遮罩">
              <a:extLst>
                <a:ext uri="{FF2B5EF4-FFF2-40B4-BE49-F238E27FC236}">
                  <a16:creationId xmlns:a16="http://schemas.microsoft.com/office/drawing/2014/main" id="{C892D4F1-9401-4604-5B1E-0838047C9C75}"/>
                </a:ext>
              </a:extLst>
            </p:cNvPr>
            <p:cNvSpPr>
              <a:spLocks/>
            </p:cNvSpPr>
            <p:nvPr/>
          </p:nvSpPr>
          <p:spPr>
            <a:xfrm>
              <a:off x="7408333" y="5780624"/>
              <a:ext cx="2452159" cy="704838"/>
            </a:xfrm>
            <a:prstGeom prst="roundRect">
              <a:avLst>
                <a:gd name="adj" fmla="val 15000"/>
              </a:avLst>
            </a:prstGeom>
            <a:solidFill>
              <a:schemeClr val="bg2">
                <a:alpha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189">
                <a:defRPr/>
              </a:pPr>
              <a:endParaRPr lang="zh-CN" altLang="en-US" dirty="0">
                <a:solidFill>
                  <a:srgbClr val="FFFFFF"/>
                </a:solidFill>
                <a:latin typeface="OPPOSans R"/>
                <a:ea typeface="OPPOSans R"/>
              </a:endParaRPr>
            </a:p>
          </p:txBody>
        </p:sp>
        <p:pic>
          <p:nvPicPr>
            <p:cNvPr id="42" name="!! 信号">
              <a:extLst>
                <a:ext uri="{FF2B5EF4-FFF2-40B4-BE49-F238E27FC236}">
                  <a16:creationId xmlns:a16="http://schemas.microsoft.com/office/drawing/2014/main" id="{BF12BB76-F5F3-1515-A2C7-DE7B03FBAC49}"/>
                </a:ext>
              </a:extLst>
            </p:cNvPr>
            <p:cNvPicPr>
              <a:picLocks noChangeAspect="1"/>
            </p:cNvPicPr>
            <p:nvPr/>
          </p:nvPicPr>
          <p:blipFill>
            <a:blip r:embed="rId3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6"/>
                </a:ext>
              </a:extLst>
            </a:blip>
            <a:stretch>
              <a:fillRect/>
            </a:stretch>
          </p:blipFill>
          <p:spPr>
            <a:xfrm>
              <a:off x="7638254" y="5893986"/>
              <a:ext cx="221460" cy="221458"/>
            </a:xfrm>
            <a:prstGeom prst="rect">
              <a:avLst/>
            </a:prstGeom>
          </p:spPr>
        </p:pic>
        <p:sp>
          <p:nvSpPr>
            <p:cNvPr id="48" name="!! 运营商">
              <a:extLst>
                <a:ext uri="{FF2B5EF4-FFF2-40B4-BE49-F238E27FC236}">
                  <a16:creationId xmlns:a16="http://schemas.microsoft.com/office/drawing/2014/main" id="{1AAE3C14-27FC-0958-06B2-713664B1C83C}"/>
                </a:ext>
              </a:extLst>
            </p:cNvPr>
            <p:cNvSpPr txBox="1"/>
            <p:nvPr/>
          </p:nvSpPr>
          <p:spPr>
            <a:xfrm>
              <a:off x="7813676" y="5913455"/>
              <a:ext cx="1114424" cy="2830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457189">
                <a:defRPr/>
              </a:pPr>
              <a:r>
                <a:rPr lang="en-US" altLang="zh-CN" sz="900" dirty="0">
                  <a:latin typeface="OPPOSans M"/>
                  <a:ea typeface="OPPOSans M"/>
                </a:rPr>
                <a:t>Virtual Net</a:t>
              </a:r>
              <a:endParaRPr lang="zh-CN" altLang="en-US" sz="900" dirty="0">
                <a:latin typeface="OPPOSans M"/>
                <a:ea typeface="OPPOSans M"/>
              </a:endParaRPr>
            </a:p>
          </p:txBody>
        </p:sp>
        <p:pic>
          <p:nvPicPr>
            <p:cNvPr id="50" name="!! 通知">
              <a:extLst>
                <a:ext uri="{FF2B5EF4-FFF2-40B4-BE49-F238E27FC236}">
                  <a16:creationId xmlns:a16="http://schemas.microsoft.com/office/drawing/2014/main" id="{3F42327E-C0AA-06C8-8737-75AF12D5E2D3}"/>
                </a:ext>
              </a:extLst>
            </p:cNvPr>
            <p:cNvPicPr>
              <a:picLocks noChangeAspect="1"/>
            </p:cNvPicPr>
            <p:nvPr/>
          </p:nvPicPr>
          <p:blipFill>
            <a:blip r:embed="rId3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8"/>
                </a:ext>
              </a:extLst>
            </a:blip>
            <a:stretch>
              <a:fillRect/>
            </a:stretch>
          </p:blipFill>
          <p:spPr>
            <a:xfrm>
              <a:off x="9287931" y="5948436"/>
              <a:ext cx="152400" cy="152400"/>
            </a:xfrm>
            <a:prstGeom prst="rect">
              <a:avLst/>
            </a:prstGeom>
          </p:spPr>
        </p:pic>
        <p:pic>
          <p:nvPicPr>
            <p:cNvPr id="51" name="!! 电池">
              <a:extLst>
                <a:ext uri="{FF2B5EF4-FFF2-40B4-BE49-F238E27FC236}">
                  <a16:creationId xmlns:a16="http://schemas.microsoft.com/office/drawing/2014/main" id="{6FA16C82-1CCF-BFE8-A20B-AF179DC55DA2}"/>
                </a:ext>
              </a:extLst>
            </p:cNvPr>
            <p:cNvPicPr>
              <a:picLocks noChangeAspect="1"/>
            </p:cNvPicPr>
            <p:nvPr/>
          </p:nvPicPr>
          <p:blipFill>
            <a:blip r:embed="rId39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0"/>
                </a:ext>
              </a:extLst>
            </a:blip>
            <a:stretch>
              <a:fillRect/>
            </a:stretch>
          </p:blipFill>
          <p:spPr>
            <a:xfrm>
              <a:off x="7637460" y="6171965"/>
              <a:ext cx="191558" cy="191558"/>
            </a:xfrm>
            <a:prstGeom prst="rect">
              <a:avLst/>
            </a:prstGeom>
          </p:spPr>
        </p:pic>
        <p:sp>
          <p:nvSpPr>
            <p:cNvPr id="53" name="!! 时间">
              <a:extLst>
                <a:ext uri="{FF2B5EF4-FFF2-40B4-BE49-F238E27FC236}">
                  <a16:creationId xmlns:a16="http://schemas.microsoft.com/office/drawing/2014/main" id="{06E2E2FD-FEE8-29F1-A6FC-CC7EE653638D}"/>
                </a:ext>
              </a:extLst>
            </p:cNvPr>
            <p:cNvSpPr txBox="1"/>
            <p:nvPr/>
          </p:nvSpPr>
          <p:spPr>
            <a:xfrm>
              <a:off x="8982607" y="6148520"/>
              <a:ext cx="773641" cy="3114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defTabSz="457189">
                <a:defRPr/>
              </a:pPr>
              <a:r>
                <a:rPr lang="en-US" altLang="zh-CN" sz="1051" dirty="0">
                  <a:latin typeface="OPPOSans R"/>
                  <a:ea typeface="OPPOSans R"/>
                </a:rPr>
                <a:t>16:34</a:t>
              </a:r>
              <a:endParaRPr lang="zh-CN" altLang="en-US" sz="1051" dirty="0">
                <a:latin typeface="OPPOSans R"/>
                <a:ea typeface="OPPOSans R"/>
              </a:endParaRPr>
            </a:p>
          </p:txBody>
        </p:sp>
        <p:sp>
          <p:nvSpPr>
            <p:cNvPr id="55" name="!! AC">
              <a:extLst>
                <a:ext uri="{FF2B5EF4-FFF2-40B4-BE49-F238E27FC236}">
                  <a16:creationId xmlns:a16="http://schemas.microsoft.com/office/drawing/2014/main" id="{E9BD8ED5-2C22-9465-F163-45FC0D1946CC}"/>
                </a:ext>
              </a:extLst>
            </p:cNvPr>
            <p:cNvSpPr txBox="1"/>
            <p:nvPr/>
          </p:nvSpPr>
          <p:spPr>
            <a:xfrm>
              <a:off x="7766842" y="6152328"/>
              <a:ext cx="434183" cy="2830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457189">
                <a:defRPr/>
              </a:pPr>
              <a:r>
                <a:rPr lang="en-US" altLang="zh-CN" sz="900" dirty="0">
                  <a:latin typeface="OPPOSans R"/>
                  <a:ea typeface="OPPOSans R"/>
                </a:rPr>
                <a:t>49%</a:t>
              </a:r>
              <a:endParaRPr lang="zh-CN" altLang="en-US" sz="900" dirty="0">
                <a:latin typeface="OPPOSans R"/>
                <a:ea typeface="OPPOSans R"/>
              </a:endParaRPr>
            </a:p>
          </p:txBody>
        </p:sp>
        <p:pic>
          <p:nvPicPr>
            <p:cNvPr id="56" name="!! 声音">
              <a:extLst>
                <a:ext uri="{FF2B5EF4-FFF2-40B4-BE49-F238E27FC236}">
                  <a16:creationId xmlns:a16="http://schemas.microsoft.com/office/drawing/2014/main" id="{F07F6CD0-C4E1-6BAD-EB9E-E94E0DF4D231}"/>
                </a:ext>
              </a:extLst>
            </p:cNvPr>
            <p:cNvPicPr>
              <a:picLocks noChangeAspect="1"/>
            </p:cNvPicPr>
            <p:nvPr/>
          </p:nvPicPr>
          <p:blipFill>
            <a:blip r:embed="rId41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2"/>
                </a:ext>
              </a:extLst>
            </a:blip>
            <a:stretch>
              <a:fillRect/>
            </a:stretch>
          </p:blipFill>
          <p:spPr>
            <a:xfrm>
              <a:off x="9048732" y="5934670"/>
              <a:ext cx="179932" cy="179932"/>
            </a:xfrm>
            <a:prstGeom prst="rect">
              <a:avLst/>
            </a:prstGeom>
          </p:spPr>
        </p:pic>
        <p:pic>
          <p:nvPicPr>
            <p:cNvPr id="57" name="!! 电源">
              <a:hlinkClick r:id="rId43" action="ppaction://hlinksldjump"/>
              <a:extLst>
                <a:ext uri="{FF2B5EF4-FFF2-40B4-BE49-F238E27FC236}">
                  <a16:creationId xmlns:a16="http://schemas.microsoft.com/office/drawing/2014/main" id="{0115DF8C-4B12-B4FE-124C-38C3BD3D4270}"/>
                </a:ext>
              </a:extLst>
            </p:cNvPr>
            <p:cNvPicPr>
              <a:picLocks noChangeAspect="1"/>
            </p:cNvPicPr>
            <p:nvPr/>
          </p:nvPicPr>
          <p:blipFill>
            <a:blip r:embed="rId44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45"/>
                </a:ext>
              </a:extLst>
            </a:blip>
            <a:stretch>
              <a:fillRect/>
            </a:stretch>
          </p:blipFill>
          <p:spPr>
            <a:xfrm>
              <a:off x="9489000" y="5925331"/>
              <a:ext cx="208372" cy="208370"/>
            </a:xfrm>
            <a:prstGeom prst="rect">
              <a:avLst/>
            </a:prstGeom>
          </p:spPr>
        </p:pic>
      </p:grpSp>
      <p:grpSp>
        <p:nvGrpSpPr>
          <p:cNvPr id="12" name="!! 保护">
            <a:extLst>
              <a:ext uri="{FF2B5EF4-FFF2-40B4-BE49-F238E27FC236}">
                <a16:creationId xmlns:a16="http://schemas.microsoft.com/office/drawing/2014/main" id="{E704E47C-13C5-94E6-0A59-4D0806EA0A5F}"/>
              </a:ext>
            </a:extLst>
          </p:cNvPr>
          <p:cNvGrpSpPr/>
          <p:nvPr/>
        </p:nvGrpSpPr>
        <p:grpSpPr>
          <a:xfrm>
            <a:off x="461126" y="4868915"/>
            <a:ext cx="2552892" cy="457924"/>
            <a:chOff x="462453" y="2623554"/>
            <a:chExt cx="2552892" cy="457924"/>
          </a:xfrm>
        </p:grpSpPr>
        <p:sp>
          <p:nvSpPr>
            <p:cNvPr id="17" name="!! 未选中">
              <a:hlinkClick r:id="rId46" action="ppaction://hlinksldjump"/>
              <a:extLst>
                <a:ext uri="{FF2B5EF4-FFF2-40B4-BE49-F238E27FC236}">
                  <a16:creationId xmlns:a16="http://schemas.microsoft.com/office/drawing/2014/main" id="{0491BDCD-6D15-9DF1-EECE-21FFFC489717}"/>
                </a:ext>
              </a:extLst>
            </p:cNvPr>
            <p:cNvSpPr/>
            <p:nvPr/>
          </p:nvSpPr>
          <p:spPr>
            <a:xfrm>
              <a:off x="462453" y="2623554"/>
              <a:ext cx="2552892" cy="457924"/>
            </a:xfrm>
            <a:prstGeom prst="roundRect">
              <a:avLst>
                <a:gd name="adj" fmla="val 22880"/>
              </a:avLst>
            </a:prstGeom>
            <a:solidFill>
              <a:schemeClr val="bg2"/>
            </a:solidFill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1998" defTabSz="914377">
                <a:defRPr/>
              </a:pPr>
              <a:r>
                <a:rPr lang="zh-CN" altLang="en-US" sz="1400" dirty="0">
                  <a:solidFill>
                    <a:schemeClr val="tx1">
                      <a:lumMod val="90000"/>
                      <a:lumOff val="10000"/>
                    </a:schemeClr>
                  </a:solidFill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      设备安全性</a:t>
              </a:r>
            </a:p>
          </p:txBody>
        </p:sp>
        <p:grpSp>
          <p:nvGrpSpPr>
            <p:cNvPr id="18" name="组合 17">
              <a:extLst>
                <a:ext uri="{FF2B5EF4-FFF2-40B4-BE49-F238E27FC236}">
                  <a16:creationId xmlns:a16="http://schemas.microsoft.com/office/drawing/2014/main" id="{D8631B0F-EBE5-FD21-8E84-72EC509538BA}"/>
                </a:ext>
              </a:extLst>
            </p:cNvPr>
            <p:cNvGrpSpPr/>
            <p:nvPr/>
          </p:nvGrpSpPr>
          <p:grpSpPr>
            <a:xfrm>
              <a:off x="600851" y="2735577"/>
              <a:ext cx="245090" cy="245090"/>
              <a:chOff x="3449581" y="2374787"/>
              <a:chExt cx="263638" cy="263638"/>
            </a:xfrm>
          </p:grpSpPr>
          <p:sp>
            <p:nvSpPr>
              <p:cNvPr id="19" name="椭圆 18">
                <a:extLst>
                  <a:ext uri="{FF2B5EF4-FFF2-40B4-BE49-F238E27FC236}">
                    <a16:creationId xmlns:a16="http://schemas.microsoft.com/office/drawing/2014/main" id="{D3970957-6401-7A39-406A-7174A2FECD18}"/>
                  </a:ext>
                </a:extLst>
              </p:cNvPr>
              <p:cNvSpPr/>
              <p:nvPr/>
            </p:nvSpPr>
            <p:spPr>
              <a:xfrm>
                <a:off x="3449581" y="2374787"/>
                <a:ext cx="263638" cy="263638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30" name="icon">
                <a:extLst>
                  <a:ext uri="{FF2B5EF4-FFF2-40B4-BE49-F238E27FC236}">
                    <a16:creationId xmlns:a16="http://schemas.microsoft.com/office/drawing/2014/main" id="{DDFEB381-A87A-0897-5F2E-16EF7E3F388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7">
                <a:extLst>
                  <a:ext uri="{96DAC541-7B7A-43D3-8B79-37D633B846F1}">
                    <asvg:svgBlip xmlns:asvg="http://schemas.microsoft.com/office/drawing/2016/SVG/main" r:embed="rId48"/>
                  </a:ext>
                </a:extLst>
              </a:blip>
              <a:srcRect/>
              <a:stretch/>
            </p:blipFill>
            <p:spPr>
              <a:xfrm>
                <a:off x="3513869" y="2435878"/>
                <a:ext cx="143060" cy="143060"/>
              </a:xfrm>
              <a:prstGeom prst="rect">
                <a:avLst/>
              </a:prstGeom>
            </p:spPr>
          </p:pic>
        </p:grpSp>
      </p:grpSp>
      <p:grpSp>
        <p:nvGrpSpPr>
          <p:cNvPr id="74" name="组合 73">
            <a:extLst>
              <a:ext uri="{FF2B5EF4-FFF2-40B4-BE49-F238E27FC236}">
                <a16:creationId xmlns:a16="http://schemas.microsoft.com/office/drawing/2014/main" id="{42B28359-DE40-6DBD-9D15-CF5E7C2C94EA}"/>
              </a:ext>
            </a:extLst>
          </p:cNvPr>
          <p:cNvGrpSpPr/>
          <p:nvPr/>
        </p:nvGrpSpPr>
        <p:grpSpPr>
          <a:xfrm>
            <a:off x="461126" y="1123111"/>
            <a:ext cx="2552892" cy="756471"/>
            <a:chOff x="461125" y="1123110"/>
            <a:chExt cx="2552892" cy="756471"/>
          </a:xfrm>
        </p:grpSpPr>
        <p:sp>
          <p:nvSpPr>
            <p:cNvPr id="64" name="矩形: 圆角 63">
              <a:hlinkClick r:id="rId49" action="ppaction://hlinksldjump"/>
              <a:extLst>
                <a:ext uri="{FF2B5EF4-FFF2-40B4-BE49-F238E27FC236}">
                  <a16:creationId xmlns:a16="http://schemas.microsoft.com/office/drawing/2014/main" id="{DA748714-A712-3B5D-8762-1087E0FB6AEB}"/>
                </a:ext>
              </a:extLst>
            </p:cNvPr>
            <p:cNvSpPr/>
            <p:nvPr/>
          </p:nvSpPr>
          <p:spPr>
            <a:xfrm>
              <a:off x="461125" y="1123110"/>
              <a:ext cx="2552892" cy="756471"/>
            </a:xfrm>
            <a:prstGeom prst="roundRect">
              <a:avLst>
                <a:gd name="adj" fmla="val 13695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0" name="文本框 69">
              <a:extLst>
                <a:ext uri="{FF2B5EF4-FFF2-40B4-BE49-F238E27FC236}">
                  <a16:creationId xmlns:a16="http://schemas.microsoft.com/office/drawing/2014/main" id="{DE2F4866-30B7-870A-EA83-0DD596386300}"/>
                </a:ext>
              </a:extLst>
            </p:cNvPr>
            <p:cNvSpPr txBox="1"/>
            <p:nvPr/>
          </p:nvSpPr>
          <p:spPr>
            <a:xfrm>
              <a:off x="1119456" y="1283470"/>
              <a:ext cx="161993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dirty="0">
                  <a:latin typeface="+mn-ea"/>
                  <a:cs typeface="vivo Sans Light" panose="02000400000000000000" pitchFamily="2" charset="-122"/>
                </a:rPr>
                <a:t>雨夌</a:t>
              </a:r>
            </a:p>
          </p:txBody>
        </p:sp>
        <p:sp>
          <p:nvSpPr>
            <p:cNvPr id="71" name="文本框 70">
              <a:extLst>
                <a:ext uri="{FF2B5EF4-FFF2-40B4-BE49-F238E27FC236}">
                  <a16:creationId xmlns:a16="http://schemas.microsoft.com/office/drawing/2014/main" id="{7669CB70-732C-56DC-99E0-844B9ED3D156}"/>
                </a:ext>
              </a:extLst>
            </p:cNvPr>
            <p:cNvSpPr txBox="1"/>
            <p:nvPr/>
          </p:nvSpPr>
          <p:spPr>
            <a:xfrm>
              <a:off x="1119456" y="1497658"/>
              <a:ext cx="161993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000" dirty="0">
                  <a:solidFill>
                    <a:schemeClr val="bg1">
                      <a:lumMod val="75000"/>
                    </a:schemeClr>
                  </a:solidFill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管理你的云账户</a:t>
              </a:r>
            </a:p>
          </p:txBody>
        </p:sp>
        <p:sp>
          <p:nvSpPr>
            <p:cNvPr id="73" name="!! 头像框">
              <a:extLst>
                <a:ext uri="{FF2B5EF4-FFF2-40B4-BE49-F238E27FC236}">
                  <a16:creationId xmlns:a16="http://schemas.microsoft.com/office/drawing/2014/main" id="{B6BFA85B-7778-730D-42AB-F7A688417FED}"/>
                </a:ext>
              </a:extLst>
            </p:cNvPr>
            <p:cNvSpPr/>
            <p:nvPr/>
          </p:nvSpPr>
          <p:spPr>
            <a:xfrm>
              <a:off x="638475" y="1267548"/>
              <a:ext cx="463636" cy="463636"/>
            </a:xfrm>
            <a:prstGeom prst="ellipse">
              <a:avLst/>
            </a:prstGeom>
            <a:blipFill>
              <a:blip r:embed="rId50"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77">
                <a:defRPr/>
              </a:pPr>
              <a:endParaRPr lang="zh-CN" altLang="en-US">
                <a:solidFill>
                  <a:srgbClr val="F5F5F5"/>
                </a:solidFill>
                <a:latin typeface="vivo Sans"/>
                <a:ea typeface="vivo Sans"/>
              </a:endParaRPr>
            </a:p>
          </p:txBody>
        </p:sp>
      </p:grpSp>
      <p:sp>
        <p:nvSpPr>
          <p:cNvPr id="2" name="!! 二级背景">
            <a:extLst>
              <a:ext uri="{FF2B5EF4-FFF2-40B4-BE49-F238E27FC236}">
                <a16:creationId xmlns:a16="http://schemas.microsoft.com/office/drawing/2014/main" id="{42995F83-9E93-5CEF-C266-4C8C76179009}"/>
              </a:ext>
            </a:extLst>
          </p:cNvPr>
          <p:cNvSpPr/>
          <p:nvPr/>
        </p:nvSpPr>
        <p:spPr>
          <a:xfrm>
            <a:off x="3594539" y="0"/>
            <a:ext cx="8620880" cy="6858000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>
              <a:defRPr/>
            </a:pPr>
            <a:endParaRPr lang="zh-CN" altLang="en-US">
              <a:solidFill>
                <a:srgbClr val="F5F5F5"/>
              </a:solidFill>
              <a:latin typeface="vivo Sans"/>
              <a:ea typeface="vivo Sans"/>
            </a:endParaRPr>
          </a:p>
        </p:txBody>
      </p:sp>
      <p:pic>
        <p:nvPicPr>
          <p:cNvPr id="9" name="!! 图标" descr="单级齿轮 轮廓">
            <a:extLst>
              <a:ext uri="{FF2B5EF4-FFF2-40B4-BE49-F238E27FC236}">
                <a16:creationId xmlns:a16="http://schemas.microsoft.com/office/drawing/2014/main" id="{3D3E1A1E-00B7-5699-9BBB-98347B08D825}"/>
              </a:ext>
            </a:extLst>
          </p:cNvPr>
          <p:cNvPicPr>
            <a:picLocks noChangeAspect="1"/>
          </p:cNvPicPr>
          <p:nvPr/>
        </p:nvPicPr>
        <p:blipFill>
          <a:blip r:embed="rId5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2"/>
              </a:ext>
            </a:extLst>
          </a:blip>
          <a:stretch>
            <a:fillRect/>
          </a:stretch>
        </p:blipFill>
        <p:spPr>
          <a:xfrm>
            <a:off x="7229655" y="2765384"/>
            <a:ext cx="1327232" cy="1327232"/>
          </a:xfrm>
          <a:prstGeom prst="rect">
            <a:avLst/>
          </a:prstGeom>
        </p:spPr>
      </p:pic>
      <p:sp>
        <p:nvSpPr>
          <p:cNvPr id="15" name="!! 小白条">
            <a:hlinkClick r:id="rId3" action="ppaction://hlinksldjump"/>
            <a:extLst>
              <a:ext uri="{FF2B5EF4-FFF2-40B4-BE49-F238E27FC236}">
                <a16:creationId xmlns:a16="http://schemas.microsoft.com/office/drawing/2014/main" id="{D1B82A99-87EB-A3DB-A759-4D7DE5E4C86C}"/>
              </a:ext>
            </a:extLst>
          </p:cNvPr>
          <p:cNvSpPr/>
          <p:nvPr/>
        </p:nvSpPr>
        <p:spPr>
          <a:xfrm>
            <a:off x="5177623" y="6706376"/>
            <a:ext cx="1836752" cy="45719"/>
          </a:xfrm>
          <a:prstGeom prst="roundRect">
            <a:avLst>
              <a:gd name="adj" fmla="val 50000"/>
            </a:avLst>
          </a:prstGeom>
          <a:solidFill>
            <a:schemeClr val="tx1">
              <a:alpha val="90000"/>
            </a:schemeClr>
          </a:solidFill>
          <a:ln>
            <a:noFill/>
          </a:ln>
          <a:effectLst>
            <a:outerShdw blurRad="1016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27669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 advClick="0">
        <p:fade/>
      </p:transition>
    </mc:Choice>
    <mc:Fallback xmlns="">
      <p:transition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3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08333E-7 -1.85185E-6 L 0.02174 -1.85185E-6 " pathEditMode="relative" rAng="0" ptsTypes="AA">
                                      <p:cBhvr>
                                        <p:cTn id="9" dur="330" spd="-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81" y="0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5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63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08333E-6 2.77556E-17 L 0.02174 2.77556E-17 " pathEditMode="relative" rAng="0" ptsTypes="AA">
                                      <p:cBhvr>
                                        <p:cTn id="14" dur="330" spd="-100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81" y="0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2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63" presetClass="path" presetSubtype="0" decel="100000" fill="hold" nodeType="withEffect">
                                  <p:stCondLst>
                                    <p:cond delay="30"/>
                                  </p:stCondLst>
                                  <p:childTnLst>
                                    <p:animMotion origin="layout" path="M 1.875E-6 -3.7037E-6 L 0.02174 -3.7037E-6 " pathEditMode="relative" rAng="0" ptsTypes="AA">
                                      <p:cBhvr>
                                        <p:cTn id="22" dur="330" spd="-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81" y="0"/>
                                    </p:animMotion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63" presetClass="path" presetSubtype="0" decel="100000" fill="hold" nodeType="withEffect">
                                  <p:stCondLst>
                                    <p:cond delay="60"/>
                                  </p:stCondLst>
                                  <p:childTnLst>
                                    <p:animMotion origin="layout" path="M 1.875E-6 3.7037E-7 L 0.02174 3.7037E-7 " pathEditMode="relative" rAng="0" ptsTypes="AA">
                                      <p:cBhvr>
                                        <p:cTn id="27" dur="330" spd="-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81" y="0"/>
                                    </p:animMotion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25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63" presetClass="path" presetSubtype="0" decel="100000" fill="hold" nodeType="withEffect">
                                  <p:stCondLst>
                                    <p:cond delay="90"/>
                                  </p:stCondLst>
                                  <p:childTnLst>
                                    <p:animMotion origin="layout" path="M 1.875E-6 4.44444E-6 L 0.02174 4.44444E-6 " pathEditMode="relative" rAng="0" ptsTypes="AA">
                                      <p:cBhvr>
                                        <p:cTn id="32" dur="330" spd="-100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81" y="0"/>
                                    </p:animMotion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25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63" presetClass="path" presetSubtype="0" decel="100000" fill="hold" grpId="1" nodeType="withEffect">
                                  <p:stCondLst>
                                    <p:cond delay="120"/>
                                  </p:stCondLst>
                                  <p:childTnLst>
                                    <p:animMotion origin="layout" path="M 2.08333E-6 2.77556E-17 L 0.02174 2.77556E-17 " pathEditMode="relative" rAng="0" ptsTypes="AA">
                                      <p:cBhvr>
                                        <p:cTn id="37" dur="330" spd="-100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81" y="0"/>
                                    </p:animMotion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25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63" presetClass="path" presetSubtype="0" decel="100000" fill="hold" nodeType="withEffect">
                                  <p:stCondLst>
                                    <p:cond delay="120"/>
                                  </p:stCondLst>
                                  <p:childTnLst>
                                    <p:animMotion origin="layout" path="M 1.875E-6 3.33333E-6 L 0.02174 3.33333E-6 " pathEditMode="relative" rAng="0" ptsTypes="AA">
                                      <p:cBhvr>
                                        <p:cTn id="42" dur="330" spd="-100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81" y="0"/>
                                    </p:animMotion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63" presetClass="path" presetSubtype="0" decel="10000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2.08333E-6 2.77556E-17 L 0.02174 2.77556E-17 " pathEditMode="relative" rAng="0" ptsTypes="AA">
                                      <p:cBhvr>
                                        <p:cTn id="47" dur="330" spd="-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81" y="0"/>
                                    </p:animMotion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2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63" presetClass="path" presetSubtype="0" decel="100000" fill="hold" nodeType="withEffect">
                                  <p:stCondLst>
                                    <p:cond delay="180"/>
                                  </p:stCondLst>
                                  <p:childTnLst>
                                    <p:animMotion origin="layout" path="M 2.08333E-6 -3.33333E-6 L 0.02174 -3.33333E-6 " pathEditMode="relative" rAng="0" ptsTypes="AA">
                                      <p:cBhvr>
                                        <p:cTn id="52" dur="330" spd="-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81" y="0"/>
                                    </p:animMotion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25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63" presetClass="path" presetSubtype="0" decel="100000" fill="hold" grpId="1" nodeType="withEffect">
                                  <p:stCondLst>
                                    <p:cond delay="90"/>
                                  </p:stCondLst>
                                  <p:childTnLst>
                                    <p:animMotion origin="layout" path="M 2.08333E-6 3.7037E-6 L 0.02174 3.7037E-6 " pathEditMode="relative" rAng="0" ptsTypes="AA">
                                      <p:cBhvr>
                                        <p:cTn id="57" dur="330" spd="-1000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81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58" restart="whenNotActive" fill="hold" evtFilter="cancelBubble" nodeType="interactiveSeq">
                <p:stCondLst>
                  <p:cond evt="onClick" delay="0">
                    <p:tgtEl>
                      <p:spTgt spid="7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9" fill="hold">
                      <p:stCondLst>
                        <p:cond delay="0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xit" presetSubtype="0" fill="hold" grpId="2" nodeType="clickEffect">
                                  <p:stCondLst>
                                    <p:cond delay="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2" dur="1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0" presetClass="exit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" dur="1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0" presetClass="exit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8" dur="1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0" presetClass="exit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1" dur="15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0" presetClass="exit" presetSubtype="0" fill="hold" grpId="3" nodeType="withEffect">
                                  <p:stCondLst>
                                    <p:cond delay="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4" dur="15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10" presetClass="exit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7" dur="15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0" presetClass="exit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0" dur="1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10" presetClass="exit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3" dur="1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35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86" dur="33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87" presetID="35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88" dur="33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89" presetID="35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90" dur="33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35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92" dur="33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3" presetID="35" presetClass="path" presetSubtype="0" decel="10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94" dur="33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5" presetID="35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96" dur="33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7" presetID="35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98" dur="33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9" presetID="35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100" dur="33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15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15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15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15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63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5 0 E" pathEditMode="fixed" ptsTypes="">
                                      <p:cBhvr>
                                        <p:cTn id="114" dur="330" spd="-1000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5" presetID="63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5 0 E" pathEditMode="fixed" ptsTypes="">
                                      <p:cBhvr>
                                        <p:cTn id="116" dur="330" spd="-1000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7" presetID="63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5 0 E" pathEditMode="fixed" ptsTypes="">
                                      <p:cBhvr>
                                        <p:cTn id="118" dur="330" spd="-1000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9" presetID="63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5 0 E" pathEditMode="fixed" ptsTypes="">
                                      <p:cBhvr>
                                        <p:cTn id="120" dur="330" spd="-1000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0" presetClass="entr" presetSubtype="0" fill="hold" grpId="4" nodeType="click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1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1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1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15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10" presetClass="entr" presetSubtype="0" fill="hold" grpId="5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15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15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1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" dur="1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7" presetID="35" presetClass="path" presetSubtype="0" decel="10000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148" dur="330" spd="-100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9" presetID="35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150" dur="330" spd="-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1" presetID="35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152" dur="330" spd="-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3" presetID="35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154" dur="330" spd="-100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5" presetID="35" presetClass="path" presetSubtype="0" decel="10000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156" dur="330" spd="-100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7" presetID="35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158" dur="330" spd="-100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9" presetID="35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160" dur="330" spd="-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1" presetID="35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162" dur="330" spd="-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3" presetID="10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4" dur="15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7" dur="15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0" dur="15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3" dur="15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5" presetID="63" presetClass="path" presetSubtype="0" decel="10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5 0 E" pathEditMode="relative" ptsTypes="">
                                      <p:cBhvr>
                                        <p:cTn id="176" dur="33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7" presetID="63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5 0 E" pathEditMode="relative" ptsTypes="">
                                      <p:cBhvr>
                                        <p:cTn id="178" dur="33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9" presetID="63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5 0 E" pathEditMode="relative" ptsTypes="">
                                      <p:cBhvr>
                                        <p:cTn id="180" dur="33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1" presetID="63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5 0 E" pathEditMode="relative" ptsTypes="">
                                      <p:cBhvr>
                                        <p:cTn id="182" dur="33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6"/>
                  </p:tgtEl>
                </p:cond>
              </p:nextCondLst>
            </p:seq>
          </p:childTnLst>
        </p:cTn>
      </p:par>
    </p:tnLst>
    <p:bldLst>
      <p:bldP spid="113" grpId="0"/>
      <p:bldP spid="113" grpId="1"/>
      <p:bldP spid="113" grpId="2"/>
      <p:bldP spid="113" grpId="3"/>
      <p:bldP spid="43" grpId="0"/>
      <p:bldP spid="43" grpId="1"/>
      <p:bldP spid="43" grpId="2"/>
      <p:bldP spid="43" grpId="3"/>
      <p:bldP spid="43" grpId="4"/>
      <p:bldP spid="44" grpId="0"/>
      <p:bldP spid="44" grpId="1"/>
      <p:bldP spid="44" grpId="2"/>
      <p:bldP spid="44" grpId="3"/>
      <p:bldP spid="44" grpId="4"/>
      <p:bldP spid="44" grpId="5"/>
      <p:bldP spid="76" grpId="0"/>
      <p:bldP spid="76" grpId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7745E3-DE74-1628-85F6-43A42800FB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!! 背景板">
            <a:extLst>
              <a:ext uri="{FF2B5EF4-FFF2-40B4-BE49-F238E27FC236}">
                <a16:creationId xmlns:a16="http://schemas.microsoft.com/office/drawing/2014/main" id="{2C808B19-424A-34AD-8771-4D2606F4E87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>
              <a:defRPr/>
            </a:pPr>
            <a:endParaRPr lang="zh-CN" altLang="en-US" dirty="0">
              <a:solidFill>
                <a:srgbClr val="F5F5F5"/>
              </a:solidFill>
              <a:latin typeface="vivo Sans"/>
              <a:ea typeface="vivo Sans"/>
            </a:endParaRPr>
          </a:p>
        </p:txBody>
      </p:sp>
      <p:grpSp>
        <p:nvGrpSpPr>
          <p:cNvPr id="25" name="!! 大标题">
            <a:extLst>
              <a:ext uri="{FF2B5EF4-FFF2-40B4-BE49-F238E27FC236}">
                <a16:creationId xmlns:a16="http://schemas.microsoft.com/office/drawing/2014/main" id="{9FB65DEE-9CDC-53C8-40C7-99F8E07D5614}"/>
              </a:ext>
            </a:extLst>
          </p:cNvPr>
          <p:cNvGrpSpPr/>
          <p:nvPr/>
        </p:nvGrpSpPr>
        <p:grpSpPr>
          <a:xfrm>
            <a:off x="462457" y="484334"/>
            <a:ext cx="796551" cy="461665"/>
            <a:chOff x="3079753" y="1375827"/>
            <a:chExt cx="673782" cy="461665"/>
          </a:xfrm>
        </p:grpSpPr>
        <p:sp>
          <p:nvSpPr>
            <p:cNvPr id="27" name="!! 标题符">
              <a:extLst>
                <a:ext uri="{FF2B5EF4-FFF2-40B4-BE49-F238E27FC236}">
                  <a16:creationId xmlns:a16="http://schemas.microsoft.com/office/drawing/2014/main" id="{3728304C-143E-E317-B648-675BD3E4B9E2}"/>
                </a:ext>
              </a:extLst>
            </p:cNvPr>
            <p:cNvSpPr/>
            <p:nvPr/>
          </p:nvSpPr>
          <p:spPr>
            <a:xfrm>
              <a:off x="3146905" y="1685496"/>
              <a:ext cx="551700" cy="1255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defTabSz="457189">
                <a:defRPr/>
              </a:pPr>
              <a:endParaRPr lang="zh-CN" altLang="en-US">
                <a:solidFill>
                  <a:srgbClr val="FFFFFF"/>
                </a:solidFill>
                <a:latin typeface="OPPOSans R"/>
                <a:ea typeface="OPPOSans R"/>
              </a:endParaRPr>
            </a:p>
          </p:txBody>
        </p:sp>
        <p:sp>
          <p:nvSpPr>
            <p:cNvPr id="28" name="!! 标题">
              <a:extLst>
                <a:ext uri="{FF2B5EF4-FFF2-40B4-BE49-F238E27FC236}">
                  <a16:creationId xmlns:a16="http://schemas.microsoft.com/office/drawing/2014/main" id="{80D9CBF8-AFCC-6A77-928C-7AD6A830EDA1}"/>
                </a:ext>
              </a:extLst>
            </p:cNvPr>
            <p:cNvSpPr txBox="1"/>
            <p:nvPr/>
          </p:nvSpPr>
          <p:spPr>
            <a:xfrm>
              <a:off x="3079753" y="1375827"/>
              <a:ext cx="67378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457189">
                <a:defRPr/>
              </a:pPr>
              <a:r>
                <a:rPr lang="zh-CN" altLang="en-US" sz="2400" dirty="0">
                  <a:solidFill>
                    <a:srgbClr val="000000">
                      <a:lumMod val="75000"/>
                      <a:lumOff val="25000"/>
                    </a:srgbClr>
                  </a:solidFill>
                  <a:latin typeface="vivo Sans Medium"/>
                  <a:ea typeface="vivo Sans Medium"/>
                </a:rPr>
                <a:t>设置</a:t>
              </a:r>
            </a:p>
          </p:txBody>
        </p:sp>
      </p:grpSp>
      <p:grpSp>
        <p:nvGrpSpPr>
          <p:cNvPr id="3" name="!! 关闭按钮">
            <a:extLst>
              <a:ext uri="{FF2B5EF4-FFF2-40B4-BE49-F238E27FC236}">
                <a16:creationId xmlns:a16="http://schemas.microsoft.com/office/drawing/2014/main" id="{C3C674CC-BD8E-C397-B25F-6B3E24B02257}"/>
              </a:ext>
            </a:extLst>
          </p:cNvPr>
          <p:cNvGrpSpPr/>
          <p:nvPr/>
        </p:nvGrpSpPr>
        <p:grpSpPr>
          <a:xfrm>
            <a:off x="2757496" y="569913"/>
            <a:ext cx="290511" cy="290511"/>
            <a:chOff x="2328464" y="3107859"/>
            <a:chExt cx="583223" cy="583223"/>
          </a:xfrm>
        </p:grpSpPr>
        <p:sp>
          <p:nvSpPr>
            <p:cNvPr id="4" name="矩形: 圆角 3">
              <a:hlinkClick r:id="rId3" action="ppaction://hlinksldjump"/>
              <a:extLst>
                <a:ext uri="{FF2B5EF4-FFF2-40B4-BE49-F238E27FC236}">
                  <a16:creationId xmlns:a16="http://schemas.microsoft.com/office/drawing/2014/main" id="{FD565F53-6932-A8F1-FE47-EEDDFE5F9871}"/>
                </a:ext>
              </a:extLst>
            </p:cNvPr>
            <p:cNvSpPr/>
            <p:nvPr/>
          </p:nvSpPr>
          <p:spPr>
            <a:xfrm>
              <a:off x="2328464" y="3107859"/>
              <a:ext cx="583223" cy="583223"/>
            </a:xfrm>
            <a:prstGeom prst="roundRect">
              <a:avLst>
                <a:gd name="adj" fmla="val 20771"/>
              </a:avLst>
            </a:prstGeom>
            <a:solidFill>
              <a:schemeClr val="bg2"/>
            </a:solidFill>
            <a:ln>
              <a:noFill/>
            </a:ln>
            <a:effectLst>
              <a:outerShdw blurRad="127000" sx="101000" sy="101000" algn="c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77">
                <a:defRPr/>
              </a:pPr>
              <a:endParaRPr lang="zh-CN" altLang="en-US">
                <a:solidFill>
                  <a:srgbClr val="F5F5F5"/>
                </a:solidFill>
                <a:latin typeface="vivo Sans"/>
                <a:ea typeface="vivo Sans"/>
              </a:endParaRPr>
            </a:p>
          </p:txBody>
        </p:sp>
        <p:pic>
          <p:nvPicPr>
            <p:cNvPr id="5" name="图形 4">
              <a:extLst>
                <a:ext uri="{FF2B5EF4-FFF2-40B4-BE49-F238E27FC236}">
                  <a16:creationId xmlns:a16="http://schemas.microsoft.com/office/drawing/2014/main" id="{420D4C0A-2B06-C2C5-8AA8-DF312E42CBA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/>
          </p:blipFill>
          <p:spPr>
            <a:xfrm>
              <a:off x="2375480" y="3154875"/>
              <a:ext cx="489196" cy="489196"/>
            </a:xfrm>
            <a:prstGeom prst="rect">
              <a:avLst/>
            </a:prstGeom>
          </p:spPr>
        </p:pic>
      </p:grpSp>
      <p:grpSp>
        <p:nvGrpSpPr>
          <p:cNvPr id="24" name="!! 关闭按钮">
            <a:extLst>
              <a:ext uri="{FF2B5EF4-FFF2-40B4-BE49-F238E27FC236}">
                <a16:creationId xmlns:a16="http://schemas.microsoft.com/office/drawing/2014/main" id="{84E382D7-B420-5662-25F1-C10010D0B599}"/>
              </a:ext>
            </a:extLst>
          </p:cNvPr>
          <p:cNvGrpSpPr/>
          <p:nvPr/>
        </p:nvGrpSpPr>
        <p:grpSpPr>
          <a:xfrm>
            <a:off x="2333440" y="569913"/>
            <a:ext cx="290511" cy="290511"/>
            <a:chOff x="2328464" y="3107859"/>
            <a:chExt cx="583223" cy="583223"/>
          </a:xfrm>
        </p:grpSpPr>
        <p:sp>
          <p:nvSpPr>
            <p:cNvPr id="26" name="矩形: 圆角 25">
              <a:hlinkClick r:id="rId6" action="ppaction://hlinksldjump"/>
              <a:extLst>
                <a:ext uri="{FF2B5EF4-FFF2-40B4-BE49-F238E27FC236}">
                  <a16:creationId xmlns:a16="http://schemas.microsoft.com/office/drawing/2014/main" id="{86846AFC-61D3-08B5-AB63-610438EAC99A}"/>
                </a:ext>
              </a:extLst>
            </p:cNvPr>
            <p:cNvSpPr/>
            <p:nvPr/>
          </p:nvSpPr>
          <p:spPr>
            <a:xfrm>
              <a:off x="2328464" y="3107859"/>
              <a:ext cx="583223" cy="583223"/>
            </a:xfrm>
            <a:prstGeom prst="roundRect">
              <a:avLst>
                <a:gd name="adj" fmla="val 20771"/>
              </a:avLst>
            </a:prstGeom>
            <a:solidFill>
              <a:schemeClr val="bg2"/>
            </a:solidFill>
            <a:ln>
              <a:noFill/>
            </a:ln>
            <a:effectLst>
              <a:outerShdw blurRad="127000" sx="101000" sy="101000" algn="c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77">
                <a:defRPr/>
              </a:pPr>
              <a:endParaRPr lang="zh-CN" altLang="en-US">
                <a:solidFill>
                  <a:srgbClr val="F5F5F5"/>
                </a:solidFill>
                <a:latin typeface="vivo Sans"/>
                <a:ea typeface="vivo Sans"/>
              </a:endParaRPr>
            </a:p>
          </p:txBody>
        </p:sp>
        <p:pic>
          <p:nvPicPr>
            <p:cNvPr id="29" name="图形 28">
              <a:extLst>
                <a:ext uri="{FF2B5EF4-FFF2-40B4-BE49-F238E27FC236}">
                  <a16:creationId xmlns:a16="http://schemas.microsoft.com/office/drawing/2014/main" id="{245F3A89-51E9-09B8-35B7-C0683FFBF78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/>
          </p:blipFill>
          <p:spPr>
            <a:xfrm>
              <a:off x="2449200" y="3228595"/>
              <a:ext cx="341755" cy="341755"/>
            </a:xfrm>
            <a:prstGeom prst="rect">
              <a:avLst/>
            </a:prstGeom>
          </p:spPr>
        </p:pic>
      </p:grpSp>
      <p:grpSp>
        <p:nvGrpSpPr>
          <p:cNvPr id="38" name="!! dock右">
            <a:extLst>
              <a:ext uri="{FF2B5EF4-FFF2-40B4-BE49-F238E27FC236}">
                <a16:creationId xmlns:a16="http://schemas.microsoft.com/office/drawing/2014/main" id="{F98207C8-0CD4-ABC8-76DD-01089126573A}"/>
              </a:ext>
            </a:extLst>
          </p:cNvPr>
          <p:cNvGrpSpPr/>
          <p:nvPr/>
        </p:nvGrpSpPr>
        <p:grpSpPr>
          <a:xfrm>
            <a:off x="4869920" y="7119572"/>
            <a:ext cx="2452159" cy="574899"/>
            <a:chOff x="7408333" y="5780624"/>
            <a:chExt cx="2452159" cy="704838"/>
          </a:xfrm>
        </p:grpSpPr>
        <p:sp useBgFill="1">
          <p:nvSpPr>
            <p:cNvPr id="39" name="!! 模糊">
              <a:extLst>
                <a:ext uri="{FF2B5EF4-FFF2-40B4-BE49-F238E27FC236}">
                  <a16:creationId xmlns:a16="http://schemas.microsoft.com/office/drawing/2014/main" id="{2458A3DF-47FA-57EB-1A86-A4209AAF2294}"/>
                </a:ext>
              </a:extLst>
            </p:cNvPr>
            <p:cNvSpPr>
              <a:spLocks/>
            </p:cNvSpPr>
            <p:nvPr/>
          </p:nvSpPr>
          <p:spPr>
            <a:xfrm>
              <a:off x="7408333" y="5780624"/>
              <a:ext cx="2452159" cy="704838"/>
            </a:xfrm>
            <a:prstGeom prst="roundRect">
              <a:avLst>
                <a:gd name="adj" fmla="val 15000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189">
                <a:defRPr/>
              </a:pPr>
              <a:endParaRPr lang="zh-CN" altLang="en-US">
                <a:solidFill>
                  <a:srgbClr val="FFFFFF"/>
                </a:solidFill>
                <a:latin typeface="OPPOSans R"/>
                <a:ea typeface="OPPOSans R"/>
              </a:endParaRPr>
            </a:p>
          </p:txBody>
        </p:sp>
        <p:sp>
          <p:nvSpPr>
            <p:cNvPr id="40" name="!! 颜色遮罩">
              <a:extLst>
                <a:ext uri="{FF2B5EF4-FFF2-40B4-BE49-F238E27FC236}">
                  <a16:creationId xmlns:a16="http://schemas.microsoft.com/office/drawing/2014/main" id="{A2049474-6961-5E66-CC08-CBE0A0B9DCA5}"/>
                </a:ext>
              </a:extLst>
            </p:cNvPr>
            <p:cNvSpPr>
              <a:spLocks/>
            </p:cNvSpPr>
            <p:nvPr/>
          </p:nvSpPr>
          <p:spPr>
            <a:xfrm>
              <a:off x="7408333" y="5780624"/>
              <a:ext cx="2452159" cy="704838"/>
            </a:xfrm>
            <a:prstGeom prst="roundRect">
              <a:avLst>
                <a:gd name="adj" fmla="val 15000"/>
              </a:avLst>
            </a:prstGeom>
            <a:solidFill>
              <a:schemeClr val="bg2">
                <a:alpha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189">
                <a:defRPr/>
              </a:pPr>
              <a:endParaRPr lang="zh-CN" altLang="en-US" dirty="0">
                <a:solidFill>
                  <a:srgbClr val="FFFFFF"/>
                </a:solidFill>
                <a:latin typeface="OPPOSans R"/>
                <a:ea typeface="OPPOSans R"/>
              </a:endParaRPr>
            </a:p>
          </p:txBody>
        </p:sp>
        <p:pic>
          <p:nvPicPr>
            <p:cNvPr id="42" name="!! 信号">
              <a:extLst>
                <a:ext uri="{FF2B5EF4-FFF2-40B4-BE49-F238E27FC236}">
                  <a16:creationId xmlns:a16="http://schemas.microsoft.com/office/drawing/2014/main" id="{6BA100EC-FA25-F702-FAF9-CF5A52E27FD7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7638254" y="5893986"/>
              <a:ext cx="221460" cy="221458"/>
            </a:xfrm>
            <a:prstGeom prst="rect">
              <a:avLst/>
            </a:prstGeom>
          </p:spPr>
        </p:pic>
        <p:sp>
          <p:nvSpPr>
            <p:cNvPr id="48" name="!! 运营商">
              <a:extLst>
                <a:ext uri="{FF2B5EF4-FFF2-40B4-BE49-F238E27FC236}">
                  <a16:creationId xmlns:a16="http://schemas.microsoft.com/office/drawing/2014/main" id="{76D6CC0A-FFA2-E6D3-D658-ABEB8CF70008}"/>
                </a:ext>
              </a:extLst>
            </p:cNvPr>
            <p:cNvSpPr txBox="1"/>
            <p:nvPr/>
          </p:nvSpPr>
          <p:spPr>
            <a:xfrm>
              <a:off x="7813676" y="5913455"/>
              <a:ext cx="1114424" cy="2830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457189">
                <a:defRPr/>
              </a:pPr>
              <a:r>
                <a:rPr lang="en-US" altLang="zh-CN" sz="900" dirty="0">
                  <a:solidFill>
                    <a:srgbClr val="181818"/>
                  </a:solidFill>
                  <a:latin typeface="OPPOSans M"/>
                  <a:ea typeface="OPPOSans M"/>
                </a:rPr>
                <a:t>Virtual Net</a:t>
              </a:r>
              <a:endParaRPr lang="zh-CN" altLang="en-US" sz="900" dirty="0">
                <a:solidFill>
                  <a:srgbClr val="181818"/>
                </a:solidFill>
                <a:latin typeface="OPPOSans M"/>
                <a:ea typeface="OPPOSans M"/>
              </a:endParaRPr>
            </a:p>
          </p:txBody>
        </p:sp>
        <p:pic>
          <p:nvPicPr>
            <p:cNvPr id="50" name="!! 通知">
              <a:extLst>
                <a:ext uri="{FF2B5EF4-FFF2-40B4-BE49-F238E27FC236}">
                  <a16:creationId xmlns:a16="http://schemas.microsoft.com/office/drawing/2014/main" id="{5858FE56-D440-802B-BB2B-03A35634B193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9287931" y="5948436"/>
              <a:ext cx="152400" cy="152400"/>
            </a:xfrm>
            <a:prstGeom prst="rect">
              <a:avLst/>
            </a:prstGeom>
          </p:spPr>
        </p:pic>
        <p:pic>
          <p:nvPicPr>
            <p:cNvPr id="51" name="!! 电池">
              <a:extLst>
                <a:ext uri="{FF2B5EF4-FFF2-40B4-BE49-F238E27FC236}">
                  <a16:creationId xmlns:a16="http://schemas.microsoft.com/office/drawing/2014/main" id="{8CD0CC1A-0FF0-7D44-C275-2C8C6145CDD0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7637460" y="6171965"/>
              <a:ext cx="191558" cy="191558"/>
            </a:xfrm>
            <a:prstGeom prst="rect">
              <a:avLst/>
            </a:prstGeom>
          </p:spPr>
        </p:pic>
        <p:sp>
          <p:nvSpPr>
            <p:cNvPr id="53" name="!! 时间">
              <a:extLst>
                <a:ext uri="{FF2B5EF4-FFF2-40B4-BE49-F238E27FC236}">
                  <a16:creationId xmlns:a16="http://schemas.microsoft.com/office/drawing/2014/main" id="{0068C38F-ED3D-CC29-8FE5-60BEAA66C781}"/>
                </a:ext>
              </a:extLst>
            </p:cNvPr>
            <p:cNvSpPr txBox="1"/>
            <p:nvPr/>
          </p:nvSpPr>
          <p:spPr>
            <a:xfrm>
              <a:off x="8982607" y="6148520"/>
              <a:ext cx="773641" cy="3114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defTabSz="457189">
                <a:defRPr/>
              </a:pPr>
              <a:r>
                <a:rPr lang="en-US" altLang="zh-CN" sz="1051" dirty="0">
                  <a:solidFill>
                    <a:srgbClr val="181818"/>
                  </a:solidFill>
                  <a:latin typeface="OPPOSans R"/>
                  <a:ea typeface="OPPOSans R"/>
                </a:rPr>
                <a:t>16:34</a:t>
              </a:r>
              <a:endParaRPr lang="zh-CN" altLang="en-US" sz="1051" dirty="0">
                <a:solidFill>
                  <a:srgbClr val="181818"/>
                </a:solidFill>
                <a:latin typeface="OPPOSans R"/>
                <a:ea typeface="OPPOSans R"/>
              </a:endParaRPr>
            </a:p>
          </p:txBody>
        </p:sp>
        <p:sp>
          <p:nvSpPr>
            <p:cNvPr id="55" name="!! AC">
              <a:extLst>
                <a:ext uri="{FF2B5EF4-FFF2-40B4-BE49-F238E27FC236}">
                  <a16:creationId xmlns:a16="http://schemas.microsoft.com/office/drawing/2014/main" id="{1C14E8AB-4F06-7A8D-4DF4-58984F168284}"/>
                </a:ext>
              </a:extLst>
            </p:cNvPr>
            <p:cNvSpPr txBox="1"/>
            <p:nvPr/>
          </p:nvSpPr>
          <p:spPr>
            <a:xfrm>
              <a:off x="7766842" y="6152328"/>
              <a:ext cx="434183" cy="2830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457189">
                <a:defRPr/>
              </a:pPr>
              <a:r>
                <a:rPr lang="en-US" altLang="zh-CN" sz="900" dirty="0">
                  <a:solidFill>
                    <a:srgbClr val="181818"/>
                  </a:solidFill>
                  <a:latin typeface="OPPOSans R"/>
                  <a:ea typeface="OPPOSans R"/>
                </a:rPr>
                <a:t>49%</a:t>
              </a:r>
              <a:endParaRPr lang="zh-CN" altLang="en-US" sz="900" dirty="0">
                <a:solidFill>
                  <a:srgbClr val="181818"/>
                </a:solidFill>
                <a:latin typeface="OPPOSans R"/>
                <a:ea typeface="OPPOSans R"/>
              </a:endParaRPr>
            </a:p>
          </p:txBody>
        </p:sp>
        <p:pic>
          <p:nvPicPr>
            <p:cNvPr id="56" name="!! 声音">
              <a:extLst>
                <a:ext uri="{FF2B5EF4-FFF2-40B4-BE49-F238E27FC236}">
                  <a16:creationId xmlns:a16="http://schemas.microsoft.com/office/drawing/2014/main" id="{79483415-9195-D8D1-677A-26306DF0C81C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9048732" y="5934670"/>
              <a:ext cx="179932" cy="179932"/>
            </a:xfrm>
            <a:prstGeom prst="rect">
              <a:avLst/>
            </a:prstGeom>
          </p:spPr>
        </p:pic>
        <p:pic>
          <p:nvPicPr>
            <p:cNvPr id="57" name="!! 电源">
              <a:hlinkClick r:id="rId17" action="ppaction://hlinksldjump"/>
              <a:extLst>
                <a:ext uri="{FF2B5EF4-FFF2-40B4-BE49-F238E27FC236}">
                  <a16:creationId xmlns:a16="http://schemas.microsoft.com/office/drawing/2014/main" id="{75A25680-EC16-13F5-6F12-85C691F4A569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9489000" y="5925331"/>
              <a:ext cx="208372" cy="208370"/>
            </a:xfrm>
            <a:prstGeom prst="rect">
              <a:avLst/>
            </a:prstGeom>
          </p:spPr>
        </p:pic>
      </p:grpSp>
      <p:sp>
        <p:nvSpPr>
          <p:cNvPr id="2" name="!! 二级背景">
            <a:extLst>
              <a:ext uri="{FF2B5EF4-FFF2-40B4-BE49-F238E27FC236}">
                <a16:creationId xmlns:a16="http://schemas.microsoft.com/office/drawing/2014/main" id="{A5888FA7-23D4-0B24-73A7-463CFC61D58E}"/>
              </a:ext>
            </a:extLst>
          </p:cNvPr>
          <p:cNvSpPr/>
          <p:nvPr/>
        </p:nvSpPr>
        <p:spPr>
          <a:xfrm>
            <a:off x="3594539" y="0"/>
            <a:ext cx="8620880" cy="6858000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>
              <a:defRPr/>
            </a:pPr>
            <a:endParaRPr lang="zh-CN" altLang="en-US">
              <a:solidFill>
                <a:srgbClr val="F5F5F5"/>
              </a:solidFill>
              <a:latin typeface="vivo Sans"/>
              <a:ea typeface="vivo Sans"/>
            </a:endParaRPr>
          </a:p>
        </p:txBody>
      </p:sp>
      <p:sp>
        <p:nvSpPr>
          <p:cNvPr id="15" name="!! 小白条">
            <a:hlinkClick r:id="rId3" action="ppaction://hlinksldjump"/>
            <a:extLst>
              <a:ext uri="{FF2B5EF4-FFF2-40B4-BE49-F238E27FC236}">
                <a16:creationId xmlns:a16="http://schemas.microsoft.com/office/drawing/2014/main" id="{A91B7BE5-B932-66FE-BE77-5BD88D28A3E8}"/>
              </a:ext>
            </a:extLst>
          </p:cNvPr>
          <p:cNvSpPr/>
          <p:nvPr/>
        </p:nvSpPr>
        <p:spPr>
          <a:xfrm>
            <a:off x="5177623" y="6706376"/>
            <a:ext cx="1836752" cy="45719"/>
          </a:xfrm>
          <a:prstGeom prst="roundRect">
            <a:avLst>
              <a:gd name="adj" fmla="val 50000"/>
            </a:avLst>
          </a:prstGeom>
          <a:solidFill>
            <a:schemeClr val="tx1">
              <a:alpha val="90000"/>
            </a:schemeClr>
          </a:solidFill>
          <a:ln>
            <a:noFill/>
          </a:ln>
          <a:effectLst>
            <a:outerShdw blurRad="1016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>
              <a:defRPr/>
            </a:pPr>
            <a:endParaRPr lang="zh-CN" altLang="en-US">
              <a:solidFill>
                <a:srgbClr val="F5F5F5"/>
              </a:solidFill>
              <a:latin typeface="vivo Sans"/>
              <a:ea typeface="vivo Sans"/>
            </a:endParaRPr>
          </a:p>
        </p:txBody>
      </p:sp>
      <p:grpSp>
        <p:nvGrpSpPr>
          <p:cNvPr id="6" name="返回">
            <a:extLst>
              <a:ext uri="{FF2B5EF4-FFF2-40B4-BE49-F238E27FC236}">
                <a16:creationId xmlns:a16="http://schemas.microsoft.com/office/drawing/2014/main" id="{3530D196-3848-3740-39DE-5C83CC85F467}"/>
              </a:ext>
            </a:extLst>
          </p:cNvPr>
          <p:cNvGrpSpPr/>
          <p:nvPr/>
        </p:nvGrpSpPr>
        <p:grpSpPr>
          <a:xfrm>
            <a:off x="4133691" y="519573"/>
            <a:ext cx="2667863" cy="369332"/>
            <a:chOff x="4133687" y="519573"/>
            <a:chExt cx="2667863" cy="369331"/>
          </a:xfrm>
        </p:grpSpPr>
        <p:sp>
          <p:nvSpPr>
            <p:cNvPr id="7" name="!! 副标题">
              <a:hlinkClick r:id="rId20" action="ppaction://hlinksldjump"/>
              <a:extLst>
                <a:ext uri="{FF2B5EF4-FFF2-40B4-BE49-F238E27FC236}">
                  <a16:creationId xmlns:a16="http://schemas.microsoft.com/office/drawing/2014/main" id="{8A7A9D3C-115A-77F6-8666-2A78FCF9F115}"/>
                </a:ext>
              </a:extLst>
            </p:cNvPr>
            <p:cNvSpPr txBox="1"/>
            <p:nvPr/>
          </p:nvSpPr>
          <p:spPr>
            <a:xfrm>
              <a:off x="4393644" y="519573"/>
              <a:ext cx="2407906" cy="369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Leaf </a:t>
              </a:r>
              <a:r>
                <a:rPr lang="zh-CN" altLang="en-US" dirty="0"/>
                <a:t>账户</a:t>
              </a:r>
            </a:p>
          </p:txBody>
        </p:sp>
        <p:pic>
          <p:nvPicPr>
            <p:cNvPr id="8" name="图形 7">
              <a:hlinkClick r:id="rId20" action="ppaction://hlinksldjump"/>
              <a:extLst>
                <a:ext uri="{FF2B5EF4-FFF2-40B4-BE49-F238E27FC236}">
                  <a16:creationId xmlns:a16="http://schemas.microsoft.com/office/drawing/2014/main" id="{CA85761C-3CC5-3A50-1CEE-2605EFF6F7BA}"/>
                </a:ext>
              </a:extLst>
            </p:cNvPr>
            <p:cNvPicPr/>
            <p:nvPr/>
          </p:nvPicPr>
          <p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p:blipFill>
          <p:spPr>
            <a:xfrm>
              <a:off x="4133687" y="584302"/>
              <a:ext cx="241776" cy="241776"/>
            </a:xfrm>
            <a:prstGeom prst="rect">
              <a:avLst/>
            </a:prstGeom>
          </p:spPr>
        </p:pic>
      </p:grpSp>
      <p:grpSp>
        <p:nvGrpSpPr>
          <p:cNvPr id="10" name="!! 显示">
            <a:extLst>
              <a:ext uri="{FF2B5EF4-FFF2-40B4-BE49-F238E27FC236}">
                <a16:creationId xmlns:a16="http://schemas.microsoft.com/office/drawing/2014/main" id="{5649AE40-EFC4-4747-2553-DA96FCDBD114}"/>
              </a:ext>
            </a:extLst>
          </p:cNvPr>
          <p:cNvGrpSpPr/>
          <p:nvPr/>
        </p:nvGrpSpPr>
        <p:grpSpPr>
          <a:xfrm>
            <a:off x="470871" y="3706575"/>
            <a:ext cx="2552892" cy="457924"/>
            <a:chOff x="462453" y="2623554"/>
            <a:chExt cx="2552892" cy="457924"/>
          </a:xfrm>
        </p:grpSpPr>
        <p:sp>
          <p:nvSpPr>
            <p:cNvPr id="11" name="!! 未选中">
              <a:hlinkClick r:id="rId23" action="ppaction://hlinksldjump"/>
              <a:extLst>
                <a:ext uri="{FF2B5EF4-FFF2-40B4-BE49-F238E27FC236}">
                  <a16:creationId xmlns:a16="http://schemas.microsoft.com/office/drawing/2014/main" id="{5A967549-CAAC-A714-1CA0-6D8BB01B48C9}"/>
                </a:ext>
              </a:extLst>
            </p:cNvPr>
            <p:cNvSpPr/>
            <p:nvPr/>
          </p:nvSpPr>
          <p:spPr>
            <a:xfrm>
              <a:off x="462453" y="2623554"/>
              <a:ext cx="2552892" cy="457924"/>
            </a:xfrm>
            <a:prstGeom prst="roundRect">
              <a:avLst>
                <a:gd name="adj" fmla="val 22880"/>
              </a:avLst>
            </a:prstGeom>
            <a:solidFill>
              <a:schemeClr val="bg2"/>
            </a:solidFill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1998" defTabSz="914377">
                <a:defRPr/>
              </a:pPr>
              <a:r>
                <a:rPr lang="zh-CN" altLang="en-US" sz="1400" dirty="0">
                  <a:solidFill>
                    <a:schemeClr val="tx1">
                      <a:lumMod val="90000"/>
                      <a:lumOff val="10000"/>
                    </a:schemeClr>
                  </a:solidFill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      显示</a:t>
              </a:r>
            </a:p>
          </p:txBody>
        </p:sp>
        <p:grpSp>
          <p:nvGrpSpPr>
            <p:cNvPr id="31" name="组合 30">
              <a:extLst>
                <a:ext uri="{FF2B5EF4-FFF2-40B4-BE49-F238E27FC236}">
                  <a16:creationId xmlns:a16="http://schemas.microsoft.com/office/drawing/2014/main" id="{B52A4E33-6940-A44D-5BC2-DFA6C06083B1}"/>
                </a:ext>
              </a:extLst>
            </p:cNvPr>
            <p:cNvGrpSpPr/>
            <p:nvPr/>
          </p:nvGrpSpPr>
          <p:grpSpPr>
            <a:xfrm>
              <a:off x="600851" y="2735577"/>
              <a:ext cx="245090" cy="245090"/>
              <a:chOff x="3449581" y="2374787"/>
              <a:chExt cx="263638" cy="263638"/>
            </a:xfrm>
          </p:grpSpPr>
          <p:sp>
            <p:nvSpPr>
              <p:cNvPr id="32" name="椭圆 31">
                <a:extLst>
                  <a:ext uri="{FF2B5EF4-FFF2-40B4-BE49-F238E27FC236}">
                    <a16:creationId xmlns:a16="http://schemas.microsoft.com/office/drawing/2014/main" id="{336391D3-C6B3-D1FF-F75D-E45D6206A20C}"/>
                  </a:ext>
                </a:extLst>
              </p:cNvPr>
              <p:cNvSpPr/>
              <p:nvPr/>
            </p:nvSpPr>
            <p:spPr>
              <a:xfrm>
                <a:off x="3449581" y="2374787"/>
                <a:ext cx="263638" cy="263638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34" name="icon">
                <a:extLst>
                  <a:ext uri="{FF2B5EF4-FFF2-40B4-BE49-F238E27FC236}">
                    <a16:creationId xmlns:a16="http://schemas.microsoft.com/office/drawing/2014/main" id="{72B6D211-5844-C33F-8430-6855CA3A2C7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4">
                <a:extLst>
                  <a:ext uri="{96DAC541-7B7A-43D3-8B79-37D633B846F1}">
                    <asvg:svgBlip xmlns:asvg="http://schemas.microsoft.com/office/drawing/2016/SVG/main" r:embed="rId25"/>
                  </a:ext>
                </a:extLst>
              </a:blip>
              <a:srcRect/>
              <a:stretch/>
            </p:blipFill>
            <p:spPr>
              <a:xfrm>
                <a:off x="3513869" y="2435878"/>
                <a:ext cx="143060" cy="143060"/>
              </a:xfrm>
              <a:prstGeom prst="rect">
                <a:avLst/>
              </a:prstGeom>
            </p:spPr>
          </p:pic>
        </p:grpSp>
      </p:grpSp>
      <p:grpSp>
        <p:nvGrpSpPr>
          <p:cNvPr id="35" name="!! App">
            <a:extLst>
              <a:ext uri="{FF2B5EF4-FFF2-40B4-BE49-F238E27FC236}">
                <a16:creationId xmlns:a16="http://schemas.microsoft.com/office/drawing/2014/main" id="{2AFD40A0-75B6-78E6-D4D4-D8AC10568962}"/>
              </a:ext>
            </a:extLst>
          </p:cNvPr>
          <p:cNvGrpSpPr/>
          <p:nvPr/>
        </p:nvGrpSpPr>
        <p:grpSpPr>
          <a:xfrm>
            <a:off x="476549" y="2282681"/>
            <a:ext cx="2552892" cy="457924"/>
            <a:chOff x="462453" y="2623554"/>
            <a:chExt cx="2552892" cy="457924"/>
          </a:xfrm>
        </p:grpSpPr>
        <p:sp>
          <p:nvSpPr>
            <p:cNvPr id="37" name="!! 未选中">
              <a:hlinkClick r:id="rId26" action="ppaction://hlinksldjump"/>
              <a:extLst>
                <a:ext uri="{FF2B5EF4-FFF2-40B4-BE49-F238E27FC236}">
                  <a16:creationId xmlns:a16="http://schemas.microsoft.com/office/drawing/2014/main" id="{D5E48E6C-1F33-BF31-E09D-95DF708CA5CC}"/>
                </a:ext>
              </a:extLst>
            </p:cNvPr>
            <p:cNvSpPr/>
            <p:nvPr/>
          </p:nvSpPr>
          <p:spPr>
            <a:xfrm>
              <a:off x="462453" y="2623554"/>
              <a:ext cx="2552892" cy="457924"/>
            </a:xfrm>
            <a:prstGeom prst="roundRect">
              <a:avLst>
                <a:gd name="adj" fmla="val 22880"/>
              </a:avLst>
            </a:prstGeom>
            <a:solidFill>
              <a:schemeClr val="bg2"/>
            </a:solidFill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1998" defTabSz="914377">
                <a:defRPr/>
              </a:pPr>
              <a:r>
                <a:rPr lang="zh-CN" altLang="en-US" sz="1400" dirty="0">
                  <a:solidFill>
                    <a:schemeClr val="tx1">
                      <a:lumMod val="90000"/>
                      <a:lumOff val="10000"/>
                    </a:schemeClr>
                  </a:solidFill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      应用与模块</a:t>
              </a:r>
            </a:p>
          </p:txBody>
        </p:sp>
        <p:grpSp>
          <p:nvGrpSpPr>
            <p:cNvPr id="58" name="组合 57">
              <a:extLst>
                <a:ext uri="{FF2B5EF4-FFF2-40B4-BE49-F238E27FC236}">
                  <a16:creationId xmlns:a16="http://schemas.microsoft.com/office/drawing/2014/main" id="{24222826-0364-34DA-72EB-9CEEF337AFC9}"/>
                </a:ext>
              </a:extLst>
            </p:cNvPr>
            <p:cNvGrpSpPr/>
            <p:nvPr/>
          </p:nvGrpSpPr>
          <p:grpSpPr>
            <a:xfrm>
              <a:off x="600851" y="2735577"/>
              <a:ext cx="245090" cy="245090"/>
              <a:chOff x="3449581" y="2374787"/>
              <a:chExt cx="263638" cy="263638"/>
            </a:xfrm>
          </p:grpSpPr>
          <p:sp>
            <p:nvSpPr>
              <p:cNvPr id="59" name="椭圆 58">
                <a:extLst>
                  <a:ext uri="{FF2B5EF4-FFF2-40B4-BE49-F238E27FC236}">
                    <a16:creationId xmlns:a16="http://schemas.microsoft.com/office/drawing/2014/main" id="{B9632697-34CC-1C7C-E277-D189DEB5B4CA}"/>
                  </a:ext>
                </a:extLst>
              </p:cNvPr>
              <p:cNvSpPr/>
              <p:nvPr/>
            </p:nvSpPr>
            <p:spPr>
              <a:xfrm>
                <a:off x="3449581" y="2374787"/>
                <a:ext cx="263638" cy="263638"/>
              </a:xfrm>
              <a:prstGeom prst="ellipse">
                <a:avLst/>
              </a:prstGeom>
              <a:solidFill>
                <a:schemeClr val="accent3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60" name="icon">
                <a:extLst>
                  <a:ext uri="{FF2B5EF4-FFF2-40B4-BE49-F238E27FC236}">
                    <a16:creationId xmlns:a16="http://schemas.microsoft.com/office/drawing/2014/main" id="{84DD111A-19F3-A9D9-295C-6141523DC02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7">
                <a:extLst>
                  <a:ext uri="{96DAC541-7B7A-43D3-8B79-37D633B846F1}">
                    <asvg:svgBlip xmlns:asvg="http://schemas.microsoft.com/office/drawing/2016/SVG/main" r:embed="rId28"/>
                  </a:ext>
                </a:extLst>
              </a:blip>
              <a:srcRect/>
              <a:stretch/>
            </p:blipFill>
            <p:spPr>
              <a:xfrm>
                <a:off x="3513869" y="2435878"/>
                <a:ext cx="143060" cy="143060"/>
              </a:xfrm>
              <a:prstGeom prst="rect">
                <a:avLst/>
              </a:prstGeom>
            </p:spPr>
          </p:pic>
        </p:grpSp>
      </p:grpSp>
      <p:grpSp>
        <p:nvGrpSpPr>
          <p:cNvPr id="61" name="!! 电池">
            <a:extLst>
              <a:ext uri="{FF2B5EF4-FFF2-40B4-BE49-F238E27FC236}">
                <a16:creationId xmlns:a16="http://schemas.microsoft.com/office/drawing/2014/main" id="{87FDA406-054D-AECF-8272-CD848A0CE82C}"/>
              </a:ext>
            </a:extLst>
          </p:cNvPr>
          <p:cNvGrpSpPr/>
          <p:nvPr/>
        </p:nvGrpSpPr>
        <p:grpSpPr>
          <a:xfrm>
            <a:off x="470871" y="2852627"/>
            <a:ext cx="2552892" cy="457924"/>
            <a:chOff x="462453" y="2623554"/>
            <a:chExt cx="2552892" cy="457924"/>
          </a:xfrm>
        </p:grpSpPr>
        <p:sp>
          <p:nvSpPr>
            <p:cNvPr id="62" name="!! 未选中">
              <a:hlinkClick r:id="rId29" action="ppaction://hlinksldjump"/>
              <a:extLst>
                <a:ext uri="{FF2B5EF4-FFF2-40B4-BE49-F238E27FC236}">
                  <a16:creationId xmlns:a16="http://schemas.microsoft.com/office/drawing/2014/main" id="{D134FB9F-06F8-1BEB-C0C3-60B4523F8582}"/>
                </a:ext>
              </a:extLst>
            </p:cNvPr>
            <p:cNvSpPr/>
            <p:nvPr/>
          </p:nvSpPr>
          <p:spPr>
            <a:xfrm>
              <a:off x="462453" y="2623554"/>
              <a:ext cx="2552892" cy="457924"/>
            </a:xfrm>
            <a:prstGeom prst="roundRect">
              <a:avLst>
                <a:gd name="adj" fmla="val 22880"/>
              </a:avLst>
            </a:prstGeom>
            <a:solidFill>
              <a:schemeClr val="bg2"/>
            </a:solidFill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1998" defTabSz="914377">
                <a:defRPr/>
              </a:pPr>
              <a:r>
                <a:rPr lang="zh-CN" altLang="en-US" sz="1400" dirty="0">
                  <a:solidFill>
                    <a:schemeClr val="tx1">
                      <a:lumMod val="90000"/>
                      <a:lumOff val="10000"/>
                    </a:schemeClr>
                  </a:solidFill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      电池</a:t>
              </a:r>
            </a:p>
          </p:txBody>
        </p:sp>
        <p:grpSp>
          <p:nvGrpSpPr>
            <p:cNvPr id="63" name="组合 62">
              <a:extLst>
                <a:ext uri="{FF2B5EF4-FFF2-40B4-BE49-F238E27FC236}">
                  <a16:creationId xmlns:a16="http://schemas.microsoft.com/office/drawing/2014/main" id="{EFCFB868-F82A-099B-AD1E-CB56CC750F5B}"/>
                </a:ext>
              </a:extLst>
            </p:cNvPr>
            <p:cNvGrpSpPr/>
            <p:nvPr/>
          </p:nvGrpSpPr>
          <p:grpSpPr>
            <a:xfrm>
              <a:off x="600851" y="2735577"/>
              <a:ext cx="245090" cy="245090"/>
              <a:chOff x="3449581" y="2374787"/>
              <a:chExt cx="263638" cy="263638"/>
            </a:xfrm>
          </p:grpSpPr>
          <p:sp>
            <p:nvSpPr>
              <p:cNvPr id="65" name="椭圆 64">
                <a:extLst>
                  <a:ext uri="{FF2B5EF4-FFF2-40B4-BE49-F238E27FC236}">
                    <a16:creationId xmlns:a16="http://schemas.microsoft.com/office/drawing/2014/main" id="{4E181208-BC2A-6FAC-DF4A-26A4B217F278}"/>
                  </a:ext>
                </a:extLst>
              </p:cNvPr>
              <p:cNvSpPr/>
              <p:nvPr/>
            </p:nvSpPr>
            <p:spPr>
              <a:xfrm>
                <a:off x="3449581" y="2374787"/>
                <a:ext cx="263638" cy="263638"/>
              </a:xfrm>
              <a:prstGeom prst="ellipse">
                <a:avLst/>
              </a:prstGeom>
              <a:solidFill>
                <a:srgbClr val="3ADE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72" name="icon">
                <a:extLst>
                  <a:ext uri="{FF2B5EF4-FFF2-40B4-BE49-F238E27FC236}">
                    <a16:creationId xmlns:a16="http://schemas.microsoft.com/office/drawing/2014/main" id="{67F3B3CE-F1FC-7602-2F49-FAC46C6C885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0">
                <a:extLst>
                  <a:ext uri="{96DAC541-7B7A-43D3-8B79-37D633B846F1}">
                    <asvg:svgBlip xmlns:asvg="http://schemas.microsoft.com/office/drawing/2016/SVG/main" r:embed="rId31"/>
                  </a:ext>
                </a:extLst>
              </a:blip>
              <a:srcRect/>
              <a:stretch/>
            </p:blipFill>
            <p:spPr>
              <a:xfrm>
                <a:off x="3513869" y="2435878"/>
                <a:ext cx="143060" cy="143060"/>
              </a:xfrm>
              <a:prstGeom prst="rect">
                <a:avLst/>
              </a:prstGeom>
            </p:spPr>
          </p:pic>
        </p:grpSp>
      </p:grpSp>
      <p:sp>
        <p:nvSpPr>
          <p:cNvPr id="75" name="!! 个性化">
            <a:extLst>
              <a:ext uri="{FF2B5EF4-FFF2-40B4-BE49-F238E27FC236}">
                <a16:creationId xmlns:a16="http://schemas.microsoft.com/office/drawing/2014/main" id="{2E6B2FAF-8B6F-0BC3-4E85-3EDD3E9915A8}"/>
              </a:ext>
            </a:extLst>
          </p:cNvPr>
          <p:cNvSpPr txBox="1"/>
          <p:nvPr/>
        </p:nvSpPr>
        <p:spPr>
          <a:xfrm>
            <a:off x="470872" y="3444966"/>
            <a:ext cx="11113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dirty="0">
                <a:solidFill>
                  <a:schemeClr val="bg1">
                    <a:lumMod val="50000"/>
                  </a:schemeClr>
                </a:solidFill>
              </a:rPr>
              <a:t>个性化</a:t>
            </a:r>
          </a:p>
        </p:txBody>
      </p:sp>
      <p:sp>
        <p:nvSpPr>
          <p:cNvPr id="77" name="文本框 76">
            <a:extLst>
              <a:ext uri="{FF2B5EF4-FFF2-40B4-BE49-F238E27FC236}">
                <a16:creationId xmlns:a16="http://schemas.microsoft.com/office/drawing/2014/main" id="{A81FC033-0590-972A-EBBD-4BA8FAAC0C62}"/>
              </a:ext>
            </a:extLst>
          </p:cNvPr>
          <p:cNvSpPr txBox="1"/>
          <p:nvPr/>
        </p:nvSpPr>
        <p:spPr>
          <a:xfrm>
            <a:off x="462454" y="2020809"/>
            <a:ext cx="11113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dirty="0">
                <a:solidFill>
                  <a:schemeClr val="bg1">
                    <a:lumMod val="50000"/>
                  </a:schemeClr>
                </a:solidFill>
              </a:rPr>
              <a:t>网络与连接</a:t>
            </a:r>
          </a:p>
        </p:txBody>
      </p:sp>
      <p:sp>
        <p:nvSpPr>
          <p:cNvPr id="78" name="文本框 77">
            <a:extLst>
              <a:ext uri="{FF2B5EF4-FFF2-40B4-BE49-F238E27FC236}">
                <a16:creationId xmlns:a16="http://schemas.microsoft.com/office/drawing/2014/main" id="{4B5452EF-7460-1604-0898-87BD80299C5B}"/>
              </a:ext>
            </a:extLst>
          </p:cNvPr>
          <p:cNvSpPr txBox="1"/>
          <p:nvPr/>
        </p:nvSpPr>
        <p:spPr>
          <a:xfrm>
            <a:off x="462455" y="4033431"/>
            <a:ext cx="11113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dirty="0">
                <a:solidFill>
                  <a:schemeClr val="bg1">
                    <a:lumMod val="50000"/>
                  </a:schemeClr>
                </a:solidFill>
              </a:rPr>
              <a:t>系统与安全</a:t>
            </a:r>
          </a:p>
        </p:txBody>
      </p:sp>
      <p:grpSp>
        <p:nvGrpSpPr>
          <p:cNvPr id="79" name="!! 软件更新">
            <a:extLst>
              <a:ext uri="{FF2B5EF4-FFF2-40B4-BE49-F238E27FC236}">
                <a16:creationId xmlns:a16="http://schemas.microsoft.com/office/drawing/2014/main" id="{5AE8E44D-E99C-0CE1-3C6C-3B5402AD5D29}"/>
              </a:ext>
            </a:extLst>
          </p:cNvPr>
          <p:cNvGrpSpPr/>
          <p:nvPr/>
        </p:nvGrpSpPr>
        <p:grpSpPr>
          <a:xfrm>
            <a:off x="462455" y="4299750"/>
            <a:ext cx="2552892" cy="457924"/>
            <a:chOff x="481145" y="1890767"/>
            <a:chExt cx="2552892" cy="457924"/>
          </a:xfrm>
        </p:grpSpPr>
        <p:sp>
          <p:nvSpPr>
            <p:cNvPr id="80" name="!! 未选中">
              <a:hlinkClick r:id="rId32" action="ppaction://hlinksldjump"/>
              <a:extLst>
                <a:ext uri="{FF2B5EF4-FFF2-40B4-BE49-F238E27FC236}">
                  <a16:creationId xmlns:a16="http://schemas.microsoft.com/office/drawing/2014/main" id="{94736359-BEED-2CFB-FC09-2A1B6C9AC734}"/>
                </a:ext>
              </a:extLst>
            </p:cNvPr>
            <p:cNvSpPr/>
            <p:nvPr/>
          </p:nvSpPr>
          <p:spPr>
            <a:xfrm>
              <a:off x="481145" y="1890767"/>
              <a:ext cx="2552892" cy="457924"/>
            </a:xfrm>
            <a:prstGeom prst="roundRect">
              <a:avLst>
                <a:gd name="adj" fmla="val 22880"/>
              </a:avLst>
            </a:prstGeom>
            <a:solidFill>
              <a:schemeClr val="bg2"/>
            </a:solidFill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1998" defTabSz="914377">
                <a:defRPr/>
              </a:pPr>
              <a:r>
                <a:rPr lang="zh-CN" altLang="en-US" sz="1400" dirty="0">
                  <a:solidFill>
                    <a:schemeClr val="tx1"/>
                  </a:solidFill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      系统更新</a:t>
              </a:r>
            </a:p>
          </p:txBody>
        </p:sp>
        <p:pic>
          <p:nvPicPr>
            <p:cNvPr id="81" name="icon">
              <a:extLst>
                <a:ext uri="{FF2B5EF4-FFF2-40B4-BE49-F238E27FC236}">
                  <a16:creationId xmlns:a16="http://schemas.microsoft.com/office/drawing/2014/main" id="{323EDCC8-6D34-7075-E0CC-CA9D56576C08}"/>
                </a:ext>
              </a:extLst>
            </p:cNvPr>
            <p:cNvPicPr>
              <a:picLocks noChangeAspect="1"/>
            </p:cNvPicPr>
            <p:nvPr/>
          </p:nvPicPr>
          <p:blipFill>
            <a:blip r:embed="rId33">
              <a:extLst>
                <a:ext uri="{96DAC541-7B7A-43D3-8B79-37D633B846F1}">
                  <asvg:svgBlip xmlns:asvg="http://schemas.microsoft.com/office/drawing/2016/SVG/main" r:embed="rId34"/>
                </a:ext>
              </a:extLst>
            </a:blip>
            <a:srcRect/>
            <a:stretch/>
          </p:blipFill>
          <p:spPr>
            <a:xfrm>
              <a:off x="623508" y="2001148"/>
              <a:ext cx="237162" cy="237162"/>
            </a:xfrm>
            <a:prstGeom prst="rect">
              <a:avLst/>
            </a:prstGeom>
          </p:spPr>
        </p:pic>
      </p:grpSp>
      <p:grpSp>
        <p:nvGrpSpPr>
          <p:cNvPr id="82" name="!! 更多连接">
            <a:extLst>
              <a:ext uri="{FF2B5EF4-FFF2-40B4-BE49-F238E27FC236}">
                <a16:creationId xmlns:a16="http://schemas.microsoft.com/office/drawing/2014/main" id="{CA36252B-760C-466D-A367-EC1F79D052C4}"/>
              </a:ext>
            </a:extLst>
          </p:cNvPr>
          <p:cNvGrpSpPr/>
          <p:nvPr/>
        </p:nvGrpSpPr>
        <p:grpSpPr>
          <a:xfrm>
            <a:off x="462454" y="3410531"/>
            <a:ext cx="2552892" cy="457924"/>
            <a:chOff x="462453" y="2623554"/>
            <a:chExt cx="2552892" cy="457924"/>
          </a:xfrm>
        </p:grpSpPr>
        <p:sp>
          <p:nvSpPr>
            <p:cNvPr id="83" name="!! 未选中">
              <a:hlinkClick r:id="rId35" action="ppaction://hlinksldjump"/>
              <a:extLst>
                <a:ext uri="{FF2B5EF4-FFF2-40B4-BE49-F238E27FC236}">
                  <a16:creationId xmlns:a16="http://schemas.microsoft.com/office/drawing/2014/main" id="{359B541A-7F29-EC77-519A-1E39A8D4DEAC}"/>
                </a:ext>
              </a:extLst>
            </p:cNvPr>
            <p:cNvSpPr/>
            <p:nvPr/>
          </p:nvSpPr>
          <p:spPr>
            <a:xfrm>
              <a:off x="462453" y="2623554"/>
              <a:ext cx="2552892" cy="457924"/>
            </a:xfrm>
            <a:prstGeom prst="roundRect">
              <a:avLst>
                <a:gd name="adj" fmla="val 22880"/>
              </a:avLst>
            </a:prstGeom>
            <a:solidFill>
              <a:schemeClr val="bg2"/>
            </a:solidFill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1998" defTabSz="914377">
                <a:defRPr/>
              </a:pPr>
              <a:r>
                <a:rPr lang="zh-CN" altLang="en-US" sz="1400" dirty="0">
                  <a:solidFill>
                    <a:schemeClr val="tx1">
                      <a:lumMod val="90000"/>
                      <a:lumOff val="10000"/>
                    </a:schemeClr>
                  </a:solidFill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      更多连接</a:t>
              </a:r>
            </a:p>
          </p:txBody>
        </p:sp>
        <p:grpSp>
          <p:nvGrpSpPr>
            <p:cNvPr id="84" name="组合 83">
              <a:extLst>
                <a:ext uri="{FF2B5EF4-FFF2-40B4-BE49-F238E27FC236}">
                  <a16:creationId xmlns:a16="http://schemas.microsoft.com/office/drawing/2014/main" id="{FDB39B29-11CD-B4E7-94A5-4B10ED7F8077}"/>
                </a:ext>
              </a:extLst>
            </p:cNvPr>
            <p:cNvGrpSpPr/>
            <p:nvPr/>
          </p:nvGrpSpPr>
          <p:grpSpPr>
            <a:xfrm>
              <a:off x="600851" y="2735577"/>
              <a:ext cx="245090" cy="245090"/>
              <a:chOff x="3449581" y="2374787"/>
              <a:chExt cx="263638" cy="263638"/>
            </a:xfrm>
          </p:grpSpPr>
          <p:sp>
            <p:nvSpPr>
              <p:cNvPr id="85" name="椭圆 84">
                <a:extLst>
                  <a:ext uri="{FF2B5EF4-FFF2-40B4-BE49-F238E27FC236}">
                    <a16:creationId xmlns:a16="http://schemas.microsoft.com/office/drawing/2014/main" id="{FA96FAF2-7083-ED00-5018-BED2BF1B1AAA}"/>
                  </a:ext>
                </a:extLst>
              </p:cNvPr>
              <p:cNvSpPr/>
              <p:nvPr/>
            </p:nvSpPr>
            <p:spPr>
              <a:xfrm>
                <a:off x="3449581" y="2374787"/>
                <a:ext cx="263638" cy="263638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86" name="icon">
                <a:extLst>
                  <a:ext uri="{FF2B5EF4-FFF2-40B4-BE49-F238E27FC236}">
                    <a16:creationId xmlns:a16="http://schemas.microsoft.com/office/drawing/2014/main" id="{CB5C280F-D7A4-6667-23A4-87266F26A0B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6">
                <a:extLst>
                  <a:ext uri="{96DAC541-7B7A-43D3-8B79-37D633B846F1}">
                    <asvg:svgBlip xmlns:asvg="http://schemas.microsoft.com/office/drawing/2016/SVG/main" r:embed="rId37"/>
                  </a:ext>
                </a:extLst>
              </a:blip>
              <a:srcRect/>
              <a:stretch/>
            </p:blipFill>
            <p:spPr>
              <a:xfrm>
                <a:off x="3513774" y="2433849"/>
                <a:ext cx="143060" cy="143060"/>
              </a:xfrm>
              <a:prstGeom prst="rect">
                <a:avLst/>
              </a:prstGeom>
            </p:spPr>
          </p:pic>
        </p:grpSp>
      </p:grpSp>
      <p:sp>
        <p:nvSpPr>
          <p:cNvPr id="92" name="!! 更多">
            <a:extLst>
              <a:ext uri="{FF2B5EF4-FFF2-40B4-BE49-F238E27FC236}">
                <a16:creationId xmlns:a16="http://schemas.microsoft.com/office/drawing/2014/main" id="{DC44C76B-2354-E29C-50E1-10267FAAFE69}"/>
              </a:ext>
            </a:extLst>
          </p:cNvPr>
          <p:cNvSpPr txBox="1"/>
          <p:nvPr/>
        </p:nvSpPr>
        <p:spPr>
          <a:xfrm>
            <a:off x="1310353" y="6016666"/>
            <a:ext cx="85443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100" dirty="0">
                <a:solidFill>
                  <a:schemeClr val="accent1"/>
                </a:solidFill>
              </a:rPr>
              <a:t>下一页</a:t>
            </a:r>
          </a:p>
        </p:txBody>
      </p:sp>
      <p:grpSp>
        <p:nvGrpSpPr>
          <p:cNvPr id="93" name="!! 蓝牙">
            <a:extLst>
              <a:ext uri="{FF2B5EF4-FFF2-40B4-BE49-F238E27FC236}">
                <a16:creationId xmlns:a16="http://schemas.microsoft.com/office/drawing/2014/main" id="{3E07726A-3395-381D-6E6D-A861341E959E}"/>
              </a:ext>
            </a:extLst>
          </p:cNvPr>
          <p:cNvGrpSpPr/>
          <p:nvPr/>
        </p:nvGrpSpPr>
        <p:grpSpPr>
          <a:xfrm>
            <a:off x="462453" y="2846581"/>
            <a:ext cx="2552892" cy="457924"/>
            <a:chOff x="462452" y="2059603"/>
            <a:chExt cx="2552892" cy="457924"/>
          </a:xfrm>
        </p:grpSpPr>
        <p:sp>
          <p:nvSpPr>
            <p:cNvPr id="99" name="!! 未选中">
              <a:hlinkClick r:id="rId38" action="ppaction://hlinksldjump"/>
              <a:extLst>
                <a:ext uri="{FF2B5EF4-FFF2-40B4-BE49-F238E27FC236}">
                  <a16:creationId xmlns:a16="http://schemas.microsoft.com/office/drawing/2014/main" id="{3289CF08-1CD8-71A2-BC77-33F641FE2611}"/>
                </a:ext>
              </a:extLst>
            </p:cNvPr>
            <p:cNvSpPr/>
            <p:nvPr/>
          </p:nvSpPr>
          <p:spPr>
            <a:xfrm>
              <a:off x="462452" y="2059603"/>
              <a:ext cx="2552892" cy="457924"/>
            </a:xfrm>
            <a:prstGeom prst="roundRect">
              <a:avLst>
                <a:gd name="adj" fmla="val 22880"/>
              </a:avLst>
            </a:prstGeom>
            <a:solidFill>
              <a:schemeClr val="bg2"/>
            </a:solidFill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1998" defTabSz="914377">
                <a:defRPr/>
              </a:pPr>
              <a:r>
                <a:rPr lang="zh-CN" altLang="en-US" sz="1400" dirty="0">
                  <a:solidFill>
                    <a:schemeClr val="tx1">
                      <a:lumMod val="90000"/>
                      <a:lumOff val="10000"/>
                    </a:schemeClr>
                  </a:solidFill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      蓝牙</a:t>
              </a:r>
            </a:p>
          </p:txBody>
        </p:sp>
        <p:pic>
          <p:nvPicPr>
            <p:cNvPr id="100" name="图形 99">
              <a:extLst>
                <a:ext uri="{FF2B5EF4-FFF2-40B4-BE49-F238E27FC236}">
                  <a16:creationId xmlns:a16="http://schemas.microsoft.com/office/drawing/2014/main" id="{BD6D2771-80DB-B90A-02DF-72E290815830}"/>
                </a:ext>
              </a:extLst>
            </p:cNvPr>
            <p:cNvPicPr>
              <a:picLocks noChangeAspect="1"/>
            </p:cNvPicPr>
            <p:nvPr/>
          </p:nvPicPr>
          <p:blipFill>
            <a:blip r:embed="rId39">
              <a:extLst>
                <a:ext uri="{96DAC541-7B7A-43D3-8B79-37D633B846F1}">
                  <asvg:svgBlip xmlns:asvg="http://schemas.microsoft.com/office/drawing/2016/SVG/main" r:embed="rId40"/>
                </a:ext>
              </a:extLst>
            </a:blip>
            <a:stretch>
              <a:fillRect/>
            </a:stretch>
          </p:blipFill>
          <p:spPr>
            <a:xfrm>
              <a:off x="600851" y="2174279"/>
              <a:ext cx="237166" cy="237166"/>
            </a:xfrm>
            <a:prstGeom prst="rect">
              <a:avLst/>
            </a:prstGeom>
          </p:spPr>
        </p:pic>
      </p:grpSp>
      <p:grpSp>
        <p:nvGrpSpPr>
          <p:cNvPr id="106" name="!! WLAN">
            <a:extLst>
              <a:ext uri="{FF2B5EF4-FFF2-40B4-BE49-F238E27FC236}">
                <a16:creationId xmlns:a16="http://schemas.microsoft.com/office/drawing/2014/main" id="{3E653D8F-9016-CCB0-4F38-7EF338D292A8}"/>
              </a:ext>
            </a:extLst>
          </p:cNvPr>
          <p:cNvGrpSpPr/>
          <p:nvPr/>
        </p:nvGrpSpPr>
        <p:grpSpPr>
          <a:xfrm>
            <a:off x="462453" y="2282631"/>
            <a:ext cx="2552892" cy="457924"/>
            <a:chOff x="462452" y="1495653"/>
            <a:chExt cx="2552892" cy="457924"/>
          </a:xfrm>
        </p:grpSpPr>
        <p:grpSp>
          <p:nvGrpSpPr>
            <p:cNvPr id="107" name="!! WLAN">
              <a:extLst>
                <a:ext uri="{FF2B5EF4-FFF2-40B4-BE49-F238E27FC236}">
                  <a16:creationId xmlns:a16="http://schemas.microsoft.com/office/drawing/2014/main" id="{AD367265-30D7-7C56-D2DD-0DF9653D970D}"/>
                </a:ext>
              </a:extLst>
            </p:cNvPr>
            <p:cNvGrpSpPr/>
            <p:nvPr/>
          </p:nvGrpSpPr>
          <p:grpSpPr>
            <a:xfrm>
              <a:off x="462452" y="1495653"/>
              <a:ext cx="2552892" cy="457924"/>
              <a:chOff x="462452" y="1495653"/>
              <a:chExt cx="2552892" cy="457924"/>
            </a:xfrm>
          </p:grpSpPr>
          <p:sp>
            <p:nvSpPr>
              <p:cNvPr id="109" name="!! 未选中">
                <a:hlinkClick r:id="rId41" action="ppaction://hlinksldjump"/>
                <a:extLst>
                  <a:ext uri="{FF2B5EF4-FFF2-40B4-BE49-F238E27FC236}">
                    <a16:creationId xmlns:a16="http://schemas.microsoft.com/office/drawing/2014/main" id="{DC1D5FD6-C7FF-5160-C721-A82C88D2036B}"/>
                  </a:ext>
                </a:extLst>
              </p:cNvPr>
              <p:cNvSpPr/>
              <p:nvPr/>
            </p:nvSpPr>
            <p:spPr>
              <a:xfrm>
                <a:off x="462452" y="1495653"/>
                <a:ext cx="2552892" cy="457924"/>
              </a:xfrm>
              <a:prstGeom prst="roundRect">
                <a:avLst>
                  <a:gd name="adj" fmla="val 22880"/>
                </a:avLst>
              </a:prstGeom>
              <a:solidFill>
                <a:schemeClr val="bg2"/>
              </a:solidFill>
              <a:ln w="6350"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71998" defTabSz="914377">
                  <a:defRPr/>
                </a:pPr>
                <a:r>
                  <a:rPr lang="zh-CN" altLang="en-US" sz="1400" dirty="0">
                    <a:solidFill>
                      <a:schemeClr val="tx1">
                        <a:lumMod val="90000"/>
                        <a:lumOff val="10000"/>
                      </a:schemeClr>
                    </a:solidFill>
                    <a:latin typeface="vivo Sans Light" panose="02000400000000000000" pitchFamily="2" charset="-122"/>
                    <a:ea typeface="vivo Sans Light" panose="02000400000000000000" pitchFamily="2" charset="-122"/>
                    <a:cs typeface="vivo Sans Light" panose="02000400000000000000" pitchFamily="2" charset="-122"/>
                  </a:rPr>
                  <a:t>      无线局域网</a:t>
                </a:r>
              </a:p>
            </p:txBody>
          </p:sp>
          <p:pic>
            <p:nvPicPr>
              <p:cNvPr id="110" name="icon">
                <a:extLst>
                  <a:ext uri="{FF2B5EF4-FFF2-40B4-BE49-F238E27FC236}">
                    <a16:creationId xmlns:a16="http://schemas.microsoft.com/office/drawing/2014/main" id="{B9F75472-ADED-AF98-7395-2BD64EB4ECF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2">
                <a:extLst>
                  <a:ext uri="{96DAC541-7B7A-43D3-8B79-37D633B846F1}">
                    <asvg:svgBlip xmlns:asvg="http://schemas.microsoft.com/office/drawing/2016/SVG/main" r:embed="rId43"/>
                  </a:ext>
                </a:extLst>
              </a:blip>
              <a:srcRect/>
              <a:stretch/>
            </p:blipFill>
            <p:spPr>
              <a:xfrm>
                <a:off x="638475" y="1636367"/>
                <a:ext cx="169842" cy="169842"/>
              </a:xfrm>
              <a:prstGeom prst="rect">
                <a:avLst/>
              </a:prstGeom>
            </p:spPr>
          </p:pic>
        </p:grpSp>
        <p:pic>
          <p:nvPicPr>
            <p:cNvPr id="108" name="图形 107">
              <a:extLst>
                <a:ext uri="{FF2B5EF4-FFF2-40B4-BE49-F238E27FC236}">
                  <a16:creationId xmlns:a16="http://schemas.microsoft.com/office/drawing/2014/main" id="{C29752EF-1634-2BDB-B946-01F90FD25C15}"/>
                </a:ext>
              </a:extLst>
            </p:cNvPr>
            <p:cNvPicPr>
              <a:picLocks noChangeAspect="1"/>
            </p:cNvPicPr>
            <p:nvPr/>
          </p:nvPicPr>
          <p:blipFill>
            <a:blip r:embed="rId44">
              <a:extLst>
                <a:ext uri="{96DAC541-7B7A-43D3-8B79-37D633B846F1}">
                  <asvg:svgBlip xmlns:asvg="http://schemas.microsoft.com/office/drawing/2016/SVG/main" r:embed="rId45"/>
                </a:ext>
              </a:extLst>
            </a:blip>
            <a:stretch>
              <a:fillRect/>
            </a:stretch>
          </p:blipFill>
          <p:spPr>
            <a:xfrm>
              <a:off x="600489" y="1593839"/>
              <a:ext cx="245452" cy="245452"/>
            </a:xfrm>
            <a:prstGeom prst="rect">
              <a:avLst/>
            </a:prstGeom>
          </p:spPr>
        </p:pic>
      </p:grpSp>
      <p:grpSp>
        <p:nvGrpSpPr>
          <p:cNvPr id="111" name="!! 关于">
            <a:extLst>
              <a:ext uri="{FF2B5EF4-FFF2-40B4-BE49-F238E27FC236}">
                <a16:creationId xmlns:a16="http://schemas.microsoft.com/office/drawing/2014/main" id="{D97DA2C7-AB77-A711-5276-E8747B42C8E1}"/>
              </a:ext>
            </a:extLst>
          </p:cNvPr>
          <p:cNvGrpSpPr/>
          <p:nvPr/>
        </p:nvGrpSpPr>
        <p:grpSpPr>
          <a:xfrm>
            <a:off x="461126" y="5442791"/>
            <a:ext cx="2552892" cy="457924"/>
            <a:chOff x="453977" y="4076722"/>
            <a:chExt cx="2552892" cy="457924"/>
          </a:xfrm>
        </p:grpSpPr>
        <p:sp>
          <p:nvSpPr>
            <p:cNvPr id="112" name="!! 未选中">
              <a:hlinkClick r:id="rId46" action="ppaction://hlinksldjump"/>
              <a:extLst>
                <a:ext uri="{FF2B5EF4-FFF2-40B4-BE49-F238E27FC236}">
                  <a16:creationId xmlns:a16="http://schemas.microsoft.com/office/drawing/2014/main" id="{3C948B11-28BA-10C6-A824-44B459B8F80A}"/>
                </a:ext>
              </a:extLst>
            </p:cNvPr>
            <p:cNvSpPr/>
            <p:nvPr/>
          </p:nvSpPr>
          <p:spPr>
            <a:xfrm>
              <a:off x="453977" y="4076722"/>
              <a:ext cx="2552892" cy="457924"/>
            </a:xfrm>
            <a:prstGeom prst="roundRect">
              <a:avLst>
                <a:gd name="adj" fmla="val 22880"/>
              </a:avLst>
            </a:prstGeom>
            <a:solidFill>
              <a:schemeClr val="bg2"/>
            </a:solidFill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1998" defTabSz="914377">
                <a:defRPr/>
              </a:pPr>
              <a:r>
                <a:rPr lang="zh-CN" altLang="en-US" sz="1400" dirty="0">
                  <a:solidFill>
                    <a:schemeClr val="tx1">
                      <a:lumMod val="90000"/>
                      <a:lumOff val="10000"/>
                    </a:schemeClr>
                  </a:solidFill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      关于此</a:t>
              </a:r>
              <a:r>
                <a:rPr lang="en-US" altLang="zh-CN" sz="1400" dirty="0">
                  <a:solidFill>
                    <a:schemeClr val="tx1">
                      <a:lumMod val="90000"/>
                      <a:lumOff val="10000"/>
                    </a:schemeClr>
                  </a:solidFill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Pad</a:t>
              </a:r>
              <a:endParaRPr lang="zh-CN" altLang="en-US" sz="1400" dirty="0">
                <a:solidFill>
                  <a:schemeClr val="tx1">
                    <a:lumMod val="90000"/>
                    <a:lumOff val="10000"/>
                  </a:schemeClr>
                </a:solidFill>
                <a:latin typeface="vivo Sans Light" panose="02000400000000000000" pitchFamily="2" charset="-122"/>
                <a:ea typeface="vivo Sans Light" panose="02000400000000000000" pitchFamily="2" charset="-122"/>
                <a:cs typeface="vivo Sans Light" panose="02000400000000000000" pitchFamily="2" charset="-122"/>
              </a:endParaRPr>
            </a:p>
          </p:txBody>
        </p:sp>
        <p:pic>
          <p:nvPicPr>
            <p:cNvPr id="114" name="图形 113">
              <a:extLst>
                <a:ext uri="{FF2B5EF4-FFF2-40B4-BE49-F238E27FC236}">
                  <a16:creationId xmlns:a16="http://schemas.microsoft.com/office/drawing/2014/main" id="{AD817B29-965F-4753-02FB-61563210C042}"/>
                </a:ext>
              </a:extLst>
            </p:cNvPr>
            <p:cNvPicPr>
              <a:picLocks noChangeAspect="1"/>
            </p:cNvPicPr>
            <p:nvPr/>
          </p:nvPicPr>
          <p:blipFill>
            <a:blip r:embed="rId47">
              <a:extLst>
                <a:ext uri="{96DAC541-7B7A-43D3-8B79-37D633B846F1}">
                  <asvg:svgBlip xmlns:asvg="http://schemas.microsoft.com/office/drawing/2016/SVG/main" r:embed="rId48"/>
                </a:ext>
              </a:extLst>
            </a:blip>
            <a:stretch>
              <a:fillRect/>
            </a:stretch>
          </p:blipFill>
          <p:spPr>
            <a:xfrm flipV="1">
              <a:off x="599323" y="4190280"/>
              <a:ext cx="238694" cy="238694"/>
            </a:xfrm>
            <a:prstGeom prst="rect">
              <a:avLst/>
            </a:prstGeom>
          </p:spPr>
        </p:pic>
      </p:grpSp>
      <p:grpSp>
        <p:nvGrpSpPr>
          <p:cNvPr id="115" name="!! 保护">
            <a:extLst>
              <a:ext uri="{FF2B5EF4-FFF2-40B4-BE49-F238E27FC236}">
                <a16:creationId xmlns:a16="http://schemas.microsoft.com/office/drawing/2014/main" id="{BC01C0B7-E229-7578-7F22-D214414A035F}"/>
              </a:ext>
            </a:extLst>
          </p:cNvPr>
          <p:cNvGrpSpPr/>
          <p:nvPr/>
        </p:nvGrpSpPr>
        <p:grpSpPr>
          <a:xfrm>
            <a:off x="461126" y="4868915"/>
            <a:ext cx="2552892" cy="457924"/>
            <a:chOff x="462453" y="2623554"/>
            <a:chExt cx="2552892" cy="457924"/>
          </a:xfrm>
        </p:grpSpPr>
        <p:sp>
          <p:nvSpPr>
            <p:cNvPr id="116" name="!! 未选中">
              <a:hlinkClick r:id="rId49" action="ppaction://hlinksldjump"/>
              <a:extLst>
                <a:ext uri="{FF2B5EF4-FFF2-40B4-BE49-F238E27FC236}">
                  <a16:creationId xmlns:a16="http://schemas.microsoft.com/office/drawing/2014/main" id="{FF7C8218-0DEB-1EC5-7C2A-BC98BA89C540}"/>
                </a:ext>
              </a:extLst>
            </p:cNvPr>
            <p:cNvSpPr/>
            <p:nvPr/>
          </p:nvSpPr>
          <p:spPr>
            <a:xfrm>
              <a:off x="462453" y="2623554"/>
              <a:ext cx="2552892" cy="457924"/>
            </a:xfrm>
            <a:prstGeom prst="roundRect">
              <a:avLst>
                <a:gd name="adj" fmla="val 22880"/>
              </a:avLst>
            </a:prstGeom>
            <a:solidFill>
              <a:schemeClr val="bg2"/>
            </a:solidFill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1998" defTabSz="914377">
                <a:defRPr/>
              </a:pPr>
              <a:r>
                <a:rPr lang="zh-CN" altLang="en-US" sz="1400" dirty="0">
                  <a:solidFill>
                    <a:schemeClr val="tx1">
                      <a:lumMod val="90000"/>
                      <a:lumOff val="10000"/>
                    </a:schemeClr>
                  </a:solidFill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      设备安全性</a:t>
              </a:r>
            </a:p>
          </p:txBody>
        </p:sp>
        <p:grpSp>
          <p:nvGrpSpPr>
            <p:cNvPr id="117" name="组合 116">
              <a:extLst>
                <a:ext uri="{FF2B5EF4-FFF2-40B4-BE49-F238E27FC236}">
                  <a16:creationId xmlns:a16="http://schemas.microsoft.com/office/drawing/2014/main" id="{BE528595-472A-6DAB-A92A-A86805233E1B}"/>
                </a:ext>
              </a:extLst>
            </p:cNvPr>
            <p:cNvGrpSpPr/>
            <p:nvPr/>
          </p:nvGrpSpPr>
          <p:grpSpPr>
            <a:xfrm>
              <a:off x="600851" y="2735577"/>
              <a:ext cx="245090" cy="245090"/>
              <a:chOff x="3449581" y="2374787"/>
              <a:chExt cx="263638" cy="263638"/>
            </a:xfrm>
          </p:grpSpPr>
          <p:sp>
            <p:nvSpPr>
              <p:cNvPr id="118" name="椭圆 117">
                <a:extLst>
                  <a:ext uri="{FF2B5EF4-FFF2-40B4-BE49-F238E27FC236}">
                    <a16:creationId xmlns:a16="http://schemas.microsoft.com/office/drawing/2014/main" id="{30E17DC9-668F-D7D6-050D-9A0B78C6EE2A}"/>
                  </a:ext>
                </a:extLst>
              </p:cNvPr>
              <p:cNvSpPr/>
              <p:nvPr/>
            </p:nvSpPr>
            <p:spPr>
              <a:xfrm>
                <a:off x="3449581" y="2374787"/>
                <a:ext cx="263638" cy="263638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119" name="icon">
                <a:extLst>
                  <a:ext uri="{FF2B5EF4-FFF2-40B4-BE49-F238E27FC236}">
                    <a16:creationId xmlns:a16="http://schemas.microsoft.com/office/drawing/2014/main" id="{8A898091-A80D-0B2D-6FF4-860A27F4264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0">
                <a:extLst>
                  <a:ext uri="{96DAC541-7B7A-43D3-8B79-37D633B846F1}">
                    <asvg:svgBlip xmlns:asvg="http://schemas.microsoft.com/office/drawing/2016/SVG/main" r:embed="rId51"/>
                  </a:ext>
                </a:extLst>
              </a:blip>
              <a:srcRect/>
              <a:stretch/>
            </p:blipFill>
            <p:spPr>
              <a:xfrm>
                <a:off x="3513869" y="2435878"/>
                <a:ext cx="143060" cy="143060"/>
              </a:xfrm>
              <a:prstGeom prst="rect">
                <a:avLst/>
              </a:prstGeom>
            </p:spPr>
          </p:pic>
        </p:grpSp>
      </p:grpSp>
      <p:grpSp>
        <p:nvGrpSpPr>
          <p:cNvPr id="120" name="组合 119">
            <a:extLst>
              <a:ext uri="{FF2B5EF4-FFF2-40B4-BE49-F238E27FC236}">
                <a16:creationId xmlns:a16="http://schemas.microsoft.com/office/drawing/2014/main" id="{90590874-A053-0014-3583-04B968384515}"/>
              </a:ext>
            </a:extLst>
          </p:cNvPr>
          <p:cNvGrpSpPr/>
          <p:nvPr/>
        </p:nvGrpSpPr>
        <p:grpSpPr>
          <a:xfrm>
            <a:off x="461126" y="1123111"/>
            <a:ext cx="2552892" cy="756471"/>
            <a:chOff x="461125" y="1123110"/>
            <a:chExt cx="2552892" cy="756471"/>
          </a:xfrm>
        </p:grpSpPr>
        <p:sp>
          <p:nvSpPr>
            <p:cNvPr id="121" name="矩形: 圆角 120">
              <a:hlinkClick r:id="rId52" action="ppaction://hlinksldjump"/>
              <a:extLst>
                <a:ext uri="{FF2B5EF4-FFF2-40B4-BE49-F238E27FC236}">
                  <a16:creationId xmlns:a16="http://schemas.microsoft.com/office/drawing/2014/main" id="{DEB14CFA-308C-CA86-464B-2EBCBD480D07}"/>
                </a:ext>
              </a:extLst>
            </p:cNvPr>
            <p:cNvSpPr/>
            <p:nvPr/>
          </p:nvSpPr>
          <p:spPr>
            <a:xfrm>
              <a:off x="461125" y="1123110"/>
              <a:ext cx="2552892" cy="756471"/>
            </a:xfrm>
            <a:prstGeom prst="roundRect">
              <a:avLst>
                <a:gd name="adj" fmla="val 13695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2" name="文本框 121">
              <a:extLst>
                <a:ext uri="{FF2B5EF4-FFF2-40B4-BE49-F238E27FC236}">
                  <a16:creationId xmlns:a16="http://schemas.microsoft.com/office/drawing/2014/main" id="{F4DE5ABB-7FDF-23FA-8697-D081F7FE9C80}"/>
                </a:ext>
              </a:extLst>
            </p:cNvPr>
            <p:cNvSpPr txBox="1"/>
            <p:nvPr/>
          </p:nvSpPr>
          <p:spPr>
            <a:xfrm>
              <a:off x="1119456" y="1283470"/>
              <a:ext cx="61092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dirty="0">
                  <a:solidFill>
                    <a:schemeClr val="bg2"/>
                  </a:solidFill>
                  <a:latin typeface="+mn-ea"/>
                  <a:cs typeface="vivo Sans Light" panose="02000400000000000000" pitchFamily="2" charset="-122"/>
                </a:rPr>
                <a:t>雨夌</a:t>
              </a:r>
            </a:p>
          </p:txBody>
        </p:sp>
        <p:sp>
          <p:nvSpPr>
            <p:cNvPr id="123" name="文本框 122">
              <a:extLst>
                <a:ext uri="{FF2B5EF4-FFF2-40B4-BE49-F238E27FC236}">
                  <a16:creationId xmlns:a16="http://schemas.microsoft.com/office/drawing/2014/main" id="{56A501E4-A996-5E83-D194-80EFAB828901}"/>
                </a:ext>
              </a:extLst>
            </p:cNvPr>
            <p:cNvSpPr txBox="1"/>
            <p:nvPr/>
          </p:nvSpPr>
          <p:spPr>
            <a:xfrm>
              <a:off x="1119456" y="1497658"/>
              <a:ext cx="109669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000" dirty="0">
                  <a:solidFill>
                    <a:schemeClr val="bg2"/>
                  </a:solidFill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管理你的云账户</a:t>
              </a:r>
            </a:p>
          </p:txBody>
        </p:sp>
        <p:sp>
          <p:nvSpPr>
            <p:cNvPr id="124" name="!! 头像框">
              <a:extLst>
                <a:ext uri="{FF2B5EF4-FFF2-40B4-BE49-F238E27FC236}">
                  <a16:creationId xmlns:a16="http://schemas.microsoft.com/office/drawing/2014/main" id="{2D0C0C7E-C3C3-FF9B-60A4-D1EB41C2120F}"/>
                </a:ext>
              </a:extLst>
            </p:cNvPr>
            <p:cNvSpPr/>
            <p:nvPr/>
          </p:nvSpPr>
          <p:spPr>
            <a:xfrm>
              <a:off x="638475" y="1267548"/>
              <a:ext cx="463636" cy="463636"/>
            </a:xfrm>
            <a:prstGeom prst="ellipse">
              <a:avLst/>
            </a:prstGeom>
            <a:blipFill>
              <a:blip r:embed="rId53"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77">
                <a:defRPr/>
              </a:pPr>
              <a:endParaRPr lang="zh-CN" altLang="en-US">
                <a:solidFill>
                  <a:srgbClr val="F5F5F5"/>
                </a:solidFill>
                <a:latin typeface="vivo Sans"/>
                <a:ea typeface="vivo San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915405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9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1" nodeType="clickEffect">
                                  <p:stCondLst>
                                    <p:cond delay="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15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15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xit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15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0" presetClass="exit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15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0" presetClass="exit" presetSubtype="0" fill="hold" grpId="1" nodeType="withEffect">
                                  <p:stCondLst>
                                    <p:cond delay="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15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0" presetClass="exit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15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0" presetClass="exit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15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0" presetClass="exit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15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35" presetClass="path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30" dur="33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1" presetID="35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32" dur="33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3" presetID="35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34" dur="33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5" presetID="35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36" dur="33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7" presetID="35" presetClass="path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38" dur="33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9" presetID="35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40" dur="33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1" presetID="35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42" dur="33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35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44" dur="33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5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5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63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5 0 E" pathEditMode="fixed" ptsTypes="">
                                      <p:cBhvr>
                                        <p:cTn id="58" dur="330" spd="-1000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9" presetID="63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5 0 E" pathEditMode="fixed" ptsTypes="">
                                      <p:cBhvr>
                                        <p:cTn id="60" dur="330" spd="-100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1" presetID="63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5 0 E" pathEditMode="fixed" ptsTypes="">
                                      <p:cBhvr>
                                        <p:cTn id="62" dur="330" spd="-100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3" presetID="63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5 0 E" pathEditMode="fixed" ptsTypes="">
                                      <p:cBhvr>
                                        <p:cTn id="64" dur="330" spd="-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3" nodeType="click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5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5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15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15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3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15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5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15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15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35" presetClass="path" presetSubtype="0" decel="10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92" dur="330" spd="-100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3" presetID="35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94" dur="330" spd="-1000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5" presetID="35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96" dur="330" spd="-1000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7" presetID="35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98" dur="330" spd="-1000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9" presetID="35" presetClass="path" presetSubtype="0" decel="10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100" dur="330" spd="-100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1" presetID="35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102" dur="330" spd="-1000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3" presetID="35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104" dur="330" spd="-1000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5" presetID="35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106" dur="330" spd="-1000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7" presetID="10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8" dur="15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1" dur="15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4" dur="1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7" dur="1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63" presetClass="path" presetSubtype="0" decel="10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5 0 E" pathEditMode="relative" ptsTypes="">
                                      <p:cBhvr>
                                        <p:cTn id="120" dur="33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1" presetID="63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5 0 E" pathEditMode="relative" ptsTypes="">
                                      <p:cBhvr>
                                        <p:cTn id="122" dur="33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3" presetID="63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5 0 E" pathEditMode="relative" ptsTypes="">
                                      <p:cBhvr>
                                        <p:cTn id="124" dur="33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5" presetID="63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5 0 E" pathEditMode="relative" ptsTypes="">
                                      <p:cBhvr>
                                        <p:cTn id="126" dur="33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"/>
                  </p:tgtEl>
                </p:cond>
              </p:nextCondLst>
            </p:seq>
          </p:childTnLst>
        </p:cTn>
      </p:par>
    </p:tnLst>
    <p:bldLst>
      <p:bldP spid="75" grpId="0"/>
      <p:bldP spid="75" grpId="1"/>
      <p:bldP spid="75" grpId="2"/>
      <p:bldP spid="75" grpId="3"/>
      <p:bldP spid="77" grpId="0"/>
      <p:bldP spid="77" grpId="1"/>
      <p:bldP spid="77" grpId="2"/>
      <p:bldP spid="77" grpId="3"/>
      <p:bldP spid="78" grpId="0"/>
      <p:bldP spid="78" grpId="1"/>
      <p:bldP spid="78" grpId="2"/>
      <p:bldP spid="78" grpId="3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8AB1F0-C409-27A4-E72F-AED14A7F7A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!! 背景板">
            <a:extLst>
              <a:ext uri="{FF2B5EF4-FFF2-40B4-BE49-F238E27FC236}">
                <a16:creationId xmlns:a16="http://schemas.microsoft.com/office/drawing/2014/main" id="{A0E11263-CA4A-1050-4FEB-5CC7B2ABFC4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>
              <a:defRPr/>
            </a:pPr>
            <a:endParaRPr lang="zh-CN" altLang="en-US" dirty="0">
              <a:solidFill>
                <a:srgbClr val="F5F5F5"/>
              </a:solidFill>
              <a:latin typeface="vivo Sans"/>
              <a:ea typeface="vivo Sans"/>
            </a:endParaRPr>
          </a:p>
        </p:txBody>
      </p:sp>
      <p:grpSp>
        <p:nvGrpSpPr>
          <p:cNvPr id="25" name="!! 大标题">
            <a:extLst>
              <a:ext uri="{FF2B5EF4-FFF2-40B4-BE49-F238E27FC236}">
                <a16:creationId xmlns:a16="http://schemas.microsoft.com/office/drawing/2014/main" id="{E8982336-45DD-2FE7-5D40-5204752A5E3A}"/>
              </a:ext>
            </a:extLst>
          </p:cNvPr>
          <p:cNvGrpSpPr/>
          <p:nvPr/>
        </p:nvGrpSpPr>
        <p:grpSpPr>
          <a:xfrm>
            <a:off x="462457" y="484334"/>
            <a:ext cx="796551" cy="461665"/>
            <a:chOff x="3079753" y="1375827"/>
            <a:chExt cx="673782" cy="461665"/>
          </a:xfrm>
        </p:grpSpPr>
        <p:sp>
          <p:nvSpPr>
            <p:cNvPr id="27" name="!! 标题符">
              <a:extLst>
                <a:ext uri="{FF2B5EF4-FFF2-40B4-BE49-F238E27FC236}">
                  <a16:creationId xmlns:a16="http://schemas.microsoft.com/office/drawing/2014/main" id="{067DA38E-5C47-2BFC-3DE3-88C815DD2430}"/>
                </a:ext>
              </a:extLst>
            </p:cNvPr>
            <p:cNvSpPr/>
            <p:nvPr/>
          </p:nvSpPr>
          <p:spPr>
            <a:xfrm>
              <a:off x="3146905" y="1685496"/>
              <a:ext cx="551700" cy="1255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defTabSz="457189">
                <a:defRPr/>
              </a:pPr>
              <a:endParaRPr lang="zh-CN" altLang="en-US">
                <a:solidFill>
                  <a:srgbClr val="FFFFFF"/>
                </a:solidFill>
                <a:latin typeface="OPPOSans R"/>
                <a:ea typeface="OPPOSans R"/>
              </a:endParaRPr>
            </a:p>
          </p:txBody>
        </p:sp>
        <p:sp>
          <p:nvSpPr>
            <p:cNvPr id="28" name="!! 标题">
              <a:extLst>
                <a:ext uri="{FF2B5EF4-FFF2-40B4-BE49-F238E27FC236}">
                  <a16:creationId xmlns:a16="http://schemas.microsoft.com/office/drawing/2014/main" id="{FD20D8EB-AAA6-BD0A-A5DD-F02D3C1E877E}"/>
                </a:ext>
              </a:extLst>
            </p:cNvPr>
            <p:cNvSpPr txBox="1"/>
            <p:nvPr/>
          </p:nvSpPr>
          <p:spPr>
            <a:xfrm>
              <a:off x="3079753" y="1375827"/>
              <a:ext cx="67378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457189">
                <a:defRPr/>
              </a:pPr>
              <a:r>
                <a:rPr lang="zh-CN" altLang="en-US" sz="2400" dirty="0">
                  <a:solidFill>
                    <a:srgbClr val="000000">
                      <a:lumMod val="75000"/>
                      <a:lumOff val="25000"/>
                    </a:srgbClr>
                  </a:solidFill>
                  <a:latin typeface="vivo Sans Medium"/>
                  <a:ea typeface="vivo Sans Medium"/>
                </a:rPr>
                <a:t>设置</a:t>
              </a:r>
            </a:p>
          </p:txBody>
        </p:sp>
      </p:grpSp>
      <p:grpSp>
        <p:nvGrpSpPr>
          <p:cNvPr id="3" name="!! 关闭按钮">
            <a:extLst>
              <a:ext uri="{FF2B5EF4-FFF2-40B4-BE49-F238E27FC236}">
                <a16:creationId xmlns:a16="http://schemas.microsoft.com/office/drawing/2014/main" id="{DC0569C9-7E36-7CC5-2D59-AF4B2B3930C3}"/>
              </a:ext>
            </a:extLst>
          </p:cNvPr>
          <p:cNvGrpSpPr/>
          <p:nvPr/>
        </p:nvGrpSpPr>
        <p:grpSpPr>
          <a:xfrm>
            <a:off x="2757496" y="569913"/>
            <a:ext cx="290511" cy="290511"/>
            <a:chOff x="2328464" y="3107859"/>
            <a:chExt cx="583223" cy="583223"/>
          </a:xfrm>
        </p:grpSpPr>
        <p:sp>
          <p:nvSpPr>
            <p:cNvPr id="4" name="矩形: 圆角 3">
              <a:hlinkClick r:id="rId3" action="ppaction://hlinksldjump"/>
              <a:extLst>
                <a:ext uri="{FF2B5EF4-FFF2-40B4-BE49-F238E27FC236}">
                  <a16:creationId xmlns:a16="http://schemas.microsoft.com/office/drawing/2014/main" id="{6A53E816-494D-233C-7E43-E15CFD16B7BB}"/>
                </a:ext>
              </a:extLst>
            </p:cNvPr>
            <p:cNvSpPr/>
            <p:nvPr/>
          </p:nvSpPr>
          <p:spPr>
            <a:xfrm>
              <a:off x="2328464" y="3107859"/>
              <a:ext cx="583223" cy="583223"/>
            </a:xfrm>
            <a:prstGeom prst="roundRect">
              <a:avLst>
                <a:gd name="adj" fmla="val 20771"/>
              </a:avLst>
            </a:prstGeom>
            <a:solidFill>
              <a:schemeClr val="bg2"/>
            </a:solidFill>
            <a:ln>
              <a:noFill/>
            </a:ln>
            <a:effectLst>
              <a:outerShdw blurRad="127000" sx="101000" sy="101000" algn="c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77">
                <a:defRPr/>
              </a:pPr>
              <a:endParaRPr lang="zh-CN" altLang="en-US">
                <a:solidFill>
                  <a:srgbClr val="F5F5F5"/>
                </a:solidFill>
                <a:latin typeface="vivo Sans"/>
                <a:ea typeface="vivo Sans"/>
              </a:endParaRPr>
            </a:p>
          </p:txBody>
        </p:sp>
        <p:pic>
          <p:nvPicPr>
            <p:cNvPr id="5" name="图形 4">
              <a:extLst>
                <a:ext uri="{FF2B5EF4-FFF2-40B4-BE49-F238E27FC236}">
                  <a16:creationId xmlns:a16="http://schemas.microsoft.com/office/drawing/2014/main" id="{82C6F2C5-DD57-D2D3-E436-B4842FAAE4D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/>
          </p:blipFill>
          <p:spPr>
            <a:xfrm>
              <a:off x="2375480" y="3154875"/>
              <a:ext cx="489196" cy="489196"/>
            </a:xfrm>
            <a:prstGeom prst="rect">
              <a:avLst/>
            </a:prstGeom>
          </p:spPr>
        </p:pic>
      </p:grpSp>
      <p:grpSp>
        <p:nvGrpSpPr>
          <p:cNvPr id="24" name="!! 关闭按钮">
            <a:extLst>
              <a:ext uri="{FF2B5EF4-FFF2-40B4-BE49-F238E27FC236}">
                <a16:creationId xmlns:a16="http://schemas.microsoft.com/office/drawing/2014/main" id="{51194906-A6D3-8ABA-4BF3-DEE69B61F4CC}"/>
              </a:ext>
            </a:extLst>
          </p:cNvPr>
          <p:cNvGrpSpPr/>
          <p:nvPr/>
        </p:nvGrpSpPr>
        <p:grpSpPr>
          <a:xfrm>
            <a:off x="2333440" y="569913"/>
            <a:ext cx="290511" cy="290511"/>
            <a:chOff x="2328464" y="3107859"/>
            <a:chExt cx="583223" cy="583223"/>
          </a:xfrm>
        </p:grpSpPr>
        <p:sp>
          <p:nvSpPr>
            <p:cNvPr id="26" name="矩形: 圆角 25">
              <a:hlinkClick r:id="rId6" action="ppaction://hlinksldjump"/>
              <a:extLst>
                <a:ext uri="{FF2B5EF4-FFF2-40B4-BE49-F238E27FC236}">
                  <a16:creationId xmlns:a16="http://schemas.microsoft.com/office/drawing/2014/main" id="{99509006-B70C-3C0E-3870-477DAA3EB1B6}"/>
                </a:ext>
              </a:extLst>
            </p:cNvPr>
            <p:cNvSpPr/>
            <p:nvPr/>
          </p:nvSpPr>
          <p:spPr>
            <a:xfrm>
              <a:off x="2328464" y="3107859"/>
              <a:ext cx="583223" cy="583223"/>
            </a:xfrm>
            <a:prstGeom prst="roundRect">
              <a:avLst>
                <a:gd name="adj" fmla="val 20771"/>
              </a:avLst>
            </a:prstGeom>
            <a:solidFill>
              <a:schemeClr val="bg2"/>
            </a:solidFill>
            <a:ln>
              <a:noFill/>
            </a:ln>
            <a:effectLst>
              <a:outerShdw blurRad="127000" sx="101000" sy="101000" algn="c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77">
                <a:defRPr/>
              </a:pPr>
              <a:endParaRPr lang="zh-CN" altLang="en-US">
                <a:solidFill>
                  <a:srgbClr val="F5F5F5"/>
                </a:solidFill>
                <a:latin typeface="vivo Sans"/>
                <a:ea typeface="vivo Sans"/>
              </a:endParaRPr>
            </a:p>
          </p:txBody>
        </p:sp>
        <p:pic>
          <p:nvPicPr>
            <p:cNvPr id="29" name="图形 28">
              <a:extLst>
                <a:ext uri="{FF2B5EF4-FFF2-40B4-BE49-F238E27FC236}">
                  <a16:creationId xmlns:a16="http://schemas.microsoft.com/office/drawing/2014/main" id="{1514CAF4-1555-F3F2-039D-E8C03902E2B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/>
          </p:blipFill>
          <p:spPr>
            <a:xfrm>
              <a:off x="2449200" y="3228595"/>
              <a:ext cx="341755" cy="341755"/>
            </a:xfrm>
            <a:prstGeom prst="rect">
              <a:avLst/>
            </a:prstGeom>
          </p:spPr>
        </p:pic>
      </p:grpSp>
      <p:grpSp>
        <p:nvGrpSpPr>
          <p:cNvPr id="38" name="!! dock右">
            <a:extLst>
              <a:ext uri="{FF2B5EF4-FFF2-40B4-BE49-F238E27FC236}">
                <a16:creationId xmlns:a16="http://schemas.microsoft.com/office/drawing/2014/main" id="{7942F8B5-5CD5-BDC1-1810-4C2604326610}"/>
              </a:ext>
            </a:extLst>
          </p:cNvPr>
          <p:cNvGrpSpPr/>
          <p:nvPr/>
        </p:nvGrpSpPr>
        <p:grpSpPr>
          <a:xfrm>
            <a:off x="4869920" y="7119572"/>
            <a:ext cx="2452159" cy="574899"/>
            <a:chOff x="7408333" y="5780624"/>
            <a:chExt cx="2452159" cy="704838"/>
          </a:xfrm>
        </p:grpSpPr>
        <p:sp useBgFill="1">
          <p:nvSpPr>
            <p:cNvPr id="39" name="!! 模糊">
              <a:extLst>
                <a:ext uri="{FF2B5EF4-FFF2-40B4-BE49-F238E27FC236}">
                  <a16:creationId xmlns:a16="http://schemas.microsoft.com/office/drawing/2014/main" id="{FFD91239-E4E2-7F99-DFBB-3B2093531554}"/>
                </a:ext>
              </a:extLst>
            </p:cNvPr>
            <p:cNvSpPr>
              <a:spLocks/>
            </p:cNvSpPr>
            <p:nvPr/>
          </p:nvSpPr>
          <p:spPr>
            <a:xfrm>
              <a:off x="7408333" y="5780624"/>
              <a:ext cx="2452159" cy="704838"/>
            </a:xfrm>
            <a:prstGeom prst="roundRect">
              <a:avLst>
                <a:gd name="adj" fmla="val 15000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189">
                <a:defRPr/>
              </a:pPr>
              <a:endParaRPr lang="zh-CN" altLang="en-US">
                <a:solidFill>
                  <a:srgbClr val="FFFFFF"/>
                </a:solidFill>
                <a:latin typeface="OPPOSans R"/>
                <a:ea typeface="OPPOSans R"/>
              </a:endParaRPr>
            </a:p>
          </p:txBody>
        </p:sp>
        <p:sp>
          <p:nvSpPr>
            <p:cNvPr id="40" name="!! 颜色遮罩">
              <a:extLst>
                <a:ext uri="{FF2B5EF4-FFF2-40B4-BE49-F238E27FC236}">
                  <a16:creationId xmlns:a16="http://schemas.microsoft.com/office/drawing/2014/main" id="{83A5BA08-9064-6A77-8A2B-2D70ABE0F375}"/>
                </a:ext>
              </a:extLst>
            </p:cNvPr>
            <p:cNvSpPr>
              <a:spLocks/>
            </p:cNvSpPr>
            <p:nvPr/>
          </p:nvSpPr>
          <p:spPr>
            <a:xfrm>
              <a:off x="7408333" y="5780624"/>
              <a:ext cx="2452159" cy="704838"/>
            </a:xfrm>
            <a:prstGeom prst="roundRect">
              <a:avLst>
                <a:gd name="adj" fmla="val 15000"/>
              </a:avLst>
            </a:prstGeom>
            <a:solidFill>
              <a:schemeClr val="bg2">
                <a:alpha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189">
                <a:defRPr/>
              </a:pPr>
              <a:endParaRPr lang="zh-CN" altLang="en-US" dirty="0">
                <a:solidFill>
                  <a:srgbClr val="FFFFFF"/>
                </a:solidFill>
                <a:latin typeface="OPPOSans R"/>
                <a:ea typeface="OPPOSans R"/>
              </a:endParaRPr>
            </a:p>
          </p:txBody>
        </p:sp>
        <p:pic>
          <p:nvPicPr>
            <p:cNvPr id="42" name="!! 信号">
              <a:extLst>
                <a:ext uri="{FF2B5EF4-FFF2-40B4-BE49-F238E27FC236}">
                  <a16:creationId xmlns:a16="http://schemas.microsoft.com/office/drawing/2014/main" id="{108CCA42-C1B6-6088-E4FB-F8192935F068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7638254" y="5893986"/>
              <a:ext cx="221460" cy="221458"/>
            </a:xfrm>
            <a:prstGeom prst="rect">
              <a:avLst/>
            </a:prstGeom>
          </p:spPr>
        </p:pic>
        <p:sp>
          <p:nvSpPr>
            <p:cNvPr id="48" name="!! 运营商">
              <a:extLst>
                <a:ext uri="{FF2B5EF4-FFF2-40B4-BE49-F238E27FC236}">
                  <a16:creationId xmlns:a16="http://schemas.microsoft.com/office/drawing/2014/main" id="{B931EB2E-32FA-F5F6-8FD7-7402B308B84E}"/>
                </a:ext>
              </a:extLst>
            </p:cNvPr>
            <p:cNvSpPr txBox="1"/>
            <p:nvPr/>
          </p:nvSpPr>
          <p:spPr>
            <a:xfrm>
              <a:off x="7813676" y="5913455"/>
              <a:ext cx="1114424" cy="2830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457189">
                <a:defRPr/>
              </a:pPr>
              <a:r>
                <a:rPr lang="en-US" altLang="zh-CN" sz="900" dirty="0">
                  <a:solidFill>
                    <a:srgbClr val="181818"/>
                  </a:solidFill>
                  <a:latin typeface="OPPOSans M"/>
                  <a:ea typeface="OPPOSans M"/>
                </a:rPr>
                <a:t>Virtual Net</a:t>
              </a:r>
              <a:endParaRPr lang="zh-CN" altLang="en-US" sz="900" dirty="0">
                <a:solidFill>
                  <a:srgbClr val="181818"/>
                </a:solidFill>
                <a:latin typeface="OPPOSans M"/>
                <a:ea typeface="OPPOSans M"/>
              </a:endParaRPr>
            </a:p>
          </p:txBody>
        </p:sp>
        <p:pic>
          <p:nvPicPr>
            <p:cNvPr id="50" name="!! 通知">
              <a:extLst>
                <a:ext uri="{FF2B5EF4-FFF2-40B4-BE49-F238E27FC236}">
                  <a16:creationId xmlns:a16="http://schemas.microsoft.com/office/drawing/2014/main" id="{09DCB7AF-ACFB-891E-92E0-07C49C06F3B0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9287931" y="5948436"/>
              <a:ext cx="152400" cy="152400"/>
            </a:xfrm>
            <a:prstGeom prst="rect">
              <a:avLst/>
            </a:prstGeom>
          </p:spPr>
        </p:pic>
        <p:pic>
          <p:nvPicPr>
            <p:cNvPr id="51" name="!! 电池">
              <a:extLst>
                <a:ext uri="{FF2B5EF4-FFF2-40B4-BE49-F238E27FC236}">
                  <a16:creationId xmlns:a16="http://schemas.microsoft.com/office/drawing/2014/main" id="{559B5E77-4B6D-55B3-C950-88E27D0BFC99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7637460" y="6171965"/>
              <a:ext cx="191558" cy="191558"/>
            </a:xfrm>
            <a:prstGeom prst="rect">
              <a:avLst/>
            </a:prstGeom>
          </p:spPr>
        </p:pic>
        <p:sp>
          <p:nvSpPr>
            <p:cNvPr id="53" name="!! 时间">
              <a:extLst>
                <a:ext uri="{FF2B5EF4-FFF2-40B4-BE49-F238E27FC236}">
                  <a16:creationId xmlns:a16="http://schemas.microsoft.com/office/drawing/2014/main" id="{BF238804-9E60-72AC-711F-E947462E168F}"/>
                </a:ext>
              </a:extLst>
            </p:cNvPr>
            <p:cNvSpPr txBox="1"/>
            <p:nvPr/>
          </p:nvSpPr>
          <p:spPr>
            <a:xfrm>
              <a:off x="8982607" y="6148520"/>
              <a:ext cx="773641" cy="3114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defTabSz="457189">
                <a:defRPr/>
              </a:pPr>
              <a:r>
                <a:rPr lang="en-US" altLang="zh-CN" sz="1051" dirty="0">
                  <a:solidFill>
                    <a:srgbClr val="181818"/>
                  </a:solidFill>
                  <a:latin typeface="OPPOSans R"/>
                  <a:ea typeface="OPPOSans R"/>
                </a:rPr>
                <a:t>16:34</a:t>
              </a:r>
              <a:endParaRPr lang="zh-CN" altLang="en-US" sz="1051" dirty="0">
                <a:solidFill>
                  <a:srgbClr val="181818"/>
                </a:solidFill>
                <a:latin typeface="OPPOSans R"/>
                <a:ea typeface="OPPOSans R"/>
              </a:endParaRPr>
            </a:p>
          </p:txBody>
        </p:sp>
        <p:sp>
          <p:nvSpPr>
            <p:cNvPr id="55" name="!! AC">
              <a:extLst>
                <a:ext uri="{FF2B5EF4-FFF2-40B4-BE49-F238E27FC236}">
                  <a16:creationId xmlns:a16="http://schemas.microsoft.com/office/drawing/2014/main" id="{7DB19944-FFCE-D184-17F9-F680C716A96F}"/>
                </a:ext>
              </a:extLst>
            </p:cNvPr>
            <p:cNvSpPr txBox="1"/>
            <p:nvPr/>
          </p:nvSpPr>
          <p:spPr>
            <a:xfrm>
              <a:off x="7766842" y="6152328"/>
              <a:ext cx="434183" cy="2830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457189">
                <a:defRPr/>
              </a:pPr>
              <a:r>
                <a:rPr lang="en-US" altLang="zh-CN" sz="900" dirty="0">
                  <a:solidFill>
                    <a:srgbClr val="181818"/>
                  </a:solidFill>
                  <a:latin typeface="OPPOSans R"/>
                  <a:ea typeface="OPPOSans R"/>
                </a:rPr>
                <a:t>49%</a:t>
              </a:r>
              <a:endParaRPr lang="zh-CN" altLang="en-US" sz="900" dirty="0">
                <a:solidFill>
                  <a:srgbClr val="181818"/>
                </a:solidFill>
                <a:latin typeface="OPPOSans R"/>
                <a:ea typeface="OPPOSans R"/>
              </a:endParaRPr>
            </a:p>
          </p:txBody>
        </p:sp>
        <p:pic>
          <p:nvPicPr>
            <p:cNvPr id="56" name="!! 声音">
              <a:extLst>
                <a:ext uri="{FF2B5EF4-FFF2-40B4-BE49-F238E27FC236}">
                  <a16:creationId xmlns:a16="http://schemas.microsoft.com/office/drawing/2014/main" id="{9F631837-B067-EA3A-24D1-5BDEA11F26D9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9048732" y="5934670"/>
              <a:ext cx="179932" cy="179932"/>
            </a:xfrm>
            <a:prstGeom prst="rect">
              <a:avLst/>
            </a:prstGeom>
          </p:spPr>
        </p:pic>
        <p:pic>
          <p:nvPicPr>
            <p:cNvPr id="57" name="!! 电源">
              <a:hlinkClick r:id="rId17" action="ppaction://hlinksldjump"/>
              <a:extLst>
                <a:ext uri="{FF2B5EF4-FFF2-40B4-BE49-F238E27FC236}">
                  <a16:creationId xmlns:a16="http://schemas.microsoft.com/office/drawing/2014/main" id="{F29D32DA-FA47-E8AB-E7CF-42A033DADC96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9489000" y="5925331"/>
              <a:ext cx="208372" cy="208370"/>
            </a:xfrm>
            <a:prstGeom prst="rect">
              <a:avLst/>
            </a:prstGeom>
          </p:spPr>
        </p:pic>
      </p:grpSp>
      <p:sp>
        <p:nvSpPr>
          <p:cNvPr id="2" name="!! 二级背景">
            <a:extLst>
              <a:ext uri="{FF2B5EF4-FFF2-40B4-BE49-F238E27FC236}">
                <a16:creationId xmlns:a16="http://schemas.microsoft.com/office/drawing/2014/main" id="{BDB367EE-DB28-AC4B-011C-01427DBD3521}"/>
              </a:ext>
            </a:extLst>
          </p:cNvPr>
          <p:cNvSpPr/>
          <p:nvPr/>
        </p:nvSpPr>
        <p:spPr>
          <a:xfrm>
            <a:off x="3594539" y="0"/>
            <a:ext cx="8620880" cy="6858000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>
              <a:defRPr/>
            </a:pPr>
            <a:endParaRPr lang="zh-CN" altLang="en-US">
              <a:solidFill>
                <a:srgbClr val="F5F5F5"/>
              </a:solidFill>
              <a:latin typeface="vivo Sans"/>
              <a:ea typeface="vivo Sans"/>
            </a:endParaRPr>
          </a:p>
        </p:txBody>
      </p:sp>
      <p:sp>
        <p:nvSpPr>
          <p:cNvPr id="15" name="!! 小白条">
            <a:hlinkClick r:id="rId3" action="ppaction://hlinksldjump"/>
            <a:extLst>
              <a:ext uri="{FF2B5EF4-FFF2-40B4-BE49-F238E27FC236}">
                <a16:creationId xmlns:a16="http://schemas.microsoft.com/office/drawing/2014/main" id="{64A61B71-D714-0F9B-7AC6-4D88CD15E579}"/>
              </a:ext>
            </a:extLst>
          </p:cNvPr>
          <p:cNvSpPr/>
          <p:nvPr/>
        </p:nvSpPr>
        <p:spPr>
          <a:xfrm>
            <a:off x="5177623" y="6706376"/>
            <a:ext cx="1836752" cy="45719"/>
          </a:xfrm>
          <a:prstGeom prst="roundRect">
            <a:avLst>
              <a:gd name="adj" fmla="val 50000"/>
            </a:avLst>
          </a:prstGeom>
          <a:solidFill>
            <a:schemeClr val="tx1">
              <a:alpha val="90000"/>
            </a:schemeClr>
          </a:solidFill>
          <a:ln>
            <a:noFill/>
          </a:ln>
          <a:effectLst>
            <a:outerShdw blurRad="1016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>
              <a:defRPr/>
            </a:pPr>
            <a:endParaRPr lang="zh-CN" altLang="en-US">
              <a:solidFill>
                <a:srgbClr val="F5F5F5"/>
              </a:solidFill>
              <a:latin typeface="vivo Sans"/>
              <a:ea typeface="vivo Sans"/>
            </a:endParaRPr>
          </a:p>
        </p:txBody>
      </p:sp>
      <p:grpSp>
        <p:nvGrpSpPr>
          <p:cNvPr id="6" name="返回">
            <a:extLst>
              <a:ext uri="{FF2B5EF4-FFF2-40B4-BE49-F238E27FC236}">
                <a16:creationId xmlns:a16="http://schemas.microsoft.com/office/drawing/2014/main" id="{7E19D14F-9B0A-572B-8032-F1EAAB057602}"/>
              </a:ext>
            </a:extLst>
          </p:cNvPr>
          <p:cNvGrpSpPr/>
          <p:nvPr/>
        </p:nvGrpSpPr>
        <p:grpSpPr>
          <a:xfrm>
            <a:off x="4133691" y="519573"/>
            <a:ext cx="2667863" cy="369332"/>
            <a:chOff x="4133687" y="519573"/>
            <a:chExt cx="2667863" cy="369331"/>
          </a:xfrm>
        </p:grpSpPr>
        <p:sp>
          <p:nvSpPr>
            <p:cNvPr id="7" name="!! 副标题">
              <a:hlinkClick r:id="rId20" action="ppaction://hlinksldjump"/>
              <a:extLst>
                <a:ext uri="{FF2B5EF4-FFF2-40B4-BE49-F238E27FC236}">
                  <a16:creationId xmlns:a16="http://schemas.microsoft.com/office/drawing/2014/main" id="{BAEE2C12-C738-A67C-CD94-57F758698257}"/>
                </a:ext>
              </a:extLst>
            </p:cNvPr>
            <p:cNvSpPr txBox="1"/>
            <p:nvPr/>
          </p:nvSpPr>
          <p:spPr>
            <a:xfrm>
              <a:off x="4393644" y="519573"/>
              <a:ext cx="2407906" cy="369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914377">
                <a:defRPr/>
              </a:pPr>
              <a:r>
                <a:rPr lang="zh-CN" altLang="en-US" dirty="0">
                  <a:solidFill>
                    <a:srgbClr val="181818"/>
                  </a:solidFill>
                  <a:latin typeface="vivo Sans"/>
                  <a:ea typeface="vivo Sans"/>
                </a:rPr>
                <a:t>显示</a:t>
              </a:r>
            </a:p>
          </p:txBody>
        </p:sp>
        <p:pic>
          <p:nvPicPr>
            <p:cNvPr id="8" name="图形 7">
              <a:hlinkClick r:id="rId20" action="ppaction://hlinksldjump"/>
              <a:extLst>
                <a:ext uri="{FF2B5EF4-FFF2-40B4-BE49-F238E27FC236}">
                  <a16:creationId xmlns:a16="http://schemas.microsoft.com/office/drawing/2014/main" id="{095B0678-BED0-BA9B-108E-F896F10641D9}"/>
                </a:ext>
              </a:extLst>
            </p:cNvPr>
            <p:cNvPicPr/>
            <p:nvPr/>
          </p:nvPicPr>
          <p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p:blipFill>
          <p:spPr>
            <a:xfrm>
              <a:off x="4133687" y="584302"/>
              <a:ext cx="241776" cy="241776"/>
            </a:xfrm>
            <a:prstGeom prst="rect">
              <a:avLst/>
            </a:prstGeom>
          </p:spPr>
        </p:pic>
      </p:grpSp>
      <p:grpSp>
        <p:nvGrpSpPr>
          <p:cNvPr id="9" name="!! 显示">
            <a:extLst>
              <a:ext uri="{FF2B5EF4-FFF2-40B4-BE49-F238E27FC236}">
                <a16:creationId xmlns:a16="http://schemas.microsoft.com/office/drawing/2014/main" id="{E824C124-BC83-78CC-705D-8A369BBC5052}"/>
              </a:ext>
            </a:extLst>
          </p:cNvPr>
          <p:cNvGrpSpPr/>
          <p:nvPr/>
        </p:nvGrpSpPr>
        <p:grpSpPr>
          <a:xfrm>
            <a:off x="470871" y="3706575"/>
            <a:ext cx="2552892" cy="457924"/>
            <a:chOff x="462453" y="2623554"/>
            <a:chExt cx="2552892" cy="457924"/>
          </a:xfrm>
        </p:grpSpPr>
        <p:sp>
          <p:nvSpPr>
            <p:cNvPr id="10" name="!! 未选中">
              <a:hlinkClick r:id="rId23" action="ppaction://hlinksldjump"/>
              <a:extLst>
                <a:ext uri="{FF2B5EF4-FFF2-40B4-BE49-F238E27FC236}">
                  <a16:creationId xmlns:a16="http://schemas.microsoft.com/office/drawing/2014/main" id="{4489D2BA-1CFE-BEE8-9C02-D0B019394601}"/>
                </a:ext>
              </a:extLst>
            </p:cNvPr>
            <p:cNvSpPr/>
            <p:nvPr/>
          </p:nvSpPr>
          <p:spPr>
            <a:xfrm>
              <a:off x="462453" y="2623554"/>
              <a:ext cx="2552892" cy="457924"/>
            </a:xfrm>
            <a:prstGeom prst="roundRect">
              <a:avLst>
                <a:gd name="adj" fmla="val 22880"/>
              </a:avLst>
            </a:prstGeom>
            <a:solidFill>
              <a:schemeClr val="tx1">
                <a:lumMod val="10000"/>
                <a:lumOff val="90000"/>
              </a:schemeClr>
            </a:solidFill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1998" defTabSz="914377">
                <a:defRPr/>
              </a:pPr>
              <a:r>
                <a:rPr lang="zh-CN" altLang="en-US" sz="1400" dirty="0">
                  <a:solidFill>
                    <a:schemeClr val="tx1">
                      <a:lumMod val="90000"/>
                      <a:lumOff val="10000"/>
                    </a:schemeClr>
                  </a:solidFill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      显示</a:t>
              </a:r>
            </a:p>
          </p:txBody>
        </p:sp>
        <p:grpSp>
          <p:nvGrpSpPr>
            <p:cNvPr id="11" name="组合 10">
              <a:extLst>
                <a:ext uri="{FF2B5EF4-FFF2-40B4-BE49-F238E27FC236}">
                  <a16:creationId xmlns:a16="http://schemas.microsoft.com/office/drawing/2014/main" id="{6E641245-39AC-8677-2778-6ABABF854840}"/>
                </a:ext>
              </a:extLst>
            </p:cNvPr>
            <p:cNvGrpSpPr/>
            <p:nvPr/>
          </p:nvGrpSpPr>
          <p:grpSpPr>
            <a:xfrm>
              <a:off x="600851" y="2735577"/>
              <a:ext cx="245090" cy="245090"/>
              <a:chOff x="3449581" y="2374787"/>
              <a:chExt cx="263638" cy="263638"/>
            </a:xfrm>
          </p:grpSpPr>
          <p:sp>
            <p:nvSpPr>
              <p:cNvPr id="12" name="椭圆 11">
                <a:extLst>
                  <a:ext uri="{FF2B5EF4-FFF2-40B4-BE49-F238E27FC236}">
                    <a16:creationId xmlns:a16="http://schemas.microsoft.com/office/drawing/2014/main" id="{7CCCEABF-D659-310D-98E6-87DE2175FD5A}"/>
                  </a:ext>
                </a:extLst>
              </p:cNvPr>
              <p:cNvSpPr/>
              <p:nvPr/>
            </p:nvSpPr>
            <p:spPr>
              <a:xfrm>
                <a:off x="3449581" y="2374787"/>
                <a:ext cx="263638" cy="263638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14" name="icon">
                <a:extLst>
                  <a:ext uri="{FF2B5EF4-FFF2-40B4-BE49-F238E27FC236}">
                    <a16:creationId xmlns:a16="http://schemas.microsoft.com/office/drawing/2014/main" id="{117A3000-6CC0-64A2-C33C-A9ECC083A3B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4">
                <a:extLst>
                  <a:ext uri="{96DAC541-7B7A-43D3-8B79-37D633B846F1}">
                    <asvg:svgBlip xmlns:asvg="http://schemas.microsoft.com/office/drawing/2016/SVG/main" r:embed="rId25"/>
                  </a:ext>
                </a:extLst>
              </a:blip>
              <a:srcRect/>
              <a:stretch/>
            </p:blipFill>
            <p:spPr>
              <a:xfrm>
                <a:off x="3513869" y="2435878"/>
                <a:ext cx="143060" cy="143060"/>
              </a:xfrm>
              <a:prstGeom prst="rect">
                <a:avLst/>
              </a:prstGeom>
            </p:spPr>
          </p:pic>
        </p:grpSp>
      </p:grpSp>
      <p:grpSp>
        <p:nvGrpSpPr>
          <p:cNvPr id="16" name="!! App">
            <a:extLst>
              <a:ext uri="{FF2B5EF4-FFF2-40B4-BE49-F238E27FC236}">
                <a16:creationId xmlns:a16="http://schemas.microsoft.com/office/drawing/2014/main" id="{E00D8959-26AB-EFE4-2576-1D5BBA44C3B1}"/>
              </a:ext>
            </a:extLst>
          </p:cNvPr>
          <p:cNvGrpSpPr/>
          <p:nvPr/>
        </p:nvGrpSpPr>
        <p:grpSpPr>
          <a:xfrm>
            <a:off x="476549" y="2282681"/>
            <a:ext cx="2552892" cy="457924"/>
            <a:chOff x="462453" y="2623554"/>
            <a:chExt cx="2552892" cy="457924"/>
          </a:xfrm>
        </p:grpSpPr>
        <p:sp>
          <p:nvSpPr>
            <p:cNvPr id="17" name="!! 未选中">
              <a:hlinkClick r:id="rId26" action="ppaction://hlinksldjump"/>
              <a:extLst>
                <a:ext uri="{FF2B5EF4-FFF2-40B4-BE49-F238E27FC236}">
                  <a16:creationId xmlns:a16="http://schemas.microsoft.com/office/drawing/2014/main" id="{9C5D825E-EF5B-6C17-7E86-551F5D2241BA}"/>
                </a:ext>
              </a:extLst>
            </p:cNvPr>
            <p:cNvSpPr/>
            <p:nvPr/>
          </p:nvSpPr>
          <p:spPr>
            <a:xfrm>
              <a:off x="462453" y="2623554"/>
              <a:ext cx="2552892" cy="457924"/>
            </a:xfrm>
            <a:prstGeom prst="roundRect">
              <a:avLst>
                <a:gd name="adj" fmla="val 22880"/>
              </a:avLst>
            </a:prstGeom>
            <a:solidFill>
              <a:schemeClr val="bg2"/>
            </a:solidFill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1998" defTabSz="914377">
                <a:defRPr/>
              </a:pPr>
              <a:r>
                <a:rPr lang="zh-CN" altLang="en-US" sz="1400" dirty="0">
                  <a:solidFill>
                    <a:schemeClr val="tx1">
                      <a:lumMod val="90000"/>
                      <a:lumOff val="10000"/>
                    </a:schemeClr>
                  </a:solidFill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      应用与模块</a:t>
              </a:r>
            </a:p>
          </p:txBody>
        </p:sp>
        <p:grpSp>
          <p:nvGrpSpPr>
            <p:cNvPr id="18" name="组合 17">
              <a:extLst>
                <a:ext uri="{FF2B5EF4-FFF2-40B4-BE49-F238E27FC236}">
                  <a16:creationId xmlns:a16="http://schemas.microsoft.com/office/drawing/2014/main" id="{33DB7746-2C56-AECF-7AA6-2D9EFF29B585}"/>
                </a:ext>
              </a:extLst>
            </p:cNvPr>
            <p:cNvGrpSpPr/>
            <p:nvPr/>
          </p:nvGrpSpPr>
          <p:grpSpPr>
            <a:xfrm>
              <a:off x="600851" y="2735577"/>
              <a:ext cx="245090" cy="245090"/>
              <a:chOff x="3449581" y="2374787"/>
              <a:chExt cx="263638" cy="263638"/>
            </a:xfrm>
          </p:grpSpPr>
          <p:sp>
            <p:nvSpPr>
              <p:cNvPr id="19" name="椭圆 18">
                <a:extLst>
                  <a:ext uri="{FF2B5EF4-FFF2-40B4-BE49-F238E27FC236}">
                    <a16:creationId xmlns:a16="http://schemas.microsoft.com/office/drawing/2014/main" id="{DE6D6F10-3430-C9F8-BDAF-AFDD56C1D4D4}"/>
                  </a:ext>
                </a:extLst>
              </p:cNvPr>
              <p:cNvSpPr/>
              <p:nvPr/>
            </p:nvSpPr>
            <p:spPr>
              <a:xfrm>
                <a:off x="3449581" y="2374787"/>
                <a:ext cx="263638" cy="263638"/>
              </a:xfrm>
              <a:prstGeom prst="ellipse">
                <a:avLst/>
              </a:prstGeom>
              <a:solidFill>
                <a:schemeClr val="accent3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20" name="icon">
                <a:extLst>
                  <a:ext uri="{FF2B5EF4-FFF2-40B4-BE49-F238E27FC236}">
                    <a16:creationId xmlns:a16="http://schemas.microsoft.com/office/drawing/2014/main" id="{80A51C73-F2EE-2285-6095-4D409062CB3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7">
                <a:extLst>
                  <a:ext uri="{96DAC541-7B7A-43D3-8B79-37D633B846F1}">
                    <asvg:svgBlip xmlns:asvg="http://schemas.microsoft.com/office/drawing/2016/SVG/main" r:embed="rId28"/>
                  </a:ext>
                </a:extLst>
              </a:blip>
              <a:srcRect/>
              <a:stretch/>
            </p:blipFill>
            <p:spPr>
              <a:xfrm>
                <a:off x="3513869" y="2435878"/>
                <a:ext cx="143060" cy="143060"/>
              </a:xfrm>
              <a:prstGeom prst="rect">
                <a:avLst/>
              </a:prstGeom>
            </p:spPr>
          </p:pic>
        </p:grpSp>
      </p:grpSp>
      <p:grpSp>
        <p:nvGrpSpPr>
          <p:cNvPr id="21" name="!! 电池">
            <a:extLst>
              <a:ext uri="{FF2B5EF4-FFF2-40B4-BE49-F238E27FC236}">
                <a16:creationId xmlns:a16="http://schemas.microsoft.com/office/drawing/2014/main" id="{1845CA9C-6A8C-70B6-E142-5FB6375ECBB7}"/>
              </a:ext>
            </a:extLst>
          </p:cNvPr>
          <p:cNvGrpSpPr/>
          <p:nvPr/>
        </p:nvGrpSpPr>
        <p:grpSpPr>
          <a:xfrm>
            <a:off x="470871" y="2852627"/>
            <a:ext cx="2552892" cy="457924"/>
            <a:chOff x="462453" y="2623554"/>
            <a:chExt cx="2552892" cy="457924"/>
          </a:xfrm>
        </p:grpSpPr>
        <p:sp>
          <p:nvSpPr>
            <p:cNvPr id="22" name="!! 未选中">
              <a:hlinkClick r:id="rId29" action="ppaction://hlinksldjump"/>
              <a:extLst>
                <a:ext uri="{FF2B5EF4-FFF2-40B4-BE49-F238E27FC236}">
                  <a16:creationId xmlns:a16="http://schemas.microsoft.com/office/drawing/2014/main" id="{1E66432E-0F3C-1D83-4FD6-DFF5B1B10A5E}"/>
                </a:ext>
              </a:extLst>
            </p:cNvPr>
            <p:cNvSpPr/>
            <p:nvPr/>
          </p:nvSpPr>
          <p:spPr>
            <a:xfrm>
              <a:off x="462453" y="2623554"/>
              <a:ext cx="2552892" cy="457924"/>
            </a:xfrm>
            <a:prstGeom prst="roundRect">
              <a:avLst>
                <a:gd name="adj" fmla="val 22880"/>
              </a:avLst>
            </a:prstGeom>
            <a:solidFill>
              <a:schemeClr val="bg2"/>
            </a:solidFill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1998" defTabSz="914377">
                <a:defRPr/>
              </a:pPr>
              <a:r>
                <a:rPr lang="zh-CN" altLang="en-US" sz="1400" dirty="0">
                  <a:solidFill>
                    <a:schemeClr val="tx1">
                      <a:lumMod val="90000"/>
                      <a:lumOff val="10000"/>
                    </a:schemeClr>
                  </a:solidFill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      电池</a:t>
              </a:r>
            </a:p>
          </p:txBody>
        </p:sp>
        <p:grpSp>
          <p:nvGrpSpPr>
            <p:cNvPr id="23" name="组合 22">
              <a:extLst>
                <a:ext uri="{FF2B5EF4-FFF2-40B4-BE49-F238E27FC236}">
                  <a16:creationId xmlns:a16="http://schemas.microsoft.com/office/drawing/2014/main" id="{15D1F7B2-9A23-D1F3-9641-30CE7F41F7F7}"/>
                </a:ext>
              </a:extLst>
            </p:cNvPr>
            <p:cNvGrpSpPr/>
            <p:nvPr/>
          </p:nvGrpSpPr>
          <p:grpSpPr>
            <a:xfrm>
              <a:off x="600851" y="2735577"/>
              <a:ext cx="245090" cy="245090"/>
              <a:chOff x="3449581" y="2374787"/>
              <a:chExt cx="263638" cy="263638"/>
            </a:xfrm>
          </p:grpSpPr>
          <p:sp>
            <p:nvSpPr>
              <p:cNvPr id="30" name="椭圆 29">
                <a:extLst>
                  <a:ext uri="{FF2B5EF4-FFF2-40B4-BE49-F238E27FC236}">
                    <a16:creationId xmlns:a16="http://schemas.microsoft.com/office/drawing/2014/main" id="{6D47521E-9AC4-725C-0ACE-E1070C7992FE}"/>
                  </a:ext>
                </a:extLst>
              </p:cNvPr>
              <p:cNvSpPr/>
              <p:nvPr/>
            </p:nvSpPr>
            <p:spPr>
              <a:xfrm>
                <a:off x="3449581" y="2374787"/>
                <a:ext cx="263638" cy="263638"/>
              </a:xfrm>
              <a:prstGeom prst="ellipse">
                <a:avLst/>
              </a:prstGeom>
              <a:solidFill>
                <a:srgbClr val="3ADE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31" name="icon">
                <a:extLst>
                  <a:ext uri="{FF2B5EF4-FFF2-40B4-BE49-F238E27FC236}">
                    <a16:creationId xmlns:a16="http://schemas.microsoft.com/office/drawing/2014/main" id="{54CF4FD2-E62F-630B-AD06-8789BEF21DB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0">
                <a:extLst>
                  <a:ext uri="{96DAC541-7B7A-43D3-8B79-37D633B846F1}">
                    <asvg:svgBlip xmlns:asvg="http://schemas.microsoft.com/office/drawing/2016/SVG/main" r:embed="rId31"/>
                  </a:ext>
                </a:extLst>
              </a:blip>
              <a:srcRect/>
              <a:stretch/>
            </p:blipFill>
            <p:spPr>
              <a:xfrm>
                <a:off x="3513869" y="2435878"/>
                <a:ext cx="143060" cy="143060"/>
              </a:xfrm>
              <a:prstGeom prst="rect">
                <a:avLst/>
              </a:prstGeom>
            </p:spPr>
          </p:pic>
        </p:grpSp>
      </p:grpSp>
      <p:sp>
        <p:nvSpPr>
          <p:cNvPr id="32" name="!! 个性化">
            <a:extLst>
              <a:ext uri="{FF2B5EF4-FFF2-40B4-BE49-F238E27FC236}">
                <a16:creationId xmlns:a16="http://schemas.microsoft.com/office/drawing/2014/main" id="{A357BEC7-5CAA-FE37-6AC2-584745558A2A}"/>
              </a:ext>
            </a:extLst>
          </p:cNvPr>
          <p:cNvSpPr txBox="1"/>
          <p:nvPr/>
        </p:nvSpPr>
        <p:spPr>
          <a:xfrm>
            <a:off x="470872" y="3444966"/>
            <a:ext cx="11113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dirty="0">
                <a:solidFill>
                  <a:schemeClr val="bg1">
                    <a:lumMod val="50000"/>
                  </a:schemeClr>
                </a:solidFill>
              </a:rPr>
              <a:t>个性化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00BFE110-9A6A-A8E1-C6F9-E38AD020FBBF}"/>
              </a:ext>
            </a:extLst>
          </p:cNvPr>
          <p:cNvSpPr txBox="1"/>
          <p:nvPr/>
        </p:nvSpPr>
        <p:spPr>
          <a:xfrm>
            <a:off x="462454" y="2020809"/>
            <a:ext cx="11113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dirty="0">
                <a:solidFill>
                  <a:schemeClr val="bg1">
                    <a:lumMod val="50000"/>
                  </a:schemeClr>
                </a:solidFill>
              </a:rPr>
              <a:t>网络与连接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38D954E5-5CB6-1E22-557E-0DF12512A809}"/>
              </a:ext>
            </a:extLst>
          </p:cNvPr>
          <p:cNvSpPr txBox="1"/>
          <p:nvPr/>
        </p:nvSpPr>
        <p:spPr>
          <a:xfrm>
            <a:off x="462455" y="4033431"/>
            <a:ext cx="11113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dirty="0">
                <a:solidFill>
                  <a:schemeClr val="bg1">
                    <a:lumMod val="50000"/>
                  </a:schemeClr>
                </a:solidFill>
              </a:rPr>
              <a:t>系统与安全</a:t>
            </a:r>
          </a:p>
        </p:txBody>
      </p:sp>
      <p:grpSp>
        <p:nvGrpSpPr>
          <p:cNvPr id="35" name="!! 软件更新">
            <a:extLst>
              <a:ext uri="{FF2B5EF4-FFF2-40B4-BE49-F238E27FC236}">
                <a16:creationId xmlns:a16="http://schemas.microsoft.com/office/drawing/2014/main" id="{B99A6DA6-90E9-B31B-D800-5488C6BC2ECC}"/>
              </a:ext>
            </a:extLst>
          </p:cNvPr>
          <p:cNvGrpSpPr/>
          <p:nvPr/>
        </p:nvGrpSpPr>
        <p:grpSpPr>
          <a:xfrm>
            <a:off x="462455" y="4299750"/>
            <a:ext cx="2552892" cy="457924"/>
            <a:chOff x="481145" y="1890767"/>
            <a:chExt cx="2552892" cy="457924"/>
          </a:xfrm>
        </p:grpSpPr>
        <p:sp>
          <p:nvSpPr>
            <p:cNvPr id="36" name="!! 未选中">
              <a:hlinkClick r:id="rId32" action="ppaction://hlinksldjump"/>
              <a:extLst>
                <a:ext uri="{FF2B5EF4-FFF2-40B4-BE49-F238E27FC236}">
                  <a16:creationId xmlns:a16="http://schemas.microsoft.com/office/drawing/2014/main" id="{64096EA5-1BA7-E076-AF0D-152B48BCF271}"/>
                </a:ext>
              </a:extLst>
            </p:cNvPr>
            <p:cNvSpPr/>
            <p:nvPr/>
          </p:nvSpPr>
          <p:spPr>
            <a:xfrm>
              <a:off x="481145" y="1890767"/>
              <a:ext cx="2552892" cy="457924"/>
            </a:xfrm>
            <a:prstGeom prst="roundRect">
              <a:avLst>
                <a:gd name="adj" fmla="val 22880"/>
              </a:avLst>
            </a:prstGeom>
            <a:solidFill>
              <a:schemeClr val="bg2"/>
            </a:solidFill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1998" defTabSz="914377">
                <a:defRPr/>
              </a:pPr>
              <a:r>
                <a:rPr lang="zh-CN" altLang="en-US" sz="1400" dirty="0">
                  <a:solidFill>
                    <a:schemeClr val="tx1"/>
                  </a:solidFill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      系统更新</a:t>
              </a:r>
            </a:p>
          </p:txBody>
        </p:sp>
        <p:pic>
          <p:nvPicPr>
            <p:cNvPr id="37" name="icon">
              <a:extLst>
                <a:ext uri="{FF2B5EF4-FFF2-40B4-BE49-F238E27FC236}">
                  <a16:creationId xmlns:a16="http://schemas.microsoft.com/office/drawing/2014/main" id="{AF754D5E-2FA8-CFF0-824F-3129374917A6}"/>
                </a:ext>
              </a:extLst>
            </p:cNvPr>
            <p:cNvPicPr>
              <a:picLocks noChangeAspect="1"/>
            </p:cNvPicPr>
            <p:nvPr/>
          </p:nvPicPr>
          <p:blipFill>
            <a:blip r:embed="rId33">
              <a:extLst>
                <a:ext uri="{96DAC541-7B7A-43D3-8B79-37D633B846F1}">
                  <asvg:svgBlip xmlns:asvg="http://schemas.microsoft.com/office/drawing/2016/SVG/main" r:embed="rId34"/>
                </a:ext>
              </a:extLst>
            </a:blip>
            <a:srcRect/>
            <a:stretch/>
          </p:blipFill>
          <p:spPr>
            <a:xfrm>
              <a:off x="623508" y="2001148"/>
              <a:ext cx="237162" cy="237162"/>
            </a:xfrm>
            <a:prstGeom prst="rect">
              <a:avLst/>
            </a:prstGeom>
          </p:spPr>
        </p:pic>
      </p:grpSp>
      <p:grpSp>
        <p:nvGrpSpPr>
          <p:cNvPr id="41" name="!! 更多连接">
            <a:extLst>
              <a:ext uri="{FF2B5EF4-FFF2-40B4-BE49-F238E27FC236}">
                <a16:creationId xmlns:a16="http://schemas.microsoft.com/office/drawing/2014/main" id="{BFE59DD1-11C2-AB7E-C1AA-F255039AE431}"/>
              </a:ext>
            </a:extLst>
          </p:cNvPr>
          <p:cNvGrpSpPr/>
          <p:nvPr/>
        </p:nvGrpSpPr>
        <p:grpSpPr>
          <a:xfrm>
            <a:off x="462454" y="3410531"/>
            <a:ext cx="2552892" cy="457924"/>
            <a:chOff x="462453" y="2623554"/>
            <a:chExt cx="2552892" cy="457924"/>
          </a:xfrm>
        </p:grpSpPr>
        <p:sp>
          <p:nvSpPr>
            <p:cNvPr id="43" name="!! 未选中">
              <a:hlinkClick r:id="rId35" action="ppaction://hlinksldjump"/>
              <a:extLst>
                <a:ext uri="{FF2B5EF4-FFF2-40B4-BE49-F238E27FC236}">
                  <a16:creationId xmlns:a16="http://schemas.microsoft.com/office/drawing/2014/main" id="{71070B01-3887-1AFF-922A-34A88F5D3139}"/>
                </a:ext>
              </a:extLst>
            </p:cNvPr>
            <p:cNvSpPr/>
            <p:nvPr/>
          </p:nvSpPr>
          <p:spPr>
            <a:xfrm>
              <a:off x="462453" y="2623554"/>
              <a:ext cx="2552892" cy="457924"/>
            </a:xfrm>
            <a:prstGeom prst="roundRect">
              <a:avLst>
                <a:gd name="adj" fmla="val 22880"/>
              </a:avLst>
            </a:prstGeom>
            <a:solidFill>
              <a:schemeClr val="bg2"/>
            </a:solidFill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1998" defTabSz="914377">
                <a:defRPr/>
              </a:pPr>
              <a:r>
                <a:rPr lang="zh-CN" altLang="en-US" sz="1400" dirty="0">
                  <a:solidFill>
                    <a:schemeClr val="tx1">
                      <a:lumMod val="90000"/>
                      <a:lumOff val="10000"/>
                    </a:schemeClr>
                  </a:solidFill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      更多连接</a:t>
              </a:r>
            </a:p>
          </p:txBody>
        </p:sp>
        <p:grpSp>
          <p:nvGrpSpPr>
            <p:cNvPr id="44" name="组合 43">
              <a:extLst>
                <a:ext uri="{FF2B5EF4-FFF2-40B4-BE49-F238E27FC236}">
                  <a16:creationId xmlns:a16="http://schemas.microsoft.com/office/drawing/2014/main" id="{F87A8A5E-C235-41CE-983F-0B4B3A6D2955}"/>
                </a:ext>
              </a:extLst>
            </p:cNvPr>
            <p:cNvGrpSpPr/>
            <p:nvPr/>
          </p:nvGrpSpPr>
          <p:grpSpPr>
            <a:xfrm>
              <a:off x="600851" y="2735577"/>
              <a:ext cx="245090" cy="245090"/>
              <a:chOff x="3449581" y="2374787"/>
              <a:chExt cx="263638" cy="263638"/>
            </a:xfrm>
          </p:grpSpPr>
          <p:sp>
            <p:nvSpPr>
              <p:cNvPr id="45" name="椭圆 44">
                <a:extLst>
                  <a:ext uri="{FF2B5EF4-FFF2-40B4-BE49-F238E27FC236}">
                    <a16:creationId xmlns:a16="http://schemas.microsoft.com/office/drawing/2014/main" id="{64CC8913-7F41-BB1B-56DC-246DF1C3EFB8}"/>
                  </a:ext>
                </a:extLst>
              </p:cNvPr>
              <p:cNvSpPr/>
              <p:nvPr/>
            </p:nvSpPr>
            <p:spPr>
              <a:xfrm>
                <a:off x="3449581" y="2374787"/>
                <a:ext cx="263638" cy="263638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46" name="icon">
                <a:extLst>
                  <a:ext uri="{FF2B5EF4-FFF2-40B4-BE49-F238E27FC236}">
                    <a16:creationId xmlns:a16="http://schemas.microsoft.com/office/drawing/2014/main" id="{CC2DE993-BC7D-48B1-6803-D6CD49EFAF0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6">
                <a:extLst>
                  <a:ext uri="{96DAC541-7B7A-43D3-8B79-37D633B846F1}">
                    <asvg:svgBlip xmlns:asvg="http://schemas.microsoft.com/office/drawing/2016/SVG/main" r:embed="rId37"/>
                  </a:ext>
                </a:extLst>
              </a:blip>
              <a:srcRect/>
              <a:stretch/>
            </p:blipFill>
            <p:spPr>
              <a:xfrm>
                <a:off x="3513774" y="2433849"/>
                <a:ext cx="143060" cy="143060"/>
              </a:xfrm>
              <a:prstGeom prst="rect">
                <a:avLst/>
              </a:prstGeom>
            </p:spPr>
          </p:pic>
        </p:grpSp>
      </p:grpSp>
      <p:sp>
        <p:nvSpPr>
          <p:cNvPr id="47" name="!! 更多">
            <a:extLst>
              <a:ext uri="{FF2B5EF4-FFF2-40B4-BE49-F238E27FC236}">
                <a16:creationId xmlns:a16="http://schemas.microsoft.com/office/drawing/2014/main" id="{0B7EC71B-7971-92E4-F3DE-2E614D2FAD4A}"/>
              </a:ext>
            </a:extLst>
          </p:cNvPr>
          <p:cNvSpPr txBox="1"/>
          <p:nvPr/>
        </p:nvSpPr>
        <p:spPr>
          <a:xfrm>
            <a:off x="1310353" y="6016666"/>
            <a:ext cx="85443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100" dirty="0">
                <a:solidFill>
                  <a:schemeClr val="accent1"/>
                </a:solidFill>
              </a:rPr>
              <a:t>下一页</a:t>
            </a:r>
          </a:p>
        </p:txBody>
      </p:sp>
      <p:grpSp>
        <p:nvGrpSpPr>
          <p:cNvPr id="49" name="!! 蓝牙">
            <a:extLst>
              <a:ext uri="{FF2B5EF4-FFF2-40B4-BE49-F238E27FC236}">
                <a16:creationId xmlns:a16="http://schemas.microsoft.com/office/drawing/2014/main" id="{4F9FE0B0-F658-7548-D88B-5524295C5299}"/>
              </a:ext>
            </a:extLst>
          </p:cNvPr>
          <p:cNvGrpSpPr/>
          <p:nvPr/>
        </p:nvGrpSpPr>
        <p:grpSpPr>
          <a:xfrm>
            <a:off x="462453" y="2846581"/>
            <a:ext cx="2552892" cy="457924"/>
            <a:chOff x="462452" y="2059603"/>
            <a:chExt cx="2552892" cy="457924"/>
          </a:xfrm>
        </p:grpSpPr>
        <p:sp>
          <p:nvSpPr>
            <p:cNvPr id="52" name="!! 未选中">
              <a:hlinkClick r:id="rId38" action="ppaction://hlinksldjump"/>
              <a:extLst>
                <a:ext uri="{FF2B5EF4-FFF2-40B4-BE49-F238E27FC236}">
                  <a16:creationId xmlns:a16="http://schemas.microsoft.com/office/drawing/2014/main" id="{9CF72F44-7F3A-2FF1-A372-6A0E6BB8E5CC}"/>
                </a:ext>
              </a:extLst>
            </p:cNvPr>
            <p:cNvSpPr/>
            <p:nvPr/>
          </p:nvSpPr>
          <p:spPr>
            <a:xfrm>
              <a:off x="462452" y="2059603"/>
              <a:ext cx="2552892" cy="457924"/>
            </a:xfrm>
            <a:prstGeom prst="roundRect">
              <a:avLst>
                <a:gd name="adj" fmla="val 22880"/>
              </a:avLst>
            </a:prstGeom>
            <a:solidFill>
              <a:schemeClr val="bg2"/>
            </a:solidFill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1998" defTabSz="914377">
                <a:defRPr/>
              </a:pPr>
              <a:r>
                <a:rPr lang="zh-CN" altLang="en-US" sz="1400" dirty="0">
                  <a:solidFill>
                    <a:schemeClr val="tx1">
                      <a:lumMod val="90000"/>
                      <a:lumOff val="10000"/>
                    </a:schemeClr>
                  </a:solidFill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      蓝牙</a:t>
              </a:r>
            </a:p>
          </p:txBody>
        </p:sp>
        <p:pic>
          <p:nvPicPr>
            <p:cNvPr id="54" name="图形 53">
              <a:extLst>
                <a:ext uri="{FF2B5EF4-FFF2-40B4-BE49-F238E27FC236}">
                  <a16:creationId xmlns:a16="http://schemas.microsoft.com/office/drawing/2014/main" id="{9A98C33B-5701-AA8E-E276-3D456BEF3920}"/>
                </a:ext>
              </a:extLst>
            </p:cNvPr>
            <p:cNvPicPr>
              <a:picLocks noChangeAspect="1"/>
            </p:cNvPicPr>
            <p:nvPr/>
          </p:nvPicPr>
          <p:blipFill>
            <a:blip r:embed="rId39">
              <a:extLst>
                <a:ext uri="{96DAC541-7B7A-43D3-8B79-37D633B846F1}">
                  <asvg:svgBlip xmlns:asvg="http://schemas.microsoft.com/office/drawing/2016/SVG/main" r:embed="rId40"/>
                </a:ext>
              </a:extLst>
            </a:blip>
            <a:stretch>
              <a:fillRect/>
            </a:stretch>
          </p:blipFill>
          <p:spPr>
            <a:xfrm>
              <a:off x="600851" y="2174279"/>
              <a:ext cx="237166" cy="237166"/>
            </a:xfrm>
            <a:prstGeom prst="rect">
              <a:avLst/>
            </a:prstGeom>
          </p:spPr>
        </p:pic>
      </p:grpSp>
      <p:grpSp>
        <p:nvGrpSpPr>
          <p:cNvPr id="58" name="!! WLAN">
            <a:extLst>
              <a:ext uri="{FF2B5EF4-FFF2-40B4-BE49-F238E27FC236}">
                <a16:creationId xmlns:a16="http://schemas.microsoft.com/office/drawing/2014/main" id="{B638D412-1A5E-6DF8-5E7E-B8F0DECB0899}"/>
              </a:ext>
            </a:extLst>
          </p:cNvPr>
          <p:cNvGrpSpPr/>
          <p:nvPr/>
        </p:nvGrpSpPr>
        <p:grpSpPr>
          <a:xfrm>
            <a:off x="462453" y="2282631"/>
            <a:ext cx="2552892" cy="457924"/>
            <a:chOff x="462452" y="1495653"/>
            <a:chExt cx="2552892" cy="457924"/>
          </a:xfrm>
        </p:grpSpPr>
        <p:grpSp>
          <p:nvGrpSpPr>
            <p:cNvPr id="59" name="!! WLAN">
              <a:extLst>
                <a:ext uri="{FF2B5EF4-FFF2-40B4-BE49-F238E27FC236}">
                  <a16:creationId xmlns:a16="http://schemas.microsoft.com/office/drawing/2014/main" id="{EF18289A-8510-B65E-D43D-057FBEE1A609}"/>
                </a:ext>
              </a:extLst>
            </p:cNvPr>
            <p:cNvGrpSpPr/>
            <p:nvPr/>
          </p:nvGrpSpPr>
          <p:grpSpPr>
            <a:xfrm>
              <a:off x="462452" y="1495653"/>
              <a:ext cx="2552892" cy="457924"/>
              <a:chOff x="462452" y="1495653"/>
              <a:chExt cx="2552892" cy="457924"/>
            </a:xfrm>
          </p:grpSpPr>
          <p:sp>
            <p:nvSpPr>
              <p:cNvPr id="61" name="!! 未选中">
                <a:hlinkClick r:id="rId41" action="ppaction://hlinksldjump"/>
                <a:extLst>
                  <a:ext uri="{FF2B5EF4-FFF2-40B4-BE49-F238E27FC236}">
                    <a16:creationId xmlns:a16="http://schemas.microsoft.com/office/drawing/2014/main" id="{1851C663-36B6-2923-A790-83F2BBB3E0E8}"/>
                  </a:ext>
                </a:extLst>
              </p:cNvPr>
              <p:cNvSpPr/>
              <p:nvPr/>
            </p:nvSpPr>
            <p:spPr>
              <a:xfrm>
                <a:off x="462452" y="1495653"/>
                <a:ext cx="2552892" cy="457924"/>
              </a:xfrm>
              <a:prstGeom prst="roundRect">
                <a:avLst>
                  <a:gd name="adj" fmla="val 22880"/>
                </a:avLst>
              </a:prstGeom>
              <a:solidFill>
                <a:schemeClr val="bg2"/>
              </a:solidFill>
              <a:ln w="6350"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71998" defTabSz="914377">
                  <a:defRPr/>
                </a:pPr>
                <a:r>
                  <a:rPr lang="zh-CN" altLang="en-US" sz="1400" dirty="0">
                    <a:solidFill>
                      <a:schemeClr val="tx1">
                        <a:lumMod val="90000"/>
                        <a:lumOff val="10000"/>
                      </a:schemeClr>
                    </a:solidFill>
                    <a:latin typeface="vivo Sans Light" panose="02000400000000000000" pitchFamily="2" charset="-122"/>
                    <a:ea typeface="vivo Sans Light" panose="02000400000000000000" pitchFamily="2" charset="-122"/>
                    <a:cs typeface="vivo Sans Light" panose="02000400000000000000" pitchFamily="2" charset="-122"/>
                  </a:rPr>
                  <a:t>      无线局域网</a:t>
                </a:r>
              </a:p>
            </p:txBody>
          </p:sp>
          <p:pic>
            <p:nvPicPr>
              <p:cNvPr id="62" name="icon">
                <a:extLst>
                  <a:ext uri="{FF2B5EF4-FFF2-40B4-BE49-F238E27FC236}">
                    <a16:creationId xmlns:a16="http://schemas.microsoft.com/office/drawing/2014/main" id="{E0C8E0A0-1282-6114-C78F-458E2297B61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2">
                <a:extLst>
                  <a:ext uri="{96DAC541-7B7A-43D3-8B79-37D633B846F1}">
                    <asvg:svgBlip xmlns:asvg="http://schemas.microsoft.com/office/drawing/2016/SVG/main" r:embed="rId43"/>
                  </a:ext>
                </a:extLst>
              </a:blip>
              <a:srcRect/>
              <a:stretch/>
            </p:blipFill>
            <p:spPr>
              <a:xfrm>
                <a:off x="638475" y="1636367"/>
                <a:ext cx="169842" cy="169842"/>
              </a:xfrm>
              <a:prstGeom prst="rect">
                <a:avLst/>
              </a:prstGeom>
            </p:spPr>
          </p:pic>
        </p:grpSp>
        <p:pic>
          <p:nvPicPr>
            <p:cNvPr id="60" name="图形 59">
              <a:extLst>
                <a:ext uri="{FF2B5EF4-FFF2-40B4-BE49-F238E27FC236}">
                  <a16:creationId xmlns:a16="http://schemas.microsoft.com/office/drawing/2014/main" id="{8BE9820C-B923-7C69-3414-9BDF83F15FF0}"/>
                </a:ext>
              </a:extLst>
            </p:cNvPr>
            <p:cNvPicPr>
              <a:picLocks noChangeAspect="1"/>
            </p:cNvPicPr>
            <p:nvPr/>
          </p:nvPicPr>
          <p:blipFill>
            <a:blip r:embed="rId44">
              <a:extLst>
                <a:ext uri="{96DAC541-7B7A-43D3-8B79-37D633B846F1}">
                  <asvg:svgBlip xmlns:asvg="http://schemas.microsoft.com/office/drawing/2016/SVG/main" r:embed="rId45"/>
                </a:ext>
              </a:extLst>
            </a:blip>
            <a:stretch>
              <a:fillRect/>
            </a:stretch>
          </p:blipFill>
          <p:spPr>
            <a:xfrm>
              <a:off x="600489" y="1593839"/>
              <a:ext cx="245452" cy="245452"/>
            </a:xfrm>
            <a:prstGeom prst="rect">
              <a:avLst/>
            </a:prstGeom>
          </p:spPr>
        </p:pic>
      </p:grpSp>
      <p:grpSp>
        <p:nvGrpSpPr>
          <p:cNvPr id="63" name="!! 关于">
            <a:extLst>
              <a:ext uri="{FF2B5EF4-FFF2-40B4-BE49-F238E27FC236}">
                <a16:creationId xmlns:a16="http://schemas.microsoft.com/office/drawing/2014/main" id="{D2DFD4E9-2B34-8E25-5D57-9787DB8BC805}"/>
              </a:ext>
            </a:extLst>
          </p:cNvPr>
          <p:cNvGrpSpPr/>
          <p:nvPr/>
        </p:nvGrpSpPr>
        <p:grpSpPr>
          <a:xfrm>
            <a:off x="461126" y="5442791"/>
            <a:ext cx="2552892" cy="457924"/>
            <a:chOff x="453977" y="4076722"/>
            <a:chExt cx="2552892" cy="457924"/>
          </a:xfrm>
        </p:grpSpPr>
        <p:sp>
          <p:nvSpPr>
            <p:cNvPr id="64" name="!! 未选中">
              <a:hlinkClick r:id="rId46" action="ppaction://hlinksldjump"/>
              <a:extLst>
                <a:ext uri="{FF2B5EF4-FFF2-40B4-BE49-F238E27FC236}">
                  <a16:creationId xmlns:a16="http://schemas.microsoft.com/office/drawing/2014/main" id="{299FD60A-25D9-4E60-3182-02359D39F55F}"/>
                </a:ext>
              </a:extLst>
            </p:cNvPr>
            <p:cNvSpPr/>
            <p:nvPr/>
          </p:nvSpPr>
          <p:spPr>
            <a:xfrm>
              <a:off x="453977" y="4076722"/>
              <a:ext cx="2552892" cy="457924"/>
            </a:xfrm>
            <a:prstGeom prst="roundRect">
              <a:avLst>
                <a:gd name="adj" fmla="val 22880"/>
              </a:avLst>
            </a:prstGeom>
            <a:solidFill>
              <a:schemeClr val="bg2"/>
            </a:solidFill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1998" defTabSz="914377">
                <a:defRPr/>
              </a:pPr>
              <a:r>
                <a:rPr lang="zh-CN" altLang="en-US" sz="1400" dirty="0">
                  <a:solidFill>
                    <a:schemeClr val="tx1">
                      <a:lumMod val="90000"/>
                      <a:lumOff val="10000"/>
                    </a:schemeClr>
                  </a:solidFill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      关于此</a:t>
              </a:r>
              <a:r>
                <a:rPr lang="en-US" altLang="zh-CN" sz="1400" dirty="0">
                  <a:solidFill>
                    <a:schemeClr val="tx1">
                      <a:lumMod val="90000"/>
                      <a:lumOff val="10000"/>
                    </a:schemeClr>
                  </a:solidFill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Pad</a:t>
              </a:r>
              <a:endParaRPr lang="zh-CN" altLang="en-US" sz="1400" dirty="0">
                <a:solidFill>
                  <a:schemeClr val="tx1">
                    <a:lumMod val="90000"/>
                    <a:lumOff val="10000"/>
                  </a:schemeClr>
                </a:solidFill>
                <a:latin typeface="vivo Sans Light" panose="02000400000000000000" pitchFamily="2" charset="-122"/>
                <a:ea typeface="vivo Sans Light" panose="02000400000000000000" pitchFamily="2" charset="-122"/>
                <a:cs typeface="vivo Sans Light" panose="02000400000000000000" pitchFamily="2" charset="-122"/>
              </a:endParaRPr>
            </a:p>
          </p:txBody>
        </p:sp>
        <p:pic>
          <p:nvPicPr>
            <p:cNvPr id="65" name="图形 64">
              <a:extLst>
                <a:ext uri="{FF2B5EF4-FFF2-40B4-BE49-F238E27FC236}">
                  <a16:creationId xmlns:a16="http://schemas.microsoft.com/office/drawing/2014/main" id="{3D3AEDA5-27C8-E58D-E1DF-A295BBEA07C3}"/>
                </a:ext>
              </a:extLst>
            </p:cNvPr>
            <p:cNvPicPr>
              <a:picLocks noChangeAspect="1"/>
            </p:cNvPicPr>
            <p:nvPr/>
          </p:nvPicPr>
          <p:blipFill>
            <a:blip r:embed="rId47">
              <a:extLst>
                <a:ext uri="{96DAC541-7B7A-43D3-8B79-37D633B846F1}">
                  <asvg:svgBlip xmlns:asvg="http://schemas.microsoft.com/office/drawing/2016/SVG/main" r:embed="rId48"/>
                </a:ext>
              </a:extLst>
            </a:blip>
            <a:stretch>
              <a:fillRect/>
            </a:stretch>
          </p:blipFill>
          <p:spPr>
            <a:xfrm flipV="1">
              <a:off x="599323" y="4190280"/>
              <a:ext cx="238694" cy="238694"/>
            </a:xfrm>
            <a:prstGeom prst="rect">
              <a:avLst/>
            </a:prstGeom>
          </p:spPr>
        </p:pic>
      </p:grpSp>
      <p:grpSp>
        <p:nvGrpSpPr>
          <p:cNvPr id="66" name="!! 保护">
            <a:extLst>
              <a:ext uri="{FF2B5EF4-FFF2-40B4-BE49-F238E27FC236}">
                <a16:creationId xmlns:a16="http://schemas.microsoft.com/office/drawing/2014/main" id="{97273B32-3FD4-B07F-476B-D82CF736AB73}"/>
              </a:ext>
            </a:extLst>
          </p:cNvPr>
          <p:cNvGrpSpPr/>
          <p:nvPr/>
        </p:nvGrpSpPr>
        <p:grpSpPr>
          <a:xfrm>
            <a:off x="461126" y="4868915"/>
            <a:ext cx="2552892" cy="457924"/>
            <a:chOff x="462453" y="2623554"/>
            <a:chExt cx="2552892" cy="457924"/>
          </a:xfrm>
        </p:grpSpPr>
        <p:sp>
          <p:nvSpPr>
            <p:cNvPr id="67" name="!! 未选中">
              <a:hlinkClick r:id="rId49" action="ppaction://hlinksldjump"/>
              <a:extLst>
                <a:ext uri="{FF2B5EF4-FFF2-40B4-BE49-F238E27FC236}">
                  <a16:creationId xmlns:a16="http://schemas.microsoft.com/office/drawing/2014/main" id="{AC328099-8040-E734-A0E0-53E0211EDF23}"/>
                </a:ext>
              </a:extLst>
            </p:cNvPr>
            <p:cNvSpPr/>
            <p:nvPr/>
          </p:nvSpPr>
          <p:spPr>
            <a:xfrm>
              <a:off x="462453" y="2623554"/>
              <a:ext cx="2552892" cy="457924"/>
            </a:xfrm>
            <a:prstGeom prst="roundRect">
              <a:avLst>
                <a:gd name="adj" fmla="val 22880"/>
              </a:avLst>
            </a:prstGeom>
            <a:solidFill>
              <a:schemeClr val="bg2"/>
            </a:solidFill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1998" defTabSz="914377">
                <a:defRPr/>
              </a:pPr>
              <a:r>
                <a:rPr lang="zh-CN" altLang="en-US" sz="1400" dirty="0">
                  <a:solidFill>
                    <a:schemeClr val="tx1">
                      <a:lumMod val="90000"/>
                      <a:lumOff val="10000"/>
                    </a:schemeClr>
                  </a:solidFill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      设备安全性</a:t>
              </a:r>
            </a:p>
          </p:txBody>
        </p:sp>
        <p:grpSp>
          <p:nvGrpSpPr>
            <p:cNvPr id="68" name="组合 67">
              <a:extLst>
                <a:ext uri="{FF2B5EF4-FFF2-40B4-BE49-F238E27FC236}">
                  <a16:creationId xmlns:a16="http://schemas.microsoft.com/office/drawing/2014/main" id="{D2201C31-3960-017C-B7CA-598E48085073}"/>
                </a:ext>
              </a:extLst>
            </p:cNvPr>
            <p:cNvGrpSpPr/>
            <p:nvPr/>
          </p:nvGrpSpPr>
          <p:grpSpPr>
            <a:xfrm>
              <a:off x="600851" y="2735577"/>
              <a:ext cx="245090" cy="245090"/>
              <a:chOff x="3449581" y="2374787"/>
              <a:chExt cx="263638" cy="263638"/>
            </a:xfrm>
          </p:grpSpPr>
          <p:sp>
            <p:nvSpPr>
              <p:cNvPr id="69" name="椭圆 68">
                <a:extLst>
                  <a:ext uri="{FF2B5EF4-FFF2-40B4-BE49-F238E27FC236}">
                    <a16:creationId xmlns:a16="http://schemas.microsoft.com/office/drawing/2014/main" id="{9919485C-1BA3-9CD4-BA2B-6DA676B3DE56}"/>
                  </a:ext>
                </a:extLst>
              </p:cNvPr>
              <p:cNvSpPr/>
              <p:nvPr/>
            </p:nvSpPr>
            <p:spPr>
              <a:xfrm>
                <a:off x="3449581" y="2374787"/>
                <a:ext cx="263638" cy="263638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70" name="icon">
                <a:extLst>
                  <a:ext uri="{FF2B5EF4-FFF2-40B4-BE49-F238E27FC236}">
                    <a16:creationId xmlns:a16="http://schemas.microsoft.com/office/drawing/2014/main" id="{9B90EFA0-AFCD-8E3C-9ABB-997618A79CC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0">
                <a:extLst>
                  <a:ext uri="{96DAC541-7B7A-43D3-8B79-37D633B846F1}">
                    <asvg:svgBlip xmlns:asvg="http://schemas.microsoft.com/office/drawing/2016/SVG/main" r:embed="rId51"/>
                  </a:ext>
                </a:extLst>
              </a:blip>
              <a:srcRect/>
              <a:stretch/>
            </p:blipFill>
            <p:spPr>
              <a:xfrm>
                <a:off x="3513869" y="2435878"/>
                <a:ext cx="143060" cy="143060"/>
              </a:xfrm>
              <a:prstGeom prst="rect">
                <a:avLst/>
              </a:prstGeom>
            </p:spPr>
          </p:pic>
        </p:grpSp>
      </p:grpSp>
      <p:grpSp>
        <p:nvGrpSpPr>
          <p:cNvPr id="71" name="组合 70">
            <a:extLst>
              <a:ext uri="{FF2B5EF4-FFF2-40B4-BE49-F238E27FC236}">
                <a16:creationId xmlns:a16="http://schemas.microsoft.com/office/drawing/2014/main" id="{E1E88DE8-AADF-4D52-2731-32DF8B016033}"/>
              </a:ext>
            </a:extLst>
          </p:cNvPr>
          <p:cNvGrpSpPr/>
          <p:nvPr/>
        </p:nvGrpSpPr>
        <p:grpSpPr>
          <a:xfrm>
            <a:off x="461126" y="1123111"/>
            <a:ext cx="2552892" cy="756471"/>
            <a:chOff x="461125" y="1123110"/>
            <a:chExt cx="2552892" cy="756471"/>
          </a:xfrm>
        </p:grpSpPr>
        <p:sp>
          <p:nvSpPr>
            <p:cNvPr id="72" name="矩形: 圆角 71">
              <a:hlinkClick r:id="rId52" action="ppaction://hlinksldjump"/>
              <a:extLst>
                <a:ext uri="{FF2B5EF4-FFF2-40B4-BE49-F238E27FC236}">
                  <a16:creationId xmlns:a16="http://schemas.microsoft.com/office/drawing/2014/main" id="{D74FD4DD-04E7-5C63-C76F-02549B733994}"/>
                </a:ext>
              </a:extLst>
            </p:cNvPr>
            <p:cNvSpPr/>
            <p:nvPr/>
          </p:nvSpPr>
          <p:spPr>
            <a:xfrm>
              <a:off x="461125" y="1123110"/>
              <a:ext cx="2552892" cy="756471"/>
            </a:xfrm>
            <a:prstGeom prst="roundRect">
              <a:avLst>
                <a:gd name="adj" fmla="val 13695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3" name="文本框 72">
              <a:extLst>
                <a:ext uri="{FF2B5EF4-FFF2-40B4-BE49-F238E27FC236}">
                  <a16:creationId xmlns:a16="http://schemas.microsoft.com/office/drawing/2014/main" id="{12067B40-137F-6C46-BE3D-0BABF673A0D1}"/>
                </a:ext>
              </a:extLst>
            </p:cNvPr>
            <p:cNvSpPr txBox="1"/>
            <p:nvPr/>
          </p:nvSpPr>
          <p:spPr>
            <a:xfrm>
              <a:off x="1119456" y="1283470"/>
              <a:ext cx="161993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dirty="0">
                  <a:latin typeface="+mn-ea"/>
                  <a:cs typeface="vivo Sans Light" panose="02000400000000000000" pitchFamily="2" charset="-122"/>
                </a:rPr>
                <a:t>雨夌</a:t>
              </a:r>
            </a:p>
          </p:txBody>
        </p:sp>
        <p:sp>
          <p:nvSpPr>
            <p:cNvPr id="74" name="文本框 73">
              <a:extLst>
                <a:ext uri="{FF2B5EF4-FFF2-40B4-BE49-F238E27FC236}">
                  <a16:creationId xmlns:a16="http://schemas.microsoft.com/office/drawing/2014/main" id="{7E76C73F-E0E2-D874-90CB-3CAA100AD8C2}"/>
                </a:ext>
              </a:extLst>
            </p:cNvPr>
            <p:cNvSpPr txBox="1"/>
            <p:nvPr/>
          </p:nvSpPr>
          <p:spPr>
            <a:xfrm>
              <a:off x="1119456" y="1497658"/>
              <a:ext cx="161993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000" dirty="0">
                  <a:solidFill>
                    <a:schemeClr val="bg1">
                      <a:lumMod val="75000"/>
                    </a:schemeClr>
                  </a:solidFill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管理你的云账户</a:t>
              </a:r>
            </a:p>
          </p:txBody>
        </p:sp>
        <p:sp>
          <p:nvSpPr>
            <p:cNvPr id="75" name="!! 头像框">
              <a:extLst>
                <a:ext uri="{FF2B5EF4-FFF2-40B4-BE49-F238E27FC236}">
                  <a16:creationId xmlns:a16="http://schemas.microsoft.com/office/drawing/2014/main" id="{631AF794-6978-58C2-5619-E0CA56AFDC43}"/>
                </a:ext>
              </a:extLst>
            </p:cNvPr>
            <p:cNvSpPr/>
            <p:nvPr/>
          </p:nvSpPr>
          <p:spPr>
            <a:xfrm>
              <a:off x="638475" y="1267548"/>
              <a:ext cx="463636" cy="463636"/>
            </a:xfrm>
            <a:prstGeom prst="ellipse">
              <a:avLst/>
            </a:prstGeom>
            <a:blipFill>
              <a:blip r:embed="rId53"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77">
                <a:defRPr/>
              </a:pPr>
              <a:endParaRPr lang="zh-CN" altLang="en-US">
                <a:solidFill>
                  <a:srgbClr val="F5F5F5"/>
                </a:solidFill>
                <a:latin typeface="vivo Sans"/>
                <a:ea typeface="vivo Sans"/>
              </a:endParaRPr>
            </a:p>
          </p:txBody>
        </p:sp>
      </p:grpSp>
      <p:sp>
        <p:nvSpPr>
          <p:cNvPr id="77" name="按钮">
            <a:extLst>
              <a:ext uri="{FF2B5EF4-FFF2-40B4-BE49-F238E27FC236}">
                <a16:creationId xmlns:a16="http://schemas.microsoft.com/office/drawing/2014/main" id="{B63D4CE9-BB01-B3A6-18CC-1B2328945B52}"/>
              </a:ext>
            </a:extLst>
          </p:cNvPr>
          <p:cNvSpPr/>
          <p:nvPr/>
        </p:nvSpPr>
        <p:spPr>
          <a:xfrm>
            <a:off x="4178597" y="1095211"/>
            <a:ext cx="7429351" cy="545100"/>
          </a:xfrm>
          <a:prstGeom prst="roundRect">
            <a:avLst>
              <a:gd name="adj" fmla="val 20746"/>
            </a:avLst>
          </a:prstGeom>
          <a:solidFill>
            <a:schemeClr val="bg2"/>
          </a:solidFill>
          <a:ln w="3175">
            <a:solidFill>
              <a:schemeClr val="bg1">
                <a:lumMod val="90000"/>
              </a:schemeClr>
            </a:solidFill>
          </a:ln>
          <a:effectLst>
            <a:outerShdw blurRad="190500" algn="ctr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07997" defTabSz="914377">
              <a:defRPr/>
            </a:pPr>
            <a:r>
              <a:rPr lang="zh-CN" altLang="en-US" sz="1400" dirty="0">
                <a:solidFill>
                  <a:srgbClr val="F5F5F5">
                    <a:lumMod val="75000"/>
                  </a:srgbClr>
                </a:solidFill>
                <a:latin typeface="vivo Sans Light" panose="02000400000000000000" pitchFamily="2" charset="-122"/>
                <a:ea typeface="vivo Sans Light" panose="02000400000000000000" pitchFamily="2" charset="-122"/>
                <a:cs typeface="vivo Sans Light" panose="02000400000000000000" pitchFamily="2" charset="-122"/>
              </a:rPr>
              <a:t>自动调节亮度</a:t>
            </a:r>
          </a:p>
        </p:txBody>
      </p:sp>
      <p:sp>
        <p:nvSpPr>
          <p:cNvPr id="78" name="!! 开关1背景">
            <a:extLst>
              <a:ext uri="{FF2B5EF4-FFF2-40B4-BE49-F238E27FC236}">
                <a16:creationId xmlns:a16="http://schemas.microsoft.com/office/drawing/2014/main" id="{6F1DCBAE-C658-ADC0-5726-B71B08C6DDD3}"/>
              </a:ext>
            </a:extLst>
          </p:cNvPr>
          <p:cNvSpPr/>
          <p:nvPr/>
        </p:nvSpPr>
        <p:spPr>
          <a:xfrm>
            <a:off x="10986219" y="1269602"/>
            <a:ext cx="361453" cy="207217"/>
          </a:xfrm>
          <a:prstGeom prst="roundRect">
            <a:avLst>
              <a:gd name="adj" fmla="val 50000"/>
            </a:avLst>
          </a:prstGeom>
          <a:solidFill>
            <a:srgbClr val="DDDDDD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189">
              <a:defRPr/>
            </a:pPr>
            <a:endParaRPr lang="zh-CN" altLang="en-US">
              <a:solidFill>
                <a:srgbClr val="FFFFFF"/>
              </a:solidFill>
              <a:latin typeface="OPPOSans R"/>
              <a:ea typeface="OPPOSans R"/>
            </a:endParaRPr>
          </a:p>
        </p:txBody>
      </p:sp>
      <p:sp>
        <p:nvSpPr>
          <p:cNvPr id="79" name="!! 开关1">
            <a:extLst>
              <a:ext uri="{FF2B5EF4-FFF2-40B4-BE49-F238E27FC236}">
                <a16:creationId xmlns:a16="http://schemas.microsoft.com/office/drawing/2014/main" id="{9938ED81-06BF-2649-9075-2734C6241E37}"/>
              </a:ext>
            </a:extLst>
          </p:cNvPr>
          <p:cNvSpPr/>
          <p:nvPr/>
        </p:nvSpPr>
        <p:spPr>
          <a:xfrm>
            <a:off x="11025616" y="1310347"/>
            <a:ext cx="126000" cy="1260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189">
              <a:defRPr/>
            </a:pPr>
            <a:endParaRPr lang="zh-CN" altLang="en-US">
              <a:solidFill>
                <a:srgbClr val="FFFFFF"/>
              </a:solidFill>
              <a:latin typeface="OPPOSans R"/>
              <a:ea typeface="OPPOSans R"/>
            </a:endParaRPr>
          </a:p>
        </p:txBody>
      </p:sp>
      <p:sp>
        <p:nvSpPr>
          <p:cNvPr id="80" name="!! 开关1触控响应层">
            <a:extLst>
              <a:ext uri="{FF2B5EF4-FFF2-40B4-BE49-F238E27FC236}">
                <a16:creationId xmlns:a16="http://schemas.microsoft.com/office/drawing/2014/main" id="{2028BCB6-058B-A538-CD56-204E95AAC4C4}"/>
              </a:ext>
            </a:extLst>
          </p:cNvPr>
          <p:cNvSpPr/>
          <p:nvPr/>
        </p:nvSpPr>
        <p:spPr>
          <a:xfrm>
            <a:off x="10975754" y="1270157"/>
            <a:ext cx="364911" cy="207217"/>
          </a:xfrm>
          <a:prstGeom prst="roundRect">
            <a:avLst>
              <a:gd name="adj" fmla="val 50000"/>
            </a:avLst>
          </a:prstGeom>
          <a:solidFill>
            <a:srgbClr val="B8B8B8">
              <a:alpha val="0"/>
            </a:srgb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189">
              <a:defRPr/>
            </a:pPr>
            <a:endParaRPr lang="zh-CN" altLang="en-US" dirty="0">
              <a:solidFill>
                <a:srgbClr val="FFFFFF"/>
              </a:solidFill>
              <a:latin typeface="OPPOSans R"/>
              <a:ea typeface="OPPOSans R"/>
            </a:endParaRPr>
          </a:p>
        </p:txBody>
      </p:sp>
      <p:sp>
        <p:nvSpPr>
          <p:cNvPr id="82" name="按钮">
            <a:extLst>
              <a:ext uri="{FF2B5EF4-FFF2-40B4-BE49-F238E27FC236}">
                <a16:creationId xmlns:a16="http://schemas.microsoft.com/office/drawing/2014/main" id="{370ED580-F366-43F6-AD34-8571433F3516}"/>
              </a:ext>
            </a:extLst>
          </p:cNvPr>
          <p:cNvSpPr/>
          <p:nvPr/>
        </p:nvSpPr>
        <p:spPr>
          <a:xfrm>
            <a:off x="4178597" y="1769872"/>
            <a:ext cx="7429351" cy="869922"/>
          </a:xfrm>
          <a:prstGeom prst="roundRect">
            <a:avLst>
              <a:gd name="adj" fmla="val 14234"/>
            </a:avLst>
          </a:prstGeom>
          <a:solidFill>
            <a:schemeClr val="bg2"/>
          </a:solidFill>
          <a:ln w="3175">
            <a:solidFill>
              <a:schemeClr val="bg1">
                <a:lumMod val="90000"/>
              </a:schemeClr>
            </a:solidFill>
          </a:ln>
          <a:effectLst>
            <a:outerShdw blurRad="190500" algn="ctr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07997" defTabSz="914377">
              <a:defRPr/>
            </a:pPr>
            <a:endParaRPr lang="zh-CN" altLang="en-US" sz="1400" dirty="0">
              <a:solidFill>
                <a:srgbClr val="F5F5F5">
                  <a:lumMod val="75000"/>
                </a:srgbClr>
              </a:solidFill>
              <a:latin typeface="vivo Sans Light" panose="02000400000000000000" pitchFamily="2" charset="-122"/>
              <a:ea typeface="vivo Sans Light" panose="02000400000000000000" pitchFamily="2" charset="-122"/>
              <a:cs typeface="vivo Sans Light" panose="02000400000000000000" pitchFamily="2" charset="-122"/>
            </a:endParaRPr>
          </a:p>
        </p:txBody>
      </p:sp>
      <p:pic>
        <p:nvPicPr>
          <p:cNvPr id="84" name="图形 83">
            <a:extLst>
              <a:ext uri="{FF2B5EF4-FFF2-40B4-BE49-F238E27FC236}">
                <a16:creationId xmlns:a16="http://schemas.microsoft.com/office/drawing/2014/main" id="{4E1A56FA-35B9-34DA-9D55-DA28EFC43B25}"/>
              </a:ext>
            </a:extLst>
          </p:cNvPr>
          <p:cNvPicPr>
            <a:picLocks noChangeAspect="1"/>
          </p:cNvPicPr>
          <p:nvPr/>
        </p:nvPicPr>
        <p:blipFill>
          <a:blip r:embed="rId54">
            <a:extLst>
              <a:ext uri="{96DAC541-7B7A-43D3-8B79-37D633B846F1}">
                <asvg:svgBlip xmlns:asvg="http://schemas.microsoft.com/office/drawing/2016/SVG/main" r:embed="rId55"/>
              </a:ext>
            </a:extLst>
          </a:blip>
          <a:stretch>
            <a:fillRect/>
          </a:stretch>
        </p:blipFill>
        <p:spPr>
          <a:xfrm>
            <a:off x="6019800" y="3352800"/>
            <a:ext cx="152400" cy="152400"/>
          </a:xfrm>
          <a:prstGeom prst="rect">
            <a:avLst/>
          </a:prstGeom>
        </p:spPr>
      </p:pic>
      <p:pic>
        <p:nvPicPr>
          <p:cNvPr id="86" name="图形 85">
            <a:extLst>
              <a:ext uri="{FF2B5EF4-FFF2-40B4-BE49-F238E27FC236}">
                <a16:creationId xmlns:a16="http://schemas.microsoft.com/office/drawing/2014/main" id="{EA1CB013-EF01-A7FB-5514-72E17220CC75}"/>
              </a:ext>
            </a:extLst>
          </p:cNvPr>
          <p:cNvPicPr>
            <a:picLocks noChangeAspect="1"/>
          </p:cNvPicPr>
          <p:nvPr/>
        </p:nvPicPr>
        <p:blipFill>
          <a:blip r:embed="rId56">
            <a:extLst>
              <a:ext uri="{96DAC541-7B7A-43D3-8B79-37D633B846F1}">
                <asvg:svgBlip xmlns:asvg="http://schemas.microsoft.com/office/drawing/2016/SVG/main" r:embed="rId57"/>
              </a:ext>
            </a:extLst>
          </a:blip>
          <a:stretch>
            <a:fillRect/>
          </a:stretch>
        </p:blipFill>
        <p:spPr>
          <a:xfrm>
            <a:off x="11011424" y="2049312"/>
            <a:ext cx="311042" cy="311042"/>
          </a:xfrm>
          <a:prstGeom prst="rect">
            <a:avLst/>
          </a:prstGeom>
        </p:spPr>
      </p:pic>
      <p:pic>
        <p:nvPicPr>
          <p:cNvPr id="88" name="图形 87">
            <a:extLst>
              <a:ext uri="{FF2B5EF4-FFF2-40B4-BE49-F238E27FC236}">
                <a16:creationId xmlns:a16="http://schemas.microsoft.com/office/drawing/2014/main" id="{7EED6F5B-AC56-0031-2B7C-E2166FBA417D}"/>
              </a:ext>
            </a:extLst>
          </p:cNvPr>
          <p:cNvPicPr>
            <a:picLocks noChangeAspect="1"/>
          </p:cNvPicPr>
          <p:nvPr/>
        </p:nvPicPr>
        <p:blipFill>
          <a:blip r:embed="rId58"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4448825" y="2049312"/>
            <a:ext cx="311042" cy="311042"/>
          </a:xfrm>
          <a:prstGeom prst="rect">
            <a:avLst/>
          </a:prstGeom>
        </p:spPr>
      </p:pic>
      <p:sp>
        <p:nvSpPr>
          <p:cNvPr id="89" name="矩形: 圆角 88">
            <a:extLst>
              <a:ext uri="{FF2B5EF4-FFF2-40B4-BE49-F238E27FC236}">
                <a16:creationId xmlns:a16="http://schemas.microsoft.com/office/drawing/2014/main" id="{89DAA970-0FEA-CAB5-23E1-1EF83B987B76}"/>
              </a:ext>
            </a:extLst>
          </p:cNvPr>
          <p:cNvSpPr/>
          <p:nvPr/>
        </p:nvSpPr>
        <p:spPr>
          <a:xfrm>
            <a:off x="4935534" y="2181973"/>
            <a:ext cx="5900223" cy="45720"/>
          </a:xfrm>
          <a:prstGeom prst="roundRect">
            <a:avLst>
              <a:gd name="adj" fmla="val 50000"/>
            </a:avLst>
          </a:prstGeom>
          <a:solidFill>
            <a:schemeClr val="tx1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1" name="矩形: 圆角 90">
            <a:extLst>
              <a:ext uri="{FF2B5EF4-FFF2-40B4-BE49-F238E27FC236}">
                <a16:creationId xmlns:a16="http://schemas.microsoft.com/office/drawing/2014/main" id="{44F6596E-1826-531A-6790-3BE06208267D}"/>
              </a:ext>
            </a:extLst>
          </p:cNvPr>
          <p:cNvSpPr/>
          <p:nvPr/>
        </p:nvSpPr>
        <p:spPr>
          <a:xfrm>
            <a:off x="4933915" y="2180883"/>
            <a:ext cx="452946" cy="45719"/>
          </a:xfrm>
          <a:prstGeom prst="roundRect">
            <a:avLst>
              <a:gd name="adj" fmla="val 50000"/>
            </a:avLst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0" name="椭圆 89">
            <a:extLst>
              <a:ext uri="{FF2B5EF4-FFF2-40B4-BE49-F238E27FC236}">
                <a16:creationId xmlns:a16="http://schemas.microsoft.com/office/drawing/2014/main" id="{74B55282-044A-41A2-C8F9-5A7585D7E052}"/>
              </a:ext>
            </a:extLst>
          </p:cNvPr>
          <p:cNvSpPr/>
          <p:nvPr/>
        </p:nvSpPr>
        <p:spPr>
          <a:xfrm>
            <a:off x="5278899" y="2105844"/>
            <a:ext cx="195795" cy="195795"/>
          </a:xfrm>
          <a:prstGeom prst="ellipse">
            <a:avLst/>
          </a:prstGeom>
          <a:solidFill>
            <a:schemeClr val="bg2"/>
          </a:solidFill>
          <a:ln w="3810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9840606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Click="0"/>
    </mc:Choice>
    <mc:Fallback>
      <p:transition advClick="0"/>
    </mc:Fallback>
  </mc:AlternateContent>
  <mc:AlternateContent xmlns:mc="http://schemas.openxmlformats.org/markup-compatibility/2006">
    <mc:Choice xmlns:p14="http://schemas.microsoft.com/office/powerpoint/2010/main" Requires="p14">
      <p:timing>
        <p:tnLst>
          <p:par>
            <p:cTn id="1" dur="indefinite" restart="never" nodeType="tmRoot">
              <p:childTnLst>
                <p:seq concurrent="1" nextAc="seek">
                  <p:cTn id="2" restart="whenNotActive" fill="hold" evtFilter="cancelBubble" nodeType="interactiveSeq">
                    <p:stCondLst>
                      <p:cond evt="onClick" delay="0">
                        <p:tgtEl>
                          <p:spTgt spid="47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3" fill="hold">
                          <p:stCondLst>
                            <p:cond delay="0"/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0" presetClass="entr" presetSubtype="0" fill="hold" grpId="3" nodeType="clickEffect">
                                      <p:stCondLst>
                                        <p:cond delay="5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" dur="150"/>
                                            <p:tgtEl>
                                              <p:spTgt spid="3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" presetID="10" presetClass="entr" presetSubtype="0" fill="hold" nodeType="withEffect">
                                      <p:stCondLst>
                                        <p:cond delay="50"/>
                                      </p:stCondLst>
                                      <p:childTnLst>
                                        <p:set>
                                          <p:cBhvr>
                                            <p:cTn id="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" dur="150"/>
                                            <p:tgtEl>
                                              <p:spTgt spid="5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" presetID="10" presetClass="entr" presetSubtype="0" fill="hold" nodeType="withEffect">
                                      <p:stCondLst>
                                        <p:cond delay="5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" dur="150"/>
                                            <p:tgtEl>
                                              <p:spTgt spid="4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" presetID="10" presetClass="entr" presetSubtype="0" fill="hold" nodeType="withEffect">
                                      <p:stCondLst>
                                        <p:cond delay="50"/>
                                      </p:stCondLst>
                                      <p:childTnLs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" dur="150"/>
                                            <p:tgtEl>
                                              <p:spTgt spid="4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" presetID="10" presetClass="entr" presetSubtype="0" fill="hold" grpId="3" nodeType="withEffect">
                                      <p:stCondLst>
                                        <p:cond delay="5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9" dur="150"/>
                                            <p:tgtEl>
                                              <p:spTgt spid="3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0" presetID="10" presetClass="entr" presetSubtype="0" fill="hold" nodeType="withEffect">
                                      <p:stCondLst>
                                        <p:cond delay="50"/>
                                      </p:stCondLst>
                                      <p:childTnLst>
                                        <p:set>
                                          <p:cBhvr>
                                            <p:cTn id="2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2" dur="150"/>
                                            <p:tgtEl>
                                              <p:spTgt spid="3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3" presetID="10" presetClass="entr" presetSubtype="0" fill="hold" nodeType="withEffect">
                                      <p:stCondLst>
                                        <p:cond delay="50"/>
                                      </p:stCondLst>
                                      <p:childTnLst>
                                        <p:set>
                                          <p:cBhvr>
                                            <p:cTn id="2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5" dur="150"/>
                                            <p:tgtEl>
                                              <p:spTgt spid="6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6" presetID="10" presetClass="entr" presetSubtype="0" fill="hold" nodeType="withEffect">
                                      <p:stCondLst>
                                        <p:cond delay="50"/>
                                      </p:stCondLst>
                                      <p:childTnLst>
                                        <p:set>
                                          <p:cBhvr>
                                            <p:cTn id="2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8" dur="150"/>
                                            <p:tgtEl>
                                              <p:spTgt spid="6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9" presetID="35" presetClass="path" presetSubtype="0" decel="100000" fill="hold" grpId="2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0 0 L -0.25 0 E" pathEditMode="relative" ptsTypes="">
                                          <p:cBhvr>
                                            <p:cTn id="30" dur="330" spd="-1000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31" presetID="35" presetClass="path" presetSubtype="0" decel="100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0 0 L -0.25 0 E" pathEditMode="relative" ptsTypes="">
                                          <p:cBhvr>
                                            <p:cTn id="32" dur="330" spd="-100000" fill="hold"/>
                                            <p:tgtEl>
                                              <p:spTgt spid="58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33" presetID="35" presetClass="path" presetSubtype="0" decel="100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0 0 L -0.25 0 E" pathEditMode="relative" ptsTypes="">
                                          <p:cBhvr>
                                            <p:cTn id="34" dur="330" spd="-100000" fill="hold"/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35" presetID="35" presetClass="path" presetSubtype="0" decel="100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0 0 L -0.25 0 E" pathEditMode="relative" ptsTypes="">
                                          <p:cBhvr>
                                            <p:cTn id="36" dur="330" spd="-100000" fill="hold"/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37" presetID="35" presetClass="path" presetSubtype="0" decel="100000" fill="hold" grpId="2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0 0 L -0.25 0 E" pathEditMode="relative" ptsTypes="">
                                          <p:cBhvr>
                                            <p:cTn id="38" dur="330" spd="-10000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39" presetID="35" presetClass="path" presetSubtype="0" decel="100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0 0 L -0.25 0 E" pathEditMode="relative" ptsTypes="">
                                          <p:cBhvr>
                                            <p:cTn id="40" dur="330" spd="-100000" fill="hold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41" presetID="35" presetClass="path" presetSubtype="0" decel="100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0 0 L -0.25 0 E" pathEditMode="relative" ptsTypes="">
                                          <p:cBhvr>
                                            <p:cTn id="42" dur="330" spd="-100000" fill="hold"/>
                                            <p:tgtEl>
                                              <p:spTgt spid="66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43" presetID="35" presetClass="path" presetSubtype="0" decel="100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0 0 L -0.25 0 E" pathEditMode="relative" ptsTypes="">
                                          <p:cBhvr>
                                            <p:cTn id="44" dur="330" spd="-100000" fill="hold"/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45" presetID="10" presetClass="exit" presetSubtype="0" fill="hold" grpId="3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6" dur="15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7" dur="1" fill="hold">
                                              <p:stCondLst>
                                                <p:cond delay="149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8" presetID="10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9" dur="150"/>
                                            <p:tgtEl>
                                              <p:spTgt spid="2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0" dur="1" fill="hold">
                                              <p:stCondLst>
                                                <p:cond delay="149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1" presetID="10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2" dur="150"/>
                                            <p:tgtEl>
                                              <p:spTgt spid="16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3" dur="1" fill="hold">
                                              <p:stCondLst>
                                                <p:cond delay="149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4" presetID="10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5" dur="150"/>
                                            <p:tgtEl>
                                              <p:spTgt spid="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6" dur="1" fill="hold">
                                              <p:stCondLst>
                                                <p:cond delay="149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7" presetID="63" presetClass="path" presetSubtype="0" decel="100000" fill="hold" grpId="2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0 0 L 0.25 0 E" pathEditMode="relative" ptsTypes="">
                                          <p:cBhvr>
                                            <p:cTn id="58" dur="33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59" presetID="63" presetClass="path" presetSubtype="0" decel="100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0 0 L 0.25 0 E" pathEditMode="relative" ptsTypes="">
                                          <p:cBhvr>
                                            <p:cTn id="60" dur="33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61" presetID="63" presetClass="path" presetSubtype="0" decel="100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0 0 L 0.25 0 E" pathEditMode="relative" ptsTypes="">
                                          <p:cBhvr>
                                            <p:cTn id="62" dur="33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63" presetID="63" presetClass="path" presetSubtype="0" decel="100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0 0 L 0.25 0 E" pathEditMode="relative" ptsTypes="">
                                          <p:cBhvr>
                                            <p:cTn id="64" dur="33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65" fill="hold">
                          <p:stCondLst>
                            <p:cond delay="indefinite"/>
                          </p:stCondLst>
                          <p:childTnLst>
                            <p:par>
                              <p:cTn id="66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67" presetID="10" presetClass="exit" presetSubtype="0" fill="hold" grpId="1" nodeType="clickEffect">
                                      <p:stCondLst>
                                        <p:cond delay="5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8" dur="150"/>
                                            <p:tgtEl>
                                              <p:spTgt spid="3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9" dur="1" fill="hold">
                                              <p:stCondLst>
                                                <p:cond delay="149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0" presetID="10" presetClass="exit" presetSubtype="0" fill="hold" nodeType="withEffect">
                                      <p:stCondLst>
                                        <p:cond delay="5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71" dur="150"/>
                                            <p:tgtEl>
                                              <p:spTgt spid="5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2" dur="1" fill="hold">
                                              <p:stCondLst>
                                                <p:cond delay="149"/>
                                              </p:stCondLst>
                                            </p:cTn>
                                            <p:tgtEl>
                                              <p:spTgt spid="5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3" presetID="10" presetClass="exit" presetSubtype="0" fill="hold" nodeType="withEffect">
                                      <p:stCondLst>
                                        <p:cond delay="5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74" dur="150"/>
                                            <p:tgtEl>
                                              <p:spTgt spid="4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5" dur="1" fill="hold">
                                              <p:stCondLst>
                                                <p:cond delay="149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6" presetID="10" presetClass="exit" presetSubtype="0" fill="hold" nodeType="withEffect">
                                      <p:stCondLst>
                                        <p:cond delay="5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77" dur="150"/>
                                            <p:tgtEl>
                                              <p:spTgt spid="4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8" dur="1" fill="hold">
                                              <p:stCondLst>
                                                <p:cond delay="149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9" presetID="10" presetClass="exit" presetSubtype="0" fill="hold" grpId="1" nodeType="withEffect">
                                      <p:stCondLst>
                                        <p:cond delay="5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80" dur="150"/>
                                            <p:tgtEl>
                                              <p:spTgt spid="34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81" dur="1" fill="hold">
                                              <p:stCondLst>
                                                <p:cond delay="149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2" presetID="10" presetClass="exit" presetSubtype="0" fill="hold" nodeType="withEffect">
                                      <p:stCondLst>
                                        <p:cond delay="5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83" dur="150"/>
                                            <p:tgtEl>
                                              <p:spTgt spid="3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84" dur="1" fill="hold">
                                              <p:stCondLst>
                                                <p:cond delay="149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5" presetID="10" presetClass="exit" presetSubtype="0" fill="hold" nodeType="withEffect">
                                      <p:stCondLst>
                                        <p:cond delay="5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86" dur="150"/>
                                            <p:tgtEl>
                                              <p:spTgt spid="66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87" dur="1" fill="hold">
                                              <p:stCondLst>
                                                <p:cond delay="149"/>
                                              </p:stCondLst>
                                            </p:cTn>
                                            <p:tgtEl>
                                              <p:spTgt spid="6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8" presetID="10" presetClass="exit" presetSubtype="0" fill="hold" nodeType="withEffect">
                                      <p:stCondLst>
                                        <p:cond delay="5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89" dur="150"/>
                                            <p:tgtEl>
                                              <p:spTgt spid="6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90" dur="1" fill="hold">
                                              <p:stCondLst>
                                                <p:cond delay="149"/>
                                              </p:stCondLst>
                                            </p:cTn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91" presetID="35" presetClass="path" presetSubtype="0" decel="10000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0 0 L -0.25 0 E" pathEditMode="relative" ptsTypes="">
                                          <p:cBhvr>
                                            <p:cTn id="92" dur="33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93" presetID="35" presetClass="path" presetSubtype="0" decel="100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0 0 L -0.25 0 E" pathEditMode="relative" ptsTypes="">
                                          <p:cBhvr>
                                            <p:cTn id="94" dur="330" fill="hold"/>
                                            <p:tgtEl>
                                              <p:spTgt spid="58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95" presetID="35" presetClass="path" presetSubtype="0" decel="100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0 0 L -0.25 0 E" pathEditMode="relative" ptsTypes="">
                                          <p:cBhvr>
                                            <p:cTn id="96" dur="330" fill="hold"/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97" presetID="35" presetClass="path" presetSubtype="0" decel="100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0 0 L -0.25 0 E" pathEditMode="relative" ptsTypes="">
                                          <p:cBhvr>
                                            <p:cTn id="98" dur="330" fill="hold"/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99" presetID="35" presetClass="path" presetSubtype="0" decel="10000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0 0 L -0.25 0 E" pathEditMode="relative" ptsTypes="">
                                          <p:cBhvr>
                                            <p:cTn id="100" dur="33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01" presetID="35" presetClass="path" presetSubtype="0" decel="100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0 0 L -0.25 0 E" pathEditMode="relative" ptsTypes="">
                                          <p:cBhvr>
                                            <p:cTn id="102" dur="330" fill="hold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03" presetID="35" presetClass="path" presetSubtype="0" decel="100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0 0 L -0.25 0 E" pathEditMode="relative" ptsTypes="">
                                          <p:cBhvr>
                                            <p:cTn id="104" dur="330" fill="hold"/>
                                            <p:tgtEl>
                                              <p:spTgt spid="66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05" presetID="35" presetClass="path" presetSubtype="0" decel="100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0 0 L -0.25 0 E" pathEditMode="relative" ptsTypes="">
                                          <p:cBhvr>
                                            <p:cTn id="106" dur="330" fill="hold"/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07" presetID="10" presetClass="entr" presetSubtype="0" fill="hold" grpId="0" nodeType="withEffect">
                                      <p:stCondLst>
                                        <p:cond delay="50"/>
                                      </p:stCondLst>
                                      <p:childTnLst>
                                        <p:set>
                                          <p:cBhvr>
                                            <p:cTn id="10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9" dur="15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0" presetID="10" presetClass="entr" presetSubtype="0" fill="hold" nodeType="withEffect">
                                      <p:stCondLst>
                                        <p:cond delay="50"/>
                                      </p:stCondLst>
                                      <p:childTnLst>
                                        <p:set>
                                          <p:cBhvr>
                                            <p:cTn id="1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2" dur="150"/>
                                            <p:tgtEl>
                                              <p:spTgt spid="2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3" presetID="10" presetClass="entr" presetSubtype="0" fill="hold" nodeType="withEffect">
                                      <p:stCondLst>
                                        <p:cond delay="50"/>
                                      </p:stCondLst>
                                      <p:childTnLst>
                                        <p:set>
                                          <p:cBhvr>
                                            <p:cTn id="1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5" dur="150"/>
                                            <p:tgtEl>
                                              <p:spTgt spid="1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6" presetID="10" presetClass="entr" presetSubtype="0" fill="hold" nodeType="withEffect">
                                      <p:stCondLst>
                                        <p:cond delay="50"/>
                                      </p:stCondLst>
                                      <p:childTnLst>
                                        <p:set>
                                          <p:cBhvr>
                                            <p:cTn id="1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8" dur="150"/>
                                            <p:tgtEl>
                                              <p:spTgt spid="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9" presetID="63" presetClass="path" presetSubtype="0" decel="10000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0 0 L 0.25 0 E" pathEditMode="fixed" ptsTypes="">
                                          <p:cBhvr>
                                            <p:cTn id="120" dur="330" spd="-1000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21" presetID="63" presetClass="path" presetSubtype="0" decel="100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0 0 L 0.25 0 E" pathEditMode="fixed" ptsTypes="">
                                          <p:cBhvr>
                                            <p:cTn id="122" dur="330" spd="-10000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23" presetID="63" presetClass="path" presetSubtype="0" decel="100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0 0 L 0.25 0 E" pathEditMode="fixed" ptsTypes="">
                                          <p:cBhvr>
                                            <p:cTn id="124" dur="330" spd="-1000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25" presetID="63" presetClass="path" presetSubtype="0" decel="100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0 0 L 0.25 0 E" pathEditMode="fixed" ptsTypes="">
                                          <p:cBhvr>
                                            <p:cTn id="126" dur="330" spd="-1000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47"/>
                      </p:tgtEl>
                    </p:cond>
                  </p:nextCondLst>
                </p:seq>
                <p:seq concurrent="1" nextAc="seek">
                  <p:cTn id="127" restart="whenNotActive" fill="hold" evtFilter="cancelBubble" nodeType="interactiveSeq">
                    <p:stCondLst>
                      <p:cond evt="onClick" delay="0">
                        <p:tgtEl>
                          <p:spTgt spid="80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128" fill="hold">
                          <p:stCondLst>
                            <p:cond delay="0"/>
                          </p:stCondLst>
                          <p:childTnLst>
                            <p:par>
                              <p:cTn id="129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30" presetID="19" presetClass="emph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animClr clrSpc="rgb" dir="cw">
                                          <p:cBhvr override="childStyle">
                                            <p:cTn id="131" dur="250" fill="hold"/>
                                            <p:tgtEl>
                                              <p:spTgt spid="78"/>
                                            </p:tgtEl>
                                            <p:attrNameLst>
                                              <p:attrName>style.color</p:attrName>
                                            </p:attrNameLst>
                                          </p:cBhvr>
                                          <p:to>
                                            <a:srgbClr val="AED6F1"/>
                                          </p:to>
                                        </p:animClr>
                                        <p:animClr clrSpc="rgb" dir="cw">
                                          <p:cBhvr>
                                            <p:cTn id="132" dur="250" fill="hold"/>
                                            <p:tgtEl>
                                              <p:spTgt spid="78"/>
                                            </p:tgtEl>
                                            <p:attrNameLst>
                                              <p:attrName>fillcolor</p:attrName>
                                            </p:attrNameLst>
                                          </p:cBhvr>
                                          <p:to>
                                            <a:srgbClr val="AED6F1"/>
                                          </p:to>
                                        </p:animClr>
                                        <p:set>
                                          <p:cBhvr>
                                            <p:cTn id="133" dur="250" fill="hold"/>
                                            <p:tgtEl>
                                              <p:spTgt spid="78"/>
                                            </p:tgtEl>
                                            <p:attrNameLst>
                                              <p:attrName>fill.type</p:attrName>
                                            </p:attrNameLst>
                                          </p:cBhvr>
                                          <p:to>
                                            <p:strVal val="solid"/>
                                          </p:to>
                                        </p:set>
                                        <p:set>
                                          <p:cBhvr>
                                            <p:cTn id="134" dur="250" fill="hold"/>
                                            <p:tgtEl>
                                              <p:spTgt spid="78"/>
                                            </p:tgtEl>
                                            <p:attrNameLst>
                                              <p:attrName>fill.on</p:attrName>
                                            </p:attrNameLst>
                                          </p:cBhvr>
                                          <p:to>
                                            <p:strVal val="tru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35" presetID="42" presetClass="path" presetSubtype="0" accel="6000" fill="hold" grpId="0" nodeType="withEffect" p14:presetBounceEnd="64000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4.79167E-6 -1.48148E-6 L 0.01263 0.00023 " pathEditMode="relative" rAng="0" ptsTypes="AA" p14:bounceEnd="64000">
                                          <p:cBhvr>
                                            <p:cTn id="136" dur="250" fill="hold"/>
                                            <p:tgtEl>
                                              <p:spTgt spid="79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625" y="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37" presetID="42" presetClass="path" presetSubtype="0" accel="18000" fill="hold" grpId="1" nodeType="withEffect" p14:presetBounceEnd="64000">
                                      <p:stCondLst>
                                        <p:cond delay="250"/>
                                      </p:stCondLst>
                                      <p:childTnLst>
                                        <p:animMotion origin="layout" path="M 0.01263 0.00023 L 4.79167E-6 -1.48148E-6 " pathEditMode="relative" rAng="0" ptsTypes="AA" p14:bounceEnd="64000">
                                          <p:cBhvr>
                                            <p:cTn id="138" dur="100" fill="hold"/>
                                            <p:tgtEl>
                                              <p:spTgt spid="79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638" y="-23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39" presetID="19" presetClass="emph" presetSubtype="0" fill="hold" grpId="1" nodeType="withEffect">
                                      <p:stCondLst>
                                        <p:cond delay="250"/>
                                      </p:stCondLst>
                                      <p:childTnLst>
                                        <p:animClr clrSpc="rgb" dir="cw">
                                          <p:cBhvr override="childStyle">
                                            <p:cTn id="140" dur="250" fill="hold"/>
                                            <p:tgtEl>
                                              <p:spTgt spid="78"/>
                                            </p:tgtEl>
                                            <p:attrNameLst>
                                              <p:attrName>style.color</p:attrName>
                                            </p:attrNameLst>
                                          </p:cBhvr>
                                          <p:to>
                                            <a:srgbClr val="DDDDDD"/>
                                          </p:to>
                                        </p:animClr>
                                        <p:animClr clrSpc="rgb" dir="cw">
                                          <p:cBhvr>
                                            <p:cTn id="141" dur="250" fill="hold"/>
                                            <p:tgtEl>
                                              <p:spTgt spid="78"/>
                                            </p:tgtEl>
                                            <p:attrNameLst>
                                              <p:attrName>fillcolor</p:attrName>
                                            </p:attrNameLst>
                                          </p:cBhvr>
                                          <p:to>
                                            <a:srgbClr val="DDDDDD"/>
                                          </p:to>
                                        </p:animClr>
                                        <p:set>
                                          <p:cBhvr>
                                            <p:cTn id="142" dur="250" fill="hold"/>
                                            <p:tgtEl>
                                              <p:spTgt spid="78"/>
                                            </p:tgtEl>
                                            <p:attrNameLst>
                                              <p:attrName>fill.type</p:attrName>
                                            </p:attrNameLst>
                                          </p:cBhvr>
                                          <p:to>
                                            <p:strVal val="solid"/>
                                          </p:to>
                                        </p:set>
                                        <p:set>
                                          <p:cBhvr>
                                            <p:cTn id="143" dur="250" fill="hold"/>
                                            <p:tgtEl>
                                              <p:spTgt spid="78"/>
                                            </p:tgtEl>
                                            <p:attrNameLst>
                                              <p:attrName>fill.on</p:attrName>
                                            </p:attrNameLst>
                                          </p:cBhvr>
                                          <p:to>
                                            <p:strVal val="true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80"/>
                      </p:tgtEl>
                    </p:cond>
                  </p:nextCondLst>
                </p:seq>
              </p:childTnLst>
            </p:cTn>
          </p:par>
        </p:tnLst>
        <p:bldLst>
          <p:bldP spid="32" grpId="0"/>
          <p:bldP spid="32" grpId="1"/>
          <p:bldP spid="32" grpId="2"/>
          <p:bldP spid="32" grpId="3"/>
          <p:bldP spid="33" grpId="0"/>
          <p:bldP spid="33" grpId="1"/>
          <p:bldP spid="33" grpId="2"/>
          <p:bldP spid="33" grpId="3"/>
          <p:bldP spid="34" grpId="0"/>
          <p:bldP spid="34" grpId="1"/>
          <p:bldP spid="34" grpId="2"/>
          <p:bldP spid="34" grpId="3"/>
          <p:bldP spid="78" grpId="0" animBg="1"/>
          <p:bldP spid="78" grpId="1" animBg="1"/>
          <p:bldP spid="79" grpId="0" animBg="1"/>
          <p:bldP spid="79" grpId="1" animBg="1"/>
        </p:bldLst>
      </p:timing>
    </mc:Choice>
    <mc:Fallback>
      <p:timing>
        <p:tnLst>
          <p:par>
            <p:cTn id="1" dur="indefinite" restart="never" nodeType="tmRoot">
              <p:childTnLst>
                <p:seq concurrent="1" nextAc="seek">
                  <p:cTn id="2" restart="whenNotActive" fill="hold" evtFilter="cancelBubble" nodeType="interactiveSeq">
                    <p:stCondLst>
                      <p:cond evt="onClick" delay="0">
                        <p:tgtEl>
                          <p:spTgt spid="47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3" fill="hold">
                          <p:stCondLst>
                            <p:cond delay="0"/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0" presetClass="entr" presetSubtype="0" fill="hold" grpId="3" nodeType="clickEffect">
                                      <p:stCondLst>
                                        <p:cond delay="5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" dur="150"/>
                                            <p:tgtEl>
                                              <p:spTgt spid="3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" presetID="10" presetClass="entr" presetSubtype="0" fill="hold" nodeType="withEffect">
                                      <p:stCondLst>
                                        <p:cond delay="50"/>
                                      </p:stCondLst>
                                      <p:childTnLst>
                                        <p:set>
                                          <p:cBhvr>
                                            <p:cTn id="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" dur="150"/>
                                            <p:tgtEl>
                                              <p:spTgt spid="5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" presetID="10" presetClass="entr" presetSubtype="0" fill="hold" nodeType="withEffect">
                                      <p:stCondLst>
                                        <p:cond delay="5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" dur="150"/>
                                            <p:tgtEl>
                                              <p:spTgt spid="4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" presetID="10" presetClass="entr" presetSubtype="0" fill="hold" nodeType="withEffect">
                                      <p:stCondLst>
                                        <p:cond delay="50"/>
                                      </p:stCondLst>
                                      <p:childTnLs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" dur="150"/>
                                            <p:tgtEl>
                                              <p:spTgt spid="4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" presetID="10" presetClass="entr" presetSubtype="0" fill="hold" grpId="3" nodeType="withEffect">
                                      <p:stCondLst>
                                        <p:cond delay="5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9" dur="150"/>
                                            <p:tgtEl>
                                              <p:spTgt spid="3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0" presetID="10" presetClass="entr" presetSubtype="0" fill="hold" nodeType="withEffect">
                                      <p:stCondLst>
                                        <p:cond delay="50"/>
                                      </p:stCondLst>
                                      <p:childTnLst>
                                        <p:set>
                                          <p:cBhvr>
                                            <p:cTn id="2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2" dur="150"/>
                                            <p:tgtEl>
                                              <p:spTgt spid="3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3" presetID="10" presetClass="entr" presetSubtype="0" fill="hold" nodeType="withEffect">
                                      <p:stCondLst>
                                        <p:cond delay="50"/>
                                      </p:stCondLst>
                                      <p:childTnLst>
                                        <p:set>
                                          <p:cBhvr>
                                            <p:cTn id="2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5" dur="150"/>
                                            <p:tgtEl>
                                              <p:spTgt spid="6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6" presetID="10" presetClass="entr" presetSubtype="0" fill="hold" nodeType="withEffect">
                                      <p:stCondLst>
                                        <p:cond delay="50"/>
                                      </p:stCondLst>
                                      <p:childTnLst>
                                        <p:set>
                                          <p:cBhvr>
                                            <p:cTn id="2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8" dur="150"/>
                                            <p:tgtEl>
                                              <p:spTgt spid="6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9" presetID="35" presetClass="path" presetSubtype="0" decel="100000" fill="hold" grpId="2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0 0 L -0.25 0 E" pathEditMode="relative" ptsTypes="">
                                          <p:cBhvr>
                                            <p:cTn id="30" dur="330" spd="-1000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31" presetID="35" presetClass="path" presetSubtype="0" decel="100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0 0 L -0.25 0 E" pathEditMode="relative" ptsTypes="">
                                          <p:cBhvr>
                                            <p:cTn id="32" dur="330" spd="-100000" fill="hold"/>
                                            <p:tgtEl>
                                              <p:spTgt spid="58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33" presetID="35" presetClass="path" presetSubtype="0" decel="100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0 0 L -0.25 0 E" pathEditMode="relative" ptsTypes="">
                                          <p:cBhvr>
                                            <p:cTn id="34" dur="330" spd="-100000" fill="hold"/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35" presetID="35" presetClass="path" presetSubtype="0" decel="100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0 0 L -0.25 0 E" pathEditMode="relative" ptsTypes="">
                                          <p:cBhvr>
                                            <p:cTn id="36" dur="330" spd="-100000" fill="hold"/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37" presetID="35" presetClass="path" presetSubtype="0" decel="100000" fill="hold" grpId="2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0 0 L -0.25 0 E" pathEditMode="relative" ptsTypes="">
                                          <p:cBhvr>
                                            <p:cTn id="38" dur="330" spd="-10000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39" presetID="35" presetClass="path" presetSubtype="0" decel="100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0 0 L -0.25 0 E" pathEditMode="relative" ptsTypes="">
                                          <p:cBhvr>
                                            <p:cTn id="40" dur="330" spd="-100000" fill="hold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41" presetID="35" presetClass="path" presetSubtype="0" decel="100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0 0 L -0.25 0 E" pathEditMode="relative" ptsTypes="">
                                          <p:cBhvr>
                                            <p:cTn id="42" dur="330" spd="-100000" fill="hold"/>
                                            <p:tgtEl>
                                              <p:spTgt spid="66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43" presetID="35" presetClass="path" presetSubtype="0" decel="100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0 0 L -0.25 0 E" pathEditMode="relative" ptsTypes="">
                                          <p:cBhvr>
                                            <p:cTn id="44" dur="330" spd="-100000" fill="hold"/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45" presetID="10" presetClass="exit" presetSubtype="0" fill="hold" grpId="3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6" dur="15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7" dur="1" fill="hold">
                                              <p:stCondLst>
                                                <p:cond delay="149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8" presetID="10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9" dur="150"/>
                                            <p:tgtEl>
                                              <p:spTgt spid="2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0" dur="1" fill="hold">
                                              <p:stCondLst>
                                                <p:cond delay="149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1" presetID="10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2" dur="150"/>
                                            <p:tgtEl>
                                              <p:spTgt spid="16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3" dur="1" fill="hold">
                                              <p:stCondLst>
                                                <p:cond delay="149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4" presetID="10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5" dur="150"/>
                                            <p:tgtEl>
                                              <p:spTgt spid="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6" dur="1" fill="hold">
                                              <p:stCondLst>
                                                <p:cond delay="149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7" presetID="63" presetClass="path" presetSubtype="0" decel="100000" fill="hold" grpId="2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0 0 L 0.25 0 E" pathEditMode="relative" ptsTypes="">
                                          <p:cBhvr>
                                            <p:cTn id="58" dur="33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59" presetID="63" presetClass="path" presetSubtype="0" decel="100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0 0 L 0.25 0 E" pathEditMode="relative" ptsTypes="">
                                          <p:cBhvr>
                                            <p:cTn id="60" dur="33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61" presetID="63" presetClass="path" presetSubtype="0" decel="100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0 0 L 0.25 0 E" pathEditMode="relative" ptsTypes="">
                                          <p:cBhvr>
                                            <p:cTn id="62" dur="33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63" presetID="63" presetClass="path" presetSubtype="0" decel="100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0 0 L 0.25 0 E" pathEditMode="relative" ptsTypes="">
                                          <p:cBhvr>
                                            <p:cTn id="64" dur="33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65" fill="hold">
                          <p:stCondLst>
                            <p:cond delay="indefinite"/>
                          </p:stCondLst>
                          <p:childTnLst>
                            <p:par>
                              <p:cTn id="66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67" presetID="10" presetClass="exit" presetSubtype="0" fill="hold" grpId="1" nodeType="clickEffect">
                                      <p:stCondLst>
                                        <p:cond delay="5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8" dur="150"/>
                                            <p:tgtEl>
                                              <p:spTgt spid="3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9" dur="1" fill="hold">
                                              <p:stCondLst>
                                                <p:cond delay="149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0" presetID="10" presetClass="exit" presetSubtype="0" fill="hold" nodeType="withEffect">
                                      <p:stCondLst>
                                        <p:cond delay="5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71" dur="150"/>
                                            <p:tgtEl>
                                              <p:spTgt spid="5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2" dur="1" fill="hold">
                                              <p:stCondLst>
                                                <p:cond delay="149"/>
                                              </p:stCondLst>
                                            </p:cTn>
                                            <p:tgtEl>
                                              <p:spTgt spid="5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3" presetID="10" presetClass="exit" presetSubtype="0" fill="hold" nodeType="withEffect">
                                      <p:stCondLst>
                                        <p:cond delay="5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74" dur="150"/>
                                            <p:tgtEl>
                                              <p:spTgt spid="4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5" dur="1" fill="hold">
                                              <p:stCondLst>
                                                <p:cond delay="149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6" presetID="10" presetClass="exit" presetSubtype="0" fill="hold" nodeType="withEffect">
                                      <p:stCondLst>
                                        <p:cond delay="5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77" dur="150"/>
                                            <p:tgtEl>
                                              <p:spTgt spid="4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8" dur="1" fill="hold">
                                              <p:stCondLst>
                                                <p:cond delay="149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9" presetID="10" presetClass="exit" presetSubtype="0" fill="hold" grpId="1" nodeType="withEffect">
                                      <p:stCondLst>
                                        <p:cond delay="5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80" dur="150"/>
                                            <p:tgtEl>
                                              <p:spTgt spid="34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81" dur="1" fill="hold">
                                              <p:stCondLst>
                                                <p:cond delay="149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2" presetID="10" presetClass="exit" presetSubtype="0" fill="hold" nodeType="withEffect">
                                      <p:stCondLst>
                                        <p:cond delay="5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83" dur="150"/>
                                            <p:tgtEl>
                                              <p:spTgt spid="3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84" dur="1" fill="hold">
                                              <p:stCondLst>
                                                <p:cond delay="149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5" presetID="10" presetClass="exit" presetSubtype="0" fill="hold" nodeType="withEffect">
                                      <p:stCondLst>
                                        <p:cond delay="5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86" dur="150"/>
                                            <p:tgtEl>
                                              <p:spTgt spid="66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87" dur="1" fill="hold">
                                              <p:stCondLst>
                                                <p:cond delay="149"/>
                                              </p:stCondLst>
                                            </p:cTn>
                                            <p:tgtEl>
                                              <p:spTgt spid="6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8" presetID="10" presetClass="exit" presetSubtype="0" fill="hold" nodeType="withEffect">
                                      <p:stCondLst>
                                        <p:cond delay="5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89" dur="150"/>
                                            <p:tgtEl>
                                              <p:spTgt spid="6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90" dur="1" fill="hold">
                                              <p:stCondLst>
                                                <p:cond delay="149"/>
                                              </p:stCondLst>
                                            </p:cTn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91" presetID="35" presetClass="path" presetSubtype="0" decel="10000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0 0 L -0.25 0 E" pathEditMode="relative" ptsTypes="">
                                          <p:cBhvr>
                                            <p:cTn id="92" dur="33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93" presetID="35" presetClass="path" presetSubtype="0" decel="100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0 0 L -0.25 0 E" pathEditMode="relative" ptsTypes="">
                                          <p:cBhvr>
                                            <p:cTn id="94" dur="330" fill="hold"/>
                                            <p:tgtEl>
                                              <p:spTgt spid="58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95" presetID="35" presetClass="path" presetSubtype="0" decel="100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0 0 L -0.25 0 E" pathEditMode="relative" ptsTypes="">
                                          <p:cBhvr>
                                            <p:cTn id="96" dur="330" fill="hold"/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97" presetID="35" presetClass="path" presetSubtype="0" decel="100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0 0 L -0.25 0 E" pathEditMode="relative" ptsTypes="">
                                          <p:cBhvr>
                                            <p:cTn id="98" dur="330" fill="hold"/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99" presetID="35" presetClass="path" presetSubtype="0" decel="10000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0 0 L -0.25 0 E" pathEditMode="relative" ptsTypes="">
                                          <p:cBhvr>
                                            <p:cTn id="100" dur="33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01" presetID="35" presetClass="path" presetSubtype="0" decel="100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0 0 L -0.25 0 E" pathEditMode="relative" ptsTypes="">
                                          <p:cBhvr>
                                            <p:cTn id="102" dur="330" fill="hold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03" presetID="35" presetClass="path" presetSubtype="0" decel="100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0 0 L -0.25 0 E" pathEditMode="relative" ptsTypes="">
                                          <p:cBhvr>
                                            <p:cTn id="104" dur="330" fill="hold"/>
                                            <p:tgtEl>
                                              <p:spTgt spid="66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05" presetID="35" presetClass="path" presetSubtype="0" decel="100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0 0 L -0.25 0 E" pathEditMode="relative" ptsTypes="">
                                          <p:cBhvr>
                                            <p:cTn id="106" dur="330" fill="hold"/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07" presetID="10" presetClass="entr" presetSubtype="0" fill="hold" grpId="0" nodeType="withEffect">
                                      <p:stCondLst>
                                        <p:cond delay="50"/>
                                      </p:stCondLst>
                                      <p:childTnLst>
                                        <p:set>
                                          <p:cBhvr>
                                            <p:cTn id="10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9" dur="15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0" presetID="10" presetClass="entr" presetSubtype="0" fill="hold" nodeType="withEffect">
                                      <p:stCondLst>
                                        <p:cond delay="50"/>
                                      </p:stCondLst>
                                      <p:childTnLst>
                                        <p:set>
                                          <p:cBhvr>
                                            <p:cTn id="1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2" dur="150"/>
                                            <p:tgtEl>
                                              <p:spTgt spid="2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3" presetID="10" presetClass="entr" presetSubtype="0" fill="hold" nodeType="withEffect">
                                      <p:stCondLst>
                                        <p:cond delay="50"/>
                                      </p:stCondLst>
                                      <p:childTnLst>
                                        <p:set>
                                          <p:cBhvr>
                                            <p:cTn id="1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5" dur="150"/>
                                            <p:tgtEl>
                                              <p:spTgt spid="1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6" presetID="10" presetClass="entr" presetSubtype="0" fill="hold" nodeType="withEffect">
                                      <p:stCondLst>
                                        <p:cond delay="50"/>
                                      </p:stCondLst>
                                      <p:childTnLst>
                                        <p:set>
                                          <p:cBhvr>
                                            <p:cTn id="1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8" dur="150"/>
                                            <p:tgtEl>
                                              <p:spTgt spid="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9" presetID="63" presetClass="path" presetSubtype="0" decel="10000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0 0 L 0.25 0 E" pathEditMode="fixed" ptsTypes="">
                                          <p:cBhvr>
                                            <p:cTn id="120" dur="330" spd="-1000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21" presetID="63" presetClass="path" presetSubtype="0" decel="100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0 0 L 0.25 0 E" pathEditMode="fixed" ptsTypes="">
                                          <p:cBhvr>
                                            <p:cTn id="122" dur="330" spd="-10000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23" presetID="63" presetClass="path" presetSubtype="0" decel="100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0 0 L 0.25 0 E" pathEditMode="fixed" ptsTypes="">
                                          <p:cBhvr>
                                            <p:cTn id="124" dur="330" spd="-1000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25" presetID="63" presetClass="path" presetSubtype="0" decel="100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0 0 L 0.25 0 E" pathEditMode="fixed" ptsTypes="">
                                          <p:cBhvr>
                                            <p:cTn id="126" dur="330" spd="-1000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47"/>
                      </p:tgtEl>
                    </p:cond>
                  </p:nextCondLst>
                </p:seq>
                <p:seq concurrent="1" nextAc="seek">
                  <p:cTn id="127" restart="whenNotActive" fill="hold" evtFilter="cancelBubble" nodeType="interactiveSeq">
                    <p:stCondLst>
                      <p:cond evt="onClick" delay="0">
                        <p:tgtEl>
                          <p:spTgt spid="80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128" fill="hold">
                          <p:stCondLst>
                            <p:cond delay="0"/>
                          </p:stCondLst>
                          <p:childTnLst>
                            <p:par>
                              <p:cTn id="129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30" presetID="19" presetClass="emph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animClr clrSpc="rgb" dir="cw">
                                          <p:cBhvr override="childStyle">
                                            <p:cTn id="131" dur="250" fill="hold"/>
                                            <p:tgtEl>
                                              <p:spTgt spid="78"/>
                                            </p:tgtEl>
                                            <p:attrNameLst>
                                              <p:attrName>style.color</p:attrName>
                                            </p:attrNameLst>
                                          </p:cBhvr>
                                          <p:to>
                                            <a:srgbClr val="AED6F1"/>
                                          </p:to>
                                        </p:animClr>
                                        <p:animClr clrSpc="rgb" dir="cw">
                                          <p:cBhvr>
                                            <p:cTn id="132" dur="250" fill="hold"/>
                                            <p:tgtEl>
                                              <p:spTgt spid="78"/>
                                            </p:tgtEl>
                                            <p:attrNameLst>
                                              <p:attrName>fillcolor</p:attrName>
                                            </p:attrNameLst>
                                          </p:cBhvr>
                                          <p:to>
                                            <a:srgbClr val="AED6F1"/>
                                          </p:to>
                                        </p:animClr>
                                        <p:set>
                                          <p:cBhvr>
                                            <p:cTn id="133" dur="250" fill="hold"/>
                                            <p:tgtEl>
                                              <p:spTgt spid="78"/>
                                            </p:tgtEl>
                                            <p:attrNameLst>
                                              <p:attrName>fill.type</p:attrName>
                                            </p:attrNameLst>
                                          </p:cBhvr>
                                          <p:to>
                                            <p:strVal val="solid"/>
                                          </p:to>
                                        </p:set>
                                        <p:set>
                                          <p:cBhvr>
                                            <p:cTn id="134" dur="250" fill="hold"/>
                                            <p:tgtEl>
                                              <p:spTgt spid="78"/>
                                            </p:tgtEl>
                                            <p:attrNameLst>
                                              <p:attrName>fill.on</p:attrName>
                                            </p:attrNameLst>
                                          </p:cBhvr>
                                          <p:to>
                                            <p:strVal val="tru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35" presetID="42" presetClass="path" presetSubtype="0" accel="600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4.79167E-6 -1.48148E-6 L 0.01263 0.00023 " pathEditMode="relative" rAng="0" ptsTypes="AA">
                                          <p:cBhvr>
                                            <p:cTn id="136" dur="250" fill="hold"/>
                                            <p:tgtEl>
                                              <p:spTgt spid="79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625" y="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37" presetID="42" presetClass="path" presetSubtype="0" accel="18000" fill="hold" grpId="1" nodeType="withEffect">
                                      <p:stCondLst>
                                        <p:cond delay="250"/>
                                      </p:stCondLst>
                                      <p:childTnLst>
                                        <p:animMotion origin="layout" path="M 0.01263 0.00023 L 4.79167E-6 -1.48148E-6 " pathEditMode="relative" rAng="0" ptsTypes="AA">
                                          <p:cBhvr>
                                            <p:cTn id="138" dur="100" fill="hold"/>
                                            <p:tgtEl>
                                              <p:spTgt spid="79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638" y="-23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39" presetID="19" presetClass="emph" presetSubtype="0" fill="hold" grpId="1" nodeType="withEffect">
                                      <p:stCondLst>
                                        <p:cond delay="250"/>
                                      </p:stCondLst>
                                      <p:childTnLst>
                                        <p:animClr clrSpc="rgb" dir="cw">
                                          <p:cBhvr override="childStyle">
                                            <p:cTn id="140" dur="250" fill="hold"/>
                                            <p:tgtEl>
                                              <p:spTgt spid="78"/>
                                            </p:tgtEl>
                                            <p:attrNameLst>
                                              <p:attrName>style.color</p:attrName>
                                            </p:attrNameLst>
                                          </p:cBhvr>
                                          <p:to>
                                            <a:srgbClr val="DDDDDD"/>
                                          </p:to>
                                        </p:animClr>
                                        <p:animClr clrSpc="rgb" dir="cw">
                                          <p:cBhvr>
                                            <p:cTn id="141" dur="250" fill="hold"/>
                                            <p:tgtEl>
                                              <p:spTgt spid="78"/>
                                            </p:tgtEl>
                                            <p:attrNameLst>
                                              <p:attrName>fillcolor</p:attrName>
                                            </p:attrNameLst>
                                          </p:cBhvr>
                                          <p:to>
                                            <a:srgbClr val="DDDDDD"/>
                                          </p:to>
                                        </p:animClr>
                                        <p:set>
                                          <p:cBhvr>
                                            <p:cTn id="142" dur="250" fill="hold"/>
                                            <p:tgtEl>
                                              <p:spTgt spid="78"/>
                                            </p:tgtEl>
                                            <p:attrNameLst>
                                              <p:attrName>fill.type</p:attrName>
                                            </p:attrNameLst>
                                          </p:cBhvr>
                                          <p:to>
                                            <p:strVal val="solid"/>
                                          </p:to>
                                        </p:set>
                                        <p:set>
                                          <p:cBhvr>
                                            <p:cTn id="143" dur="250" fill="hold"/>
                                            <p:tgtEl>
                                              <p:spTgt spid="78"/>
                                            </p:tgtEl>
                                            <p:attrNameLst>
                                              <p:attrName>fill.on</p:attrName>
                                            </p:attrNameLst>
                                          </p:cBhvr>
                                          <p:to>
                                            <p:strVal val="true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80"/>
                      </p:tgtEl>
                    </p:cond>
                  </p:nextCondLst>
                </p:seq>
              </p:childTnLst>
            </p:cTn>
          </p:par>
        </p:tnLst>
        <p:bldLst>
          <p:bldP spid="32" grpId="0"/>
          <p:bldP spid="32" grpId="1"/>
          <p:bldP spid="32" grpId="2"/>
          <p:bldP spid="32" grpId="3"/>
          <p:bldP spid="33" grpId="0"/>
          <p:bldP spid="33" grpId="1"/>
          <p:bldP spid="33" grpId="2"/>
          <p:bldP spid="33" grpId="3"/>
          <p:bldP spid="34" grpId="0"/>
          <p:bldP spid="34" grpId="1"/>
          <p:bldP spid="34" grpId="2"/>
          <p:bldP spid="34" grpId="3"/>
          <p:bldP spid="78" grpId="0" animBg="1"/>
          <p:bldP spid="78" grpId="1" animBg="1"/>
          <p:bldP spid="79" grpId="0" animBg="1"/>
          <p:bldP spid="79" grpId="1" animBg="1"/>
        </p:bldLst>
      </p:timing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DE277F-CF76-F05E-2569-F33809C8C0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!! 背景板">
            <a:extLst>
              <a:ext uri="{FF2B5EF4-FFF2-40B4-BE49-F238E27FC236}">
                <a16:creationId xmlns:a16="http://schemas.microsoft.com/office/drawing/2014/main" id="{70431C1C-37DD-C54B-2666-77EBC9D458A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>
              <a:defRPr/>
            </a:pPr>
            <a:endParaRPr lang="zh-CN" altLang="en-US" dirty="0">
              <a:solidFill>
                <a:srgbClr val="F5F5F5"/>
              </a:solidFill>
              <a:latin typeface="vivo Sans"/>
              <a:ea typeface="vivo Sans"/>
            </a:endParaRPr>
          </a:p>
        </p:txBody>
      </p:sp>
      <p:grpSp>
        <p:nvGrpSpPr>
          <p:cNvPr id="25" name="!! 大标题">
            <a:extLst>
              <a:ext uri="{FF2B5EF4-FFF2-40B4-BE49-F238E27FC236}">
                <a16:creationId xmlns:a16="http://schemas.microsoft.com/office/drawing/2014/main" id="{2AEC7DFA-92F9-74C4-6F21-E647E25AC7AB}"/>
              </a:ext>
            </a:extLst>
          </p:cNvPr>
          <p:cNvGrpSpPr/>
          <p:nvPr/>
        </p:nvGrpSpPr>
        <p:grpSpPr>
          <a:xfrm>
            <a:off x="462457" y="484334"/>
            <a:ext cx="796551" cy="461665"/>
            <a:chOff x="3079753" y="1375827"/>
            <a:chExt cx="673782" cy="461665"/>
          </a:xfrm>
        </p:grpSpPr>
        <p:sp>
          <p:nvSpPr>
            <p:cNvPr id="27" name="!! 标题符">
              <a:extLst>
                <a:ext uri="{FF2B5EF4-FFF2-40B4-BE49-F238E27FC236}">
                  <a16:creationId xmlns:a16="http://schemas.microsoft.com/office/drawing/2014/main" id="{D4F195F4-FB56-8F74-8588-6472B86361AE}"/>
                </a:ext>
              </a:extLst>
            </p:cNvPr>
            <p:cNvSpPr/>
            <p:nvPr/>
          </p:nvSpPr>
          <p:spPr>
            <a:xfrm>
              <a:off x="3146905" y="1685496"/>
              <a:ext cx="551700" cy="1255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defTabSz="457189">
                <a:defRPr/>
              </a:pPr>
              <a:endParaRPr lang="zh-CN" altLang="en-US">
                <a:solidFill>
                  <a:srgbClr val="FFFFFF"/>
                </a:solidFill>
                <a:latin typeface="OPPOSans R"/>
                <a:ea typeface="OPPOSans R"/>
              </a:endParaRPr>
            </a:p>
          </p:txBody>
        </p:sp>
        <p:sp>
          <p:nvSpPr>
            <p:cNvPr id="28" name="!! 标题">
              <a:extLst>
                <a:ext uri="{FF2B5EF4-FFF2-40B4-BE49-F238E27FC236}">
                  <a16:creationId xmlns:a16="http://schemas.microsoft.com/office/drawing/2014/main" id="{B6134F4C-021C-DC62-2A1D-2AB29CF53787}"/>
                </a:ext>
              </a:extLst>
            </p:cNvPr>
            <p:cNvSpPr txBox="1"/>
            <p:nvPr/>
          </p:nvSpPr>
          <p:spPr>
            <a:xfrm>
              <a:off x="3079753" y="1375827"/>
              <a:ext cx="67378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457189">
                <a:defRPr/>
              </a:pPr>
              <a:r>
                <a:rPr lang="zh-CN" altLang="en-US" sz="2400" dirty="0">
                  <a:solidFill>
                    <a:srgbClr val="000000">
                      <a:lumMod val="75000"/>
                      <a:lumOff val="25000"/>
                    </a:srgbClr>
                  </a:solidFill>
                  <a:latin typeface="vivo Sans Medium"/>
                  <a:ea typeface="vivo Sans Medium"/>
                </a:rPr>
                <a:t>设置</a:t>
              </a:r>
            </a:p>
          </p:txBody>
        </p:sp>
      </p:grpSp>
      <p:grpSp>
        <p:nvGrpSpPr>
          <p:cNvPr id="3" name="!! 关闭按钮">
            <a:extLst>
              <a:ext uri="{FF2B5EF4-FFF2-40B4-BE49-F238E27FC236}">
                <a16:creationId xmlns:a16="http://schemas.microsoft.com/office/drawing/2014/main" id="{1007994B-1629-7DAA-934A-9BF3903F1033}"/>
              </a:ext>
            </a:extLst>
          </p:cNvPr>
          <p:cNvGrpSpPr/>
          <p:nvPr/>
        </p:nvGrpSpPr>
        <p:grpSpPr>
          <a:xfrm>
            <a:off x="2757496" y="569913"/>
            <a:ext cx="290511" cy="290511"/>
            <a:chOff x="2328464" y="3107859"/>
            <a:chExt cx="583223" cy="583223"/>
          </a:xfrm>
        </p:grpSpPr>
        <p:sp>
          <p:nvSpPr>
            <p:cNvPr id="4" name="矩形: 圆角 3">
              <a:hlinkClick r:id="rId3" action="ppaction://hlinksldjump"/>
              <a:extLst>
                <a:ext uri="{FF2B5EF4-FFF2-40B4-BE49-F238E27FC236}">
                  <a16:creationId xmlns:a16="http://schemas.microsoft.com/office/drawing/2014/main" id="{CEF4C6EE-48B5-20E2-D392-4A3C0B1F75BC}"/>
                </a:ext>
              </a:extLst>
            </p:cNvPr>
            <p:cNvSpPr/>
            <p:nvPr/>
          </p:nvSpPr>
          <p:spPr>
            <a:xfrm>
              <a:off x="2328464" y="3107859"/>
              <a:ext cx="583223" cy="583223"/>
            </a:xfrm>
            <a:prstGeom prst="roundRect">
              <a:avLst>
                <a:gd name="adj" fmla="val 20771"/>
              </a:avLst>
            </a:prstGeom>
            <a:solidFill>
              <a:schemeClr val="bg2"/>
            </a:solidFill>
            <a:ln>
              <a:noFill/>
            </a:ln>
            <a:effectLst>
              <a:outerShdw blurRad="127000" sx="101000" sy="101000" algn="c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77">
                <a:defRPr/>
              </a:pPr>
              <a:endParaRPr lang="zh-CN" altLang="en-US">
                <a:solidFill>
                  <a:srgbClr val="F5F5F5"/>
                </a:solidFill>
                <a:latin typeface="vivo Sans"/>
                <a:ea typeface="vivo Sans"/>
              </a:endParaRPr>
            </a:p>
          </p:txBody>
        </p:sp>
        <p:pic>
          <p:nvPicPr>
            <p:cNvPr id="5" name="图形 4">
              <a:extLst>
                <a:ext uri="{FF2B5EF4-FFF2-40B4-BE49-F238E27FC236}">
                  <a16:creationId xmlns:a16="http://schemas.microsoft.com/office/drawing/2014/main" id="{39C3973B-B560-B811-98B2-991C1B1E8D1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/>
          </p:blipFill>
          <p:spPr>
            <a:xfrm>
              <a:off x="2375480" y="3154875"/>
              <a:ext cx="489196" cy="489196"/>
            </a:xfrm>
            <a:prstGeom prst="rect">
              <a:avLst/>
            </a:prstGeom>
          </p:spPr>
        </p:pic>
      </p:grpSp>
      <p:grpSp>
        <p:nvGrpSpPr>
          <p:cNvPr id="24" name="!! 关闭按钮">
            <a:extLst>
              <a:ext uri="{FF2B5EF4-FFF2-40B4-BE49-F238E27FC236}">
                <a16:creationId xmlns:a16="http://schemas.microsoft.com/office/drawing/2014/main" id="{D870E650-B988-9612-1083-6924D54AFBA0}"/>
              </a:ext>
            </a:extLst>
          </p:cNvPr>
          <p:cNvGrpSpPr/>
          <p:nvPr/>
        </p:nvGrpSpPr>
        <p:grpSpPr>
          <a:xfrm>
            <a:off x="2333440" y="569913"/>
            <a:ext cx="290511" cy="290511"/>
            <a:chOff x="2328464" y="3107859"/>
            <a:chExt cx="583223" cy="583223"/>
          </a:xfrm>
        </p:grpSpPr>
        <p:sp>
          <p:nvSpPr>
            <p:cNvPr id="26" name="矩形: 圆角 25">
              <a:hlinkClick r:id="rId6" action="ppaction://hlinksldjump"/>
              <a:extLst>
                <a:ext uri="{FF2B5EF4-FFF2-40B4-BE49-F238E27FC236}">
                  <a16:creationId xmlns:a16="http://schemas.microsoft.com/office/drawing/2014/main" id="{4BD9CE52-E541-E419-3C94-62DAD3419282}"/>
                </a:ext>
              </a:extLst>
            </p:cNvPr>
            <p:cNvSpPr/>
            <p:nvPr/>
          </p:nvSpPr>
          <p:spPr>
            <a:xfrm>
              <a:off x="2328464" y="3107859"/>
              <a:ext cx="583223" cy="583223"/>
            </a:xfrm>
            <a:prstGeom prst="roundRect">
              <a:avLst>
                <a:gd name="adj" fmla="val 20771"/>
              </a:avLst>
            </a:prstGeom>
            <a:solidFill>
              <a:schemeClr val="bg2"/>
            </a:solidFill>
            <a:ln>
              <a:noFill/>
            </a:ln>
            <a:effectLst>
              <a:outerShdw blurRad="127000" sx="101000" sy="101000" algn="c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77">
                <a:defRPr/>
              </a:pPr>
              <a:endParaRPr lang="zh-CN" altLang="en-US">
                <a:solidFill>
                  <a:srgbClr val="F5F5F5"/>
                </a:solidFill>
                <a:latin typeface="vivo Sans"/>
                <a:ea typeface="vivo Sans"/>
              </a:endParaRPr>
            </a:p>
          </p:txBody>
        </p:sp>
        <p:pic>
          <p:nvPicPr>
            <p:cNvPr id="29" name="图形 28">
              <a:extLst>
                <a:ext uri="{FF2B5EF4-FFF2-40B4-BE49-F238E27FC236}">
                  <a16:creationId xmlns:a16="http://schemas.microsoft.com/office/drawing/2014/main" id="{7718AD34-27F2-CB34-EA2C-0C0C8AB3391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/>
          </p:blipFill>
          <p:spPr>
            <a:xfrm>
              <a:off x="2449200" y="3228595"/>
              <a:ext cx="341755" cy="341755"/>
            </a:xfrm>
            <a:prstGeom prst="rect">
              <a:avLst/>
            </a:prstGeom>
          </p:spPr>
        </p:pic>
      </p:grpSp>
      <p:grpSp>
        <p:nvGrpSpPr>
          <p:cNvPr id="38" name="!! dock右">
            <a:extLst>
              <a:ext uri="{FF2B5EF4-FFF2-40B4-BE49-F238E27FC236}">
                <a16:creationId xmlns:a16="http://schemas.microsoft.com/office/drawing/2014/main" id="{90825556-EDEA-893E-4F3E-282360F8FE8E}"/>
              </a:ext>
            </a:extLst>
          </p:cNvPr>
          <p:cNvGrpSpPr/>
          <p:nvPr/>
        </p:nvGrpSpPr>
        <p:grpSpPr>
          <a:xfrm>
            <a:off x="4869920" y="7119572"/>
            <a:ext cx="2452159" cy="574899"/>
            <a:chOff x="7408333" y="5780624"/>
            <a:chExt cx="2452159" cy="704838"/>
          </a:xfrm>
        </p:grpSpPr>
        <p:sp useBgFill="1">
          <p:nvSpPr>
            <p:cNvPr id="39" name="!! 模糊">
              <a:extLst>
                <a:ext uri="{FF2B5EF4-FFF2-40B4-BE49-F238E27FC236}">
                  <a16:creationId xmlns:a16="http://schemas.microsoft.com/office/drawing/2014/main" id="{6681FB00-5029-34CE-BBDB-B869360FFEF8}"/>
                </a:ext>
              </a:extLst>
            </p:cNvPr>
            <p:cNvSpPr>
              <a:spLocks/>
            </p:cNvSpPr>
            <p:nvPr/>
          </p:nvSpPr>
          <p:spPr>
            <a:xfrm>
              <a:off x="7408333" y="5780624"/>
              <a:ext cx="2452159" cy="704838"/>
            </a:xfrm>
            <a:prstGeom prst="roundRect">
              <a:avLst>
                <a:gd name="adj" fmla="val 15000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189">
                <a:defRPr/>
              </a:pPr>
              <a:endParaRPr lang="zh-CN" altLang="en-US">
                <a:solidFill>
                  <a:srgbClr val="FFFFFF"/>
                </a:solidFill>
                <a:latin typeface="OPPOSans R"/>
                <a:ea typeface="OPPOSans R"/>
              </a:endParaRPr>
            </a:p>
          </p:txBody>
        </p:sp>
        <p:sp>
          <p:nvSpPr>
            <p:cNvPr id="40" name="!! 颜色遮罩">
              <a:extLst>
                <a:ext uri="{FF2B5EF4-FFF2-40B4-BE49-F238E27FC236}">
                  <a16:creationId xmlns:a16="http://schemas.microsoft.com/office/drawing/2014/main" id="{08DF4009-811A-02AB-80B5-7D76B8B856A0}"/>
                </a:ext>
              </a:extLst>
            </p:cNvPr>
            <p:cNvSpPr>
              <a:spLocks/>
            </p:cNvSpPr>
            <p:nvPr/>
          </p:nvSpPr>
          <p:spPr>
            <a:xfrm>
              <a:off x="7408333" y="5780624"/>
              <a:ext cx="2452159" cy="704838"/>
            </a:xfrm>
            <a:prstGeom prst="roundRect">
              <a:avLst>
                <a:gd name="adj" fmla="val 15000"/>
              </a:avLst>
            </a:prstGeom>
            <a:solidFill>
              <a:schemeClr val="bg2">
                <a:alpha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189">
                <a:defRPr/>
              </a:pPr>
              <a:endParaRPr lang="zh-CN" altLang="en-US" dirty="0">
                <a:solidFill>
                  <a:srgbClr val="FFFFFF"/>
                </a:solidFill>
                <a:latin typeface="OPPOSans R"/>
                <a:ea typeface="OPPOSans R"/>
              </a:endParaRPr>
            </a:p>
          </p:txBody>
        </p:sp>
        <p:pic>
          <p:nvPicPr>
            <p:cNvPr id="42" name="!! 信号">
              <a:extLst>
                <a:ext uri="{FF2B5EF4-FFF2-40B4-BE49-F238E27FC236}">
                  <a16:creationId xmlns:a16="http://schemas.microsoft.com/office/drawing/2014/main" id="{8FF923C6-D8BD-EBD6-A44D-C9B468C7FBF9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7638254" y="5893986"/>
              <a:ext cx="221460" cy="221458"/>
            </a:xfrm>
            <a:prstGeom prst="rect">
              <a:avLst/>
            </a:prstGeom>
          </p:spPr>
        </p:pic>
        <p:sp>
          <p:nvSpPr>
            <p:cNvPr id="48" name="!! 运营商">
              <a:extLst>
                <a:ext uri="{FF2B5EF4-FFF2-40B4-BE49-F238E27FC236}">
                  <a16:creationId xmlns:a16="http://schemas.microsoft.com/office/drawing/2014/main" id="{ABC9E4D3-AD57-AF9B-AA45-D65208429556}"/>
                </a:ext>
              </a:extLst>
            </p:cNvPr>
            <p:cNvSpPr txBox="1"/>
            <p:nvPr/>
          </p:nvSpPr>
          <p:spPr>
            <a:xfrm>
              <a:off x="7813676" y="5913455"/>
              <a:ext cx="1114424" cy="2830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457189">
                <a:defRPr/>
              </a:pPr>
              <a:r>
                <a:rPr lang="en-US" altLang="zh-CN" sz="900" dirty="0">
                  <a:solidFill>
                    <a:srgbClr val="181818"/>
                  </a:solidFill>
                  <a:latin typeface="OPPOSans M"/>
                  <a:ea typeface="OPPOSans M"/>
                </a:rPr>
                <a:t>Virtual Net</a:t>
              </a:r>
              <a:endParaRPr lang="zh-CN" altLang="en-US" sz="900" dirty="0">
                <a:solidFill>
                  <a:srgbClr val="181818"/>
                </a:solidFill>
                <a:latin typeface="OPPOSans M"/>
                <a:ea typeface="OPPOSans M"/>
              </a:endParaRPr>
            </a:p>
          </p:txBody>
        </p:sp>
        <p:pic>
          <p:nvPicPr>
            <p:cNvPr id="50" name="!! 通知">
              <a:extLst>
                <a:ext uri="{FF2B5EF4-FFF2-40B4-BE49-F238E27FC236}">
                  <a16:creationId xmlns:a16="http://schemas.microsoft.com/office/drawing/2014/main" id="{613E87D0-2FC1-0BB4-0F2E-D9C484B8FDD0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9287931" y="5948436"/>
              <a:ext cx="152400" cy="152400"/>
            </a:xfrm>
            <a:prstGeom prst="rect">
              <a:avLst/>
            </a:prstGeom>
          </p:spPr>
        </p:pic>
        <p:pic>
          <p:nvPicPr>
            <p:cNvPr id="51" name="!! 电池">
              <a:extLst>
                <a:ext uri="{FF2B5EF4-FFF2-40B4-BE49-F238E27FC236}">
                  <a16:creationId xmlns:a16="http://schemas.microsoft.com/office/drawing/2014/main" id="{1D326F94-664B-0D22-0BF0-0AF220956B09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7637460" y="6171965"/>
              <a:ext cx="191558" cy="191558"/>
            </a:xfrm>
            <a:prstGeom prst="rect">
              <a:avLst/>
            </a:prstGeom>
          </p:spPr>
        </p:pic>
        <p:sp>
          <p:nvSpPr>
            <p:cNvPr id="53" name="!! 时间">
              <a:extLst>
                <a:ext uri="{FF2B5EF4-FFF2-40B4-BE49-F238E27FC236}">
                  <a16:creationId xmlns:a16="http://schemas.microsoft.com/office/drawing/2014/main" id="{61898A3F-C511-8070-97E1-8F66693C8916}"/>
                </a:ext>
              </a:extLst>
            </p:cNvPr>
            <p:cNvSpPr txBox="1"/>
            <p:nvPr/>
          </p:nvSpPr>
          <p:spPr>
            <a:xfrm>
              <a:off x="8982607" y="6148520"/>
              <a:ext cx="773641" cy="3114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defTabSz="457189">
                <a:defRPr/>
              </a:pPr>
              <a:r>
                <a:rPr lang="en-US" altLang="zh-CN" sz="1051" dirty="0">
                  <a:solidFill>
                    <a:srgbClr val="181818"/>
                  </a:solidFill>
                  <a:latin typeface="OPPOSans R"/>
                  <a:ea typeface="OPPOSans R"/>
                </a:rPr>
                <a:t>16:34</a:t>
              </a:r>
              <a:endParaRPr lang="zh-CN" altLang="en-US" sz="1051" dirty="0">
                <a:solidFill>
                  <a:srgbClr val="181818"/>
                </a:solidFill>
                <a:latin typeface="OPPOSans R"/>
                <a:ea typeface="OPPOSans R"/>
              </a:endParaRPr>
            </a:p>
          </p:txBody>
        </p:sp>
        <p:sp>
          <p:nvSpPr>
            <p:cNvPr id="55" name="!! AC">
              <a:extLst>
                <a:ext uri="{FF2B5EF4-FFF2-40B4-BE49-F238E27FC236}">
                  <a16:creationId xmlns:a16="http://schemas.microsoft.com/office/drawing/2014/main" id="{103EE18C-1984-E433-3E36-8B83A42A7E86}"/>
                </a:ext>
              </a:extLst>
            </p:cNvPr>
            <p:cNvSpPr txBox="1"/>
            <p:nvPr/>
          </p:nvSpPr>
          <p:spPr>
            <a:xfrm>
              <a:off x="7766842" y="6152328"/>
              <a:ext cx="434183" cy="2830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457189">
                <a:defRPr/>
              </a:pPr>
              <a:r>
                <a:rPr lang="en-US" altLang="zh-CN" sz="900" dirty="0">
                  <a:solidFill>
                    <a:srgbClr val="181818"/>
                  </a:solidFill>
                  <a:latin typeface="OPPOSans R"/>
                  <a:ea typeface="OPPOSans R"/>
                </a:rPr>
                <a:t>49%</a:t>
              </a:r>
              <a:endParaRPr lang="zh-CN" altLang="en-US" sz="900" dirty="0">
                <a:solidFill>
                  <a:srgbClr val="181818"/>
                </a:solidFill>
                <a:latin typeface="OPPOSans R"/>
                <a:ea typeface="OPPOSans R"/>
              </a:endParaRPr>
            </a:p>
          </p:txBody>
        </p:sp>
        <p:pic>
          <p:nvPicPr>
            <p:cNvPr id="56" name="!! 声音">
              <a:extLst>
                <a:ext uri="{FF2B5EF4-FFF2-40B4-BE49-F238E27FC236}">
                  <a16:creationId xmlns:a16="http://schemas.microsoft.com/office/drawing/2014/main" id="{5F8D624C-6C06-BBE3-2301-035C060EDEAC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9048732" y="5934670"/>
              <a:ext cx="179932" cy="179932"/>
            </a:xfrm>
            <a:prstGeom prst="rect">
              <a:avLst/>
            </a:prstGeom>
          </p:spPr>
        </p:pic>
        <p:pic>
          <p:nvPicPr>
            <p:cNvPr id="57" name="!! 电源">
              <a:hlinkClick r:id="rId17" action="ppaction://hlinksldjump"/>
              <a:extLst>
                <a:ext uri="{FF2B5EF4-FFF2-40B4-BE49-F238E27FC236}">
                  <a16:creationId xmlns:a16="http://schemas.microsoft.com/office/drawing/2014/main" id="{34680210-E77C-6023-DB58-CDF97C6C6DAB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9489000" y="5925331"/>
              <a:ext cx="208372" cy="208370"/>
            </a:xfrm>
            <a:prstGeom prst="rect">
              <a:avLst/>
            </a:prstGeom>
          </p:spPr>
        </p:pic>
      </p:grpSp>
      <p:sp>
        <p:nvSpPr>
          <p:cNvPr id="2" name="!! 二级背景">
            <a:extLst>
              <a:ext uri="{FF2B5EF4-FFF2-40B4-BE49-F238E27FC236}">
                <a16:creationId xmlns:a16="http://schemas.microsoft.com/office/drawing/2014/main" id="{4C91B3E8-A465-E0DD-1554-C7EDE0FA155A}"/>
              </a:ext>
            </a:extLst>
          </p:cNvPr>
          <p:cNvSpPr/>
          <p:nvPr/>
        </p:nvSpPr>
        <p:spPr>
          <a:xfrm>
            <a:off x="3594539" y="0"/>
            <a:ext cx="8620880" cy="6858000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>
              <a:defRPr/>
            </a:pPr>
            <a:endParaRPr lang="zh-CN" altLang="en-US">
              <a:solidFill>
                <a:srgbClr val="F5F5F5"/>
              </a:solidFill>
              <a:latin typeface="vivo Sans"/>
              <a:ea typeface="vivo Sans"/>
            </a:endParaRPr>
          </a:p>
        </p:txBody>
      </p:sp>
      <p:sp>
        <p:nvSpPr>
          <p:cNvPr id="15" name="!! 小白条">
            <a:hlinkClick r:id="rId3" action="ppaction://hlinksldjump"/>
            <a:extLst>
              <a:ext uri="{FF2B5EF4-FFF2-40B4-BE49-F238E27FC236}">
                <a16:creationId xmlns:a16="http://schemas.microsoft.com/office/drawing/2014/main" id="{D3FF566F-C132-2D0C-631A-34A55A3F2F5A}"/>
              </a:ext>
            </a:extLst>
          </p:cNvPr>
          <p:cNvSpPr/>
          <p:nvPr/>
        </p:nvSpPr>
        <p:spPr>
          <a:xfrm>
            <a:off x="5177623" y="6706376"/>
            <a:ext cx="1836752" cy="45719"/>
          </a:xfrm>
          <a:prstGeom prst="roundRect">
            <a:avLst>
              <a:gd name="adj" fmla="val 50000"/>
            </a:avLst>
          </a:prstGeom>
          <a:solidFill>
            <a:schemeClr val="tx1">
              <a:alpha val="90000"/>
            </a:schemeClr>
          </a:solidFill>
          <a:ln>
            <a:noFill/>
          </a:ln>
          <a:effectLst>
            <a:outerShdw blurRad="1016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>
              <a:defRPr/>
            </a:pPr>
            <a:endParaRPr lang="zh-CN" altLang="en-US">
              <a:solidFill>
                <a:srgbClr val="F5F5F5"/>
              </a:solidFill>
              <a:latin typeface="vivo Sans"/>
              <a:ea typeface="vivo Sans"/>
            </a:endParaRPr>
          </a:p>
        </p:txBody>
      </p:sp>
      <p:grpSp>
        <p:nvGrpSpPr>
          <p:cNvPr id="6" name="返回">
            <a:extLst>
              <a:ext uri="{FF2B5EF4-FFF2-40B4-BE49-F238E27FC236}">
                <a16:creationId xmlns:a16="http://schemas.microsoft.com/office/drawing/2014/main" id="{13F05E63-7145-0603-1F46-2E2571A028E7}"/>
              </a:ext>
            </a:extLst>
          </p:cNvPr>
          <p:cNvGrpSpPr/>
          <p:nvPr/>
        </p:nvGrpSpPr>
        <p:grpSpPr>
          <a:xfrm>
            <a:off x="4133691" y="519573"/>
            <a:ext cx="2667863" cy="369332"/>
            <a:chOff x="4133687" y="519573"/>
            <a:chExt cx="2667863" cy="369331"/>
          </a:xfrm>
        </p:grpSpPr>
        <p:sp>
          <p:nvSpPr>
            <p:cNvPr id="7" name="!! 副标题">
              <a:hlinkClick r:id="rId20" action="ppaction://hlinksldjump"/>
              <a:extLst>
                <a:ext uri="{FF2B5EF4-FFF2-40B4-BE49-F238E27FC236}">
                  <a16:creationId xmlns:a16="http://schemas.microsoft.com/office/drawing/2014/main" id="{3A48793D-2E73-AB66-DD43-9A988F9A1DA6}"/>
                </a:ext>
              </a:extLst>
            </p:cNvPr>
            <p:cNvSpPr txBox="1"/>
            <p:nvPr/>
          </p:nvSpPr>
          <p:spPr>
            <a:xfrm>
              <a:off x="4393644" y="519573"/>
              <a:ext cx="2407906" cy="369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914377">
                <a:defRPr/>
              </a:pPr>
              <a:r>
                <a:rPr lang="zh-CN" altLang="en-US" dirty="0">
                  <a:solidFill>
                    <a:srgbClr val="181818"/>
                  </a:solidFill>
                  <a:latin typeface="vivo Sans"/>
                  <a:ea typeface="vivo Sans"/>
                </a:rPr>
                <a:t>电池</a:t>
              </a:r>
            </a:p>
          </p:txBody>
        </p:sp>
        <p:pic>
          <p:nvPicPr>
            <p:cNvPr id="8" name="图形 7">
              <a:hlinkClick r:id="rId20" action="ppaction://hlinksldjump"/>
              <a:extLst>
                <a:ext uri="{FF2B5EF4-FFF2-40B4-BE49-F238E27FC236}">
                  <a16:creationId xmlns:a16="http://schemas.microsoft.com/office/drawing/2014/main" id="{567BFF4B-D7E7-22FC-3829-F37F2A124CF5}"/>
                </a:ext>
              </a:extLst>
            </p:cNvPr>
            <p:cNvPicPr/>
            <p:nvPr/>
          </p:nvPicPr>
          <p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p:blipFill>
          <p:spPr>
            <a:xfrm>
              <a:off x="4133687" y="584302"/>
              <a:ext cx="241776" cy="241776"/>
            </a:xfrm>
            <a:prstGeom prst="rect">
              <a:avLst/>
            </a:prstGeom>
          </p:spPr>
        </p:pic>
      </p:grpSp>
      <p:grpSp>
        <p:nvGrpSpPr>
          <p:cNvPr id="9" name="!! 显示">
            <a:extLst>
              <a:ext uri="{FF2B5EF4-FFF2-40B4-BE49-F238E27FC236}">
                <a16:creationId xmlns:a16="http://schemas.microsoft.com/office/drawing/2014/main" id="{4B4140C6-C063-104A-BFE6-16809B6760D0}"/>
              </a:ext>
            </a:extLst>
          </p:cNvPr>
          <p:cNvGrpSpPr/>
          <p:nvPr/>
        </p:nvGrpSpPr>
        <p:grpSpPr>
          <a:xfrm>
            <a:off x="470871" y="3706575"/>
            <a:ext cx="2552892" cy="457924"/>
            <a:chOff x="462453" y="2623554"/>
            <a:chExt cx="2552892" cy="457924"/>
          </a:xfrm>
        </p:grpSpPr>
        <p:sp>
          <p:nvSpPr>
            <p:cNvPr id="10" name="!! 未选中">
              <a:hlinkClick r:id="rId23" action="ppaction://hlinksldjump"/>
              <a:extLst>
                <a:ext uri="{FF2B5EF4-FFF2-40B4-BE49-F238E27FC236}">
                  <a16:creationId xmlns:a16="http://schemas.microsoft.com/office/drawing/2014/main" id="{8560717A-7A34-9FFE-BCF0-1779BF3E00AA}"/>
                </a:ext>
              </a:extLst>
            </p:cNvPr>
            <p:cNvSpPr/>
            <p:nvPr/>
          </p:nvSpPr>
          <p:spPr>
            <a:xfrm>
              <a:off x="462453" y="2623554"/>
              <a:ext cx="2552892" cy="457924"/>
            </a:xfrm>
            <a:prstGeom prst="roundRect">
              <a:avLst>
                <a:gd name="adj" fmla="val 22880"/>
              </a:avLst>
            </a:prstGeom>
            <a:solidFill>
              <a:schemeClr val="bg2"/>
            </a:solidFill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1998" defTabSz="914377">
                <a:defRPr/>
              </a:pPr>
              <a:r>
                <a:rPr lang="zh-CN" altLang="en-US" sz="1400" dirty="0">
                  <a:solidFill>
                    <a:schemeClr val="tx1">
                      <a:lumMod val="90000"/>
                      <a:lumOff val="10000"/>
                    </a:schemeClr>
                  </a:solidFill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      显示</a:t>
              </a:r>
            </a:p>
          </p:txBody>
        </p:sp>
        <p:grpSp>
          <p:nvGrpSpPr>
            <p:cNvPr id="11" name="组合 10">
              <a:extLst>
                <a:ext uri="{FF2B5EF4-FFF2-40B4-BE49-F238E27FC236}">
                  <a16:creationId xmlns:a16="http://schemas.microsoft.com/office/drawing/2014/main" id="{6394A5F1-4C8E-CDB4-AB40-F8E1E6BEE749}"/>
                </a:ext>
              </a:extLst>
            </p:cNvPr>
            <p:cNvGrpSpPr/>
            <p:nvPr/>
          </p:nvGrpSpPr>
          <p:grpSpPr>
            <a:xfrm>
              <a:off x="600851" y="2735577"/>
              <a:ext cx="245090" cy="245090"/>
              <a:chOff x="3449581" y="2374787"/>
              <a:chExt cx="263638" cy="263638"/>
            </a:xfrm>
          </p:grpSpPr>
          <p:sp>
            <p:nvSpPr>
              <p:cNvPr id="12" name="椭圆 11">
                <a:extLst>
                  <a:ext uri="{FF2B5EF4-FFF2-40B4-BE49-F238E27FC236}">
                    <a16:creationId xmlns:a16="http://schemas.microsoft.com/office/drawing/2014/main" id="{70D07D1A-0D0D-CE0E-44D8-045A0061E6CF}"/>
                  </a:ext>
                </a:extLst>
              </p:cNvPr>
              <p:cNvSpPr/>
              <p:nvPr/>
            </p:nvSpPr>
            <p:spPr>
              <a:xfrm>
                <a:off x="3449581" y="2374787"/>
                <a:ext cx="263638" cy="263638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14" name="icon">
                <a:extLst>
                  <a:ext uri="{FF2B5EF4-FFF2-40B4-BE49-F238E27FC236}">
                    <a16:creationId xmlns:a16="http://schemas.microsoft.com/office/drawing/2014/main" id="{7E27F69F-9B23-FAB6-A599-633C7C3CAC2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4">
                <a:extLst>
                  <a:ext uri="{96DAC541-7B7A-43D3-8B79-37D633B846F1}">
                    <asvg:svgBlip xmlns:asvg="http://schemas.microsoft.com/office/drawing/2016/SVG/main" r:embed="rId25"/>
                  </a:ext>
                </a:extLst>
              </a:blip>
              <a:srcRect/>
              <a:stretch/>
            </p:blipFill>
            <p:spPr>
              <a:xfrm>
                <a:off x="3513869" y="2435878"/>
                <a:ext cx="143060" cy="143060"/>
              </a:xfrm>
              <a:prstGeom prst="rect">
                <a:avLst/>
              </a:prstGeom>
            </p:spPr>
          </p:pic>
        </p:grpSp>
      </p:grpSp>
      <p:grpSp>
        <p:nvGrpSpPr>
          <p:cNvPr id="16" name="!! App">
            <a:extLst>
              <a:ext uri="{FF2B5EF4-FFF2-40B4-BE49-F238E27FC236}">
                <a16:creationId xmlns:a16="http://schemas.microsoft.com/office/drawing/2014/main" id="{D87C884B-D583-6C58-891E-96E86DD8948E}"/>
              </a:ext>
            </a:extLst>
          </p:cNvPr>
          <p:cNvGrpSpPr/>
          <p:nvPr/>
        </p:nvGrpSpPr>
        <p:grpSpPr>
          <a:xfrm>
            <a:off x="476549" y="2282681"/>
            <a:ext cx="2552892" cy="457924"/>
            <a:chOff x="462453" y="2623554"/>
            <a:chExt cx="2552892" cy="457924"/>
          </a:xfrm>
        </p:grpSpPr>
        <p:sp>
          <p:nvSpPr>
            <p:cNvPr id="17" name="!! 未选中">
              <a:hlinkClick r:id="rId26" action="ppaction://hlinksldjump"/>
              <a:extLst>
                <a:ext uri="{FF2B5EF4-FFF2-40B4-BE49-F238E27FC236}">
                  <a16:creationId xmlns:a16="http://schemas.microsoft.com/office/drawing/2014/main" id="{C2789412-77AD-7C97-A878-95F452E864A7}"/>
                </a:ext>
              </a:extLst>
            </p:cNvPr>
            <p:cNvSpPr/>
            <p:nvPr/>
          </p:nvSpPr>
          <p:spPr>
            <a:xfrm>
              <a:off x="462453" y="2623554"/>
              <a:ext cx="2552892" cy="457924"/>
            </a:xfrm>
            <a:prstGeom prst="roundRect">
              <a:avLst>
                <a:gd name="adj" fmla="val 22880"/>
              </a:avLst>
            </a:prstGeom>
            <a:solidFill>
              <a:schemeClr val="bg2"/>
            </a:solidFill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1998" defTabSz="914377">
                <a:defRPr/>
              </a:pPr>
              <a:r>
                <a:rPr lang="zh-CN" altLang="en-US" sz="1400" dirty="0">
                  <a:solidFill>
                    <a:schemeClr val="tx1">
                      <a:lumMod val="90000"/>
                      <a:lumOff val="10000"/>
                    </a:schemeClr>
                  </a:solidFill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      应用与模块</a:t>
              </a:r>
            </a:p>
          </p:txBody>
        </p:sp>
        <p:grpSp>
          <p:nvGrpSpPr>
            <p:cNvPr id="18" name="组合 17">
              <a:extLst>
                <a:ext uri="{FF2B5EF4-FFF2-40B4-BE49-F238E27FC236}">
                  <a16:creationId xmlns:a16="http://schemas.microsoft.com/office/drawing/2014/main" id="{A816DF21-6F47-8861-34D6-1696AE3E8234}"/>
                </a:ext>
              </a:extLst>
            </p:cNvPr>
            <p:cNvGrpSpPr/>
            <p:nvPr/>
          </p:nvGrpSpPr>
          <p:grpSpPr>
            <a:xfrm>
              <a:off x="600851" y="2735577"/>
              <a:ext cx="245090" cy="245090"/>
              <a:chOff x="3449581" y="2374787"/>
              <a:chExt cx="263638" cy="263638"/>
            </a:xfrm>
          </p:grpSpPr>
          <p:sp>
            <p:nvSpPr>
              <p:cNvPr id="19" name="椭圆 18">
                <a:extLst>
                  <a:ext uri="{FF2B5EF4-FFF2-40B4-BE49-F238E27FC236}">
                    <a16:creationId xmlns:a16="http://schemas.microsoft.com/office/drawing/2014/main" id="{9A7FA713-A2AC-0105-382F-003FC491E7A2}"/>
                  </a:ext>
                </a:extLst>
              </p:cNvPr>
              <p:cNvSpPr/>
              <p:nvPr/>
            </p:nvSpPr>
            <p:spPr>
              <a:xfrm>
                <a:off x="3449581" y="2374787"/>
                <a:ext cx="263638" cy="263638"/>
              </a:xfrm>
              <a:prstGeom prst="ellipse">
                <a:avLst/>
              </a:prstGeom>
              <a:solidFill>
                <a:schemeClr val="accent3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20" name="icon">
                <a:extLst>
                  <a:ext uri="{FF2B5EF4-FFF2-40B4-BE49-F238E27FC236}">
                    <a16:creationId xmlns:a16="http://schemas.microsoft.com/office/drawing/2014/main" id="{08F736BC-03E8-3F8F-F4C4-09B87457296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7">
                <a:extLst>
                  <a:ext uri="{96DAC541-7B7A-43D3-8B79-37D633B846F1}">
                    <asvg:svgBlip xmlns:asvg="http://schemas.microsoft.com/office/drawing/2016/SVG/main" r:embed="rId28"/>
                  </a:ext>
                </a:extLst>
              </a:blip>
              <a:srcRect/>
              <a:stretch/>
            </p:blipFill>
            <p:spPr>
              <a:xfrm>
                <a:off x="3513869" y="2435878"/>
                <a:ext cx="143060" cy="143060"/>
              </a:xfrm>
              <a:prstGeom prst="rect">
                <a:avLst/>
              </a:prstGeom>
            </p:spPr>
          </p:pic>
        </p:grpSp>
      </p:grpSp>
      <p:grpSp>
        <p:nvGrpSpPr>
          <p:cNvPr id="21" name="!! 电池">
            <a:extLst>
              <a:ext uri="{FF2B5EF4-FFF2-40B4-BE49-F238E27FC236}">
                <a16:creationId xmlns:a16="http://schemas.microsoft.com/office/drawing/2014/main" id="{14F6C133-D45D-ED69-1D50-F62E823AB2A3}"/>
              </a:ext>
            </a:extLst>
          </p:cNvPr>
          <p:cNvGrpSpPr/>
          <p:nvPr/>
        </p:nvGrpSpPr>
        <p:grpSpPr>
          <a:xfrm>
            <a:off x="470871" y="2852627"/>
            <a:ext cx="2552892" cy="457924"/>
            <a:chOff x="462453" y="2623554"/>
            <a:chExt cx="2552892" cy="457924"/>
          </a:xfrm>
        </p:grpSpPr>
        <p:sp>
          <p:nvSpPr>
            <p:cNvPr id="22" name="!! 未选中">
              <a:hlinkClick r:id="rId29" action="ppaction://hlinksldjump"/>
              <a:extLst>
                <a:ext uri="{FF2B5EF4-FFF2-40B4-BE49-F238E27FC236}">
                  <a16:creationId xmlns:a16="http://schemas.microsoft.com/office/drawing/2014/main" id="{84711A1C-5771-523F-1F75-C44A7577830E}"/>
                </a:ext>
              </a:extLst>
            </p:cNvPr>
            <p:cNvSpPr/>
            <p:nvPr/>
          </p:nvSpPr>
          <p:spPr>
            <a:xfrm>
              <a:off x="462453" y="2623554"/>
              <a:ext cx="2552892" cy="457924"/>
            </a:xfrm>
            <a:prstGeom prst="roundRect">
              <a:avLst>
                <a:gd name="adj" fmla="val 22880"/>
              </a:avLst>
            </a:prstGeom>
            <a:solidFill>
              <a:schemeClr val="tx1">
                <a:lumMod val="10000"/>
                <a:lumOff val="90000"/>
              </a:schemeClr>
            </a:solidFill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1998" defTabSz="914377">
                <a:defRPr/>
              </a:pPr>
              <a:r>
                <a:rPr lang="zh-CN" altLang="en-US" sz="1400" dirty="0">
                  <a:solidFill>
                    <a:schemeClr val="tx1">
                      <a:lumMod val="90000"/>
                      <a:lumOff val="10000"/>
                    </a:schemeClr>
                  </a:solidFill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      电池</a:t>
              </a:r>
            </a:p>
          </p:txBody>
        </p:sp>
        <p:grpSp>
          <p:nvGrpSpPr>
            <p:cNvPr id="23" name="组合 22">
              <a:extLst>
                <a:ext uri="{FF2B5EF4-FFF2-40B4-BE49-F238E27FC236}">
                  <a16:creationId xmlns:a16="http://schemas.microsoft.com/office/drawing/2014/main" id="{8B43E479-8587-E363-D426-FEC5F1C254DA}"/>
                </a:ext>
              </a:extLst>
            </p:cNvPr>
            <p:cNvGrpSpPr/>
            <p:nvPr/>
          </p:nvGrpSpPr>
          <p:grpSpPr>
            <a:xfrm>
              <a:off x="600851" y="2735577"/>
              <a:ext cx="245090" cy="245090"/>
              <a:chOff x="3449581" y="2374787"/>
              <a:chExt cx="263638" cy="263638"/>
            </a:xfrm>
          </p:grpSpPr>
          <p:sp>
            <p:nvSpPr>
              <p:cNvPr id="30" name="椭圆 29">
                <a:extLst>
                  <a:ext uri="{FF2B5EF4-FFF2-40B4-BE49-F238E27FC236}">
                    <a16:creationId xmlns:a16="http://schemas.microsoft.com/office/drawing/2014/main" id="{63266A95-A6F1-8AFB-71FF-050428B1CB9B}"/>
                  </a:ext>
                </a:extLst>
              </p:cNvPr>
              <p:cNvSpPr/>
              <p:nvPr/>
            </p:nvSpPr>
            <p:spPr>
              <a:xfrm>
                <a:off x="3449581" y="2374787"/>
                <a:ext cx="263638" cy="263638"/>
              </a:xfrm>
              <a:prstGeom prst="ellipse">
                <a:avLst/>
              </a:prstGeom>
              <a:solidFill>
                <a:srgbClr val="3ADE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31" name="icon">
                <a:extLst>
                  <a:ext uri="{FF2B5EF4-FFF2-40B4-BE49-F238E27FC236}">
                    <a16:creationId xmlns:a16="http://schemas.microsoft.com/office/drawing/2014/main" id="{52F409C6-A5C3-66A8-ADC0-D68AAB437C9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0">
                <a:extLst>
                  <a:ext uri="{96DAC541-7B7A-43D3-8B79-37D633B846F1}">
                    <asvg:svgBlip xmlns:asvg="http://schemas.microsoft.com/office/drawing/2016/SVG/main" r:embed="rId31"/>
                  </a:ext>
                </a:extLst>
              </a:blip>
              <a:srcRect/>
              <a:stretch/>
            </p:blipFill>
            <p:spPr>
              <a:xfrm>
                <a:off x="3513869" y="2435878"/>
                <a:ext cx="143060" cy="143060"/>
              </a:xfrm>
              <a:prstGeom prst="rect">
                <a:avLst/>
              </a:prstGeom>
            </p:spPr>
          </p:pic>
        </p:grpSp>
      </p:grpSp>
      <p:sp>
        <p:nvSpPr>
          <p:cNvPr id="32" name="!! 个性化">
            <a:extLst>
              <a:ext uri="{FF2B5EF4-FFF2-40B4-BE49-F238E27FC236}">
                <a16:creationId xmlns:a16="http://schemas.microsoft.com/office/drawing/2014/main" id="{F39FFE75-BC3A-D335-9EBD-63493D19DDE0}"/>
              </a:ext>
            </a:extLst>
          </p:cNvPr>
          <p:cNvSpPr txBox="1"/>
          <p:nvPr/>
        </p:nvSpPr>
        <p:spPr>
          <a:xfrm>
            <a:off x="470872" y="3444966"/>
            <a:ext cx="11113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dirty="0">
                <a:solidFill>
                  <a:schemeClr val="bg1">
                    <a:lumMod val="50000"/>
                  </a:schemeClr>
                </a:solidFill>
              </a:rPr>
              <a:t>个性化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8000BCA8-3203-7C67-869A-6CF1F6E2D1C8}"/>
              </a:ext>
            </a:extLst>
          </p:cNvPr>
          <p:cNvSpPr txBox="1"/>
          <p:nvPr/>
        </p:nvSpPr>
        <p:spPr>
          <a:xfrm>
            <a:off x="462454" y="2020809"/>
            <a:ext cx="11113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dirty="0">
                <a:solidFill>
                  <a:schemeClr val="bg1">
                    <a:lumMod val="50000"/>
                  </a:schemeClr>
                </a:solidFill>
              </a:rPr>
              <a:t>网络与连接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57F95F88-D646-C8B2-2A45-1297786ACA2D}"/>
              </a:ext>
            </a:extLst>
          </p:cNvPr>
          <p:cNvSpPr txBox="1"/>
          <p:nvPr/>
        </p:nvSpPr>
        <p:spPr>
          <a:xfrm>
            <a:off x="462455" y="4033431"/>
            <a:ext cx="11113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dirty="0">
                <a:solidFill>
                  <a:schemeClr val="bg1">
                    <a:lumMod val="50000"/>
                  </a:schemeClr>
                </a:solidFill>
              </a:rPr>
              <a:t>系统与安全</a:t>
            </a:r>
          </a:p>
        </p:txBody>
      </p:sp>
      <p:grpSp>
        <p:nvGrpSpPr>
          <p:cNvPr id="35" name="!! 软件更新">
            <a:extLst>
              <a:ext uri="{FF2B5EF4-FFF2-40B4-BE49-F238E27FC236}">
                <a16:creationId xmlns:a16="http://schemas.microsoft.com/office/drawing/2014/main" id="{D0B569C5-947C-4285-26E0-D4AF8441E580}"/>
              </a:ext>
            </a:extLst>
          </p:cNvPr>
          <p:cNvGrpSpPr/>
          <p:nvPr/>
        </p:nvGrpSpPr>
        <p:grpSpPr>
          <a:xfrm>
            <a:off x="462455" y="4299750"/>
            <a:ext cx="2552892" cy="457924"/>
            <a:chOff x="481145" y="1890767"/>
            <a:chExt cx="2552892" cy="457924"/>
          </a:xfrm>
        </p:grpSpPr>
        <p:sp>
          <p:nvSpPr>
            <p:cNvPr id="36" name="!! 未选中">
              <a:hlinkClick r:id="rId32" action="ppaction://hlinksldjump"/>
              <a:extLst>
                <a:ext uri="{FF2B5EF4-FFF2-40B4-BE49-F238E27FC236}">
                  <a16:creationId xmlns:a16="http://schemas.microsoft.com/office/drawing/2014/main" id="{7D063258-1769-921E-E01E-261A22977A75}"/>
                </a:ext>
              </a:extLst>
            </p:cNvPr>
            <p:cNvSpPr/>
            <p:nvPr/>
          </p:nvSpPr>
          <p:spPr>
            <a:xfrm>
              <a:off x="481145" y="1890767"/>
              <a:ext cx="2552892" cy="457924"/>
            </a:xfrm>
            <a:prstGeom prst="roundRect">
              <a:avLst>
                <a:gd name="adj" fmla="val 22880"/>
              </a:avLst>
            </a:prstGeom>
            <a:solidFill>
              <a:schemeClr val="bg2"/>
            </a:solidFill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1998" defTabSz="914377">
                <a:defRPr/>
              </a:pPr>
              <a:r>
                <a:rPr lang="zh-CN" altLang="en-US" sz="1400" dirty="0">
                  <a:solidFill>
                    <a:schemeClr val="tx1"/>
                  </a:solidFill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      系统更新</a:t>
              </a:r>
            </a:p>
          </p:txBody>
        </p:sp>
        <p:pic>
          <p:nvPicPr>
            <p:cNvPr id="37" name="icon">
              <a:extLst>
                <a:ext uri="{FF2B5EF4-FFF2-40B4-BE49-F238E27FC236}">
                  <a16:creationId xmlns:a16="http://schemas.microsoft.com/office/drawing/2014/main" id="{2942B112-2F08-867E-CF74-B8904C93CABC}"/>
                </a:ext>
              </a:extLst>
            </p:cNvPr>
            <p:cNvPicPr>
              <a:picLocks noChangeAspect="1"/>
            </p:cNvPicPr>
            <p:nvPr/>
          </p:nvPicPr>
          <p:blipFill>
            <a:blip r:embed="rId33">
              <a:extLst>
                <a:ext uri="{96DAC541-7B7A-43D3-8B79-37D633B846F1}">
                  <asvg:svgBlip xmlns:asvg="http://schemas.microsoft.com/office/drawing/2016/SVG/main" r:embed="rId34"/>
                </a:ext>
              </a:extLst>
            </a:blip>
            <a:srcRect/>
            <a:stretch/>
          </p:blipFill>
          <p:spPr>
            <a:xfrm>
              <a:off x="623508" y="2001148"/>
              <a:ext cx="237162" cy="237162"/>
            </a:xfrm>
            <a:prstGeom prst="rect">
              <a:avLst/>
            </a:prstGeom>
          </p:spPr>
        </p:pic>
      </p:grpSp>
      <p:grpSp>
        <p:nvGrpSpPr>
          <p:cNvPr id="41" name="!! 更多连接">
            <a:extLst>
              <a:ext uri="{FF2B5EF4-FFF2-40B4-BE49-F238E27FC236}">
                <a16:creationId xmlns:a16="http://schemas.microsoft.com/office/drawing/2014/main" id="{FA8710C8-B43D-99BF-FFC3-74FEABCE8B3B}"/>
              </a:ext>
            </a:extLst>
          </p:cNvPr>
          <p:cNvGrpSpPr/>
          <p:nvPr/>
        </p:nvGrpSpPr>
        <p:grpSpPr>
          <a:xfrm>
            <a:off x="462454" y="3410531"/>
            <a:ext cx="2552892" cy="457924"/>
            <a:chOff x="462453" y="2623554"/>
            <a:chExt cx="2552892" cy="457924"/>
          </a:xfrm>
        </p:grpSpPr>
        <p:sp>
          <p:nvSpPr>
            <p:cNvPr id="43" name="!! 未选中">
              <a:hlinkClick r:id="rId35" action="ppaction://hlinksldjump"/>
              <a:extLst>
                <a:ext uri="{FF2B5EF4-FFF2-40B4-BE49-F238E27FC236}">
                  <a16:creationId xmlns:a16="http://schemas.microsoft.com/office/drawing/2014/main" id="{DD36410C-AF59-A71E-17BF-8363C9E8B8C0}"/>
                </a:ext>
              </a:extLst>
            </p:cNvPr>
            <p:cNvSpPr/>
            <p:nvPr/>
          </p:nvSpPr>
          <p:spPr>
            <a:xfrm>
              <a:off x="462453" y="2623554"/>
              <a:ext cx="2552892" cy="457924"/>
            </a:xfrm>
            <a:prstGeom prst="roundRect">
              <a:avLst>
                <a:gd name="adj" fmla="val 22880"/>
              </a:avLst>
            </a:prstGeom>
            <a:solidFill>
              <a:schemeClr val="bg2"/>
            </a:solidFill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1998" defTabSz="914377">
                <a:defRPr/>
              </a:pPr>
              <a:r>
                <a:rPr lang="zh-CN" altLang="en-US" sz="1400" dirty="0">
                  <a:solidFill>
                    <a:schemeClr val="tx1">
                      <a:lumMod val="90000"/>
                      <a:lumOff val="10000"/>
                    </a:schemeClr>
                  </a:solidFill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      更多连接</a:t>
              </a:r>
            </a:p>
          </p:txBody>
        </p:sp>
        <p:grpSp>
          <p:nvGrpSpPr>
            <p:cNvPr id="44" name="组合 43">
              <a:extLst>
                <a:ext uri="{FF2B5EF4-FFF2-40B4-BE49-F238E27FC236}">
                  <a16:creationId xmlns:a16="http://schemas.microsoft.com/office/drawing/2014/main" id="{20235937-76C1-CD95-FB58-7C62427F8A58}"/>
                </a:ext>
              </a:extLst>
            </p:cNvPr>
            <p:cNvGrpSpPr/>
            <p:nvPr/>
          </p:nvGrpSpPr>
          <p:grpSpPr>
            <a:xfrm>
              <a:off x="600851" y="2735577"/>
              <a:ext cx="245090" cy="245090"/>
              <a:chOff x="3449581" y="2374787"/>
              <a:chExt cx="263638" cy="263638"/>
            </a:xfrm>
          </p:grpSpPr>
          <p:sp>
            <p:nvSpPr>
              <p:cNvPr id="45" name="椭圆 44">
                <a:extLst>
                  <a:ext uri="{FF2B5EF4-FFF2-40B4-BE49-F238E27FC236}">
                    <a16:creationId xmlns:a16="http://schemas.microsoft.com/office/drawing/2014/main" id="{AA3501B9-A480-D767-23EF-123C8E0D0411}"/>
                  </a:ext>
                </a:extLst>
              </p:cNvPr>
              <p:cNvSpPr/>
              <p:nvPr/>
            </p:nvSpPr>
            <p:spPr>
              <a:xfrm>
                <a:off x="3449581" y="2374787"/>
                <a:ext cx="263638" cy="263638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46" name="icon">
                <a:extLst>
                  <a:ext uri="{FF2B5EF4-FFF2-40B4-BE49-F238E27FC236}">
                    <a16:creationId xmlns:a16="http://schemas.microsoft.com/office/drawing/2014/main" id="{68324F54-A835-A12F-CE83-996A860E7A6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6">
                <a:extLst>
                  <a:ext uri="{96DAC541-7B7A-43D3-8B79-37D633B846F1}">
                    <asvg:svgBlip xmlns:asvg="http://schemas.microsoft.com/office/drawing/2016/SVG/main" r:embed="rId37"/>
                  </a:ext>
                </a:extLst>
              </a:blip>
              <a:srcRect/>
              <a:stretch/>
            </p:blipFill>
            <p:spPr>
              <a:xfrm>
                <a:off x="3513774" y="2433849"/>
                <a:ext cx="143060" cy="143060"/>
              </a:xfrm>
              <a:prstGeom prst="rect">
                <a:avLst/>
              </a:prstGeom>
            </p:spPr>
          </p:pic>
        </p:grpSp>
      </p:grpSp>
      <p:sp>
        <p:nvSpPr>
          <p:cNvPr id="47" name="!! 更多">
            <a:extLst>
              <a:ext uri="{FF2B5EF4-FFF2-40B4-BE49-F238E27FC236}">
                <a16:creationId xmlns:a16="http://schemas.microsoft.com/office/drawing/2014/main" id="{6396E3C9-143E-F72D-BCEE-EFB79EC03548}"/>
              </a:ext>
            </a:extLst>
          </p:cNvPr>
          <p:cNvSpPr txBox="1"/>
          <p:nvPr/>
        </p:nvSpPr>
        <p:spPr>
          <a:xfrm>
            <a:off x="1310353" y="6016666"/>
            <a:ext cx="85443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100" dirty="0">
                <a:solidFill>
                  <a:schemeClr val="accent1"/>
                </a:solidFill>
              </a:rPr>
              <a:t>下一页</a:t>
            </a:r>
          </a:p>
        </p:txBody>
      </p:sp>
      <p:grpSp>
        <p:nvGrpSpPr>
          <p:cNvPr id="49" name="!! 蓝牙">
            <a:extLst>
              <a:ext uri="{FF2B5EF4-FFF2-40B4-BE49-F238E27FC236}">
                <a16:creationId xmlns:a16="http://schemas.microsoft.com/office/drawing/2014/main" id="{9C9BBFF1-7553-B9FE-1BDE-82E90CB7D8E3}"/>
              </a:ext>
            </a:extLst>
          </p:cNvPr>
          <p:cNvGrpSpPr/>
          <p:nvPr/>
        </p:nvGrpSpPr>
        <p:grpSpPr>
          <a:xfrm>
            <a:off x="462453" y="2846581"/>
            <a:ext cx="2552892" cy="457924"/>
            <a:chOff x="462452" y="2059603"/>
            <a:chExt cx="2552892" cy="457924"/>
          </a:xfrm>
        </p:grpSpPr>
        <p:sp>
          <p:nvSpPr>
            <p:cNvPr id="52" name="!! 未选中">
              <a:hlinkClick r:id="rId38" action="ppaction://hlinksldjump"/>
              <a:extLst>
                <a:ext uri="{FF2B5EF4-FFF2-40B4-BE49-F238E27FC236}">
                  <a16:creationId xmlns:a16="http://schemas.microsoft.com/office/drawing/2014/main" id="{2A919ECC-B6CE-88B8-7330-5906FBEA11EF}"/>
                </a:ext>
              </a:extLst>
            </p:cNvPr>
            <p:cNvSpPr/>
            <p:nvPr/>
          </p:nvSpPr>
          <p:spPr>
            <a:xfrm>
              <a:off x="462452" y="2059603"/>
              <a:ext cx="2552892" cy="457924"/>
            </a:xfrm>
            <a:prstGeom prst="roundRect">
              <a:avLst>
                <a:gd name="adj" fmla="val 22880"/>
              </a:avLst>
            </a:prstGeom>
            <a:solidFill>
              <a:schemeClr val="bg2"/>
            </a:solidFill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1998" defTabSz="914377">
                <a:defRPr/>
              </a:pPr>
              <a:r>
                <a:rPr lang="zh-CN" altLang="en-US" sz="1400" dirty="0">
                  <a:solidFill>
                    <a:schemeClr val="tx1">
                      <a:lumMod val="90000"/>
                      <a:lumOff val="10000"/>
                    </a:schemeClr>
                  </a:solidFill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      蓝牙</a:t>
              </a:r>
            </a:p>
          </p:txBody>
        </p:sp>
        <p:pic>
          <p:nvPicPr>
            <p:cNvPr id="54" name="图形 53">
              <a:extLst>
                <a:ext uri="{FF2B5EF4-FFF2-40B4-BE49-F238E27FC236}">
                  <a16:creationId xmlns:a16="http://schemas.microsoft.com/office/drawing/2014/main" id="{79038C29-0C1E-173F-BC30-92FD18EBB941}"/>
                </a:ext>
              </a:extLst>
            </p:cNvPr>
            <p:cNvPicPr>
              <a:picLocks noChangeAspect="1"/>
            </p:cNvPicPr>
            <p:nvPr/>
          </p:nvPicPr>
          <p:blipFill>
            <a:blip r:embed="rId39">
              <a:extLst>
                <a:ext uri="{96DAC541-7B7A-43D3-8B79-37D633B846F1}">
                  <asvg:svgBlip xmlns:asvg="http://schemas.microsoft.com/office/drawing/2016/SVG/main" r:embed="rId40"/>
                </a:ext>
              </a:extLst>
            </a:blip>
            <a:stretch>
              <a:fillRect/>
            </a:stretch>
          </p:blipFill>
          <p:spPr>
            <a:xfrm>
              <a:off x="600851" y="2174279"/>
              <a:ext cx="237166" cy="237166"/>
            </a:xfrm>
            <a:prstGeom prst="rect">
              <a:avLst/>
            </a:prstGeom>
          </p:spPr>
        </p:pic>
      </p:grpSp>
      <p:grpSp>
        <p:nvGrpSpPr>
          <p:cNvPr id="58" name="!! WLAN">
            <a:extLst>
              <a:ext uri="{FF2B5EF4-FFF2-40B4-BE49-F238E27FC236}">
                <a16:creationId xmlns:a16="http://schemas.microsoft.com/office/drawing/2014/main" id="{4A283316-38BA-D305-BB72-1748D15E8818}"/>
              </a:ext>
            </a:extLst>
          </p:cNvPr>
          <p:cNvGrpSpPr/>
          <p:nvPr/>
        </p:nvGrpSpPr>
        <p:grpSpPr>
          <a:xfrm>
            <a:off x="462453" y="2282631"/>
            <a:ext cx="2552892" cy="457924"/>
            <a:chOff x="462452" y="1495653"/>
            <a:chExt cx="2552892" cy="457924"/>
          </a:xfrm>
        </p:grpSpPr>
        <p:grpSp>
          <p:nvGrpSpPr>
            <p:cNvPr id="59" name="!! WLAN">
              <a:extLst>
                <a:ext uri="{FF2B5EF4-FFF2-40B4-BE49-F238E27FC236}">
                  <a16:creationId xmlns:a16="http://schemas.microsoft.com/office/drawing/2014/main" id="{F3A3E01E-E96F-EAAB-7A18-63FF67AA41FB}"/>
                </a:ext>
              </a:extLst>
            </p:cNvPr>
            <p:cNvGrpSpPr/>
            <p:nvPr/>
          </p:nvGrpSpPr>
          <p:grpSpPr>
            <a:xfrm>
              <a:off x="462452" y="1495653"/>
              <a:ext cx="2552892" cy="457924"/>
              <a:chOff x="462452" y="1495653"/>
              <a:chExt cx="2552892" cy="457924"/>
            </a:xfrm>
          </p:grpSpPr>
          <p:sp>
            <p:nvSpPr>
              <p:cNvPr id="61" name="!! 未选中">
                <a:hlinkClick r:id="rId41" action="ppaction://hlinksldjump"/>
                <a:extLst>
                  <a:ext uri="{FF2B5EF4-FFF2-40B4-BE49-F238E27FC236}">
                    <a16:creationId xmlns:a16="http://schemas.microsoft.com/office/drawing/2014/main" id="{AC71CB56-9AFA-E910-A47A-1967246D480E}"/>
                  </a:ext>
                </a:extLst>
              </p:cNvPr>
              <p:cNvSpPr/>
              <p:nvPr/>
            </p:nvSpPr>
            <p:spPr>
              <a:xfrm>
                <a:off x="462452" y="1495653"/>
                <a:ext cx="2552892" cy="457924"/>
              </a:xfrm>
              <a:prstGeom prst="roundRect">
                <a:avLst>
                  <a:gd name="adj" fmla="val 22880"/>
                </a:avLst>
              </a:prstGeom>
              <a:solidFill>
                <a:schemeClr val="bg2"/>
              </a:solidFill>
              <a:ln w="6350"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71998" defTabSz="914377">
                  <a:defRPr/>
                </a:pPr>
                <a:r>
                  <a:rPr lang="zh-CN" altLang="en-US" sz="1400" dirty="0">
                    <a:solidFill>
                      <a:schemeClr val="tx1">
                        <a:lumMod val="90000"/>
                        <a:lumOff val="10000"/>
                      </a:schemeClr>
                    </a:solidFill>
                    <a:latin typeface="vivo Sans Light" panose="02000400000000000000" pitchFamily="2" charset="-122"/>
                    <a:ea typeface="vivo Sans Light" panose="02000400000000000000" pitchFamily="2" charset="-122"/>
                    <a:cs typeface="vivo Sans Light" panose="02000400000000000000" pitchFamily="2" charset="-122"/>
                  </a:rPr>
                  <a:t>      无线局域网</a:t>
                </a:r>
              </a:p>
            </p:txBody>
          </p:sp>
          <p:pic>
            <p:nvPicPr>
              <p:cNvPr id="62" name="icon">
                <a:extLst>
                  <a:ext uri="{FF2B5EF4-FFF2-40B4-BE49-F238E27FC236}">
                    <a16:creationId xmlns:a16="http://schemas.microsoft.com/office/drawing/2014/main" id="{E5BF6E6D-D4CB-2BF5-265F-F448AD32441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2">
                <a:extLst>
                  <a:ext uri="{96DAC541-7B7A-43D3-8B79-37D633B846F1}">
                    <asvg:svgBlip xmlns:asvg="http://schemas.microsoft.com/office/drawing/2016/SVG/main" r:embed="rId43"/>
                  </a:ext>
                </a:extLst>
              </a:blip>
              <a:srcRect/>
              <a:stretch/>
            </p:blipFill>
            <p:spPr>
              <a:xfrm>
                <a:off x="638475" y="1636367"/>
                <a:ext cx="169842" cy="169842"/>
              </a:xfrm>
              <a:prstGeom prst="rect">
                <a:avLst/>
              </a:prstGeom>
            </p:spPr>
          </p:pic>
        </p:grpSp>
        <p:pic>
          <p:nvPicPr>
            <p:cNvPr id="60" name="图形 59">
              <a:extLst>
                <a:ext uri="{FF2B5EF4-FFF2-40B4-BE49-F238E27FC236}">
                  <a16:creationId xmlns:a16="http://schemas.microsoft.com/office/drawing/2014/main" id="{913F0A6D-5268-5EB1-5EF1-4C489A2297AE}"/>
                </a:ext>
              </a:extLst>
            </p:cNvPr>
            <p:cNvPicPr>
              <a:picLocks noChangeAspect="1"/>
            </p:cNvPicPr>
            <p:nvPr/>
          </p:nvPicPr>
          <p:blipFill>
            <a:blip r:embed="rId44">
              <a:extLst>
                <a:ext uri="{96DAC541-7B7A-43D3-8B79-37D633B846F1}">
                  <asvg:svgBlip xmlns:asvg="http://schemas.microsoft.com/office/drawing/2016/SVG/main" r:embed="rId45"/>
                </a:ext>
              </a:extLst>
            </a:blip>
            <a:stretch>
              <a:fillRect/>
            </a:stretch>
          </p:blipFill>
          <p:spPr>
            <a:xfrm>
              <a:off x="600489" y="1593839"/>
              <a:ext cx="245452" cy="245452"/>
            </a:xfrm>
            <a:prstGeom prst="rect">
              <a:avLst/>
            </a:prstGeom>
          </p:spPr>
        </p:pic>
      </p:grpSp>
      <p:grpSp>
        <p:nvGrpSpPr>
          <p:cNvPr id="63" name="!! 关于">
            <a:extLst>
              <a:ext uri="{FF2B5EF4-FFF2-40B4-BE49-F238E27FC236}">
                <a16:creationId xmlns:a16="http://schemas.microsoft.com/office/drawing/2014/main" id="{8C6E4626-4E4C-FA09-6789-949CC0104622}"/>
              </a:ext>
            </a:extLst>
          </p:cNvPr>
          <p:cNvGrpSpPr/>
          <p:nvPr/>
        </p:nvGrpSpPr>
        <p:grpSpPr>
          <a:xfrm>
            <a:off x="461126" y="5442791"/>
            <a:ext cx="2552892" cy="457924"/>
            <a:chOff x="453977" y="4076722"/>
            <a:chExt cx="2552892" cy="457924"/>
          </a:xfrm>
        </p:grpSpPr>
        <p:sp>
          <p:nvSpPr>
            <p:cNvPr id="64" name="!! 未选中">
              <a:hlinkClick r:id="rId46" action="ppaction://hlinksldjump"/>
              <a:extLst>
                <a:ext uri="{FF2B5EF4-FFF2-40B4-BE49-F238E27FC236}">
                  <a16:creationId xmlns:a16="http://schemas.microsoft.com/office/drawing/2014/main" id="{4528D9AB-4A0D-F981-B0E0-B7A5174FC4F3}"/>
                </a:ext>
              </a:extLst>
            </p:cNvPr>
            <p:cNvSpPr/>
            <p:nvPr/>
          </p:nvSpPr>
          <p:spPr>
            <a:xfrm>
              <a:off x="453977" y="4076722"/>
              <a:ext cx="2552892" cy="457924"/>
            </a:xfrm>
            <a:prstGeom prst="roundRect">
              <a:avLst>
                <a:gd name="adj" fmla="val 22880"/>
              </a:avLst>
            </a:prstGeom>
            <a:solidFill>
              <a:schemeClr val="bg2"/>
            </a:solidFill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1998" defTabSz="914377">
                <a:defRPr/>
              </a:pPr>
              <a:r>
                <a:rPr lang="zh-CN" altLang="en-US" sz="1400" dirty="0">
                  <a:solidFill>
                    <a:schemeClr val="tx1">
                      <a:lumMod val="90000"/>
                      <a:lumOff val="10000"/>
                    </a:schemeClr>
                  </a:solidFill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      关于此</a:t>
              </a:r>
              <a:r>
                <a:rPr lang="en-US" altLang="zh-CN" sz="1400" dirty="0">
                  <a:solidFill>
                    <a:schemeClr val="tx1">
                      <a:lumMod val="90000"/>
                      <a:lumOff val="10000"/>
                    </a:schemeClr>
                  </a:solidFill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Pad</a:t>
              </a:r>
              <a:endParaRPr lang="zh-CN" altLang="en-US" sz="1400" dirty="0">
                <a:solidFill>
                  <a:schemeClr val="tx1">
                    <a:lumMod val="90000"/>
                    <a:lumOff val="10000"/>
                  </a:schemeClr>
                </a:solidFill>
                <a:latin typeface="vivo Sans Light" panose="02000400000000000000" pitchFamily="2" charset="-122"/>
                <a:ea typeface="vivo Sans Light" panose="02000400000000000000" pitchFamily="2" charset="-122"/>
                <a:cs typeface="vivo Sans Light" panose="02000400000000000000" pitchFamily="2" charset="-122"/>
              </a:endParaRPr>
            </a:p>
          </p:txBody>
        </p:sp>
        <p:pic>
          <p:nvPicPr>
            <p:cNvPr id="65" name="图形 64">
              <a:extLst>
                <a:ext uri="{FF2B5EF4-FFF2-40B4-BE49-F238E27FC236}">
                  <a16:creationId xmlns:a16="http://schemas.microsoft.com/office/drawing/2014/main" id="{B929119F-7925-C2E4-0702-FA488C5BFEE3}"/>
                </a:ext>
              </a:extLst>
            </p:cNvPr>
            <p:cNvPicPr>
              <a:picLocks noChangeAspect="1"/>
            </p:cNvPicPr>
            <p:nvPr/>
          </p:nvPicPr>
          <p:blipFill>
            <a:blip r:embed="rId47">
              <a:extLst>
                <a:ext uri="{96DAC541-7B7A-43D3-8B79-37D633B846F1}">
                  <asvg:svgBlip xmlns:asvg="http://schemas.microsoft.com/office/drawing/2016/SVG/main" r:embed="rId48"/>
                </a:ext>
              </a:extLst>
            </a:blip>
            <a:stretch>
              <a:fillRect/>
            </a:stretch>
          </p:blipFill>
          <p:spPr>
            <a:xfrm flipV="1">
              <a:off x="599323" y="4190280"/>
              <a:ext cx="238694" cy="238694"/>
            </a:xfrm>
            <a:prstGeom prst="rect">
              <a:avLst/>
            </a:prstGeom>
          </p:spPr>
        </p:pic>
      </p:grpSp>
      <p:grpSp>
        <p:nvGrpSpPr>
          <p:cNvPr id="66" name="!! 保护">
            <a:extLst>
              <a:ext uri="{FF2B5EF4-FFF2-40B4-BE49-F238E27FC236}">
                <a16:creationId xmlns:a16="http://schemas.microsoft.com/office/drawing/2014/main" id="{7924D022-EDB1-9AC7-3DDA-2967AC9217F9}"/>
              </a:ext>
            </a:extLst>
          </p:cNvPr>
          <p:cNvGrpSpPr/>
          <p:nvPr/>
        </p:nvGrpSpPr>
        <p:grpSpPr>
          <a:xfrm>
            <a:off x="461126" y="4868915"/>
            <a:ext cx="2552892" cy="457924"/>
            <a:chOff x="462453" y="2623554"/>
            <a:chExt cx="2552892" cy="457924"/>
          </a:xfrm>
        </p:grpSpPr>
        <p:sp>
          <p:nvSpPr>
            <p:cNvPr id="67" name="!! 未选中">
              <a:hlinkClick r:id="rId49" action="ppaction://hlinksldjump"/>
              <a:extLst>
                <a:ext uri="{FF2B5EF4-FFF2-40B4-BE49-F238E27FC236}">
                  <a16:creationId xmlns:a16="http://schemas.microsoft.com/office/drawing/2014/main" id="{843774F3-6374-6C42-CE2A-15758276A345}"/>
                </a:ext>
              </a:extLst>
            </p:cNvPr>
            <p:cNvSpPr/>
            <p:nvPr/>
          </p:nvSpPr>
          <p:spPr>
            <a:xfrm>
              <a:off x="462453" y="2623554"/>
              <a:ext cx="2552892" cy="457924"/>
            </a:xfrm>
            <a:prstGeom prst="roundRect">
              <a:avLst>
                <a:gd name="adj" fmla="val 22880"/>
              </a:avLst>
            </a:prstGeom>
            <a:solidFill>
              <a:schemeClr val="bg2"/>
            </a:solidFill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1998" defTabSz="914377">
                <a:defRPr/>
              </a:pPr>
              <a:r>
                <a:rPr lang="zh-CN" altLang="en-US" sz="1400" dirty="0">
                  <a:solidFill>
                    <a:schemeClr val="tx1">
                      <a:lumMod val="90000"/>
                      <a:lumOff val="10000"/>
                    </a:schemeClr>
                  </a:solidFill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      设备安全性</a:t>
              </a:r>
            </a:p>
          </p:txBody>
        </p:sp>
        <p:grpSp>
          <p:nvGrpSpPr>
            <p:cNvPr id="68" name="组合 67">
              <a:extLst>
                <a:ext uri="{FF2B5EF4-FFF2-40B4-BE49-F238E27FC236}">
                  <a16:creationId xmlns:a16="http://schemas.microsoft.com/office/drawing/2014/main" id="{62451796-9521-7B2C-C590-DC0BCC27F9A1}"/>
                </a:ext>
              </a:extLst>
            </p:cNvPr>
            <p:cNvGrpSpPr/>
            <p:nvPr/>
          </p:nvGrpSpPr>
          <p:grpSpPr>
            <a:xfrm>
              <a:off x="600851" y="2735577"/>
              <a:ext cx="245090" cy="245090"/>
              <a:chOff x="3449581" y="2374787"/>
              <a:chExt cx="263638" cy="263638"/>
            </a:xfrm>
          </p:grpSpPr>
          <p:sp>
            <p:nvSpPr>
              <p:cNvPr id="69" name="椭圆 68">
                <a:extLst>
                  <a:ext uri="{FF2B5EF4-FFF2-40B4-BE49-F238E27FC236}">
                    <a16:creationId xmlns:a16="http://schemas.microsoft.com/office/drawing/2014/main" id="{5FAAF05D-DAD3-E732-CE7A-17E5764B2352}"/>
                  </a:ext>
                </a:extLst>
              </p:cNvPr>
              <p:cNvSpPr/>
              <p:nvPr/>
            </p:nvSpPr>
            <p:spPr>
              <a:xfrm>
                <a:off x="3449581" y="2374787"/>
                <a:ext cx="263638" cy="263638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70" name="icon">
                <a:extLst>
                  <a:ext uri="{FF2B5EF4-FFF2-40B4-BE49-F238E27FC236}">
                    <a16:creationId xmlns:a16="http://schemas.microsoft.com/office/drawing/2014/main" id="{CAF36F33-526F-053A-A464-ABF17FB0F34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0">
                <a:extLst>
                  <a:ext uri="{96DAC541-7B7A-43D3-8B79-37D633B846F1}">
                    <asvg:svgBlip xmlns:asvg="http://schemas.microsoft.com/office/drawing/2016/SVG/main" r:embed="rId51"/>
                  </a:ext>
                </a:extLst>
              </a:blip>
              <a:srcRect/>
              <a:stretch/>
            </p:blipFill>
            <p:spPr>
              <a:xfrm>
                <a:off x="3513869" y="2435878"/>
                <a:ext cx="143060" cy="143060"/>
              </a:xfrm>
              <a:prstGeom prst="rect">
                <a:avLst/>
              </a:prstGeom>
            </p:spPr>
          </p:pic>
        </p:grpSp>
      </p:grpSp>
      <p:grpSp>
        <p:nvGrpSpPr>
          <p:cNvPr id="71" name="组合 70">
            <a:extLst>
              <a:ext uri="{FF2B5EF4-FFF2-40B4-BE49-F238E27FC236}">
                <a16:creationId xmlns:a16="http://schemas.microsoft.com/office/drawing/2014/main" id="{F5F414AD-F559-AC23-E062-E3F21D6EFDD4}"/>
              </a:ext>
            </a:extLst>
          </p:cNvPr>
          <p:cNvGrpSpPr/>
          <p:nvPr/>
        </p:nvGrpSpPr>
        <p:grpSpPr>
          <a:xfrm>
            <a:off x="461126" y="1123111"/>
            <a:ext cx="2552892" cy="756471"/>
            <a:chOff x="461125" y="1123110"/>
            <a:chExt cx="2552892" cy="756471"/>
          </a:xfrm>
        </p:grpSpPr>
        <p:sp>
          <p:nvSpPr>
            <p:cNvPr id="72" name="矩形: 圆角 71">
              <a:hlinkClick r:id="rId52" action="ppaction://hlinksldjump"/>
              <a:extLst>
                <a:ext uri="{FF2B5EF4-FFF2-40B4-BE49-F238E27FC236}">
                  <a16:creationId xmlns:a16="http://schemas.microsoft.com/office/drawing/2014/main" id="{8793F8F3-50C5-CA22-5861-10B19643652D}"/>
                </a:ext>
              </a:extLst>
            </p:cNvPr>
            <p:cNvSpPr/>
            <p:nvPr/>
          </p:nvSpPr>
          <p:spPr>
            <a:xfrm>
              <a:off x="461125" y="1123110"/>
              <a:ext cx="2552892" cy="756471"/>
            </a:xfrm>
            <a:prstGeom prst="roundRect">
              <a:avLst>
                <a:gd name="adj" fmla="val 13695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3" name="文本框 72">
              <a:extLst>
                <a:ext uri="{FF2B5EF4-FFF2-40B4-BE49-F238E27FC236}">
                  <a16:creationId xmlns:a16="http://schemas.microsoft.com/office/drawing/2014/main" id="{B61E77C9-CF98-2EB8-0713-27E7A833B2B7}"/>
                </a:ext>
              </a:extLst>
            </p:cNvPr>
            <p:cNvSpPr txBox="1"/>
            <p:nvPr/>
          </p:nvSpPr>
          <p:spPr>
            <a:xfrm>
              <a:off x="1119456" y="1283470"/>
              <a:ext cx="161993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dirty="0">
                  <a:latin typeface="+mn-ea"/>
                  <a:cs typeface="vivo Sans Light" panose="02000400000000000000" pitchFamily="2" charset="-122"/>
                </a:rPr>
                <a:t>雨夌</a:t>
              </a:r>
            </a:p>
          </p:txBody>
        </p:sp>
        <p:sp>
          <p:nvSpPr>
            <p:cNvPr id="74" name="文本框 73">
              <a:extLst>
                <a:ext uri="{FF2B5EF4-FFF2-40B4-BE49-F238E27FC236}">
                  <a16:creationId xmlns:a16="http://schemas.microsoft.com/office/drawing/2014/main" id="{6ECC4625-B56A-5B5F-0663-4545C3DAADAE}"/>
                </a:ext>
              </a:extLst>
            </p:cNvPr>
            <p:cNvSpPr txBox="1"/>
            <p:nvPr/>
          </p:nvSpPr>
          <p:spPr>
            <a:xfrm>
              <a:off x="1119456" y="1497658"/>
              <a:ext cx="161993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000" dirty="0">
                  <a:solidFill>
                    <a:schemeClr val="bg1">
                      <a:lumMod val="75000"/>
                    </a:schemeClr>
                  </a:solidFill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管理你的云账户</a:t>
              </a:r>
            </a:p>
          </p:txBody>
        </p:sp>
        <p:sp>
          <p:nvSpPr>
            <p:cNvPr id="75" name="!! 头像框">
              <a:extLst>
                <a:ext uri="{FF2B5EF4-FFF2-40B4-BE49-F238E27FC236}">
                  <a16:creationId xmlns:a16="http://schemas.microsoft.com/office/drawing/2014/main" id="{91252979-084D-2471-D901-5410A88B93F0}"/>
                </a:ext>
              </a:extLst>
            </p:cNvPr>
            <p:cNvSpPr/>
            <p:nvPr/>
          </p:nvSpPr>
          <p:spPr>
            <a:xfrm>
              <a:off x="638475" y="1267548"/>
              <a:ext cx="463636" cy="463636"/>
            </a:xfrm>
            <a:prstGeom prst="ellipse">
              <a:avLst/>
            </a:prstGeom>
            <a:blipFill>
              <a:blip r:embed="rId53"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77">
                <a:defRPr/>
              </a:pPr>
              <a:endParaRPr lang="zh-CN" altLang="en-US">
                <a:solidFill>
                  <a:srgbClr val="F5F5F5"/>
                </a:solidFill>
                <a:latin typeface="vivo Sans"/>
                <a:ea typeface="vivo Sans"/>
              </a:endParaRPr>
            </a:p>
          </p:txBody>
        </p:sp>
      </p:grpSp>
      <p:sp>
        <p:nvSpPr>
          <p:cNvPr id="78" name="!! 以太网1按钮">
            <a:extLst>
              <a:ext uri="{FF2B5EF4-FFF2-40B4-BE49-F238E27FC236}">
                <a16:creationId xmlns:a16="http://schemas.microsoft.com/office/drawing/2014/main" id="{DC79F1DA-B826-2A3B-DE5F-410AFAB8D6BA}"/>
              </a:ext>
            </a:extLst>
          </p:cNvPr>
          <p:cNvSpPr/>
          <p:nvPr/>
        </p:nvSpPr>
        <p:spPr>
          <a:xfrm>
            <a:off x="4178597" y="1095207"/>
            <a:ext cx="7429351" cy="545100"/>
          </a:xfrm>
          <a:prstGeom prst="roundRect">
            <a:avLst>
              <a:gd name="adj" fmla="val 14376"/>
            </a:avLst>
          </a:prstGeom>
          <a:solidFill>
            <a:schemeClr val="bg2"/>
          </a:solidFill>
          <a:ln w="3175">
            <a:solidFill>
              <a:schemeClr val="bg1">
                <a:lumMod val="90000"/>
              </a:schemeClr>
            </a:solidFill>
          </a:ln>
          <a:effectLst>
            <a:outerShdw blurRad="190500" algn="ctr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07997" defTabSz="914377">
              <a:defRPr/>
            </a:pPr>
            <a:r>
              <a:rPr lang="zh-CN" altLang="en-US" sz="1400" dirty="0">
                <a:solidFill>
                  <a:srgbClr val="181818"/>
                </a:solidFill>
                <a:latin typeface="vivo Sans Light" panose="02000400000000000000" pitchFamily="2" charset="-122"/>
                <a:ea typeface="vivo Sans Light" panose="02000400000000000000" pitchFamily="2" charset="-122"/>
                <a:cs typeface="vivo Sans Light" panose="02000400000000000000" pitchFamily="2" charset="-122"/>
              </a:rPr>
              <a:t>当前电量</a:t>
            </a:r>
          </a:p>
        </p:txBody>
      </p:sp>
      <p:sp>
        <p:nvSpPr>
          <p:cNvPr id="79" name="文本框 78">
            <a:extLst>
              <a:ext uri="{FF2B5EF4-FFF2-40B4-BE49-F238E27FC236}">
                <a16:creationId xmlns:a16="http://schemas.microsoft.com/office/drawing/2014/main" id="{85345101-9E9C-F964-74A6-BDCE68EE8F73}"/>
              </a:ext>
            </a:extLst>
          </p:cNvPr>
          <p:cNvSpPr txBox="1"/>
          <p:nvPr/>
        </p:nvSpPr>
        <p:spPr>
          <a:xfrm>
            <a:off x="10528374" y="1213868"/>
            <a:ext cx="914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400" dirty="0">
                <a:solidFill>
                  <a:schemeClr val="bg1">
                    <a:lumMod val="75000"/>
                  </a:schemeClr>
                </a:solidFill>
                <a:latin typeface="vivo Sans Light" panose="02000400000000000000" pitchFamily="2" charset="-122"/>
                <a:ea typeface="vivo Sans Light" panose="02000400000000000000" pitchFamily="2" charset="-122"/>
                <a:cs typeface="vivo Sans Light" panose="02000400000000000000" pitchFamily="2" charset="-122"/>
              </a:rPr>
              <a:t>49%</a:t>
            </a:r>
            <a:endParaRPr lang="zh-CN" altLang="en-US" sz="1400" dirty="0">
              <a:solidFill>
                <a:schemeClr val="bg1">
                  <a:lumMod val="75000"/>
                </a:schemeClr>
              </a:solidFill>
              <a:latin typeface="vivo Sans Light" panose="02000400000000000000" pitchFamily="2" charset="-122"/>
              <a:ea typeface="vivo Sans Light" panose="02000400000000000000" pitchFamily="2" charset="-122"/>
              <a:cs typeface="vivo Sans Light" panose="02000400000000000000" pitchFamily="2" charset="-122"/>
            </a:endParaRPr>
          </a:p>
        </p:txBody>
      </p:sp>
      <p:sp>
        <p:nvSpPr>
          <p:cNvPr id="80" name="!! 以太网1按钮">
            <a:extLst>
              <a:ext uri="{FF2B5EF4-FFF2-40B4-BE49-F238E27FC236}">
                <a16:creationId xmlns:a16="http://schemas.microsoft.com/office/drawing/2014/main" id="{C5D1EA04-0A5D-CB8F-F4B5-BB47AA6B4C66}"/>
              </a:ext>
            </a:extLst>
          </p:cNvPr>
          <p:cNvSpPr/>
          <p:nvPr/>
        </p:nvSpPr>
        <p:spPr>
          <a:xfrm>
            <a:off x="4190303" y="1765954"/>
            <a:ext cx="7429351" cy="545100"/>
          </a:xfrm>
          <a:prstGeom prst="roundRect">
            <a:avLst>
              <a:gd name="adj" fmla="val 14376"/>
            </a:avLst>
          </a:prstGeom>
          <a:solidFill>
            <a:schemeClr val="bg2"/>
          </a:solidFill>
          <a:ln w="3175">
            <a:solidFill>
              <a:schemeClr val="bg1">
                <a:lumMod val="90000"/>
              </a:schemeClr>
            </a:solidFill>
          </a:ln>
          <a:effectLst>
            <a:outerShdw blurRad="190500" algn="ctr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07997" defTabSz="914377">
              <a:defRPr/>
            </a:pPr>
            <a:r>
              <a:rPr lang="zh-CN" altLang="en-US" sz="1400" dirty="0">
                <a:solidFill>
                  <a:srgbClr val="181818"/>
                </a:solidFill>
                <a:latin typeface="vivo Sans Light" panose="02000400000000000000" pitchFamily="2" charset="-122"/>
                <a:ea typeface="vivo Sans Light" panose="02000400000000000000" pitchFamily="2" charset="-122"/>
                <a:cs typeface="vivo Sans Light" panose="02000400000000000000" pitchFamily="2" charset="-122"/>
              </a:rPr>
              <a:t>电池状态</a:t>
            </a:r>
          </a:p>
        </p:txBody>
      </p:sp>
      <p:sp>
        <p:nvSpPr>
          <p:cNvPr id="81" name="文本框 80">
            <a:extLst>
              <a:ext uri="{FF2B5EF4-FFF2-40B4-BE49-F238E27FC236}">
                <a16:creationId xmlns:a16="http://schemas.microsoft.com/office/drawing/2014/main" id="{508F6F66-0D4E-9D82-DB9B-F98BFEC2B43E}"/>
              </a:ext>
            </a:extLst>
          </p:cNvPr>
          <p:cNvSpPr txBox="1"/>
          <p:nvPr/>
        </p:nvSpPr>
        <p:spPr>
          <a:xfrm>
            <a:off x="10243561" y="1879582"/>
            <a:ext cx="11992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400" dirty="0">
                <a:solidFill>
                  <a:schemeClr val="bg1">
                    <a:lumMod val="75000"/>
                  </a:schemeClr>
                </a:solidFill>
                <a:latin typeface="vivo Sans Light" panose="02000400000000000000" pitchFamily="2" charset="-122"/>
                <a:ea typeface="vivo Sans Light" panose="02000400000000000000" pitchFamily="2" charset="-122"/>
                <a:cs typeface="vivo Sans Light" panose="02000400000000000000" pitchFamily="2" charset="-122"/>
              </a:rPr>
              <a:t>AC</a:t>
            </a:r>
            <a:r>
              <a:rPr lang="zh-CN" altLang="en-US" sz="1400" dirty="0">
                <a:solidFill>
                  <a:schemeClr val="bg1">
                    <a:lumMod val="75000"/>
                  </a:schemeClr>
                </a:solidFill>
                <a:latin typeface="vivo Sans Light" panose="02000400000000000000" pitchFamily="2" charset="-122"/>
                <a:ea typeface="vivo Sans Light" panose="02000400000000000000" pitchFamily="2" charset="-122"/>
                <a:cs typeface="vivo Sans Light" panose="02000400000000000000" pitchFamily="2" charset="-122"/>
              </a:rPr>
              <a:t>充电中</a:t>
            </a:r>
          </a:p>
        </p:txBody>
      </p:sp>
    </p:spTree>
    <p:extLst>
      <p:ext uri="{BB962C8B-B14F-4D97-AF65-F5344CB8AC3E}">
        <p14:creationId xmlns:p14="http://schemas.microsoft.com/office/powerpoint/2010/main" val="42216667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3" nodeType="click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5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5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3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5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5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5" presetClass="path" presetSubtype="0" decel="10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30" dur="330" spd="-100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1" presetID="35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32" dur="330" spd="-100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3" presetID="35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34" dur="330" spd="-100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5" presetID="35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36" dur="330" spd="-100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7" presetID="35" presetClass="path" presetSubtype="0" decel="10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38" dur="330" spd="-100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9" presetID="35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40" dur="330" spd="-100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1" presetID="35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42" dur="330" spd="-100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35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44" dur="330" spd="-100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5" presetID="10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1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" dur="1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1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" dur="1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63" presetClass="path" presetSubtype="0" decel="10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5 0 E" pathEditMode="relative" ptsTypes="">
                                      <p:cBhvr>
                                        <p:cTn id="58" dur="33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9" presetID="63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5 0 E" pathEditMode="relative" ptsTypes="">
                                      <p:cBhvr>
                                        <p:cTn id="60" dur="33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1" presetID="63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5 0 E" pathEditMode="relative" ptsTypes="">
                                      <p:cBhvr>
                                        <p:cTn id="62" dur="33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3" presetID="63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5 0 E" pathEditMode="relative" ptsTypes="">
                                      <p:cBhvr>
                                        <p:cTn id="64" dur="33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xit" presetSubtype="0" fill="hold" grpId="1" nodeType="clickEffect">
                                  <p:stCondLst>
                                    <p:cond delay="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8" dur="1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0" presetClass="exit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1" dur="15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0" presetClass="exit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4" dur="15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10" presetClass="exit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7" dur="1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0" presetClass="exit" presetSubtype="0" fill="hold" grpId="1" nodeType="withEffect">
                                  <p:stCondLst>
                                    <p:cond delay="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0" dur="1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10" presetClass="exit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3" dur="1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0" presetClass="exit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6" dur="15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10" presetClass="exit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9" dur="15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35" presetClass="path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92" dur="33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3" presetID="35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94" dur="33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5" presetID="35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96" dur="33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7" presetID="35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98" dur="33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9" presetID="35" presetClass="path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100" dur="33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1" presetID="35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102" dur="33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3" presetID="35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104" dur="33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5" presetID="35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106" dur="33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1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1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1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1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63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5 0 E" pathEditMode="fixed" ptsTypes="">
                                      <p:cBhvr>
                                        <p:cTn id="120" dur="330" spd="-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1" presetID="63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5 0 E" pathEditMode="fixed" ptsTypes="">
                                      <p:cBhvr>
                                        <p:cTn id="122" dur="330" spd="-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3" presetID="63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5 0 E" pathEditMode="fixed" ptsTypes="">
                                      <p:cBhvr>
                                        <p:cTn id="124" dur="330" spd="-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5" presetID="63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5 0 E" pathEditMode="fixed" ptsTypes="">
                                      <p:cBhvr>
                                        <p:cTn id="126" dur="330" spd="-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7"/>
                  </p:tgtEl>
                </p:cond>
              </p:nextCondLst>
            </p:seq>
          </p:childTnLst>
        </p:cTn>
      </p:par>
    </p:tnLst>
    <p:bldLst>
      <p:bldP spid="32" grpId="0"/>
      <p:bldP spid="32" grpId="1"/>
      <p:bldP spid="32" grpId="2"/>
      <p:bldP spid="32" grpId="3"/>
      <p:bldP spid="33" grpId="0"/>
      <p:bldP spid="33" grpId="1"/>
      <p:bldP spid="33" grpId="2"/>
      <p:bldP spid="33" grpId="3"/>
      <p:bldP spid="34" grpId="0"/>
      <p:bldP spid="34" grpId="1"/>
      <p:bldP spid="34" grpId="2"/>
      <p:bldP spid="34" grpId="3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BCECD0-0710-6AD3-891E-93084FE740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!! 背景板">
            <a:extLst>
              <a:ext uri="{FF2B5EF4-FFF2-40B4-BE49-F238E27FC236}">
                <a16:creationId xmlns:a16="http://schemas.microsoft.com/office/drawing/2014/main" id="{A72BADD9-4A75-40BE-84B3-FE47E0600053}"/>
              </a:ext>
            </a:extLst>
          </p:cNvPr>
          <p:cNvSpPr/>
          <p:nvPr/>
        </p:nvSpPr>
        <p:spPr>
          <a:xfrm>
            <a:off x="-10160" y="0"/>
            <a:ext cx="12192000" cy="6858000"/>
          </a:xfrm>
          <a:prstGeom prst="rect">
            <a:avLst/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>
              <a:defRPr/>
            </a:pPr>
            <a:endParaRPr lang="zh-CN" altLang="en-US" dirty="0">
              <a:solidFill>
                <a:srgbClr val="F5F5F5"/>
              </a:solidFill>
              <a:latin typeface="vivo Sans"/>
              <a:ea typeface="vivo Sans"/>
            </a:endParaRPr>
          </a:p>
        </p:txBody>
      </p:sp>
      <p:grpSp>
        <p:nvGrpSpPr>
          <p:cNvPr id="25" name="!! 大标题">
            <a:extLst>
              <a:ext uri="{FF2B5EF4-FFF2-40B4-BE49-F238E27FC236}">
                <a16:creationId xmlns:a16="http://schemas.microsoft.com/office/drawing/2014/main" id="{0560DECC-5057-6B67-203B-04F1E77754E6}"/>
              </a:ext>
            </a:extLst>
          </p:cNvPr>
          <p:cNvGrpSpPr/>
          <p:nvPr/>
        </p:nvGrpSpPr>
        <p:grpSpPr>
          <a:xfrm>
            <a:off x="462457" y="484334"/>
            <a:ext cx="796551" cy="461665"/>
            <a:chOff x="3079753" y="1375827"/>
            <a:chExt cx="673782" cy="461665"/>
          </a:xfrm>
        </p:grpSpPr>
        <p:sp>
          <p:nvSpPr>
            <p:cNvPr id="27" name="!! 标题符">
              <a:extLst>
                <a:ext uri="{FF2B5EF4-FFF2-40B4-BE49-F238E27FC236}">
                  <a16:creationId xmlns:a16="http://schemas.microsoft.com/office/drawing/2014/main" id="{D3A15A18-82DE-0949-0022-BE1346E82CF6}"/>
                </a:ext>
              </a:extLst>
            </p:cNvPr>
            <p:cNvSpPr/>
            <p:nvPr/>
          </p:nvSpPr>
          <p:spPr>
            <a:xfrm>
              <a:off x="3146905" y="1685496"/>
              <a:ext cx="551700" cy="1255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defTabSz="457189">
                <a:defRPr/>
              </a:pPr>
              <a:endParaRPr lang="zh-CN" altLang="en-US">
                <a:solidFill>
                  <a:srgbClr val="FFFFFF"/>
                </a:solidFill>
                <a:latin typeface="OPPOSans R"/>
                <a:ea typeface="OPPOSans R"/>
              </a:endParaRPr>
            </a:p>
          </p:txBody>
        </p:sp>
        <p:sp>
          <p:nvSpPr>
            <p:cNvPr id="28" name="!! 标题">
              <a:extLst>
                <a:ext uri="{FF2B5EF4-FFF2-40B4-BE49-F238E27FC236}">
                  <a16:creationId xmlns:a16="http://schemas.microsoft.com/office/drawing/2014/main" id="{304112A2-B89D-5C20-840D-1F1EDCD8A305}"/>
                </a:ext>
              </a:extLst>
            </p:cNvPr>
            <p:cNvSpPr txBox="1"/>
            <p:nvPr/>
          </p:nvSpPr>
          <p:spPr>
            <a:xfrm>
              <a:off x="3079753" y="1375827"/>
              <a:ext cx="67378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457189">
                <a:defRPr/>
              </a:pPr>
              <a:r>
                <a:rPr lang="zh-CN" altLang="en-US" sz="2400" dirty="0">
                  <a:solidFill>
                    <a:srgbClr val="000000">
                      <a:lumMod val="75000"/>
                      <a:lumOff val="25000"/>
                    </a:srgbClr>
                  </a:solidFill>
                  <a:latin typeface="vivo Sans Medium"/>
                  <a:ea typeface="vivo Sans Medium"/>
                </a:rPr>
                <a:t>设置</a:t>
              </a:r>
            </a:p>
          </p:txBody>
        </p:sp>
      </p:grpSp>
      <p:sp>
        <p:nvSpPr>
          <p:cNvPr id="2" name="!! 二级背景">
            <a:extLst>
              <a:ext uri="{FF2B5EF4-FFF2-40B4-BE49-F238E27FC236}">
                <a16:creationId xmlns:a16="http://schemas.microsoft.com/office/drawing/2014/main" id="{1C569EB1-5901-407D-803A-F64606BA8469}"/>
              </a:ext>
            </a:extLst>
          </p:cNvPr>
          <p:cNvSpPr/>
          <p:nvPr/>
        </p:nvSpPr>
        <p:spPr>
          <a:xfrm>
            <a:off x="3594541" y="0"/>
            <a:ext cx="8597460" cy="6858000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>
              <a:defRPr/>
            </a:pPr>
            <a:endParaRPr lang="zh-CN" altLang="en-US" dirty="0">
              <a:solidFill>
                <a:srgbClr val="F5F5F5"/>
              </a:solidFill>
              <a:latin typeface="vivo Sans"/>
              <a:ea typeface="vivo Sans"/>
            </a:endParaRPr>
          </a:p>
        </p:txBody>
      </p:sp>
      <p:grpSp>
        <p:nvGrpSpPr>
          <p:cNvPr id="3" name="!! 关闭按钮">
            <a:extLst>
              <a:ext uri="{FF2B5EF4-FFF2-40B4-BE49-F238E27FC236}">
                <a16:creationId xmlns:a16="http://schemas.microsoft.com/office/drawing/2014/main" id="{8EA38F92-2CB2-CFF3-C887-135D617A4A5E}"/>
              </a:ext>
            </a:extLst>
          </p:cNvPr>
          <p:cNvGrpSpPr/>
          <p:nvPr/>
        </p:nvGrpSpPr>
        <p:grpSpPr>
          <a:xfrm>
            <a:off x="2757496" y="569913"/>
            <a:ext cx="290511" cy="290511"/>
            <a:chOff x="2328464" y="3107859"/>
            <a:chExt cx="583223" cy="583223"/>
          </a:xfrm>
        </p:grpSpPr>
        <p:sp>
          <p:nvSpPr>
            <p:cNvPr id="4" name="矩形: 圆角 3">
              <a:hlinkClick r:id="rId3" action="ppaction://hlinksldjump"/>
              <a:extLst>
                <a:ext uri="{FF2B5EF4-FFF2-40B4-BE49-F238E27FC236}">
                  <a16:creationId xmlns:a16="http://schemas.microsoft.com/office/drawing/2014/main" id="{ECCAE648-7D04-9ADC-2B82-205119A18E6F}"/>
                </a:ext>
              </a:extLst>
            </p:cNvPr>
            <p:cNvSpPr/>
            <p:nvPr/>
          </p:nvSpPr>
          <p:spPr>
            <a:xfrm>
              <a:off x="2328464" y="3107859"/>
              <a:ext cx="583223" cy="583223"/>
            </a:xfrm>
            <a:prstGeom prst="roundRect">
              <a:avLst>
                <a:gd name="adj" fmla="val 20771"/>
              </a:avLst>
            </a:prstGeom>
            <a:solidFill>
              <a:schemeClr val="bg2"/>
            </a:solidFill>
            <a:ln>
              <a:noFill/>
            </a:ln>
            <a:effectLst>
              <a:outerShdw blurRad="127000" sx="101000" sy="101000" algn="c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77">
                <a:defRPr/>
              </a:pPr>
              <a:endParaRPr lang="zh-CN" altLang="en-US">
                <a:solidFill>
                  <a:srgbClr val="F5F5F5"/>
                </a:solidFill>
                <a:latin typeface="vivo Sans"/>
                <a:ea typeface="vivo Sans"/>
              </a:endParaRPr>
            </a:p>
          </p:txBody>
        </p:sp>
        <p:pic>
          <p:nvPicPr>
            <p:cNvPr id="5" name="图形 4">
              <a:extLst>
                <a:ext uri="{FF2B5EF4-FFF2-40B4-BE49-F238E27FC236}">
                  <a16:creationId xmlns:a16="http://schemas.microsoft.com/office/drawing/2014/main" id="{D522CF31-6599-3FAB-64CB-F0BD4613365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/>
          </p:blipFill>
          <p:spPr>
            <a:xfrm>
              <a:off x="2375480" y="3154875"/>
              <a:ext cx="489196" cy="489196"/>
            </a:xfrm>
            <a:prstGeom prst="rect">
              <a:avLst/>
            </a:prstGeom>
          </p:spPr>
        </p:pic>
      </p:grpSp>
      <p:sp>
        <p:nvSpPr>
          <p:cNvPr id="7" name="按钮">
            <a:extLst>
              <a:ext uri="{FF2B5EF4-FFF2-40B4-BE49-F238E27FC236}">
                <a16:creationId xmlns:a16="http://schemas.microsoft.com/office/drawing/2014/main" id="{A0EB4917-98DE-FE77-6CDB-DE82201CFDE8}"/>
              </a:ext>
            </a:extLst>
          </p:cNvPr>
          <p:cNvSpPr/>
          <p:nvPr/>
        </p:nvSpPr>
        <p:spPr>
          <a:xfrm>
            <a:off x="4178597" y="1095211"/>
            <a:ext cx="7429351" cy="545100"/>
          </a:xfrm>
          <a:prstGeom prst="roundRect">
            <a:avLst>
              <a:gd name="adj" fmla="val 20746"/>
            </a:avLst>
          </a:prstGeom>
          <a:solidFill>
            <a:schemeClr val="bg2"/>
          </a:solidFill>
          <a:ln w="3175">
            <a:solidFill>
              <a:schemeClr val="bg1">
                <a:lumMod val="90000"/>
              </a:schemeClr>
            </a:solidFill>
          </a:ln>
          <a:effectLst>
            <a:outerShdw blurRad="190500" algn="ctr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07997" defTabSz="914377">
              <a:defRPr/>
            </a:pPr>
            <a:r>
              <a:rPr lang="en-US" altLang="zh-CN" sz="1400" dirty="0">
                <a:solidFill>
                  <a:schemeClr val="tx1"/>
                </a:solidFill>
                <a:ea typeface="vivo Sans Light" panose="02000400000000000000" pitchFamily="2" charset="-122"/>
                <a:cs typeface="vivo Sans Light" panose="02000400000000000000" pitchFamily="2" charset="-122"/>
              </a:rPr>
              <a:t>WLAN </a:t>
            </a:r>
            <a:endParaRPr lang="zh-CN" altLang="en-US" sz="1400" dirty="0">
              <a:solidFill>
                <a:schemeClr val="tx1"/>
              </a:solidFill>
              <a:ea typeface="vivo Sans Light" panose="02000400000000000000" pitchFamily="2" charset="-122"/>
              <a:cs typeface="vivo Sans Light" panose="02000400000000000000" pitchFamily="2" charset="-122"/>
            </a:endParaRPr>
          </a:p>
        </p:txBody>
      </p:sp>
      <p:grpSp>
        <p:nvGrpSpPr>
          <p:cNvPr id="55" name="!! 关闭按钮">
            <a:extLst>
              <a:ext uri="{FF2B5EF4-FFF2-40B4-BE49-F238E27FC236}">
                <a16:creationId xmlns:a16="http://schemas.microsoft.com/office/drawing/2014/main" id="{4FDAB42E-9CA7-4348-243C-A355270A9E14}"/>
              </a:ext>
            </a:extLst>
          </p:cNvPr>
          <p:cNvGrpSpPr/>
          <p:nvPr/>
        </p:nvGrpSpPr>
        <p:grpSpPr>
          <a:xfrm>
            <a:off x="2333440" y="569913"/>
            <a:ext cx="290511" cy="290511"/>
            <a:chOff x="2328464" y="3107859"/>
            <a:chExt cx="583223" cy="583223"/>
          </a:xfrm>
        </p:grpSpPr>
        <p:sp>
          <p:nvSpPr>
            <p:cNvPr id="56" name="矩形: 圆角 55">
              <a:hlinkClick r:id="rId6" action="ppaction://hlinksldjump"/>
              <a:extLst>
                <a:ext uri="{FF2B5EF4-FFF2-40B4-BE49-F238E27FC236}">
                  <a16:creationId xmlns:a16="http://schemas.microsoft.com/office/drawing/2014/main" id="{11E6A8D4-B1EA-0A88-6F54-FA5A6D5013B5}"/>
                </a:ext>
              </a:extLst>
            </p:cNvPr>
            <p:cNvSpPr/>
            <p:nvPr/>
          </p:nvSpPr>
          <p:spPr>
            <a:xfrm>
              <a:off x="2328464" y="3107859"/>
              <a:ext cx="583223" cy="583223"/>
            </a:xfrm>
            <a:prstGeom prst="roundRect">
              <a:avLst>
                <a:gd name="adj" fmla="val 20771"/>
              </a:avLst>
            </a:prstGeom>
            <a:solidFill>
              <a:schemeClr val="bg2"/>
            </a:solidFill>
            <a:ln>
              <a:noFill/>
            </a:ln>
            <a:effectLst>
              <a:outerShdw blurRad="127000" sx="101000" sy="101000" algn="c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77">
                <a:defRPr/>
              </a:pPr>
              <a:endParaRPr lang="zh-CN" altLang="en-US">
                <a:solidFill>
                  <a:srgbClr val="F5F5F5"/>
                </a:solidFill>
                <a:latin typeface="vivo Sans"/>
                <a:ea typeface="vivo Sans"/>
              </a:endParaRPr>
            </a:p>
          </p:txBody>
        </p:sp>
        <p:pic>
          <p:nvPicPr>
            <p:cNvPr id="57" name="图形 56">
              <a:extLst>
                <a:ext uri="{FF2B5EF4-FFF2-40B4-BE49-F238E27FC236}">
                  <a16:creationId xmlns:a16="http://schemas.microsoft.com/office/drawing/2014/main" id="{90647903-F96A-2BBA-BBA3-EF891D2EA42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/>
          </p:blipFill>
          <p:spPr>
            <a:xfrm>
              <a:off x="2449200" y="3228595"/>
              <a:ext cx="341755" cy="341755"/>
            </a:xfrm>
            <a:prstGeom prst="rect">
              <a:avLst/>
            </a:prstGeom>
          </p:spPr>
        </p:pic>
      </p:grpSp>
      <p:grpSp>
        <p:nvGrpSpPr>
          <p:cNvPr id="14" name="返回">
            <a:extLst>
              <a:ext uri="{FF2B5EF4-FFF2-40B4-BE49-F238E27FC236}">
                <a16:creationId xmlns:a16="http://schemas.microsoft.com/office/drawing/2014/main" id="{0264D694-C50D-FA7E-2D24-9B93D6417B39}"/>
              </a:ext>
            </a:extLst>
          </p:cNvPr>
          <p:cNvGrpSpPr/>
          <p:nvPr/>
        </p:nvGrpSpPr>
        <p:grpSpPr>
          <a:xfrm>
            <a:off x="4133691" y="519573"/>
            <a:ext cx="2667863" cy="369332"/>
            <a:chOff x="4133687" y="519573"/>
            <a:chExt cx="2667863" cy="369331"/>
          </a:xfrm>
        </p:grpSpPr>
        <p:sp>
          <p:nvSpPr>
            <p:cNvPr id="8" name="!! 副标题">
              <a:hlinkClick r:id="rId9" action="ppaction://hlinksldjump"/>
              <a:extLst>
                <a:ext uri="{FF2B5EF4-FFF2-40B4-BE49-F238E27FC236}">
                  <a16:creationId xmlns:a16="http://schemas.microsoft.com/office/drawing/2014/main" id="{C2D2FFE6-1BFD-C4E1-E591-8D2332E2DECF}"/>
                </a:ext>
              </a:extLst>
            </p:cNvPr>
            <p:cNvSpPr txBox="1"/>
            <p:nvPr/>
          </p:nvSpPr>
          <p:spPr>
            <a:xfrm>
              <a:off x="4393644" y="519573"/>
              <a:ext cx="2407906" cy="369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/>
                <a:t>无线局域网</a:t>
              </a:r>
            </a:p>
          </p:txBody>
        </p:sp>
        <p:pic>
          <p:nvPicPr>
            <p:cNvPr id="12" name="图形 11">
              <a:hlinkClick r:id="rId9" action="ppaction://hlinksldjump"/>
              <a:extLst>
                <a:ext uri="{FF2B5EF4-FFF2-40B4-BE49-F238E27FC236}">
                  <a16:creationId xmlns:a16="http://schemas.microsoft.com/office/drawing/2014/main" id="{B93A631A-04EC-446D-63AF-653EDB784FFF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4133687" y="584302"/>
              <a:ext cx="241776" cy="241776"/>
            </a:xfrm>
            <a:prstGeom prst="rect">
              <a:avLst/>
            </a:prstGeom>
          </p:spPr>
        </p:pic>
      </p:grpSp>
      <p:sp>
        <p:nvSpPr>
          <p:cNvPr id="6" name="按钮">
            <a:extLst>
              <a:ext uri="{FF2B5EF4-FFF2-40B4-BE49-F238E27FC236}">
                <a16:creationId xmlns:a16="http://schemas.microsoft.com/office/drawing/2014/main" id="{CADEF3C5-BD12-DEE7-A0CE-2EEDFA9B10E9}"/>
              </a:ext>
            </a:extLst>
          </p:cNvPr>
          <p:cNvSpPr/>
          <p:nvPr/>
        </p:nvSpPr>
        <p:spPr>
          <a:xfrm>
            <a:off x="4157836" y="2061226"/>
            <a:ext cx="7429351" cy="1347739"/>
          </a:xfrm>
          <a:prstGeom prst="roundRect">
            <a:avLst>
              <a:gd name="adj" fmla="val 9881"/>
            </a:avLst>
          </a:prstGeom>
          <a:solidFill>
            <a:schemeClr val="bg2"/>
          </a:solidFill>
          <a:ln w="3175">
            <a:solidFill>
              <a:schemeClr val="bg1">
                <a:lumMod val="90000"/>
              </a:schemeClr>
            </a:solidFill>
          </a:ln>
          <a:effectLst>
            <a:outerShdw blurRad="190500" algn="ctr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07997" defTabSz="914377">
              <a:defRPr/>
            </a:pPr>
            <a:r>
              <a:rPr lang="en-US" altLang="zh-CN" sz="1600" dirty="0">
                <a:solidFill>
                  <a:schemeClr val="tx1"/>
                </a:solidFill>
                <a:latin typeface="vivo Sans"/>
                <a:ea typeface="vivo Sans"/>
              </a:rPr>
              <a:t> </a:t>
            </a:r>
            <a:endParaRPr lang="zh-CN" altLang="en-US" sz="1600" dirty="0">
              <a:solidFill>
                <a:schemeClr val="tx1"/>
              </a:solidFill>
              <a:latin typeface="vivo Sans"/>
              <a:ea typeface="vivo Sans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5B333AA-1C94-BFCE-6876-401AB4B06BD3}"/>
              </a:ext>
            </a:extLst>
          </p:cNvPr>
          <p:cNvSpPr txBox="1"/>
          <p:nvPr/>
        </p:nvSpPr>
        <p:spPr>
          <a:xfrm>
            <a:off x="4254578" y="1781867"/>
            <a:ext cx="11113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dirty="0">
                <a:solidFill>
                  <a:schemeClr val="bg1">
                    <a:lumMod val="50000"/>
                  </a:schemeClr>
                </a:solidFill>
              </a:rPr>
              <a:t>WLAN</a:t>
            </a:r>
            <a:r>
              <a:rPr lang="zh-CN" altLang="en-US" sz="1100" dirty="0">
                <a:solidFill>
                  <a:schemeClr val="bg1">
                    <a:lumMod val="50000"/>
                  </a:schemeClr>
                </a:solidFill>
              </a:rPr>
              <a:t>列表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F6EAD9F9-990D-4542-CE24-B6BC6CCEA978}"/>
              </a:ext>
            </a:extLst>
          </p:cNvPr>
          <p:cNvSpPr txBox="1"/>
          <p:nvPr/>
        </p:nvSpPr>
        <p:spPr>
          <a:xfrm>
            <a:off x="6586985" y="2581206"/>
            <a:ext cx="26125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dirty="0">
                <a:solidFill>
                  <a:schemeClr val="bg1">
                    <a:lumMod val="75000"/>
                  </a:schemeClr>
                </a:solidFill>
              </a:rPr>
              <a:t>附近暂无网络</a:t>
            </a:r>
          </a:p>
        </p:txBody>
      </p:sp>
      <p:sp>
        <p:nvSpPr>
          <p:cNvPr id="37" name="!! 开关1背景">
            <a:extLst>
              <a:ext uri="{FF2B5EF4-FFF2-40B4-BE49-F238E27FC236}">
                <a16:creationId xmlns:a16="http://schemas.microsoft.com/office/drawing/2014/main" id="{6E93833D-9AAA-3556-E426-E3BB96E0AAEC}"/>
              </a:ext>
            </a:extLst>
          </p:cNvPr>
          <p:cNvSpPr/>
          <p:nvPr/>
        </p:nvSpPr>
        <p:spPr>
          <a:xfrm>
            <a:off x="10979987" y="1271910"/>
            <a:ext cx="358687" cy="198221"/>
          </a:xfrm>
          <a:prstGeom prst="roundRect">
            <a:avLst>
              <a:gd name="adj" fmla="val 50000"/>
            </a:avLst>
          </a:prstGeom>
          <a:solidFill>
            <a:schemeClr val="bg1">
              <a:lumMod val="75000"/>
            </a:scheme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189">
              <a:defRPr/>
            </a:pPr>
            <a:endParaRPr lang="zh-CN" altLang="en-US">
              <a:solidFill>
                <a:srgbClr val="FFFFFF"/>
              </a:solidFill>
              <a:latin typeface="OPPOSans R"/>
              <a:ea typeface="OPPOSans R"/>
            </a:endParaRPr>
          </a:p>
        </p:txBody>
      </p:sp>
      <p:sp>
        <p:nvSpPr>
          <p:cNvPr id="38" name="!! 开关1">
            <a:extLst>
              <a:ext uri="{FF2B5EF4-FFF2-40B4-BE49-F238E27FC236}">
                <a16:creationId xmlns:a16="http://schemas.microsoft.com/office/drawing/2014/main" id="{22016A3B-C816-9B67-3C82-2429F0EDAF6F}"/>
              </a:ext>
            </a:extLst>
          </p:cNvPr>
          <p:cNvSpPr/>
          <p:nvPr/>
        </p:nvSpPr>
        <p:spPr>
          <a:xfrm>
            <a:off x="11016627" y="1305492"/>
            <a:ext cx="126000" cy="125257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189">
              <a:defRPr/>
            </a:pPr>
            <a:endParaRPr lang="zh-CN" altLang="en-US">
              <a:solidFill>
                <a:srgbClr val="FFFFFF"/>
              </a:solidFill>
              <a:latin typeface="OPPOSans R"/>
              <a:ea typeface="OPPOSans R"/>
            </a:endParaRPr>
          </a:p>
        </p:txBody>
      </p:sp>
      <p:sp>
        <p:nvSpPr>
          <p:cNvPr id="39" name="!! 开关1触控响应层">
            <a:extLst>
              <a:ext uri="{FF2B5EF4-FFF2-40B4-BE49-F238E27FC236}">
                <a16:creationId xmlns:a16="http://schemas.microsoft.com/office/drawing/2014/main" id="{7AE2A287-96F0-DC1E-4803-D0BEF85E654F}"/>
              </a:ext>
            </a:extLst>
          </p:cNvPr>
          <p:cNvSpPr/>
          <p:nvPr/>
        </p:nvSpPr>
        <p:spPr>
          <a:xfrm>
            <a:off x="10979987" y="1271356"/>
            <a:ext cx="358687" cy="198221"/>
          </a:xfrm>
          <a:prstGeom prst="roundRect">
            <a:avLst>
              <a:gd name="adj" fmla="val 50000"/>
            </a:avLst>
          </a:prstGeom>
          <a:solidFill>
            <a:srgbClr val="B8B8B8">
              <a:alpha val="0"/>
            </a:srgb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189">
              <a:defRPr/>
            </a:pPr>
            <a:endParaRPr lang="zh-CN" altLang="en-US" dirty="0">
              <a:solidFill>
                <a:srgbClr val="FFFFFF"/>
              </a:solidFill>
              <a:latin typeface="OPPOSans R"/>
              <a:ea typeface="OPPOSans R"/>
            </a:endParaRPr>
          </a:p>
        </p:txBody>
      </p:sp>
      <p:grpSp>
        <p:nvGrpSpPr>
          <p:cNvPr id="19" name="!! dock右">
            <a:extLst>
              <a:ext uri="{FF2B5EF4-FFF2-40B4-BE49-F238E27FC236}">
                <a16:creationId xmlns:a16="http://schemas.microsoft.com/office/drawing/2014/main" id="{AFE68844-236B-C698-A8F3-76F181AE1045}"/>
              </a:ext>
            </a:extLst>
          </p:cNvPr>
          <p:cNvGrpSpPr/>
          <p:nvPr/>
        </p:nvGrpSpPr>
        <p:grpSpPr>
          <a:xfrm>
            <a:off x="4869920" y="7119572"/>
            <a:ext cx="2452159" cy="574899"/>
            <a:chOff x="7408333" y="5780624"/>
            <a:chExt cx="2452159" cy="704838"/>
          </a:xfrm>
        </p:grpSpPr>
        <p:sp useBgFill="1">
          <p:nvSpPr>
            <p:cNvPr id="20" name="!! 模糊">
              <a:extLst>
                <a:ext uri="{FF2B5EF4-FFF2-40B4-BE49-F238E27FC236}">
                  <a16:creationId xmlns:a16="http://schemas.microsoft.com/office/drawing/2014/main" id="{84083265-A052-2D5F-71BD-09A847F48362}"/>
                </a:ext>
              </a:extLst>
            </p:cNvPr>
            <p:cNvSpPr>
              <a:spLocks/>
            </p:cNvSpPr>
            <p:nvPr/>
          </p:nvSpPr>
          <p:spPr>
            <a:xfrm>
              <a:off x="7408333" y="5780624"/>
              <a:ext cx="2452159" cy="704838"/>
            </a:xfrm>
            <a:prstGeom prst="roundRect">
              <a:avLst>
                <a:gd name="adj" fmla="val 15000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189">
                <a:defRPr/>
              </a:pPr>
              <a:endParaRPr lang="zh-CN" altLang="en-US">
                <a:solidFill>
                  <a:srgbClr val="FFFFFF"/>
                </a:solidFill>
                <a:latin typeface="OPPOSans R"/>
                <a:ea typeface="OPPOSans R"/>
              </a:endParaRPr>
            </a:p>
          </p:txBody>
        </p:sp>
        <p:sp>
          <p:nvSpPr>
            <p:cNvPr id="34" name="!! 颜色遮罩">
              <a:extLst>
                <a:ext uri="{FF2B5EF4-FFF2-40B4-BE49-F238E27FC236}">
                  <a16:creationId xmlns:a16="http://schemas.microsoft.com/office/drawing/2014/main" id="{25D6E28F-2AEC-98ED-0D45-438895B0A80F}"/>
                </a:ext>
              </a:extLst>
            </p:cNvPr>
            <p:cNvSpPr>
              <a:spLocks/>
            </p:cNvSpPr>
            <p:nvPr/>
          </p:nvSpPr>
          <p:spPr>
            <a:xfrm>
              <a:off x="7408333" y="5780624"/>
              <a:ext cx="2452159" cy="704838"/>
            </a:xfrm>
            <a:prstGeom prst="roundRect">
              <a:avLst>
                <a:gd name="adj" fmla="val 15000"/>
              </a:avLst>
            </a:prstGeom>
            <a:solidFill>
              <a:schemeClr val="bg2">
                <a:alpha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189">
                <a:defRPr/>
              </a:pPr>
              <a:endParaRPr lang="zh-CN" altLang="en-US" dirty="0">
                <a:solidFill>
                  <a:srgbClr val="FFFFFF"/>
                </a:solidFill>
                <a:latin typeface="OPPOSans R"/>
                <a:ea typeface="OPPOSans R"/>
              </a:endParaRPr>
            </a:p>
          </p:txBody>
        </p:sp>
        <p:pic>
          <p:nvPicPr>
            <p:cNvPr id="35" name="!! 信号">
              <a:extLst>
                <a:ext uri="{FF2B5EF4-FFF2-40B4-BE49-F238E27FC236}">
                  <a16:creationId xmlns:a16="http://schemas.microsoft.com/office/drawing/2014/main" id="{06C30833-66E2-CA27-18DC-05A9EDE64459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7638254" y="5893986"/>
              <a:ext cx="221460" cy="221458"/>
            </a:xfrm>
            <a:prstGeom prst="rect">
              <a:avLst/>
            </a:prstGeom>
          </p:spPr>
        </p:pic>
        <p:sp>
          <p:nvSpPr>
            <p:cNvPr id="36" name="!! 运营商">
              <a:extLst>
                <a:ext uri="{FF2B5EF4-FFF2-40B4-BE49-F238E27FC236}">
                  <a16:creationId xmlns:a16="http://schemas.microsoft.com/office/drawing/2014/main" id="{1E64DCB4-5157-6604-00F9-D29636B292FE}"/>
                </a:ext>
              </a:extLst>
            </p:cNvPr>
            <p:cNvSpPr txBox="1"/>
            <p:nvPr/>
          </p:nvSpPr>
          <p:spPr>
            <a:xfrm>
              <a:off x="7813676" y="5913455"/>
              <a:ext cx="1114424" cy="2830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457189">
                <a:defRPr/>
              </a:pPr>
              <a:r>
                <a:rPr lang="en-US" altLang="zh-CN" sz="900" dirty="0">
                  <a:latin typeface="OPPOSans M"/>
                  <a:ea typeface="OPPOSans M"/>
                </a:rPr>
                <a:t>Virtual Net</a:t>
              </a:r>
              <a:endParaRPr lang="zh-CN" altLang="en-US" sz="900" dirty="0">
                <a:latin typeface="OPPOSans M"/>
                <a:ea typeface="OPPOSans M"/>
              </a:endParaRPr>
            </a:p>
          </p:txBody>
        </p:sp>
        <p:pic>
          <p:nvPicPr>
            <p:cNvPr id="40" name="!! 通知">
              <a:extLst>
                <a:ext uri="{FF2B5EF4-FFF2-40B4-BE49-F238E27FC236}">
                  <a16:creationId xmlns:a16="http://schemas.microsoft.com/office/drawing/2014/main" id="{08255897-626A-E5FE-49A3-943F2CB6ECBF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9287931" y="5948436"/>
              <a:ext cx="152400" cy="152400"/>
            </a:xfrm>
            <a:prstGeom prst="rect">
              <a:avLst/>
            </a:prstGeom>
          </p:spPr>
        </p:pic>
        <p:pic>
          <p:nvPicPr>
            <p:cNvPr id="41" name="!! 电池">
              <a:extLst>
                <a:ext uri="{FF2B5EF4-FFF2-40B4-BE49-F238E27FC236}">
                  <a16:creationId xmlns:a16="http://schemas.microsoft.com/office/drawing/2014/main" id="{5BEA828C-178E-5082-F076-DCAD784DAFA6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7637460" y="6171965"/>
              <a:ext cx="191558" cy="191558"/>
            </a:xfrm>
            <a:prstGeom prst="rect">
              <a:avLst/>
            </a:prstGeom>
          </p:spPr>
        </p:pic>
        <p:sp>
          <p:nvSpPr>
            <p:cNvPr id="42" name="!! 时间">
              <a:extLst>
                <a:ext uri="{FF2B5EF4-FFF2-40B4-BE49-F238E27FC236}">
                  <a16:creationId xmlns:a16="http://schemas.microsoft.com/office/drawing/2014/main" id="{9F878706-EDE8-7BE2-2D24-2029CC0B235E}"/>
                </a:ext>
              </a:extLst>
            </p:cNvPr>
            <p:cNvSpPr txBox="1"/>
            <p:nvPr/>
          </p:nvSpPr>
          <p:spPr>
            <a:xfrm>
              <a:off x="8982607" y="6148520"/>
              <a:ext cx="773641" cy="3114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defTabSz="457189">
                <a:defRPr/>
              </a:pPr>
              <a:r>
                <a:rPr lang="en-US" altLang="zh-CN" sz="1051" dirty="0">
                  <a:latin typeface="OPPOSans R"/>
                  <a:ea typeface="OPPOSans R"/>
                </a:rPr>
                <a:t>16:34</a:t>
              </a:r>
              <a:endParaRPr lang="zh-CN" altLang="en-US" sz="1051" dirty="0">
                <a:latin typeface="OPPOSans R"/>
                <a:ea typeface="OPPOSans R"/>
              </a:endParaRPr>
            </a:p>
          </p:txBody>
        </p:sp>
        <p:sp>
          <p:nvSpPr>
            <p:cNvPr id="43" name="!! AC">
              <a:extLst>
                <a:ext uri="{FF2B5EF4-FFF2-40B4-BE49-F238E27FC236}">
                  <a16:creationId xmlns:a16="http://schemas.microsoft.com/office/drawing/2014/main" id="{349C9F68-CC86-773A-1FE2-A45256C2837F}"/>
                </a:ext>
              </a:extLst>
            </p:cNvPr>
            <p:cNvSpPr txBox="1"/>
            <p:nvPr/>
          </p:nvSpPr>
          <p:spPr>
            <a:xfrm>
              <a:off x="7766842" y="6152328"/>
              <a:ext cx="434183" cy="2830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457189">
                <a:defRPr/>
              </a:pPr>
              <a:r>
                <a:rPr lang="en-US" altLang="zh-CN" sz="900" dirty="0">
                  <a:latin typeface="OPPOSans R"/>
                  <a:ea typeface="OPPOSans R"/>
                </a:rPr>
                <a:t>49%</a:t>
              </a:r>
              <a:endParaRPr lang="zh-CN" altLang="en-US" sz="900" dirty="0">
                <a:latin typeface="OPPOSans R"/>
                <a:ea typeface="OPPOSans R"/>
              </a:endParaRPr>
            </a:p>
          </p:txBody>
        </p:sp>
        <p:pic>
          <p:nvPicPr>
            <p:cNvPr id="44" name="!! 声音">
              <a:extLst>
                <a:ext uri="{FF2B5EF4-FFF2-40B4-BE49-F238E27FC236}">
                  <a16:creationId xmlns:a16="http://schemas.microsoft.com/office/drawing/2014/main" id="{8E001580-B2CC-2FE5-C459-EBFCC5E16872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9048732" y="5934670"/>
              <a:ext cx="179932" cy="179932"/>
            </a:xfrm>
            <a:prstGeom prst="rect">
              <a:avLst/>
            </a:prstGeom>
          </p:spPr>
        </p:pic>
        <p:pic>
          <p:nvPicPr>
            <p:cNvPr id="45" name="!! 电源">
              <a:hlinkClick r:id="rId20" action="ppaction://hlinksldjump"/>
              <a:extLst>
                <a:ext uri="{FF2B5EF4-FFF2-40B4-BE49-F238E27FC236}">
                  <a16:creationId xmlns:a16="http://schemas.microsoft.com/office/drawing/2014/main" id="{3688A5C4-C233-6C2C-7B51-F376B087CC63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p:blipFill>
          <p:spPr>
            <a:xfrm>
              <a:off x="9489000" y="5925331"/>
              <a:ext cx="208372" cy="208370"/>
            </a:xfrm>
            <a:prstGeom prst="rect">
              <a:avLst/>
            </a:prstGeom>
          </p:spPr>
        </p:pic>
      </p:grpSp>
      <p:sp>
        <p:nvSpPr>
          <p:cNvPr id="47" name="!! 小白条">
            <a:hlinkClick r:id="rId3" action="ppaction://hlinksldjump"/>
            <a:extLst>
              <a:ext uri="{FF2B5EF4-FFF2-40B4-BE49-F238E27FC236}">
                <a16:creationId xmlns:a16="http://schemas.microsoft.com/office/drawing/2014/main" id="{3B067E3C-2793-E88A-1B3E-783826990B07}"/>
              </a:ext>
            </a:extLst>
          </p:cNvPr>
          <p:cNvSpPr/>
          <p:nvPr/>
        </p:nvSpPr>
        <p:spPr>
          <a:xfrm>
            <a:off x="5177623" y="6706376"/>
            <a:ext cx="1836752" cy="45719"/>
          </a:xfrm>
          <a:prstGeom prst="roundRect">
            <a:avLst>
              <a:gd name="adj" fmla="val 50000"/>
            </a:avLst>
          </a:prstGeom>
          <a:solidFill>
            <a:schemeClr val="tx1">
              <a:alpha val="90000"/>
            </a:schemeClr>
          </a:solidFill>
          <a:ln>
            <a:noFill/>
          </a:ln>
          <a:effectLst>
            <a:outerShdw blurRad="1016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69" name="!! 显示">
            <a:extLst>
              <a:ext uri="{FF2B5EF4-FFF2-40B4-BE49-F238E27FC236}">
                <a16:creationId xmlns:a16="http://schemas.microsoft.com/office/drawing/2014/main" id="{6CF313AE-08CD-4705-CEEF-5142E79E2C73}"/>
              </a:ext>
            </a:extLst>
          </p:cNvPr>
          <p:cNvGrpSpPr/>
          <p:nvPr/>
        </p:nvGrpSpPr>
        <p:grpSpPr>
          <a:xfrm>
            <a:off x="470871" y="3706575"/>
            <a:ext cx="2552892" cy="457924"/>
            <a:chOff x="462453" y="2623554"/>
            <a:chExt cx="2552892" cy="457924"/>
          </a:xfrm>
        </p:grpSpPr>
        <p:sp>
          <p:nvSpPr>
            <p:cNvPr id="70" name="!! 未选中">
              <a:hlinkClick r:id="rId23" action="ppaction://hlinksldjump"/>
              <a:extLst>
                <a:ext uri="{FF2B5EF4-FFF2-40B4-BE49-F238E27FC236}">
                  <a16:creationId xmlns:a16="http://schemas.microsoft.com/office/drawing/2014/main" id="{EA358FD2-71FB-6B0C-F133-5BF1D635A302}"/>
                </a:ext>
              </a:extLst>
            </p:cNvPr>
            <p:cNvSpPr/>
            <p:nvPr/>
          </p:nvSpPr>
          <p:spPr>
            <a:xfrm>
              <a:off x="462453" y="2623554"/>
              <a:ext cx="2552892" cy="457924"/>
            </a:xfrm>
            <a:prstGeom prst="roundRect">
              <a:avLst>
                <a:gd name="adj" fmla="val 22880"/>
              </a:avLst>
            </a:prstGeom>
            <a:solidFill>
              <a:schemeClr val="bg2"/>
            </a:solidFill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1998" defTabSz="914377">
                <a:defRPr/>
              </a:pPr>
              <a:r>
                <a:rPr lang="zh-CN" altLang="en-US" sz="1400" dirty="0">
                  <a:solidFill>
                    <a:schemeClr val="tx1">
                      <a:lumMod val="90000"/>
                      <a:lumOff val="10000"/>
                    </a:schemeClr>
                  </a:solidFill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      显示</a:t>
              </a:r>
            </a:p>
          </p:txBody>
        </p:sp>
        <p:grpSp>
          <p:nvGrpSpPr>
            <p:cNvPr id="71" name="组合 70">
              <a:extLst>
                <a:ext uri="{FF2B5EF4-FFF2-40B4-BE49-F238E27FC236}">
                  <a16:creationId xmlns:a16="http://schemas.microsoft.com/office/drawing/2014/main" id="{6AFADB86-3881-DD23-7825-7B4E3D20D2BF}"/>
                </a:ext>
              </a:extLst>
            </p:cNvPr>
            <p:cNvGrpSpPr/>
            <p:nvPr/>
          </p:nvGrpSpPr>
          <p:grpSpPr>
            <a:xfrm>
              <a:off x="600851" y="2735577"/>
              <a:ext cx="245090" cy="245090"/>
              <a:chOff x="3449581" y="2374787"/>
              <a:chExt cx="263638" cy="263638"/>
            </a:xfrm>
          </p:grpSpPr>
          <p:sp>
            <p:nvSpPr>
              <p:cNvPr id="72" name="椭圆 71">
                <a:extLst>
                  <a:ext uri="{FF2B5EF4-FFF2-40B4-BE49-F238E27FC236}">
                    <a16:creationId xmlns:a16="http://schemas.microsoft.com/office/drawing/2014/main" id="{9B607A65-4AC6-7E03-8724-ADDE81A61CAB}"/>
                  </a:ext>
                </a:extLst>
              </p:cNvPr>
              <p:cNvSpPr/>
              <p:nvPr/>
            </p:nvSpPr>
            <p:spPr>
              <a:xfrm>
                <a:off x="3449581" y="2374787"/>
                <a:ext cx="263638" cy="263638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73" name="icon">
                <a:extLst>
                  <a:ext uri="{FF2B5EF4-FFF2-40B4-BE49-F238E27FC236}">
                    <a16:creationId xmlns:a16="http://schemas.microsoft.com/office/drawing/2014/main" id="{ECE6B1E7-15A7-57D5-08B3-4A996A5950F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4">
                <a:extLst>
                  <a:ext uri="{96DAC541-7B7A-43D3-8B79-37D633B846F1}">
                    <asvg:svgBlip xmlns:asvg="http://schemas.microsoft.com/office/drawing/2016/SVG/main" r:embed="rId25"/>
                  </a:ext>
                </a:extLst>
              </a:blip>
              <a:srcRect/>
              <a:stretch/>
            </p:blipFill>
            <p:spPr>
              <a:xfrm>
                <a:off x="3513869" y="2435878"/>
                <a:ext cx="143060" cy="143060"/>
              </a:xfrm>
              <a:prstGeom prst="rect">
                <a:avLst/>
              </a:prstGeom>
            </p:spPr>
          </p:pic>
        </p:grpSp>
      </p:grpSp>
      <p:grpSp>
        <p:nvGrpSpPr>
          <p:cNvPr id="74" name="!! App">
            <a:extLst>
              <a:ext uri="{FF2B5EF4-FFF2-40B4-BE49-F238E27FC236}">
                <a16:creationId xmlns:a16="http://schemas.microsoft.com/office/drawing/2014/main" id="{D6078ABE-B489-ED3F-6944-FE2A68C67D90}"/>
              </a:ext>
            </a:extLst>
          </p:cNvPr>
          <p:cNvGrpSpPr/>
          <p:nvPr/>
        </p:nvGrpSpPr>
        <p:grpSpPr>
          <a:xfrm>
            <a:off x="476549" y="2282681"/>
            <a:ext cx="2552892" cy="457924"/>
            <a:chOff x="462453" y="2623554"/>
            <a:chExt cx="2552892" cy="457924"/>
          </a:xfrm>
        </p:grpSpPr>
        <p:sp>
          <p:nvSpPr>
            <p:cNvPr id="75" name="!! 未选中">
              <a:hlinkClick r:id="rId26" action="ppaction://hlinksldjump"/>
              <a:extLst>
                <a:ext uri="{FF2B5EF4-FFF2-40B4-BE49-F238E27FC236}">
                  <a16:creationId xmlns:a16="http://schemas.microsoft.com/office/drawing/2014/main" id="{938D0991-116D-10DC-3E75-1399F57DD442}"/>
                </a:ext>
              </a:extLst>
            </p:cNvPr>
            <p:cNvSpPr/>
            <p:nvPr/>
          </p:nvSpPr>
          <p:spPr>
            <a:xfrm>
              <a:off x="462453" y="2623554"/>
              <a:ext cx="2552892" cy="457924"/>
            </a:xfrm>
            <a:prstGeom prst="roundRect">
              <a:avLst>
                <a:gd name="adj" fmla="val 22880"/>
              </a:avLst>
            </a:prstGeom>
            <a:solidFill>
              <a:schemeClr val="bg2"/>
            </a:solidFill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1998" defTabSz="914377">
                <a:defRPr/>
              </a:pPr>
              <a:r>
                <a:rPr lang="zh-CN" altLang="en-US" sz="1400" dirty="0">
                  <a:solidFill>
                    <a:schemeClr val="tx1">
                      <a:lumMod val="90000"/>
                      <a:lumOff val="10000"/>
                    </a:schemeClr>
                  </a:solidFill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      应用与模块</a:t>
              </a:r>
            </a:p>
          </p:txBody>
        </p:sp>
        <p:grpSp>
          <p:nvGrpSpPr>
            <p:cNvPr id="76" name="组合 75">
              <a:extLst>
                <a:ext uri="{FF2B5EF4-FFF2-40B4-BE49-F238E27FC236}">
                  <a16:creationId xmlns:a16="http://schemas.microsoft.com/office/drawing/2014/main" id="{89D8D123-BCC3-CC7A-FE76-DC2C943F0311}"/>
                </a:ext>
              </a:extLst>
            </p:cNvPr>
            <p:cNvGrpSpPr/>
            <p:nvPr/>
          </p:nvGrpSpPr>
          <p:grpSpPr>
            <a:xfrm>
              <a:off x="600851" y="2735577"/>
              <a:ext cx="245090" cy="245090"/>
              <a:chOff x="3449581" y="2374787"/>
              <a:chExt cx="263638" cy="263638"/>
            </a:xfrm>
          </p:grpSpPr>
          <p:sp>
            <p:nvSpPr>
              <p:cNvPr id="77" name="椭圆 76">
                <a:extLst>
                  <a:ext uri="{FF2B5EF4-FFF2-40B4-BE49-F238E27FC236}">
                    <a16:creationId xmlns:a16="http://schemas.microsoft.com/office/drawing/2014/main" id="{B745BE3F-90A3-94EF-2634-0BB988C7E4E1}"/>
                  </a:ext>
                </a:extLst>
              </p:cNvPr>
              <p:cNvSpPr/>
              <p:nvPr/>
            </p:nvSpPr>
            <p:spPr>
              <a:xfrm>
                <a:off x="3449581" y="2374787"/>
                <a:ext cx="263638" cy="263638"/>
              </a:xfrm>
              <a:prstGeom prst="ellipse">
                <a:avLst/>
              </a:prstGeom>
              <a:solidFill>
                <a:schemeClr val="accent3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78" name="icon">
                <a:extLst>
                  <a:ext uri="{FF2B5EF4-FFF2-40B4-BE49-F238E27FC236}">
                    <a16:creationId xmlns:a16="http://schemas.microsoft.com/office/drawing/2014/main" id="{F0BB7867-B52B-BDF4-CAF9-AF36706533C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7">
                <a:extLst>
                  <a:ext uri="{96DAC541-7B7A-43D3-8B79-37D633B846F1}">
                    <asvg:svgBlip xmlns:asvg="http://schemas.microsoft.com/office/drawing/2016/SVG/main" r:embed="rId28"/>
                  </a:ext>
                </a:extLst>
              </a:blip>
              <a:srcRect/>
              <a:stretch/>
            </p:blipFill>
            <p:spPr>
              <a:xfrm>
                <a:off x="3513869" y="2435878"/>
                <a:ext cx="143060" cy="143060"/>
              </a:xfrm>
              <a:prstGeom prst="rect">
                <a:avLst/>
              </a:prstGeom>
            </p:spPr>
          </p:pic>
        </p:grpSp>
      </p:grpSp>
      <p:grpSp>
        <p:nvGrpSpPr>
          <p:cNvPr id="79" name="!! 电池">
            <a:extLst>
              <a:ext uri="{FF2B5EF4-FFF2-40B4-BE49-F238E27FC236}">
                <a16:creationId xmlns:a16="http://schemas.microsoft.com/office/drawing/2014/main" id="{4FEEE253-C2C0-1656-3225-FB057D6B6BF9}"/>
              </a:ext>
            </a:extLst>
          </p:cNvPr>
          <p:cNvGrpSpPr/>
          <p:nvPr/>
        </p:nvGrpSpPr>
        <p:grpSpPr>
          <a:xfrm>
            <a:off x="470871" y="2852627"/>
            <a:ext cx="2552892" cy="457924"/>
            <a:chOff x="462453" y="2623554"/>
            <a:chExt cx="2552892" cy="457924"/>
          </a:xfrm>
        </p:grpSpPr>
        <p:sp>
          <p:nvSpPr>
            <p:cNvPr id="80" name="!! 未选中">
              <a:hlinkClick r:id="rId29" action="ppaction://hlinksldjump"/>
              <a:extLst>
                <a:ext uri="{FF2B5EF4-FFF2-40B4-BE49-F238E27FC236}">
                  <a16:creationId xmlns:a16="http://schemas.microsoft.com/office/drawing/2014/main" id="{0068E7B7-9FD0-0589-704B-46072EB0A743}"/>
                </a:ext>
              </a:extLst>
            </p:cNvPr>
            <p:cNvSpPr/>
            <p:nvPr/>
          </p:nvSpPr>
          <p:spPr>
            <a:xfrm>
              <a:off x="462453" y="2623554"/>
              <a:ext cx="2552892" cy="457924"/>
            </a:xfrm>
            <a:prstGeom prst="roundRect">
              <a:avLst>
                <a:gd name="adj" fmla="val 22880"/>
              </a:avLst>
            </a:prstGeom>
            <a:solidFill>
              <a:schemeClr val="bg2"/>
            </a:solidFill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1998" defTabSz="914377">
                <a:defRPr/>
              </a:pPr>
              <a:r>
                <a:rPr lang="zh-CN" altLang="en-US" sz="1400" dirty="0">
                  <a:solidFill>
                    <a:schemeClr val="tx1">
                      <a:lumMod val="90000"/>
                      <a:lumOff val="10000"/>
                    </a:schemeClr>
                  </a:solidFill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      电池</a:t>
              </a:r>
            </a:p>
          </p:txBody>
        </p:sp>
        <p:grpSp>
          <p:nvGrpSpPr>
            <p:cNvPr id="81" name="组合 80">
              <a:extLst>
                <a:ext uri="{FF2B5EF4-FFF2-40B4-BE49-F238E27FC236}">
                  <a16:creationId xmlns:a16="http://schemas.microsoft.com/office/drawing/2014/main" id="{5AEB5579-B678-205C-D4C1-08DEC444F4AE}"/>
                </a:ext>
              </a:extLst>
            </p:cNvPr>
            <p:cNvGrpSpPr/>
            <p:nvPr/>
          </p:nvGrpSpPr>
          <p:grpSpPr>
            <a:xfrm>
              <a:off x="600851" y="2735577"/>
              <a:ext cx="245090" cy="245090"/>
              <a:chOff x="3449581" y="2374787"/>
              <a:chExt cx="263638" cy="263638"/>
            </a:xfrm>
          </p:grpSpPr>
          <p:sp>
            <p:nvSpPr>
              <p:cNvPr id="82" name="椭圆 81">
                <a:extLst>
                  <a:ext uri="{FF2B5EF4-FFF2-40B4-BE49-F238E27FC236}">
                    <a16:creationId xmlns:a16="http://schemas.microsoft.com/office/drawing/2014/main" id="{4FCD9EAE-05FB-E4A3-D71F-6545AAEE95EF}"/>
                  </a:ext>
                </a:extLst>
              </p:cNvPr>
              <p:cNvSpPr/>
              <p:nvPr/>
            </p:nvSpPr>
            <p:spPr>
              <a:xfrm>
                <a:off x="3449581" y="2374787"/>
                <a:ext cx="263638" cy="263638"/>
              </a:xfrm>
              <a:prstGeom prst="ellipse">
                <a:avLst/>
              </a:prstGeom>
              <a:solidFill>
                <a:srgbClr val="3ADE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83" name="icon">
                <a:extLst>
                  <a:ext uri="{FF2B5EF4-FFF2-40B4-BE49-F238E27FC236}">
                    <a16:creationId xmlns:a16="http://schemas.microsoft.com/office/drawing/2014/main" id="{A2D649E8-A382-9F72-A223-5DC3DCFF82E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0">
                <a:extLst>
                  <a:ext uri="{96DAC541-7B7A-43D3-8B79-37D633B846F1}">
                    <asvg:svgBlip xmlns:asvg="http://schemas.microsoft.com/office/drawing/2016/SVG/main" r:embed="rId31"/>
                  </a:ext>
                </a:extLst>
              </a:blip>
              <a:srcRect/>
              <a:stretch/>
            </p:blipFill>
            <p:spPr>
              <a:xfrm>
                <a:off x="3513869" y="2435878"/>
                <a:ext cx="143060" cy="143060"/>
              </a:xfrm>
              <a:prstGeom prst="rect">
                <a:avLst/>
              </a:prstGeom>
            </p:spPr>
          </p:pic>
        </p:grpSp>
      </p:grpSp>
      <p:sp>
        <p:nvSpPr>
          <p:cNvPr id="84" name="!! 个性化">
            <a:extLst>
              <a:ext uri="{FF2B5EF4-FFF2-40B4-BE49-F238E27FC236}">
                <a16:creationId xmlns:a16="http://schemas.microsoft.com/office/drawing/2014/main" id="{96076F03-29D3-9981-14D4-34309E0236A1}"/>
              </a:ext>
            </a:extLst>
          </p:cNvPr>
          <p:cNvSpPr txBox="1"/>
          <p:nvPr/>
        </p:nvSpPr>
        <p:spPr>
          <a:xfrm>
            <a:off x="470872" y="3444966"/>
            <a:ext cx="11113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dirty="0">
                <a:solidFill>
                  <a:schemeClr val="bg1">
                    <a:lumMod val="50000"/>
                  </a:schemeClr>
                </a:solidFill>
              </a:rPr>
              <a:t>个性化</a:t>
            </a:r>
          </a:p>
        </p:txBody>
      </p:sp>
      <p:sp>
        <p:nvSpPr>
          <p:cNvPr id="85" name="文本框 84">
            <a:extLst>
              <a:ext uri="{FF2B5EF4-FFF2-40B4-BE49-F238E27FC236}">
                <a16:creationId xmlns:a16="http://schemas.microsoft.com/office/drawing/2014/main" id="{BFAFCD99-7DC5-124F-B085-5397C9F04684}"/>
              </a:ext>
            </a:extLst>
          </p:cNvPr>
          <p:cNvSpPr txBox="1"/>
          <p:nvPr/>
        </p:nvSpPr>
        <p:spPr>
          <a:xfrm>
            <a:off x="462454" y="2020809"/>
            <a:ext cx="11113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dirty="0">
                <a:solidFill>
                  <a:schemeClr val="bg1">
                    <a:lumMod val="50000"/>
                  </a:schemeClr>
                </a:solidFill>
              </a:rPr>
              <a:t>网络与连接</a:t>
            </a:r>
          </a:p>
        </p:txBody>
      </p:sp>
      <p:sp>
        <p:nvSpPr>
          <p:cNvPr id="86" name="文本框 85">
            <a:extLst>
              <a:ext uri="{FF2B5EF4-FFF2-40B4-BE49-F238E27FC236}">
                <a16:creationId xmlns:a16="http://schemas.microsoft.com/office/drawing/2014/main" id="{FBFA6015-A1CA-9014-3005-4A68B0848B25}"/>
              </a:ext>
            </a:extLst>
          </p:cNvPr>
          <p:cNvSpPr txBox="1"/>
          <p:nvPr/>
        </p:nvSpPr>
        <p:spPr>
          <a:xfrm>
            <a:off x="462455" y="4033431"/>
            <a:ext cx="11113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dirty="0">
                <a:solidFill>
                  <a:schemeClr val="bg1">
                    <a:lumMod val="50000"/>
                  </a:schemeClr>
                </a:solidFill>
              </a:rPr>
              <a:t>系统与安全</a:t>
            </a:r>
          </a:p>
        </p:txBody>
      </p:sp>
      <p:grpSp>
        <p:nvGrpSpPr>
          <p:cNvPr id="87" name="!! 软件更新">
            <a:extLst>
              <a:ext uri="{FF2B5EF4-FFF2-40B4-BE49-F238E27FC236}">
                <a16:creationId xmlns:a16="http://schemas.microsoft.com/office/drawing/2014/main" id="{651FD6EA-39DA-AA93-8636-DFF0E5BA65AF}"/>
              </a:ext>
            </a:extLst>
          </p:cNvPr>
          <p:cNvGrpSpPr/>
          <p:nvPr/>
        </p:nvGrpSpPr>
        <p:grpSpPr>
          <a:xfrm>
            <a:off x="462455" y="4299750"/>
            <a:ext cx="2552892" cy="457924"/>
            <a:chOff x="481145" y="1890767"/>
            <a:chExt cx="2552892" cy="457924"/>
          </a:xfrm>
        </p:grpSpPr>
        <p:sp>
          <p:nvSpPr>
            <p:cNvPr id="88" name="!! 未选中">
              <a:hlinkClick r:id="rId32" action="ppaction://hlinksldjump"/>
              <a:extLst>
                <a:ext uri="{FF2B5EF4-FFF2-40B4-BE49-F238E27FC236}">
                  <a16:creationId xmlns:a16="http://schemas.microsoft.com/office/drawing/2014/main" id="{EF6C65FE-C635-D114-5129-5C35ED94F1F6}"/>
                </a:ext>
              </a:extLst>
            </p:cNvPr>
            <p:cNvSpPr/>
            <p:nvPr/>
          </p:nvSpPr>
          <p:spPr>
            <a:xfrm>
              <a:off x="481145" y="1890767"/>
              <a:ext cx="2552892" cy="457924"/>
            </a:xfrm>
            <a:prstGeom prst="roundRect">
              <a:avLst>
                <a:gd name="adj" fmla="val 22880"/>
              </a:avLst>
            </a:prstGeom>
            <a:solidFill>
              <a:schemeClr val="bg2"/>
            </a:solidFill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1998" defTabSz="914377">
                <a:defRPr/>
              </a:pPr>
              <a:r>
                <a:rPr lang="zh-CN" altLang="en-US" sz="1400" dirty="0">
                  <a:solidFill>
                    <a:schemeClr val="tx1"/>
                  </a:solidFill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      系统更新</a:t>
              </a:r>
            </a:p>
          </p:txBody>
        </p:sp>
        <p:pic>
          <p:nvPicPr>
            <p:cNvPr id="89" name="icon">
              <a:extLst>
                <a:ext uri="{FF2B5EF4-FFF2-40B4-BE49-F238E27FC236}">
                  <a16:creationId xmlns:a16="http://schemas.microsoft.com/office/drawing/2014/main" id="{42695174-D709-4EBD-ECF8-A1C34021CCC5}"/>
                </a:ext>
              </a:extLst>
            </p:cNvPr>
            <p:cNvPicPr>
              <a:picLocks noChangeAspect="1"/>
            </p:cNvPicPr>
            <p:nvPr/>
          </p:nvPicPr>
          <p:blipFill>
            <a:blip r:embed="rId33">
              <a:extLst>
                <a:ext uri="{96DAC541-7B7A-43D3-8B79-37D633B846F1}">
                  <asvg:svgBlip xmlns:asvg="http://schemas.microsoft.com/office/drawing/2016/SVG/main" r:embed="rId34"/>
                </a:ext>
              </a:extLst>
            </a:blip>
            <a:srcRect/>
            <a:stretch/>
          </p:blipFill>
          <p:spPr>
            <a:xfrm>
              <a:off x="623508" y="2001148"/>
              <a:ext cx="237162" cy="237162"/>
            </a:xfrm>
            <a:prstGeom prst="rect">
              <a:avLst/>
            </a:prstGeom>
          </p:spPr>
        </p:pic>
      </p:grpSp>
      <p:grpSp>
        <p:nvGrpSpPr>
          <p:cNvPr id="90" name="!! 更多连接">
            <a:extLst>
              <a:ext uri="{FF2B5EF4-FFF2-40B4-BE49-F238E27FC236}">
                <a16:creationId xmlns:a16="http://schemas.microsoft.com/office/drawing/2014/main" id="{2A724A32-D409-C5D7-38A8-6E35AF6428F4}"/>
              </a:ext>
            </a:extLst>
          </p:cNvPr>
          <p:cNvGrpSpPr/>
          <p:nvPr/>
        </p:nvGrpSpPr>
        <p:grpSpPr>
          <a:xfrm>
            <a:off x="462454" y="3410531"/>
            <a:ext cx="2552892" cy="457924"/>
            <a:chOff x="462453" y="2623554"/>
            <a:chExt cx="2552892" cy="457924"/>
          </a:xfrm>
        </p:grpSpPr>
        <p:sp>
          <p:nvSpPr>
            <p:cNvPr id="91" name="!! 未选中">
              <a:hlinkClick r:id="rId35" action="ppaction://hlinksldjump"/>
              <a:extLst>
                <a:ext uri="{FF2B5EF4-FFF2-40B4-BE49-F238E27FC236}">
                  <a16:creationId xmlns:a16="http://schemas.microsoft.com/office/drawing/2014/main" id="{E2BE2DB7-AEF1-3936-2F3A-BE85DBDA2957}"/>
                </a:ext>
              </a:extLst>
            </p:cNvPr>
            <p:cNvSpPr/>
            <p:nvPr/>
          </p:nvSpPr>
          <p:spPr>
            <a:xfrm>
              <a:off x="462453" y="2623554"/>
              <a:ext cx="2552892" cy="457924"/>
            </a:xfrm>
            <a:prstGeom prst="roundRect">
              <a:avLst>
                <a:gd name="adj" fmla="val 22880"/>
              </a:avLst>
            </a:prstGeom>
            <a:solidFill>
              <a:schemeClr val="bg2"/>
            </a:solidFill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1998" defTabSz="914377">
                <a:defRPr/>
              </a:pPr>
              <a:r>
                <a:rPr lang="zh-CN" altLang="en-US" sz="1400" dirty="0">
                  <a:solidFill>
                    <a:schemeClr val="tx1">
                      <a:lumMod val="90000"/>
                      <a:lumOff val="10000"/>
                    </a:schemeClr>
                  </a:solidFill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      更多连接</a:t>
              </a:r>
            </a:p>
          </p:txBody>
        </p:sp>
        <p:grpSp>
          <p:nvGrpSpPr>
            <p:cNvPr id="92" name="组合 91">
              <a:extLst>
                <a:ext uri="{FF2B5EF4-FFF2-40B4-BE49-F238E27FC236}">
                  <a16:creationId xmlns:a16="http://schemas.microsoft.com/office/drawing/2014/main" id="{073C3DD4-60F5-35B0-FD7D-20500E31FAFB}"/>
                </a:ext>
              </a:extLst>
            </p:cNvPr>
            <p:cNvGrpSpPr/>
            <p:nvPr/>
          </p:nvGrpSpPr>
          <p:grpSpPr>
            <a:xfrm>
              <a:off x="600851" y="2735577"/>
              <a:ext cx="245090" cy="245090"/>
              <a:chOff x="3449581" y="2374787"/>
              <a:chExt cx="263638" cy="263638"/>
            </a:xfrm>
          </p:grpSpPr>
          <p:sp>
            <p:nvSpPr>
              <p:cNvPr id="93" name="椭圆 92">
                <a:extLst>
                  <a:ext uri="{FF2B5EF4-FFF2-40B4-BE49-F238E27FC236}">
                    <a16:creationId xmlns:a16="http://schemas.microsoft.com/office/drawing/2014/main" id="{822E1164-6C9C-02AB-5491-99336C615391}"/>
                  </a:ext>
                </a:extLst>
              </p:cNvPr>
              <p:cNvSpPr/>
              <p:nvPr/>
            </p:nvSpPr>
            <p:spPr>
              <a:xfrm>
                <a:off x="3449581" y="2374787"/>
                <a:ext cx="263638" cy="263638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94" name="icon">
                <a:extLst>
                  <a:ext uri="{FF2B5EF4-FFF2-40B4-BE49-F238E27FC236}">
                    <a16:creationId xmlns:a16="http://schemas.microsoft.com/office/drawing/2014/main" id="{E5A0733E-C5B9-B173-2436-1FAC78F2E0C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6">
                <a:extLst>
                  <a:ext uri="{96DAC541-7B7A-43D3-8B79-37D633B846F1}">
                    <asvg:svgBlip xmlns:asvg="http://schemas.microsoft.com/office/drawing/2016/SVG/main" r:embed="rId37"/>
                  </a:ext>
                </a:extLst>
              </a:blip>
              <a:srcRect/>
              <a:stretch/>
            </p:blipFill>
            <p:spPr>
              <a:xfrm>
                <a:off x="3513774" y="2433849"/>
                <a:ext cx="143060" cy="143060"/>
              </a:xfrm>
              <a:prstGeom prst="rect">
                <a:avLst/>
              </a:prstGeom>
            </p:spPr>
          </p:pic>
        </p:grpSp>
      </p:grpSp>
      <p:sp>
        <p:nvSpPr>
          <p:cNvPr id="95" name="!! 更多">
            <a:extLst>
              <a:ext uri="{FF2B5EF4-FFF2-40B4-BE49-F238E27FC236}">
                <a16:creationId xmlns:a16="http://schemas.microsoft.com/office/drawing/2014/main" id="{C2E53232-5DA3-9E31-FB45-3801D17B8784}"/>
              </a:ext>
            </a:extLst>
          </p:cNvPr>
          <p:cNvSpPr txBox="1"/>
          <p:nvPr/>
        </p:nvSpPr>
        <p:spPr>
          <a:xfrm>
            <a:off x="1310353" y="6016666"/>
            <a:ext cx="85443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100" dirty="0">
                <a:solidFill>
                  <a:schemeClr val="accent1"/>
                </a:solidFill>
              </a:rPr>
              <a:t>下一页</a:t>
            </a:r>
          </a:p>
        </p:txBody>
      </p:sp>
      <p:grpSp>
        <p:nvGrpSpPr>
          <p:cNvPr id="96" name="!! 蓝牙">
            <a:extLst>
              <a:ext uri="{FF2B5EF4-FFF2-40B4-BE49-F238E27FC236}">
                <a16:creationId xmlns:a16="http://schemas.microsoft.com/office/drawing/2014/main" id="{1EC003AB-581B-9666-09C9-DC5CFD802361}"/>
              </a:ext>
            </a:extLst>
          </p:cNvPr>
          <p:cNvGrpSpPr/>
          <p:nvPr/>
        </p:nvGrpSpPr>
        <p:grpSpPr>
          <a:xfrm>
            <a:off x="462453" y="2846581"/>
            <a:ext cx="2552892" cy="457924"/>
            <a:chOff x="462452" y="2059603"/>
            <a:chExt cx="2552892" cy="457924"/>
          </a:xfrm>
        </p:grpSpPr>
        <p:sp>
          <p:nvSpPr>
            <p:cNvPr id="97" name="!! 未选中">
              <a:hlinkClick r:id="rId38" action="ppaction://hlinksldjump"/>
              <a:extLst>
                <a:ext uri="{FF2B5EF4-FFF2-40B4-BE49-F238E27FC236}">
                  <a16:creationId xmlns:a16="http://schemas.microsoft.com/office/drawing/2014/main" id="{D07BAC5E-83D8-4B1C-EEEF-D77BEA82070E}"/>
                </a:ext>
              </a:extLst>
            </p:cNvPr>
            <p:cNvSpPr/>
            <p:nvPr/>
          </p:nvSpPr>
          <p:spPr>
            <a:xfrm>
              <a:off x="462452" y="2059603"/>
              <a:ext cx="2552892" cy="457924"/>
            </a:xfrm>
            <a:prstGeom prst="roundRect">
              <a:avLst>
                <a:gd name="adj" fmla="val 22880"/>
              </a:avLst>
            </a:prstGeom>
            <a:solidFill>
              <a:schemeClr val="bg2"/>
            </a:solidFill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1998" defTabSz="914377">
                <a:defRPr/>
              </a:pPr>
              <a:r>
                <a:rPr lang="zh-CN" altLang="en-US" sz="1400" dirty="0">
                  <a:solidFill>
                    <a:schemeClr val="tx1">
                      <a:lumMod val="90000"/>
                      <a:lumOff val="10000"/>
                    </a:schemeClr>
                  </a:solidFill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      蓝牙</a:t>
              </a:r>
            </a:p>
          </p:txBody>
        </p:sp>
        <p:pic>
          <p:nvPicPr>
            <p:cNvPr id="98" name="图形 97">
              <a:extLst>
                <a:ext uri="{FF2B5EF4-FFF2-40B4-BE49-F238E27FC236}">
                  <a16:creationId xmlns:a16="http://schemas.microsoft.com/office/drawing/2014/main" id="{749BB386-8D5F-021C-2728-BE76AA03D77B}"/>
                </a:ext>
              </a:extLst>
            </p:cNvPr>
            <p:cNvPicPr>
              <a:picLocks noChangeAspect="1"/>
            </p:cNvPicPr>
            <p:nvPr/>
          </p:nvPicPr>
          <p:blipFill>
            <a:blip r:embed="rId39">
              <a:extLst>
                <a:ext uri="{96DAC541-7B7A-43D3-8B79-37D633B846F1}">
                  <asvg:svgBlip xmlns:asvg="http://schemas.microsoft.com/office/drawing/2016/SVG/main" r:embed="rId40"/>
                </a:ext>
              </a:extLst>
            </a:blip>
            <a:stretch>
              <a:fillRect/>
            </a:stretch>
          </p:blipFill>
          <p:spPr>
            <a:xfrm>
              <a:off x="600851" y="2174279"/>
              <a:ext cx="237166" cy="237166"/>
            </a:xfrm>
            <a:prstGeom prst="rect">
              <a:avLst/>
            </a:prstGeom>
          </p:spPr>
        </p:pic>
      </p:grpSp>
      <p:grpSp>
        <p:nvGrpSpPr>
          <p:cNvPr id="99" name="!! WLAN">
            <a:extLst>
              <a:ext uri="{FF2B5EF4-FFF2-40B4-BE49-F238E27FC236}">
                <a16:creationId xmlns:a16="http://schemas.microsoft.com/office/drawing/2014/main" id="{319F732F-00B7-23EC-A8D6-B5B8D8D858B6}"/>
              </a:ext>
            </a:extLst>
          </p:cNvPr>
          <p:cNvGrpSpPr/>
          <p:nvPr/>
        </p:nvGrpSpPr>
        <p:grpSpPr>
          <a:xfrm>
            <a:off x="462453" y="2282631"/>
            <a:ext cx="2552892" cy="457924"/>
            <a:chOff x="462452" y="1495653"/>
            <a:chExt cx="2552892" cy="457924"/>
          </a:xfrm>
        </p:grpSpPr>
        <p:grpSp>
          <p:nvGrpSpPr>
            <p:cNvPr id="100" name="!! WLAN">
              <a:extLst>
                <a:ext uri="{FF2B5EF4-FFF2-40B4-BE49-F238E27FC236}">
                  <a16:creationId xmlns:a16="http://schemas.microsoft.com/office/drawing/2014/main" id="{7EFF0D8C-31AE-1E4C-FD8F-6E41F56EE871}"/>
                </a:ext>
              </a:extLst>
            </p:cNvPr>
            <p:cNvGrpSpPr/>
            <p:nvPr/>
          </p:nvGrpSpPr>
          <p:grpSpPr>
            <a:xfrm>
              <a:off x="462452" y="1495653"/>
              <a:ext cx="2552892" cy="457924"/>
              <a:chOff x="462452" y="1495653"/>
              <a:chExt cx="2552892" cy="457924"/>
            </a:xfrm>
          </p:grpSpPr>
          <p:sp>
            <p:nvSpPr>
              <p:cNvPr id="102" name="!! 未选中">
                <a:hlinkClick r:id="rId41" action="ppaction://hlinksldjump"/>
                <a:extLst>
                  <a:ext uri="{FF2B5EF4-FFF2-40B4-BE49-F238E27FC236}">
                    <a16:creationId xmlns:a16="http://schemas.microsoft.com/office/drawing/2014/main" id="{883F300E-0003-0AA9-C71C-A95BE2CC32E7}"/>
                  </a:ext>
                </a:extLst>
              </p:cNvPr>
              <p:cNvSpPr/>
              <p:nvPr/>
            </p:nvSpPr>
            <p:spPr>
              <a:xfrm>
                <a:off x="462452" y="1495653"/>
                <a:ext cx="2552892" cy="457924"/>
              </a:xfrm>
              <a:prstGeom prst="roundRect">
                <a:avLst>
                  <a:gd name="adj" fmla="val 22880"/>
                </a:avLst>
              </a:prstGeom>
              <a:solidFill>
                <a:schemeClr val="tx1">
                  <a:lumMod val="10000"/>
                  <a:lumOff val="90000"/>
                </a:schemeClr>
              </a:solidFill>
              <a:ln w="6350"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71998" defTabSz="914377">
                  <a:defRPr/>
                </a:pPr>
                <a:r>
                  <a:rPr lang="zh-CN" altLang="en-US" sz="1400" dirty="0">
                    <a:solidFill>
                      <a:schemeClr val="tx1">
                        <a:lumMod val="90000"/>
                        <a:lumOff val="10000"/>
                      </a:schemeClr>
                    </a:solidFill>
                    <a:latin typeface="vivo Sans Light" panose="02000400000000000000" pitchFamily="2" charset="-122"/>
                    <a:ea typeface="vivo Sans Light" panose="02000400000000000000" pitchFamily="2" charset="-122"/>
                    <a:cs typeface="vivo Sans Light" panose="02000400000000000000" pitchFamily="2" charset="-122"/>
                  </a:rPr>
                  <a:t>      无线局域网</a:t>
                </a:r>
              </a:p>
            </p:txBody>
          </p:sp>
          <p:pic>
            <p:nvPicPr>
              <p:cNvPr id="103" name="icon">
                <a:extLst>
                  <a:ext uri="{FF2B5EF4-FFF2-40B4-BE49-F238E27FC236}">
                    <a16:creationId xmlns:a16="http://schemas.microsoft.com/office/drawing/2014/main" id="{BB3091B4-9242-96E9-062A-153C5CB780C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2">
                <a:extLst>
                  <a:ext uri="{96DAC541-7B7A-43D3-8B79-37D633B846F1}">
                    <asvg:svgBlip xmlns:asvg="http://schemas.microsoft.com/office/drawing/2016/SVG/main" r:embed="rId43"/>
                  </a:ext>
                </a:extLst>
              </a:blip>
              <a:srcRect/>
              <a:stretch/>
            </p:blipFill>
            <p:spPr>
              <a:xfrm>
                <a:off x="638475" y="1636367"/>
                <a:ext cx="169842" cy="169842"/>
              </a:xfrm>
              <a:prstGeom prst="rect">
                <a:avLst/>
              </a:prstGeom>
            </p:spPr>
          </p:pic>
        </p:grpSp>
        <p:pic>
          <p:nvPicPr>
            <p:cNvPr id="101" name="图形 100">
              <a:extLst>
                <a:ext uri="{FF2B5EF4-FFF2-40B4-BE49-F238E27FC236}">
                  <a16:creationId xmlns:a16="http://schemas.microsoft.com/office/drawing/2014/main" id="{B504FA99-55CA-8B46-4799-F1E0E864F3C3}"/>
                </a:ext>
              </a:extLst>
            </p:cNvPr>
            <p:cNvPicPr>
              <a:picLocks noChangeAspect="1"/>
            </p:cNvPicPr>
            <p:nvPr/>
          </p:nvPicPr>
          <p:blipFill>
            <a:blip r:embed="rId44">
              <a:extLst>
                <a:ext uri="{96DAC541-7B7A-43D3-8B79-37D633B846F1}">
                  <asvg:svgBlip xmlns:asvg="http://schemas.microsoft.com/office/drawing/2016/SVG/main" r:embed="rId45"/>
                </a:ext>
              </a:extLst>
            </a:blip>
            <a:stretch>
              <a:fillRect/>
            </a:stretch>
          </p:blipFill>
          <p:spPr>
            <a:xfrm>
              <a:off x="600489" y="1593839"/>
              <a:ext cx="245452" cy="245452"/>
            </a:xfrm>
            <a:prstGeom prst="rect">
              <a:avLst/>
            </a:prstGeom>
          </p:spPr>
        </p:pic>
      </p:grpSp>
      <p:grpSp>
        <p:nvGrpSpPr>
          <p:cNvPr id="104" name="!! 关于">
            <a:extLst>
              <a:ext uri="{FF2B5EF4-FFF2-40B4-BE49-F238E27FC236}">
                <a16:creationId xmlns:a16="http://schemas.microsoft.com/office/drawing/2014/main" id="{AD07E410-C128-AF3B-7BF6-946D87CFC85E}"/>
              </a:ext>
            </a:extLst>
          </p:cNvPr>
          <p:cNvGrpSpPr/>
          <p:nvPr/>
        </p:nvGrpSpPr>
        <p:grpSpPr>
          <a:xfrm>
            <a:off x="461126" y="5442791"/>
            <a:ext cx="2552892" cy="457924"/>
            <a:chOff x="453977" y="4076722"/>
            <a:chExt cx="2552892" cy="457924"/>
          </a:xfrm>
        </p:grpSpPr>
        <p:sp>
          <p:nvSpPr>
            <p:cNvPr id="105" name="!! 未选中">
              <a:hlinkClick r:id="rId46" action="ppaction://hlinksldjump"/>
              <a:extLst>
                <a:ext uri="{FF2B5EF4-FFF2-40B4-BE49-F238E27FC236}">
                  <a16:creationId xmlns:a16="http://schemas.microsoft.com/office/drawing/2014/main" id="{98148C92-B236-923D-7ED0-E1CB469F7065}"/>
                </a:ext>
              </a:extLst>
            </p:cNvPr>
            <p:cNvSpPr/>
            <p:nvPr/>
          </p:nvSpPr>
          <p:spPr>
            <a:xfrm>
              <a:off x="453977" y="4076722"/>
              <a:ext cx="2552892" cy="457924"/>
            </a:xfrm>
            <a:prstGeom prst="roundRect">
              <a:avLst>
                <a:gd name="adj" fmla="val 22880"/>
              </a:avLst>
            </a:prstGeom>
            <a:solidFill>
              <a:schemeClr val="bg2"/>
            </a:solidFill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1998" defTabSz="914377">
                <a:defRPr/>
              </a:pPr>
              <a:r>
                <a:rPr lang="zh-CN" altLang="en-US" sz="1400" dirty="0">
                  <a:solidFill>
                    <a:schemeClr val="tx1">
                      <a:lumMod val="90000"/>
                      <a:lumOff val="10000"/>
                    </a:schemeClr>
                  </a:solidFill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      关于此</a:t>
              </a:r>
              <a:r>
                <a:rPr lang="en-US" altLang="zh-CN" sz="1400" dirty="0">
                  <a:solidFill>
                    <a:schemeClr val="tx1">
                      <a:lumMod val="90000"/>
                      <a:lumOff val="10000"/>
                    </a:schemeClr>
                  </a:solidFill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Pad</a:t>
              </a:r>
              <a:endParaRPr lang="zh-CN" altLang="en-US" sz="1400" dirty="0">
                <a:solidFill>
                  <a:schemeClr val="tx1">
                    <a:lumMod val="90000"/>
                    <a:lumOff val="10000"/>
                  </a:schemeClr>
                </a:solidFill>
                <a:latin typeface="vivo Sans Light" panose="02000400000000000000" pitchFamily="2" charset="-122"/>
                <a:ea typeface="vivo Sans Light" panose="02000400000000000000" pitchFamily="2" charset="-122"/>
                <a:cs typeface="vivo Sans Light" panose="02000400000000000000" pitchFamily="2" charset="-122"/>
              </a:endParaRPr>
            </a:p>
          </p:txBody>
        </p:sp>
        <p:pic>
          <p:nvPicPr>
            <p:cNvPr id="106" name="图形 105">
              <a:extLst>
                <a:ext uri="{FF2B5EF4-FFF2-40B4-BE49-F238E27FC236}">
                  <a16:creationId xmlns:a16="http://schemas.microsoft.com/office/drawing/2014/main" id="{64B40712-DE40-D748-7F73-6A8906BD6105}"/>
                </a:ext>
              </a:extLst>
            </p:cNvPr>
            <p:cNvPicPr>
              <a:picLocks noChangeAspect="1"/>
            </p:cNvPicPr>
            <p:nvPr/>
          </p:nvPicPr>
          <p:blipFill>
            <a:blip r:embed="rId47">
              <a:extLst>
                <a:ext uri="{96DAC541-7B7A-43D3-8B79-37D633B846F1}">
                  <asvg:svgBlip xmlns:asvg="http://schemas.microsoft.com/office/drawing/2016/SVG/main" r:embed="rId48"/>
                </a:ext>
              </a:extLst>
            </a:blip>
            <a:stretch>
              <a:fillRect/>
            </a:stretch>
          </p:blipFill>
          <p:spPr>
            <a:xfrm flipV="1">
              <a:off x="599323" y="4190280"/>
              <a:ext cx="238694" cy="238694"/>
            </a:xfrm>
            <a:prstGeom prst="rect">
              <a:avLst/>
            </a:prstGeom>
          </p:spPr>
        </p:pic>
      </p:grpSp>
      <p:grpSp>
        <p:nvGrpSpPr>
          <p:cNvPr id="107" name="!! 保护">
            <a:extLst>
              <a:ext uri="{FF2B5EF4-FFF2-40B4-BE49-F238E27FC236}">
                <a16:creationId xmlns:a16="http://schemas.microsoft.com/office/drawing/2014/main" id="{7B7AEC84-50AF-9FAA-94AF-3B5307A25B21}"/>
              </a:ext>
            </a:extLst>
          </p:cNvPr>
          <p:cNvGrpSpPr/>
          <p:nvPr/>
        </p:nvGrpSpPr>
        <p:grpSpPr>
          <a:xfrm>
            <a:off x="461126" y="4868915"/>
            <a:ext cx="2552892" cy="457924"/>
            <a:chOff x="462453" y="2623554"/>
            <a:chExt cx="2552892" cy="457924"/>
          </a:xfrm>
        </p:grpSpPr>
        <p:sp>
          <p:nvSpPr>
            <p:cNvPr id="108" name="!! 未选中">
              <a:hlinkClick r:id="rId49" action="ppaction://hlinksldjump"/>
              <a:extLst>
                <a:ext uri="{FF2B5EF4-FFF2-40B4-BE49-F238E27FC236}">
                  <a16:creationId xmlns:a16="http://schemas.microsoft.com/office/drawing/2014/main" id="{5E3B9EF5-16BC-B17C-F066-43B6BED622F3}"/>
                </a:ext>
              </a:extLst>
            </p:cNvPr>
            <p:cNvSpPr/>
            <p:nvPr/>
          </p:nvSpPr>
          <p:spPr>
            <a:xfrm>
              <a:off x="462453" y="2623554"/>
              <a:ext cx="2552892" cy="457924"/>
            </a:xfrm>
            <a:prstGeom prst="roundRect">
              <a:avLst>
                <a:gd name="adj" fmla="val 22880"/>
              </a:avLst>
            </a:prstGeom>
            <a:solidFill>
              <a:schemeClr val="bg2"/>
            </a:solidFill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1998" defTabSz="914377">
                <a:defRPr/>
              </a:pPr>
              <a:r>
                <a:rPr lang="zh-CN" altLang="en-US" sz="1400" dirty="0">
                  <a:solidFill>
                    <a:schemeClr val="tx1">
                      <a:lumMod val="90000"/>
                      <a:lumOff val="10000"/>
                    </a:schemeClr>
                  </a:solidFill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      设备安全性</a:t>
              </a:r>
            </a:p>
          </p:txBody>
        </p:sp>
        <p:grpSp>
          <p:nvGrpSpPr>
            <p:cNvPr id="109" name="组合 108">
              <a:extLst>
                <a:ext uri="{FF2B5EF4-FFF2-40B4-BE49-F238E27FC236}">
                  <a16:creationId xmlns:a16="http://schemas.microsoft.com/office/drawing/2014/main" id="{A751EDE6-F953-6D31-CB29-8F1BE0A6EFA5}"/>
                </a:ext>
              </a:extLst>
            </p:cNvPr>
            <p:cNvGrpSpPr/>
            <p:nvPr/>
          </p:nvGrpSpPr>
          <p:grpSpPr>
            <a:xfrm>
              <a:off x="600851" y="2735577"/>
              <a:ext cx="245090" cy="245090"/>
              <a:chOff x="3449581" y="2374787"/>
              <a:chExt cx="263638" cy="263638"/>
            </a:xfrm>
          </p:grpSpPr>
          <p:sp>
            <p:nvSpPr>
              <p:cNvPr id="110" name="椭圆 109">
                <a:extLst>
                  <a:ext uri="{FF2B5EF4-FFF2-40B4-BE49-F238E27FC236}">
                    <a16:creationId xmlns:a16="http://schemas.microsoft.com/office/drawing/2014/main" id="{53EA0FEF-254F-6833-E828-A56CCAA3906A}"/>
                  </a:ext>
                </a:extLst>
              </p:cNvPr>
              <p:cNvSpPr/>
              <p:nvPr/>
            </p:nvSpPr>
            <p:spPr>
              <a:xfrm>
                <a:off x="3449581" y="2374787"/>
                <a:ext cx="263638" cy="263638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111" name="icon">
                <a:extLst>
                  <a:ext uri="{FF2B5EF4-FFF2-40B4-BE49-F238E27FC236}">
                    <a16:creationId xmlns:a16="http://schemas.microsoft.com/office/drawing/2014/main" id="{999DA26B-4664-EECF-4AB4-5CC3DA8EA88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0">
                <a:extLst>
                  <a:ext uri="{96DAC541-7B7A-43D3-8B79-37D633B846F1}">
                    <asvg:svgBlip xmlns:asvg="http://schemas.microsoft.com/office/drawing/2016/SVG/main" r:embed="rId51"/>
                  </a:ext>
                </a:extLst>
              </a:blip>
              <a:srcRect/>
              <a:stretch/>
            </p:blipFill>
            <p:spPr>
              <a:xfrm>
                <a:off x="3513869" y="2435878"/>
                <a:ext cx="143060" cy="143060"/>
              </a:xfrm>
              <a:prstGeom prst="rect">
                <a:avLst/>
              </a:prstGeom>
            </p:spPr>
          </p:pic>
        </p:grpSp>
      </p:grpSp>
      <p:grpSp>
        <p:nvGrpSpPr>
          <p:cNvPr id="112" name="组合 111">
            <a:extLst>
              <a:ext uri="{FF2B5EF4-FFF2-40B4-BE49-F238E27FC236}">
                <a16:creationId xmlns:a16="http://schemas.microsoft.com/office/drawing/2014/main" id="{DDB76972-7D4D-570D-0A06-B1399C53043C}"/>
              </a:ext>
            </a:extLst>
          </p:cNvPr>
          <p:cNvGrpSpPr/>
          <p:nvPr/>
        </p:nvGrpSpPr>
        <p:grpSpPr>
          <a:xfrm>
            <a:off x="461126" y="1123111"/>
            <a:ext cx="2552892" cy="756471"/>
            <a:chOff x="461125" y="1123110"/>
            <a:chExt cx="2552892" cy="756471"/>
          </a:xfrm>
        </p:grpSpPr>
        <p:sp>
          <p:nvSpPr>
            <p:cNvPr id="113" name="矩形: 圆角 112">
              <a:hlinkClick r:id="rId52" action="ppaction://hlinksldjump"/>
              <a:extLst>
                <a:ext uri="{FF2B5EF4-FFF2-40B4-BE49-F238E27FC236}">
                  <a16:creationId xmlns:a16="http://schemas.microsoft.com/office/drawing/2014/main" id="{82EF3D31-786D-0BF9-5E2A-E12234C40C50}"/>
                </a:ext>
              </a:extLst>
            </p:cNvPr>
            <p:cNvSpPr/>
            <p:nvPr/>
          </p:nvSpPr>
          <p:spPr>
            <a:xfrm>
              <a:off x="461125" y="1123110"/>
              <a:ext cx="2552892" cy="756471"/>
            </a:xfrm>
            <a:prstGeom prst="roundRect">
              <a:avLst>
                <a:gd name="adj" fmla="val 13695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4" name="文本框 113">
              <a:extLst>
                <a:ext uri="{FF2B5EF4-FFF2-40B4-BE49-F238E27FC236}">
                  <a16:creationId xmlns:a16="http://schemas.microsoft.com/office/drawing/2014/main" id="{C5260E3C-3BF2-86C8-B474-D45D02BBC696}"/>
                </a:ext>
              </a:extLst>
            </p:cNvPr>
            <p:cNvSpPr txBox="1"/>
            <p:nvPr/>
          </p:nvSpPr>
          <p:spPr>
            <a:xfrm>
              <a:off x="1119456" y="1283470"/>
              <a:ext cx="161993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dirty="0">
                  <a:latin typeface="+mn-ea"/>
                  <a:cs typeface="vivo Sans Light" panose="02000400000000000000" pitchFamily="2" charset="-122"/>
                </a:rPr>
                <a:t>雨夌</a:t>
              </a:r>
            </a:p>
          </p:txBody>
        </p:sp>
        <p:sp>
          <p:nvSpPr>
            <p:cNvPr id="115" name="文本框 114">
              <a:extLst>
                <a:ext uri="{FF2B5EF4-FFF2-40B4-BE49-F238E27FC236}">
                  <a16:creationId xmlns:a16="http://schemas.microsoft.com/office/drawing/2014/main" id="{B90CE410-831C-B112-DB9F-C062A4289F05}"/>
                </a:ext>
              </a:extLst>
            </p:cNvPr>
            <p:cNvSpPr txBox="1"/>
            <p:nvPr/>
          </p:nvSpPr>
          <p:spPr>
            <a:xfrm>
              <a:off x="1119456" y="1497658"/>
              <a:ext cx="161993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000" dirty="0">
                  <a:solidFill>
                    <a:schemeClr val="bg1">
                      <a:lumMod val="75000"/>
                    </a:schemeClr>
                  </a:solidFill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管理你的云账户</a:t>
              </a:r>
            </a:p>
          </p:txBody>
        </p:sp>
        <p:sp>
          <p:nvSpPr>
            <p:cNvPr id="116" name="!! 头像框">
              <a:extLst>
                <a:ext uri="{FF2B5EF4-FFF2-40B4-BE49-F238E27FC236}">
                  <a16:creationId xmlns:a16="http://schemas.microsoft.com/office/drawing/2014/main" id="{2B603D18-7CE8-9C52-A211-3EC51515FC92}"/>
                </a:ext>
              </a:extLst>
            </p:cNvPr>
            <p:cNvSpPr/>
            <p:nvPr/>
          </p:nvSpPr>
          <p:spPr>
            <a:xfrm>
              <a:off x="638475" y="1267548"/>
              <a:ext cx="463636" cy="463636"/>
            </a:xfrm>
            <a:prstGeom prst="ellipse">
              <a:avLst/>
            </a:prstGeom>
            <a:blipFill>
              <a:blip r:embed="rId53"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77">
                <a:defRPr/>
              </a:pPr>
              <a:endParaRPr lang="zh-CN" altLang="en-US">
                <a:solidFill>
                  <a:srgbClr val="F5F5F5"/>
                </a:solidFill>
                <a:latin typeface="vivo Sans"/>
                <a:ea typeface="vivo San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872314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restart="whenNotActive" fill="hold" evtFilter="cancelBubble" nodeType="interactiveSeq">
                    <p:stCondLst>
                      <p:cond evt="onClick" delay="0">
                        <p:tgtEl>
                          <p:spTgt spid="39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3" fill="hold">
                          <p:stCondLst>
                            <p:cond delay="0"/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9" presetClass="emph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animClr clrSpc="rgb" dir="cw">
                                          <p:cBhvr override="childStyle">
                                            <p:cTn id="6" dur="25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style.color</p:attrName>
                                            </p:attrNameLst>
                                          </p:cBhvr>
                                          <p:to>
                                            <a:srgbClr val="55A9E1"/>
                                          </p:to>
                                        </p:animClr>
                                        <p:animClr clrSpc="rgb" dir="cw">
                                          <p:cBhvr>
                                            <p:cTn id="7" dur="25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fillcolor</p:attrName>
                                            </p:attrNameLst>
                                          </p:cBhvr>
                                          <p:to>
                                            <a:srgbClr val="55A9E1"/>
                                          </p:to>
                                        </p:animClr>
                                        <p:set>
                                          <p:cBhvr>
                                            <p:cTn id="8" dur="25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fill.type</p:attrName>
                                            </p:attrNameLst>
                                          </p:cBhvr>
                                          <p:to>
                                            <p:strVal val="solid"/>
                                          </p:to>
                                        </p:set>
                                        <p:set>
                                          <p:cBhvr>
                                            <p:cTn id="9" dur="25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fill.on</p:attrName>
                                            </p:attrNameLst>
                                          </p:cBhvr>
                                          <p:to>
                                            <p:strVal val="tru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0" presetID="42" presetClass="path" presetSubtype="0" accel="6000" fill="hold" grpId="0" nodeType="withEffect" p14:presetBounceEnd="64000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3.95833E-6 4.44444E-6 L 0.01342 0.00069 " pathEditMode="relative" rAng="0" ptsTypes="AA" p14:bounceEnd="64000">
                                          <p:cBhvr>
                                            <p:cTn id="11" dur="250" fill="hold"/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66400" y="230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2" presetID="1" presetClass="entr" presetSubtype="0" fill="hold" grpId="0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1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4" presetID="1" presetClass="entr" presetSubtype="0" fill="hold" grpId="0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6" presetID="1" presetClass="entr" presetSubtype="0" fill="hold" grpId="0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8" fill="hold">
                          <p:stCondLst>
                            <p:cond delay="indefinite"/>
                          </p:stCondLst>
                          <p:childTnLst>
                            <p:par>
                              <p:cTn id="19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20" presetID="42" presetClass="path" presetSubtype="0" accel="18000" fill="hold" grpId="1" nodeType="clickEffect" p14:presetBounceEnd="64000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0.01342 0.00069 L -3.95833E-6 4.44444E-6 " pathEditMode="relative" rAng="0" ptsTypes="AA" p14:bounceEnd="64000">
                                          <p:cBhvr>
                                            <p:cTn id="21" dur="250" fill="hold"/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67700" y="-460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2" presetID="19" presetClass="emph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Clr clrSpc="rgb" dir="cw">
                                          <p:cBhvr override="childStyle">
                                            <p:cTn id="23" dur="25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style.color</p:attrName>
                                            </p:attrNameLst>
                                          </p:cBhvr>
                                          <p:to>
                                            <a:srgbClr val="A5A5A5"/>
                                          </p:to>
                                        </p:animClr>
                                        <p:animClr clrSpc="rgb" dir="cw">
                                          <p:cBhvr>
                                            <p:cTn id="24" dur="25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fillcolor</p:attrName>
                                            </p:attrNameLst>
                                          </p:cBhvr>
                                          <p:to>
                                            <a:srgbClr val="A5A5A5"/>
                                          </p:to>
                                        </p:animClr>
                                        <p:set>
                                          <p:cBhvr>
                                            <p:cTn id="25" dur="25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fill.type</p:attrName>
                                            </p:attrNameLst>
                                          </p:cBhvr>
                                          <p:to>
                                            <p:strVal val="solid"/>
                                          </p:to>
                                        </p:set>
                                        <p:set>
                                          <p:cBhvr>
                                            <p:cTn id="26" dur="25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fill.on</p:attrName>
                                            </p:attrNameLst>
                                          </p:cBhvr>
                                          <p:to>
                                            <p:strVal val="tru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7" presetID="1" presetClass="exit" presetSubtype="0" fill="hold" grpId="1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9" presetID="1" presetClass="exit" presetSubtype="0" fill="hold" grpId="1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1" presetID="1" presetClass="exit" presetSubtype="0" fill="hold" grpId="1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39"/>
                      </p:tgtEl>
                    </p:cond>
                  </p:nextCondLst>
                </p:seq>
                <p:seq concurrent="1" nextAc="seek">
                  <p:cTn id="33" restart="whenNotActive" fill="hold" evtFilter="cancelBubble" nodeType="interactiveSeq">
                    <p:stCondLst>
                      <p:cond evt="onClick" delay="0">
                        <p:tgtEl>
                          <p:spTgt spid="95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34" fill="hold">
                          <p:stCondLst>
                            <p:cond delay="0"/>
                          </p:stCondLst>
                          <p:childTnLst>
                            <p:par>
                              <p:cTn id="3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36" presetID="10" presetClass="exit" presetSubtype="0" fill="hold" grpId="1" nodeType="clickEffect">
                                      <p:stCondLst>
                                        <p:cond delay="5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7" dur="150"/>
                                            <p:tgtEl>
                                              <p:spTgt spid="8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8" dur="1" fill="hold">
                                              <p:stCondLst>
                                                <p:cond delay="149"/>
                                              </p:stCondLst>
                                            </p:cTn>
                                            <p:tgtEl>
                                              <p:spTgt spid="8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9" presetID="10" presetClass="exit" presetSubtype="0" fill="hold" nodeType="withEffect">
                                      <p:stCondLst>
                                        <p:cond delay="5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0" dur="150"/>
                                            <p:tgtEl>
                                              <p:spTgt spid="9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1" dur="1" fill="hold">
                                              <p:stCondLst>
                                                <p:cond delay="149"/>
                                              </p:stCondLst>
                                            </p:cTn>
                                            <p:tgtEl>
                                              <p:spTgt spid="9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2" presetID="10" presetClass="exit" presetSubtype="0" fill="hold" nodeType="withEffect">
                                      <p:stCondLst>
                                        <p:cond delay="5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3" dur="150"/>
                                            <p:tgtEl>
                                              <p:spTgt spid="96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4" dur="1" fill="hold">
                                              <p:stCondLst>
                                                <p:cond delay="149"/>
                                              </p:stCondLst>
                                            </p:cTn>
                                            <p:tgtEl>
                                              <p:spTgt spid="9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5" presetID="10" presetClass="exit" presetSubtype="0" fill="hold" nodeType="withEffect">
                                      <p:stCondLst>
                                        <p:cond delay="5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6" dur="150"/>
                                            <p:tgtEl>
                                              <p:spTgt spid="90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7" dur="1" fill="hold">
                                              <p:stCondLst>
                                                <p:cond delay="149"/>
                                              </p:stCondLst>
                                            </p:cTn>
                                            <p:tgtEl>
                                              <p:spTgt spid="9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8" presetID="10" presetClass="exit" presetSubtype="0" fill="hold" grpId="1" nodeType="withEffect">
                                      <p:stCondLst>
                                        <p:cond delay="5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9" dur="150"/>
                                            <p:tgtEl>
                                              <p:spTgt spid="86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0" dur="1" fill="hold">
                                              <p:stCondLst>
                                                <p:cond delay="149"/>
                                              </p:stCondLst>
                                            </p:cTn>
                                            <p:tgtEl>
                                              <p:spTgt spid="8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1" presetID="10" presetClass="exit" presetSubtype="0" fill="hold" nodeType="withEffect">
                                      <p:stCondLst>
                                        <p:cond delay="5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2" dur="150"/>
                                            <p:tgtEl>
                                              <p:spTgt spid="8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3" dur="1" fill="hold">
                                              <p:stCondLst>
                                                <p:cond delay="149"/>
                                              </p:stCondLst>
                                            </p:cTn>
                                            <p:tgtEl>
                                              <p:spTgt spid="8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4" presetID="10" presetClass="exit" presetSubtype="0" fill="hold" nodeType="withEffect">
                                      <p:stCondLst>
                                        <p:cond delay="5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5" dur="150"/>
                                            <p:tgtEl>
                                              <p:spTgt spid="10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6" dur="1" fill="hold">
                                              <p:stCondLst>
                                                <p:cond delay="149"/>
                                              </p:stCondLst>
                                            </p:cTn>
                                            <p:tgtEl>
                                              <p:spTgt spid="10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7" presetID="10" presetClass="exit" presetSubtype="0" fill="hold" nodeType="withEffect">
                                      <p:stCondLst>
                                        <p:cond delay="5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8" dur="150"/>
                                            <p:tgtEl>
                                              <p:spTgt spid="104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9" dur="1" fill="hold">
                                              <p:stCondLst>
                                                <p:cond delay="149"/>
                                              </p:stCondLst>
                                            </p:cTn>
                                            <p:tgtEl>
                                              <p:spTgt spid="10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0" presetID="35" presetClass="path" presetSubtype="0" decel="10000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0 0 L -0.25 0 E" pathEditMode="relative" ptsTypes="">
                                          <p:cBhvr>
                                            <p:cTn id="61" dur="330" fill="hold"/>
                                            <p:tgtEl>
                                              <p:spTgt spid="85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62" presetID="35" presetClass="path" presetSubtype="0" decel="100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0 0 L -0.25 0 E" pathEditMode="relative" ptsTypes="">
                                          <p:cBhvr>
                                            <p:cTn id="63" dur="330" fill="hold"/>
                                            <p:tgtEl>
                                              <p:spTgt spid="99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64" presetID="35" presetClass="path" presetSubtype="0" decel="100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0 0 L -0.25 0 E" pathEditMode="relative" ptsTypes="">
                                          <p:cBhvr>
                                            <p:cTn id="65" dur="330" fill="hold"/>
                                            <p:tgtEl>
                                              <p:spTgt spid="96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66" presetID="35" presetClass="path" presetSubtype="0" decel="100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0 0 L -0.25 0 E" pathEditMode="relative" ptsTypes="">
                                          <p:cBhvr>
                                            <p:cTn id="67" dur="330" fill="hold"/>
                                            <p:tgtEl>
                                              <p:spTgt spid="90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68" presetID="35" presetClass="path" presetSubtype="0" decel="10000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0 0 L -0.25 0 E" pathEditMode="relative" ptsTypes="">
                                          <p:cBhvr>
                                            <p:cTn id="69" dur="330" fill="hold"/>
                                            <p:tgtEl>
                                              <p:spTgt spid="86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70" presetID="35" presetClass="path" presetSubtype="0" decel="100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0 0 L -0.25 0 E" pathEditMode="relative" ptsTypes="">
                                          <p:cBhvr>
                                            <p:cTn id="71" dur="330" fill="hold"/>
                                            <p:tgtEl>
                                              <p:spTgt spid="87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72" presetID="35" presetClass="path" presetSubtype="0" decel="100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0 0 L -0.25 0 E" pathEditMode="relative" ptsTypes="">
                                          <p:cBhvr>
                                            <p:cTn id="73" dur="330" fill="hold"/>
                                            <p:tgtEl>
                                              <p:spTgt spid="107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74" presetID="35" presetClass="path" presetSubtype="0" decel="100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0 0 L -0.25 0 E" pathEditMode="relative" ptsTypes="">
                                          <p:cBhvr>
                                            <p:cTn id="75" dur="330" fill="hold"/>
                                            <p:tgtEl>
                                              <p:spTgt spid="104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76" presetID="10" presetClass="entr" presetSubtype="0" fill="hold" grpId="0" nodeType="withEffect">
                                      <p:stCondLst>
                                        <p:cond delay="50"/>
                                      </p:stCondLst>
                                      <p:childTnLst>
                                        <p:set>
                                          <p:cBhvr>
                                            <p:cTn id="7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8" dur="150"/>
                                            <p:tgtEl>
                                              <p:spTgt spid="8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9" presetID="10" presetClass="entr" presetSubtype="0" fill="hold" nodeType="withEffect">
                                      <p:stCondLst>
                                        <p:cond delay="50"/>
                                      </p:stCondLst>
                                      <p:childTnLst>
                                        <p:set>
                                          <p:cBhvr>
                                            <p:cTn id="8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1" dur="150"/>
                                            <p:tgtEl>
                                              <p:spTgt spid="7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2" presetID="10" presetClass="entr" presetSubtype="0" fill="hold" nodeType="withEffect">
                                      <p:stCondLst>
                                        <p:cond delay="50"/>
                                      </p:stCondLst>
                                      <p:childTnLst>
                                        <p:set>
                                          <p:cBhvr>
                                            <p:cTn id="8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4" dur="150"/>
                                            <p:tgtEl>
                                              <p:spTgt spid="7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5" presetID="10" presetClass="entr" presetSubtype="0" fill="hold" nodeType="withEffect">
                                      <p:stCondLst>
                                        <p:cond delay="50"/>
                                      </p:stCondLst>
                                      <p:childTnLst>
                                        <p:set>
                                          <p:cBhvr>
                                            <p:cTn id="8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7" dur="150"/>
                                            <p:tgtEl>
                                              <p:spTgt spid="6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8" presetID="63" presetClass="path" presetSubtype="0" decel="10000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0 0 L 0.25 0 E" pathEditMode="fixed" ptsTypes="">
                                          <p:cBhvr>
                                            <p:cTn id="89" dur="330" spd="-100000" fill="hold"/>
                                            <p:tgtEl>
                                              <p:spTgt spid="84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90" presetID="63" presetClass="path" presetSubtype="0" decel="100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0 0 L 0.25 0 E" pathEditMode="fixed" ptsTypes="">
                                          <p:cBhvr>
                                            <p:cTn id="91" dur="330" spd="-100000" fill="hold"/>
                                            <p:tgtEl>
                                              <p:spTgt spid="79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92" presetID="63" presetClass="path" presetSubtype="0" decel="100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0 0 L 0.25 0 E" pathEditMode="fixed" ptsTypes="">
                                          <p:cBhvr>
                                            <p:cTn id="93" dur="330" spd="-100000" fill="hold"/>
                                            <p:tgtEl>
                                              <p:spTgt spid="74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94" presetID="63" presetClass="path" presetSubtype="0" decel="100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0 0 L 0.25 0 E" pathEditMode="fixed" ptsTypes="">
                                          <p:cBhvr>
                                            <p:cTn id="95" dur="330" spd="-100000" fill="hold"/>
                                            <p:tgtEl>
                                              <p:spTgt spid="69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96" fill="hold">
                          <p:stCondLst>
                            <p:cond delay="indefinite"/>
                          </p:stCondLst>
                          <p:childTnLst>
                            <p:par>
                              <p:cTn id="97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98" presetID="10" presetClass="entr" presetSubtype="0" fill="hold" grpId="3" nodeType="clickEffect">
                                      <p:stCondLst>
                                        <p:cond delay="50"/>
                                      </p:stCondLst>
                                      <p:childTnLst>
                                        <p:set>
                                          <p:cBhvr>
                                            <p:cTn id="9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0" dur="150"/>
                                            <p:tgtEl>
                                              <p:spTgt spid="8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1" presetID="10" presetClass="entr" presetSubtype="0" fill="hold" nodeType="withEffect">
                                      <p:stCondLst>
                                        <p:cond delay="50"/>
                                      </p:stCondLst>
                                      <p:childTnLst>
                                        <p:set>
                                          <p:cBhvr>
                                            <p:cTn id="10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3" dur="150"/>
                                            <p:tgtEl>
                                              <p:spTgt spid="9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4" presetID="10" presetClass="entr" presetSubtype="0" fill="hold" nodeType="withEffect">
                                      <p:stCondLst>
                                        <p:cond delay="50"/>
                                      </p:stCondLst>
                                      <p:childTnLst>
                                        <p:set>
                                          <p:cBhvr>
                                            <p:cTn id="10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6" dur="150"/>
                                            <p:tgtEl>
                                              <p:spTgt spid="9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7" presetID="10" presetClass="entr" presetSubtype="0" fill="hold" nodeType="withEffect">
                                      <p:stCondLst>
                                        <p:cond delay="50"/>
                                      </p:stCondLst>
                                      <p:childTnLst>
                                        <p:set>
                                          <p:cBhvr>
                                            <p:cTn id="10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9" dur="150"/>
                                            <p:tgtEl>
                                              <p:spTgt spid="9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0" presetID="10" presetClass="entr" presetSubtype="0" fill="hold" grpId="3" nodeType="withEffect">
                                      <p:stCondLst>
                                        <p:cond delay="50"/>
                                      </p:stCondLst>
                                      <p:childTnLst>
                                        <p:set>
                                          <p:cBhvr>
                                            <p:cTn id="1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2" dur="150"/>
                                            <p:tgtEl>
                                              <p:spTgt spid="8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3" presetID="10" presetClass="entr" presetSubtype="0" fill="hold" nodeType="withEffect">
                                      <p:stCondLst>
                                        <p:cond delay="50"/>
                                      </p:stCondLst>
                                      <p:childTnLst>
                                        <p:set>
                                          <p:cBhvr>
                                            <p:cTn id="1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5" dur="150"/>
                                            <p:tgtEl>
                                              <p:spTgt spid="8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6" presetID="10" presetClass="entr" presetSubtype="0" fill="hold" nodeType="withEffect">
                                      <p:stCondLst>
                                        <p:cond delay="50"/>
                                      </p:stCondLst>
                                      <p:childTnLst>
                                        <p:set>
                                          <p:cBhvr>
                                            <p:cTn id="1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8" dur="150"/>
                                            <p:tgtEl>
                                              <p:spTgt spid="10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9" presetID="10" presetClass="entr" presetSubtype="0" fill="hold" nodeType="withEffect">
                                      <p:stCondLst>
                                        <p:cond delay="50"/>
                                      </p:stCondLst>
                                      <p:childTnLst>
                                        <p:set>
                                          <p:cBhvr>
                                            <p:cTn id="1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1" dur="150"/>
                                            <p:tgtEl>
                                              <p:spTgt spid="10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2" presetID="35" presetClass="path" presetSubtype="0" decel="100000" fill="hold" grpId="2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0 0 L -0.25 0 E" pathEditMode="relative" ptsTypes="">
                                          <p:cBhvr>
                                            <p:cTn id="123" dur="330" spd="-100000" fill="hold"/>
                                            <p:tgtEl>
                                              <p:spTgt spid="85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24" presetID="35" presetClass="path" presetSubtype="0" decel="100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0 0 L -0.25 0 E" pathEditMode="relative" ptsTypes="">
                                          <p:cBhvr>
                                            <p:cTn id="125" dur="330" spd="-100000" fill="hold"/>
                                            <p:tgtEl>
                                              <p:spTgt spid="99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26" presetID="35" presetClass="path" presetSubtype="0" decel="100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0 0 L -0.25 0 E" pathEditMode="relative" ptsTypes="">
                                          <p:cBhvr>
                                            <p:cTn id="127" dur="330" spd="-100000" fill="hold"/>
                                            <p:tgtEl>
                                              <p:spTgt spid="96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28" presetID="35" presetClass="path" presetSubtype="0" decel="100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0 0 L -0.25 0 E" pathEditMode="relative" ptsTypes="">
                                          <p:cBhvr>
                                            <p:cTn id="129" dur="330" spd="-100000" fill="hold"/>
                                            <p:tgtEl>
                                              <p:spTgt spid="90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30" presetID="35" presetClass="path" presetSubtype="0" decel="100000" fill="hold" grpId="2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0 0 L -0.25 0 E" pathEditMode="relative" ptsTypes="">
                                          <p:cBhvr>
                                            <p:cTn id="131" dur="330" spd="-100000" fill="hold"/>
                                            <p:tgtEl>
                                              <p:spTgt spid="86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32" presetID="35" presetClass="path" presetSubtype="0" decel="100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0 0 L -0.25 0 E" pathEditMode="relative" ptsTypes="">
                                          <p:cBhvr>
                                            <p:cTn id="133" dur="330" spd="-100000" fill="hold"/>
                                            <p:tgtEl>
                                              <p:spTgt spid="87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34" presetID="35" presetClass="path" presetSubtype="0" decel="100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0 0 L -0.25 0 E" pathEditMode="relative" ptsTypes="">
                                          <p:cBhvr>
                                            <p:cTn id="135" dur="330" spd="-100000" fill="hold"/>
                                            <p:tgtEl>
                                              <p:spTgt spid="107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36" presetID="35" presetClass="path" presetSubtype="0" decel="100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0 0 L -0.25 0 E" pathEditMode="relative" ptsTypes="">
                                          <p:cBhvr>
                                            <p:cTn id="137" dur="330" spd="-100000" fill="hold"/>
                                            <p:tgtEl>
                                              <p:spTgt spid="104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38" presetID="10" presetClass="exit" presetSubtype="0" fill="hold" grpId="3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39" dur="150"/>
                                            <p:tgtEl>
                                              <p:spTgt spid="84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40" dur="1" fill="hold">
                                              <p:stCondLst>
                                                <p:cond delay="149"/>
                                              </p:stCondLst>
                                            </p:cTn>
                                            <p:tgtEl>
                                              <p:spTgt spid="8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41" presetID="10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42" dur="150"/>
                                            <p:tgtEl>
                                              <p:spTgt spid="7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43" dur="1" fill="hold">
                                              <p:stCondLst>
                                                <p:cond delay="149"/>
                                              </p:stCondLst>
                                            </p:cTn>
                                            <p:tgtEl>
                                              <p:spTgt spid="7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44" presetID="10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45" dur="150"/>
                                            <p:tgtEl>
                                              <p:spTgt spid="74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46" dur="1" fill="hold">
                                              <p:stCondLst>
                                                <p:cond delay="149"/>
                                              </p:stCondLst>
                                            </p:cTn>
                                            <p:tgtEl>
                                              <p:spTgt spid="7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47" presetID="10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48" dur="150"/>
                                            <p:tgtEl>
                                              <p:spTgt spid="6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49" dur="1" fill="hold">
                                              <p:stCondLst>
                                                <p:cond delay="149"/>
                                              </p:stCondLst>
                                            </p:cTn>
                                            <p:tgtEl>
                                              <p:spTgt spid="6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50" presetID="63" presetClass="path" presetSubtype="0" decel="100000" fill="hold" grpId="2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0 0 L 0.25 0 E" pathEditMode="relative" ptsTypes="">
                                          <p:cBhvr>
                                            <p:cTn id="151" dur="330" fill="hold"/>
                                            <p:tgtEl>
                                              <p:spTgt spid="84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52" presetID="63" presetClass="path" presetSubtype="0" decel="100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0 0 L 0.25 0 E" pathEditMode="relative" ptsTypes="">
                                          <p:cBhvr>
                                            <p:cTn id="153" dur="330" fill="hold"/>
                                            <p:tgtEl>
                                              <p:spTgt spid="79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54" presetID="63" presetClass="path" presetSubtype="0" decel="100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0 0 L 0.25 0 E" pathEditMode="relative" ptsTypes="">
                                          <p:cBhvr>
                                            <p:cTn id="155" dur="330" fill="hold"/>
                                            <p:tgtEl>
                                              <p:spTgt spid="74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56" presetID="63" presetClass="path" presetSubtype="0" decel="100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0 0 L 0.25 0 E" pathEditMode="relative" ptsTypes="">
                                          <p:cBhvr>
                                            <p:cTn id="157" dur="330" fill="hold"/>
                                            <p:tgtEl>
                                              <p:spTgt spid="69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95"/>
                      </p:tgtEl>
                    </p:cond>
                  </p:nextCondLst>
                </p:seq>
              </p:childTnLst>
            </p:cTn>
          </p:par>
        </p:tnLst>
        <p:bldLst>
          <p:bldP spid="6" grpId="0" animBg="1"/>
          <p:bldP spid="6" grpId="1" animBg="1"/>
          <p:bldP spid="9" grpId="0"/>
          <p:bldP spid="9" grpId="1"/>
          <p:bldP spid="10" grpId="0"/>
          <p:bldP spid="10" grpId="1"/>
          <p:bldP spid="37" grpId="0" animBg="1"/>
          <p:bldP spid="37" grpId="1" animBg="1"/>
          <p:bldP spid="38" grpId="0" animBg="1"/>
          <p:bldP spid="38" grpId="1" animBg="1"/>
          <p:bldP spid="84" grpId="0"/>
          <p:bldP spid="84" grpId="1"/>
          <p:bldP spid="84" grpId="2"/>
          <p:bldP spid="84" grpId="3"/>
          <p:bldP spid="85" grpId="0"/>
          <p:bldP spid="85" grpId="1"/>
          <p:bldP spid="85" grpId="2"/>
          <p:bldP spid="85" grpId="3"/>
          <p:bldP spid="86" grpId="0"/>
          <p:bldP spid="86" grpId="1"/>
          <p:bldP spid="86" grpId="2"/>
          <p:bldP spid="86" grpId="3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restart="whenNotActive" fill="hold" evtFilter="cancelBubble" nodeType="interactiveSeq">
                    <p:stCondLst>
                      <p:cond evt="onClick" delay="0">
                        <p:tgtEl>
                          <p:spTgt spid="39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3" fill="hold">
                          <p:stCondLst>
                            <p:cond delay="0"/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9" presetClass="emph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animClr clrSpc="rgb" dir="cw">
                                          <p:cBhvr override="childStyle">
                                            <p:cTn id="6" dur="25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style.color</p:attrName>
                                            </p:attrNameLst>
                                          </p:cBhvr>
                                          <p:to>
                                            <a:srgbClr val="55A9E1"/>
                                          </p:to>
                                        </p:animClr>
                                        <p:animClr clrSpc="rgb" dir="cw">
                                          <p:cBhvr>
                                            <p:cTn id="7" dur="25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fillcolor</p:attrName>
                                            </p:attrNameLst>
                                          </p:cBhvr>
                                          <p:to>
                                            <a:srgbClr val="55A9E1"/>
                                          </p:to>
                                        </p:animClr>
                                        <p:set>
                                          <p:cBhvr>
                                            <p:cTn id="8" dur="25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fill.type</p:attrName>
                                            </p:attrNameLst>
                                          </p:cBhvr>
                                          <p:to>
                                            <p:strVal val="solid"/>
                                          </p:to>
                                        </p:set>
                                        <p:set>
                                          <p:cBhvr>
                                            <p:cTn id="9" dur="25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fill.on</p:attrName>
                                            </p:attrNameLst>
                                          </p:cBhvr>
                                          <p:to>
                                            <p:strVal val="tru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0" presetID="42" presetClass="path" presetSubtype="0" accel="600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3.95833E-6 4.44444E-6 L 0.01342 0.00069 " pathEditMode="relative" rAng="0" ptsTypes="AA">
                                          <p:cBhvr>
                                            <p:cTn id="11" dur="250" fill="hold"/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664" y="23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2" presetID="1" presetClass="entr" presetSubtype="0" fill="hold" grpId="0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1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4" presetID="1" presetClass="entr" presetSubtype="0" fill="hold" grpId="0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6" presetID="1" presetClass="entr" presetSubtype="0" fill="hold" grpId="0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8" fill="hold">
                          <p:stCondLst>
                            <p:cond delay="indefinite"/>
                          </p:stCondLst>
                          <p:childTnLst>
                            <p:par>
                              <p:cTn id="19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20" presetID="42" presetClass="path" presetSubtype="0" accel="18000" fill="hold" grpId="1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0.01342 0.00069 L -3.95833E-6 4.44444E-6 " pathEditMode="relative" rAng="0" ptsTypes="AA">
                                          <p:cBhvr>
                                            <p:cTn id="21" dur="250" fill="hold"/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677" y="-46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2" presetID="19" presetClass="emph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Clr clrSpc="rgb" dir="cw">
                                          <p:cBhvr override="childStyle">
                                            <p:cTn id="23" dur="25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style.color</p:attrName>
                                            </p:attrNameLst>
                                          </p:cBhvr>
                                          <p:to>
                                            <a:srgbClr val="A5A5A5"/>
                                          </p:to>
                                        </p:animClr>
                                        <p:animClr clrSpc="rgb" dir="cw">
                                          <p:cBhvr>
                                            <p:cTn id="24" dur="25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fillcolor</p:attrName>
                                            </p:attrNameLst>
                                          </p:cBhvr>
                                          <p:to>
                                            <a:srgbClr val="A5A5A5"/>
                                          </p:to>
                                        </p:animClr>
                                        <p:set>
                                          <p:cBhvr>
                                            <p:cTn id="25" dur="25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fill.type</p:attrName>
                                            </p:attrNameLst>
                                          </p:cBhvr>
                                          <p:to>
                                            <p:strVal val="solid"/>
                                          </p:to>
                                        </p:set>
                                        <p:set>
                                          <p:cBhvr>
                                            <p:cTn id="26" dur="25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fill.on</p:attrName>
                                            </p:attrNameLst>
                                          </p:cBhvr>
                                          <p:to>
                                            <p:strVal val="tru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7" presetID="1" presetClass="exit" presetSubtype="0" fill="hold" grpId="1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9" presetID="1" presetClass="exit" presetSubtype="0" fill="hold" grpId="1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1" presetID="1" presetClass="exit" presetSubtype="0" fill="hold" grpId="1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39"/>
                      </p:tgtEl>
                    </p:cond>
                  </p:nextCondLst>
                </p:seq>
                <p:seq concurrent="1" nextAc="seek">
                  <p:cTn id="33" restart="whenNotActive" fill="hold" evtFilter="cancelBubble" nodeType="interactiveSeq">
                    <p:stCondLst>
                      <p:cond evt="onClick" delay="0">
                        <p:tgtEl>
                          <p:spTgt spid="95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34" fill="hold">
                          <p:stCondLst>
                            <p:cond delay="0"/>
                          </p:stCondLst>
                          <p:childTnLst>
                            <p:par>
                              <p:cTn id="3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36" presetID="10" presetClass="exit" presetSubtype="0" fill="hold" grpId="1" nodeType="clickEffect">
                                      <p:stCondLst>
                                        <p:cond delay="5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7" dur="150"/>
                                            <p:tgtEl>
                                              <p:spTgt spid="8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8" dur="1" fill="hold">
                                              <p:stCondLst>
                                                <p:cond delay="149"/>
                                              </p:stCondLst>
                                            </p:cTn>
                                            <p:tgtEl>
                                              <p:spTgt spid="8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9" presetID="10" presetClass="exit" presetSubtype="0" fill="hold" nodeType="withEffect">
                                      <p:stCondLst>
                                        <p:cond delay="5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0" dur="150"/>
                                            <p:tgtEl>
                                              <p:spTgt spid="9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1" dur="1" fill="hold">
                                              <p:stCondLst>
                                                <p:cond delay="149"/>
                                              </p:stCondLst>
                                            </p:cTn>
                                            <p:tgtEl>
                                              <p:spTgt spid="9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2" presetID="10" presetClass="exit" presetSubtype="0" fill="hold" nodeType="withEffect">
                                      <p:stCondLst>
                                        <p:cond delay="5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3" dur="150"/>
                                            <p:tgtEl>
                                              <p:spTgt spid="96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4" dur="1" fill="hold">
                                              <p:stCondLst>
                                                <p:cond delay="149"/>
                                              </p:stCondLst>
                                            </p:cTn>
                                            <p:tgtEl>
                                              <p:spTgt spid="9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5" presetID="10" presetClass="exit" presetSubtype="0" fill="hold" nodeType="withEffect">
                                      <p:stCondLst>
                                        <p:cond delay="5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6" dur="150"/>
                                            <p:tgtEl>
                                              <p:spTgt spid="90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7" dur="1" fill="hold">
                                              <p:stCondLst>
                                                <p:cond delay="149"/>
                                              </p:stCondLst>
                                            </p:cTn>
                                            <p:tgtEl>
                                              <p:spTgt spid="9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8" presetID="10" presetClass="exit" presetSubtype="0" fill="hold" grpId="1" nodeType="withEffect">
                                      <p:stCondLst>
                                        <p:cond delay="5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9" dur="150"/>
                                            <p:tgtEl>
                                              <p:spTgt spid="86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0" dur="1" fill="hold">
                                              <p:stCondLst>
                                                <p:cond delay="149"/>
                                              </p:stCondLst>
                                            </p:cTn>
                                            <p:tgtEl>
                                              <p:spTgt spid="8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1" presetID="10" presetClass="exit" presetSubtype="0" fill="hold" nodeType="withEffect">
                                      <p:stCondLst>
                                        <p:cond delay="5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2" dur="150"/>
                                            <p:tgtEl>
                                              <p:spTgt spid="8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3" dur="1" fill="hold">
                                              <p:stCondLst>
                                                <p:cond delay="149"/>
                                              </p:stCondLst>
                                            </p:cTn>
                                            <p:tgtEl>
                                              <p:spTgt spid="8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4" presetID="10" presetClass="exit" presetSubtype="0" fill="hold" nodeType="withEffect">
                                      <p:stCondLst>
                                        <p:cond delay="5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5" dur="150"/>
                                            <p:tgtEl>
                                              <p:spTgt spid="10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6" dur="1" fill="hold">
                                              <p:stCondLst>
                                                <p:cond delay="149"/>
                                              </p:stCondLst>
                                            </p:cTn>
                                            <p:tgtEl>
                                              <p:spTgt spid="10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7" presetID="10" presetClass="exit" presetSubtype="0" fill="hold" nodeType="withEffect">
                                      <p:stCondLst>
                                        <p:cond delay="5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8" dur="150"/>
                                            <p:tgtEl>
                                              <p:spTgt spid="104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9" dur="1" fill="hold">
                                              <p:stCondLst>
                                                <p:cond delay="149"/>
                                              </p:stCondLst>
                                            </p:cTn>
                                            <p:tgtEl>
                                              <p:spTgt spid="10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0" presetID="35" presetClass="path" presetSubtype="0" decel="10000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0 0 L -0.25 0 E" pathEditMode="relative" ptsTypes="">
                                          <p:cBhvr>
                                            <p:cTn id="61" dur="330" fill="hold"/>
                                            <p:tgtEl>
                                              <p:spTgt spid="85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62" presetID="35" presetClass="path" presetSubtype="0" decel="100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0 0 L -0.25 0 E" pathEditMode="relative" ptsTypes="">
                                          <p:cBhvr>
                                            <p:cTn id="63" dur="330" fill="hold"/>
                                            <p:tgtEl>
                                              <p:spTgt spid="99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64" presetID="35" presetClass="path" presetSubtype="0" decel="100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0 0 L -0.25 0 E" pathEditMode="relative" ptsTypes="">
                                          <p:cBhvr>
                                            <p:cTn id="65" dur="330" fill="hold"/>
                                            <p:tgtEl>
                                              <p:spTgt spid="96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66" presetID="35" presetClass="path" presetSubtype="0" decel="100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0 0 L -0.25 0 E" pathEditMode="relative" ptsTypes="">
                                          <p:cBhvr>
                                            <p:cTn id="67" dur="330" fill="hold"/>
                                            <p:tgtEl>
                                              <p:spTgt spid="90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68" presetID="35" presetClass="path" presetSubtype="0" decel="10000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0 0 L -0.25 0 E" pathEditMode="relative" ptsTypes="">
                                          <p:cBhvr>
                                            <p:cTn id="69" dur="330" fill="hold"/>
                                            <p:tgtEl>
                                              <p:spTgt spid="86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70" presetID="35" presetClass="path" presetSubtype="0" decel="100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0 0 L -0.25 0 E" pathEditMode="relative" ptsTypes="">
                                          <p:cBhvr>
                                            <p:cTn id="71" dur="330" fill="hold"/>
                                            <p:tgtEl>
                                              <p:spTgt spid="87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72" presetID="35" presetClass="path" presetSubtype="0" decel="100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0 0 L -0.25 0 E" pathEditMode="relative" ptsTypes="">
                                          <p:cBhvr>
                                            <p:cTn id="73" dur="330" fill="hold"/>
                                            <p:tgtEl>
                                              <p:spTgt spid="107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74" presetID="35" presetClass="path" presetSubtype="0" decel="100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0 0 L -0.25 0 E" pathEditMode="relative" ptsTypes="">
                                          <p:cBhvr>
                                            <p:cTn id="75" dur="330" fill="hold"/>
                                            <p:tgtEl>
                                              <p:spTgt spid="104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76" presetID="10" presetClass="entr" presetSubtype="0" fill="hold" grpId="0" nodeType="withEffect">
                                      <p:stCondLst>
                                        <p:cond delay="50"/>
                                      </p:stCondLst>
                                      <p:childTnLst>
                                        <p:set>
                                          <p:cBhvr>
                                            <p:cTn id="7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8" dur="150"/>
                                            <p:tgtEl>
                                              <p:spTgt spid="8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9" presetID="10" presetClass="entr" presetSubtype="0" fill="hold" nodeType="withEffect">
                                      <p:stCondLst>
                                        <p:cond delay="50"/>
                                      </p:stCondLst>
                                      <p:childTnLst>
                                        <p:set>
                                          <p:cBhvr>
                                            <p:cTn id="8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1" dur="150"/>
                                            <p:tgtEl>
                                              <p:spTgt spid="7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2" presetID="10" presetClass="entr" presetSubtype="0" fill="hold" nodeType="withEffect">
                                      <p:stCondLst>
                                        <p:cond delay="50"/>
                                      </p:stCondLst>
                                      <p:childTnLst>
                                        <p:set>
                                          <p:cBhvr>
                                            <p:cTn id="8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4" dur="150"/>
                                            <p:tgtEl>
                                              <p:spTgt spid="7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5" presetID="10" presetClass="entr" presetSubtype="0" fill="hold" nodeType="withEffect">
                                      <p:stCondLst>
                                        <p:cond delay="50"/>
                                      </p:stCondLst>
                                      <p:childTnLst>
                                        <p:set>
                                          <p:cBhvr>
                                            <p:cTn id="8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7" dur="150"/>
                                            <p:tgtEl>
                                              <p:spTgt spid="6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8" presetID="63" presetClass="path" presetSubtype="0" decel="10000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0 0 L 0.25 0 E" pathEditMode="fixed" ptsTypes="">
                                          <p:cBhvr>
                                            <p:cTn id="89" dur="330" spd="-100000" fill="hold"/>
                                            <p:tgtEl>
                                              <p:spTgt spid="84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90" presetID="63" presetClass="path" presetSubtype="0" decel="100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0 0 L 0.25 0 E" pathEditMode="fixed" ptsTypes="">
                                          <p:cBhvr>
                                            <p:cTn id="91" dur="330" spd="-100000" fill="hold"/>
                                            <p:tgtEl>
                                              <p:spTgt spid="79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92" presetID="63" presetClass="path" presetSubtype="0" decel="100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0 0 L 0.25 0 E" pathEditMode="fixed" ptsTypes="">
                                          <p:cBhvr>
                                            <p:cTn id="93" dur="330" spd="-100000" fill="hold"/>
                                            <p:tgtEl>
                                              <p:spTgt spid="74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94" presetID="63" presetClass="path" presetSubtype="0" decel="100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0 0 L 0.25 0 E" pathEditMode="fixed" ptsTypes="">
                                          <p:cBhvr>
                                            <p:cTn id="95" dur="330" spd="-100000" fill="hold"/>
                                            <p:tgtEl>
                                              <p:spTgt spid="69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96" fill="hold">
                          <p:stCondLst>
                            <p:cond delay="indefinite"/>
                          </p:stCondLst>
                          <p:childTnLst>
                            <p:par>
                              <p:cTn id="97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98" presetID="10" presetClass="entr" presetSubtype="0" fill="hold" grpId="3" nodeType="clickEffect">
                                      <p:stCondLst>
                                        <p:cond delay="50"/>
                                      </p:stCondLst>
                                      <p:childTnLst>
                                        <p:set>
                                          <p:cBhvr>
                                            <p:cTn id="9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0" dur="150"/>
                                            <p:tgtEl>
                                              <p:spTgt spid="8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1" presetID="10" presetClass="entr" presetSubtype="0" fill="hold" nodeType="withEffect">
                                      <p:stCondLst>
                                        <p:cond delay="50"/>
                                      </p:stCondLst>
                                      <p:childTnLst>
                                        <p:set>
                                          <p:cBhvr>
                                            <p:cTn id="10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3" dur="150"/>
                                            <p:tgtEl>
                                              <p:spTgt spid="9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4" presetID="10" presetClass="entr" presetSubtype="0" fill="hold" nodeType="withEffect">
                                      <p:stCondLst>
                                        <p:cond delay="50"/>
                                      </p:stCondLst>
                                      <p:childTnLst>
                                        <p:set>
                                          <p:cBhvr>
                                            <p:cTn id="10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6" dur="150"/>
                                            <p:tgtEl>
                                              <p:spTgt spid="9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7" presetID="10" presetClass="entr" presetSubtype="0" fill="hold" nodeType="withEffect">
                                      <p:stCondLst>
                                        <p:cond delay="50"/>
                                      </p:stCondLst>
                                      <p:childTnLst>
                                        <p:set>
                                          <p:cBhvr>
                                            <p:cTn id="10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9" dur="150"/>
                                            <p:tgtEl>
                                              <p:spTgt spid="9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0" presetID="10" presetClass="entr" presetSubtype="0" fill="hold" grpId="3" nodeType="withEffect">
                                      <p:stCondLst>
                                        <p:cond delay="50"/>
                                      </p:stCondLst>
                                      <p:childTnLst>
                                        <p:set>
                                          <p:cBhvr>
                                            <p:cTn id="1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2" dur="150"/>
                                            <p:tgtEl>
                                              <p:spTgt spid="8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3" presetID="10" presetClass="entr" presetSubtype="0" fill="hold" nodeType="withEffect">
                                      <p:stCondLst>
                                        <p:cond delay="50"/>
                                      </p:stCondLst>
                                      <p:childTnLst>
                                        <p:set>
                                          <p:cBhvr>
                                            <p:cTn id="1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5" dur="150"/>
                                            <p:tgtEl>
                                              <p:spTgt spid="8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6" presetID="10" presetClass="entr" presetSubtype="0" fill="hold" nodeType="withEffect">
                                      <p:stCondLst>
                                        <p:cond delay="50"/>
                                      </p:stCondLst>
                                      <p:childTnLst>
                                        <p:set>
                                          <p:cBhvr>
                                            <p:cTn id="1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8" dur="150"/>
                                            <p:tgtEl>
                                              <p:spTgt spid="10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9" presetID="10" presetClass="entr" presetSubtype="0" fill="hold" nodeType="withEffect">
                                      <p:stCondLst>
                                        <p:cond delay="50"/>
                                      </p:stCondLst>
                                      <p:childTnLst>
                                        <p:set>
                                          <p:cBhvr>
                                            <p:cTn id="1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1" dur="150"/>
                                            <p:tgtEl>
                                              <p:spTgt spid="10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2" presetID="35" presetClass="path" presetSubtype="0" decel="100000" fill="hold" grpId="2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0 0 L -0.25 0 E" pathEditMode="relative" ptsTypes="">
                                          <p:cBhvr>
                                            <p:cTn id="123" dur="330" spd="-100000" fill="hold"/>
                                            <p:tgtEl>
                                              <p:spTgt spid="85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24" presetID="35" presetClass="path" presetSubtype="0" decel="100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0 0 L -0.25 0 E" pathEditMode="relative" ptsTypes="">
                                          <p:cBhvr>
                                            <p:cTn id="125" dur="330" spd="-100000" fill="hold"/>
                                            <p:tgtEl>
                                              <p:spTgt spid="99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26" presetID="35" presetClass="path" presetSubtype="0" decel="100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0 0 L -0.25 0 E" pathEditMode="relative" ptsTypes="">
                                          <p:cBhvr>
                                            <p:cTn id="127" dur="330" spd="-100000" fill="hold"/>
                                            <p:tgtEl>
                                              <p:spTgt spid="96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28" presetID="35" presetClass="path" presetSubtype="0" decel="100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0 0 L -0.25 0 E" pathEditMode="relative" ptsTypes="">
                                          <p:cBhvr>
                                            <p:cTn id="129" dur="330" spd="-100000" fill="hold"/>
                                            <p:tgtEl>
                                              <p:spTgt spid="90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30" presetID="35" presetClass="path" presetSubtype="0" decel="100000" fill="hold" grpId="2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0 0 L -0.25 0 E" pathEditMode="relative" ptsTypes="">
                                          <p:cBhvr>
                                            <p:cTn id="131" dur="330" spd="-100000" fill="hold"/>
                                            <p:tgtEl>
                                              <p:spTgt spid="86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32" presetID="35" presetClass="path" presetSubtype="0" decel="100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0 0 L -0.25 0 E" pathEditMode="relative" ptsTypes="">
                                          <p:cBhvr>
                                            <p:cTn id="133" dur="330" spd="-100000" fill="hold"/>
                                            <p:tgtEl>
                                              <p:spTgt spid="87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34" presetID="35" presetClass="path" presetSubtype="0" decel="100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0 0 L -0.25 0 E" pathEditMode="relative" ptsTypes="">
                                          <p:cBhvr>
                                            <p:cTn id="135" dur="330" spd="-100000" fill="hold"/>
                                            <p:tgtEl>
                                              <p:spTgt spid="107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36" presetID="35" presetClass="path" presetSubtype="0" decel="100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0 0 L -0.25 0 E" pathEditMode="relative" ptsTypes="">
                                          <p:cBhvr>
                                            <p:cTn id="137" dur="330" spd="-100000" fill="hold"/>
                                            <p:tgtEl>
                                              <p:spTgt spid="104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38" presetID="10" presetClass="exit" presetSubtype="0" fill="hold" grpId="3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39" dur="150"/>
                                            <p:tgtEl>
                                              <p:spTgt spid="84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40" dur="1" fill="hold">
                                              <p:stCondLst>
                                                <p:cond delay="149"/>
                                              </p:stCondLst>
                                            </p:cTn>
                                            <p:tgtEl>
                                              <p:spTgt spid="8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41" presetID="10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42" dur="150"/>
                                            <p:tgtEl>
                                              <p:spTgt spid="7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43" dur="1" fill="hold">
                                              <p:stCondLst>
                                                <p:cond delay="149"/>
                                              </p:stCondLst>
                                            </p:cTn>
                                            <p:tgtEl>
                                              <p:spTgt spid="7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44" presetID="10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45" dur="150"/>
                                            <p:tgtEl>
                                              <p:spTgt spid="74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46" dur="1" fill="hold">
                                              <p:stCondLst>
                                                <p:cond delay="149"/>
                                              </p:stCondLst>
                                            </p:cTn>
                                            <p:tgtEl>
                                              <p:spTgt spid="7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47" presetID="10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48" dur="150"/>
                                            <p:tgtEl>
                                              <p:spTgt spid="6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49" dur="1" fill="hold">
                                              <p:stCondLst>
                                                <p:cond delay="149"/>
                                              </p:stCondLst>
                                            </p:cTn>
                                            <p:tgtEl>
                                              <p:spTgt spid="6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50" presetID="63" presetClass="path" presetSubtype="0" decel="100000" fill="hold" grpId="2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0 0 L 0.25 0 E" pathEditMode="relative" ptsTypes="">
                                          <p:cBhvr>
                                            <p:cTn id="151" dur="330" fill="hold"/>
                                            <p:tgtEl>
                                              <p:spTgt spid="84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52" presetID="63" presetClass="path" presetSubtype="0" decel="100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0 0 L 0.25 0 E" pathEditMode="relative" ptsTypes="">
                                          <p:cBhvr>
                                            <p:cTn id="153" dur="330" fill="hold"/>
                                            <p:tgtEl>
                                              <p:spTgt spid="79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54" presetID="63" presetClass="path" presetSubtype="0" decel="100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0 0 L 0.25 0 E" pathEditMode="relative" ptsTypes="">
                                          <p:cBhvr>
                                            <p:cTn id="155" dur="330" fill="hold"/>
                                            <p:tgtEl>
                                              <p:spTgt spid="74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56" presetID="63" presetClass="path" presetSubtype="0" decel="100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0 0 L 0.25 0 E" pathEditMode="relative" ptsTypes="">
                                          <p:cBhvr>
                                            <p:cTn id="157" dur="330" fill="hold"/>
                                            <p:tgtEl>
                                              <p:spTgt spid="69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95"/>
                      </p:tgtEl>
                    </p:cond>
                  </p:nextCondLst>
                </p:seq>
              </p:childTnLst>
            </p:cTn>
          </p:par>
        </p:tnLst>
        <p:bldLst>
          <p:bldP spid="6" grpId="0" animBg="1"/>
          <p:bldP spid="6" grpId="1" animBg="1"/>
          <p:bldP spid="9" grpId="0"/>
          <p:bldP spid="9" grpId="1"/>
          <p:bldP spid="10" grpId="0"/>
          <p:bldP spid="10" grpId="1"/>
          <p:bldP spid="37" grpId="0" animBg="1"/>
          <p:bldP spid="37" grpId="1" animBg="1"/>
          <p:bldP spid="38" grpId="0" animBg="1"/>
          <p:bldP spid="38" grpId="1" animBg="1"/>
          <p:bldP spid="84" grpId="0"/>
          <p:bldP spid="84" grpId="1"/>
          <p:bldP spid="84" grpId="2"/>
          <p:bldP spid="84" grpId="3"/>
          <p:bldP spid="85" grpId="0"/>
          <p:bldP spid="85" grpId="1"/>
          <p:bldP spid="85" grpId="2"/>
          <p:bldP spid="85" grpId="3"/>
          <p:bldP spid="86" grpId="0"/>
          <p:bldP spid="86" grpId="1"/>
          <p:bldP spid="86" grpId="2"/>
          <p:bldP spid="86" grpId="3"/>
        </p:bldLst>
      </p:timing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A66301-A94A-43D5-56FE-AFCF67875B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!! 背景板">
            <a:extLst>
              <a:ext uri="{FF2B5EF4-FFF2-40B4-BE49-F238E27FC236}">
                <a16:creationId xmlns:a16="http://schemas.microsoft.com/office/drawing/2014/main" id="{C0D81330-70CA-4135-A3CF-782EDD2244EA}"/>
              </a:ext>
            </a:extLst>
          </p:cNvPr>
          <p:cNvSpPr/>
          <p:nvPr/>
        </p:nvSpPr>
        <p:spPr>
          <a:xfrm>
            <a:off x="-10160" y="0"/>
            <a:ext cx="12192000" cy="6858000"/>
          </a:xfrm>
          <a:prstGeom prst="rect">
            <a:avLst/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>
              <a:defRPr/>
            </a:pPr>
            <a:endParaRPr lang="zh-CN" altLang="en-US" dirty="0">
              <a:solidFill>
                <a:srgbClr val="F5F5F5"/>
              </a:solidFill>
              <a:latin typeface="vivo Sans"/>
              <a:ea typeface="vivo Sans"/>
            </a:endParaRPr>
          </a:p>
        </p:txBody>
      </p:sp>
      <p:grpSp>
        <p:nvGrpSpPr>
          <p:cNvPr id="25" name="!! 大标题">
            <a:extLst>
              <a:ext uri="{FF2B5EF4-FFF2-40B4-BE49-F238E27FC236}">
                <a16:creationId xmlns:a16="http://schemas.microsoft.com/office/drawing/2014/main" id="{64AF770B-F65E-2AEE-1840-D6293F626D7A}"/>
              </a:ext>
            </a:extLst>
          </p:cNvPr>
          <p:cNvGrpSpPr/>
          <p:nvPr/>
        </p:nvGrpSpPr>
        <p:grpSpPr>
          <a:xfrm>
            <a:off x="462457" y="484334"/>
            <a:ext cx="796551" cy="461665"/>
            <a:chOff x="3079753" y="1375827"/>
            <a:chExt cx="673782" cy="461665"/>
          </a:xfrm>
        </p:grpSpPr>
        <p:sp>
          <p:nvSpPr>
            <p:cNvPr id="27" name="!! 标题符">
              <a:extLst>
                <a:ext uri="{FF2B5EF4-FFF2-40B4-BE49-F238E27FC236}">
                  <a16:creationId xmlns:a16="http://schemas.microsoft.com/office/drawing/2014/main" id="{0C8589A2-EB7E-C277-ACA2-B3C3FE66A550}"/>
                </a:ext>
              </a:extLst>
            </p:cNvPr>
            <p:cNvSpPr/>
            <p:nvPr/>
          </p:nvSpPr>
          <p:spPr>
            <a:xfrm>
              <a:off x="3146905" y="1685496"/>
              <a:ext cx="551700" cy="1255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defTabSz="457189">
                <a:defRPr/>
              </a:pPr>
              <a:endParaRPr lang="zh-CN" altLang="en-US">
                <a:solidFill>
                  <a:srgbClr val="FFFFFF"/>
                </a:solidFill>
                <a:latin typeface="OPPOSans R"/>
                <a:ea typeface="OPPOSans R"/>
              </a:endParaRPr>
            </a:p>
          </p:txBody>
        </p:sp>
        <p:sp>
          <p:nvSpPr>
            <p:cNvPr id="28" name="!! 标题">
              <a:extLst>
                <a:ext uri="{FF2B5EF4-FFF2-40B4-BE49-F238E27FC236}">
                  <a16:creationId xmlns:a16="http://schemas.microsoft.com/office/drawing/2014/main" id="{5FF05EE6-A410-217F-5008-7EAAAB1D587D}"/>
                </a:ext>
              </a:extLst>
            </p:cNvPr>
            <p:cNvSpPr txBox="1"/>
            <p:nvPr/>
          </p:nvSpPr>
          <p:spPr>
            <a:xfrm>
              <a:off x="3079753" y="1375827"/>
              <a:ext cx="67378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457189">
                <a:defRPr/>
              </a:pPr>
              <a:r>
                <a:rPr lang="zh-CN" altLang="en-US" sz="2400" dirty="0">
                  <a:solidFill>
                    <a:srgbClr val="000000">
                      <a:lumMod val="75000"/>
                      <a:lumOff val="25000"/>
                    </a:srgbClr>
                  </a:solidFill>
                  <a:latin typeface="vivo Sans Medium"/>
                  <a:ea typeface="vivo Sans Medium"/>
                </a:rPr>
                <a:t>设置</a:t>
              </a:r>
            </a:p>
          </p:txBody>
        </p:sp>
      </p:grpSp>
      <p:sp>
        <p:nvSpPr>
          <p:cNvPr id="2" name="!! 二级背景">
            <a:extLst>
              <a:ext uri="{FF2B5EF4-FFF2-40B4-BE49-F238E27FC236}">
                <a16:creationId xmlns:a16="http://schemas.microsoft.com/office/drawing/2014/main" id="{1954F641-E334-C1D2-2FC8-C008BD1AD622}"/>
              </a:ext>
            </a:extLst>
          </p:cNvPr>
          <p:cNvSpPr/>
          <p:nvPr/>
        </p:nvSpPr>
        <p:spPr>
          <a:xfrm>
            <a:off x="3594541" y="0"/>
            <a:ext cx="8597460" cy="6858000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>
              <a:defRPr/>
            </a:pPr>
            <a:endParaRPr lang="zh-CN" altLang="en-US">
              <a:solidFill>
                <a:srgbClr val="F5F5F5"/>
              </a:solidFill>
              <a:latin typeface="vivo Sans"/>
              <a:ea typeface="vivo Sans"/>
            </a:endParaRPr>
          </a:p>
        </p:txBody>
      </p:sp>
      <p:grpSp>
        <p:nvGrpSpPr>
          <p:cNvPr id="3" name="!! 关闭按钮">
            <a:extLst>
              <a:ext uri="{FF2B5EF4-FFF2-40B4-BE49-F238E27FC236}">
                <a16:creationId xmlns:a16="http://schemas.microsoft.com/office/drawing/2014/main" id="{CFEACEE8-6C8C-BEEB-289C-EBA0D202CD31}"/>
              </a:ext>
            </a:extLst>
          </p:cNvPr>
          <p:cNvGrpSpPr/>
          <p:nvPr/>
        </p:nvGrpSpPr>
        <p:grpSpPr>
          <a:xfrm>
            <a:off x="2757496" y="569913"/>
            <a:ext cx="290511" cy="290511"/>
            <a:chOff x="2328464" y="3107859"/>
            <a:chExt cx="583223" cy="583223"/>
          </a:xfrm>
        </p:grpSpPr>
        <p:sp>
          <p:nvSpPr>
            <p:cNvPr id="4" name="矩形: 圆角 3">
              <a:hlinkClick r:id="rId3" action="ppaction://hlinksldjump"/>
              <a:extLst>
                <a:ext uri="{FF2B5EF4-FFF2-40B4-BE49-F238E27FC236}">
                  <a16:creationId xmlns:a16="http://schemas.microsoft.com/office/drawing/2014/main" id="{9EE75FDF-D4F1-8E63-A5EB-51A000275995}"/>
                </a:ext>
              </a:extLst>
            </p:cNvPr>
            <p:cNvSpPr/>
            <p:nvPr/>
          </p:nvSpPr>
          <p:spPr>
            <a:xfrm>
              <a:off x="2328464" y="3107859"/>
              <a:ext cx="583223" cy="583223"/>
            </a:xfrm>
            <a:prstGeom prst="roundRect">
              <a:avLst>
                <a:gd name="adj" fmla="val 20771"/>
              </a:avLst>
            </a:prstGeom>
            <a:solidFill>
              <a:schemeClr val="bg2"/>
            </a:solidFill>
            <a:ln>
              <a:noFill/>
            </a:ln>
            <a:effectLst>
              <a:outerShdw blurRad="127000" sx="101000" sy="101000" algn="c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77">
                <a:defRPr/>
              </a:pPr>
              <a:endParaRPr lang="zh-CN" altLang="en-US">
                <a:solidFill>
                  <a:srgbClr val="F5F5F5"/>
                </a:solidFill>
                <a:latin typeface="vivo Sans"/>
                <a:ea typeface="vivo Sans"/>
              </a:endParaRPr>
            </a:p>
          </p:txBody>
        </p:sp>
        <p:pic>
          <p:nvPicPr>
            <p:cNvPr id="5" name="图形 4">
              <a:extLst>
                <a:ext uri="{FF2B5EF4-FFF2-40B4-BE49-F238E27FC236}">
                  <a16:creationId xmlns:a16="http://schemas.microsoft.com/office/drawing/2014/main" id="{E299C930-E8F9-009F-E7CC-29B384FF6B3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/>
          </p:blipFill>
          <p:spPr>
            <a:xfrm>
              <a:off x="2375480" y="3154875"/>
              <a:ext cx="489196" cy="489196"/>
            </a:xfrm>
            <a:prstGeom prst="rect">
              <a:avLst/>
            </a:prstGeom>
          </p:spPr>
        </p:pic>
      </p:grpSp>
      <p:sp>
        <p:nvSpPr>
          <p:cNvPr id="7" name="按钮">
            <a:extLst>
              <a:ext uri="{FF2B5EF4-FFF2-40B4-BE49-F238E27FC236}">
                <a16:creationId xmlns:a16="http://schemas.microsoft.com/office/drawing/2014/main" id="{0A6257A1-335F-3AE5-4E16-692E12858F87}"/>
              </a:ext>
            </a:extLst>
          </p:cNvPr>
          <p:cNvSpPr/>
          <p:nvPr/>
        </p:nvSpPr>
        <p:spPr>
          <a:xfrm>
            <a:off x="4178597" y="1095211"/>
            <a:ext cx="7429351" cy="545100"/>
          </a:xfrm>
          <a:prstGeom prst="roundRect">
            <a:avLst>
              <a:gd name="adj" fmla="val 20746"/>
            </a:avLst>
          </a:prstGeom>
          <a:solidFill>
            <a:schemeClr val="bg2"/>
          </a:solidFill>
          <a:ln w="3175">
            <a:solidFill>
              <a:schemeClr val="bg1">
                <a:lumMod val="90000"/>
              </a:schemeClr>
            </a:solidFill>
          </a:ln>
          <a:effectLst>
            <a:outerShdw blurRad="190500" algn="ctr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07997" defTabSz="914377">
              <a:defRPr/>
            </a:pPr>
            <a:r>
              <a:rPr lang="zh-CN" altLang="en-US" sz="1400" dirty="0">
                <a:solidFill>
                  <a:srgbClr val="F5F5F5">
                    <a:lumMod val="75000"/>
                  </a:srgbClr>
                </a:solidFill>
                <a:latin typeface="vivo Sans"/>
                <a:ea typeface="vivo Sans"/>
              </a:rPr>
              <a:t>蓝牙</a:t>
            </a:r>
          </a:p>
        </p:txBody>
      </p:sp>
      <p:grpSp>
        <p:nvGrpSpPr>
          <p:cNvPr id="72" name="!! 警告">
            <a:extLst>
              <a:ext uri="{FF2B5EF4-FFF2-40B4-BE49-F238E27FC236}">
                <a16:creationId xmlns:a16="http://schemas.microsoft.com/office/drawing/2014/main" id="{F7F68E91-F0CD-EC0E-1EAC-08EE203AD1EC}"/>
              </a:ext>
            </a:extLst>
          </p:cNvPr>
          <p:cNvGrpSpPr/>
          <p:nvPr/>
        </p:nvGrpSpPr>
        <p:grpSpPr>
          <a:xfrm>
            <a:off x="4178597" y="1885734"/>
            <a:ext cx="7429351" cy="781669"/>
            <a:chOff x="6744289" y="1953066"/>
            <a:chExt cx="3541817" cy="781669"/>
          </a:xfrm>
        </p:grpSpPr>
        <p:sp>
          <p:nvSpPr>
            <p:cNvPr id="73" name="!! 背景">
              <a:extLst>
                <a:ext uri="{FF2B5EF4-FFF2-40B4-BE49-F238E27FC236}">
                  <a16:creationId xmlns:a16="http://schemas.microsoft.com/office/drawing/2014/main" id="{57D8B22D-91CC-C278-8750-9D27A150F74A}"/>
                </a:ext>
              </a:extLst>
            </p:cNvPr>
            <p:cNvSpPr/>
            <p:nvPr/>
          </p:nvSpPr>
          <p:spPr>
            <a:xfrm>
              <a:off x="6744289" y="1953066"/>
              <a:ext cx="3541817" cy="781669"/>
            </a:xfrm>
            <a:prstGeom prst="roundRect">
              <a:avLst>
                <a:gd name="adj" fmla="val 8838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12700">
              <a:solidFill>
                <a:schemeClr val="accent6"/>
              </a:solidFill>
            </a:ln>
            <a:effectLst>
              <a:outerShdw blurRad="127000" algn="c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defTabSz="457189">
                <a:defRPr/>
              </a:pPr>
              <a:endParaRPr lang="zh-CN" altLang="en-US" sz="1400" dirty="0">
                <a:solidFill>
                  <a:srgbClr val="FF5252"/>
                </a:solidFill>
                <a:latin typeface="OPPOSans M"/>
                <a:ea typeface="OPPOSans M"/>
              </a:endParaRPr>
            </a:p>
          </p:txBody>
        </p:sp>
        <p:sp>
          <p:nvSpPr>
            <p:cNvPr id="74" name="!! 标题">
              <a:extLst>
                <a:ext uri="{FF2B5EF4-FFF2-40B4-BE49-F238E27FC236}">
                  <a16:creationId xmlns:a16="http://schemas.microsoft.com/office/drawing/2014/main" id="{7A5DCF45-7AEC-FF06-1826-626E415923ED}"/>
                </a:ext>
              </a:extLst>
            </p:cNvPr>
            <p:cNvSpPr txBox="1"/>
            <p:nvPr/>
          </p:nvSpPr>
          <p:spPr>
            <a:xfrm>
              <a:off x="6846810" y="2081313"/>
              <a:ext cx="242656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914377">
                <a:defRPr/>
              </a:pPr>
              <a:r>
                <a:rPr lang="zh-CN" altLang="en-US" sz="1400" dirty="0">
                  <a:solidFill>
                    <a:srgbClr val="181818"/>
                  </a:solidFill>
                  <a:latin typeface="vivo Sans Medium"/>
                  <a:ea typeface="vivo Sans Medium"/>
                </a:rPr>
                <a:t>蓝牙不可用</a:t>
              </a:r>
            </a:p>
          </p:txBody>
        </p:sp>
        <p:sp>
          <p:nvSpPr>
            <p:cNvPr id="75" name="!! 副标题">
              <a:extLst>
                <a:ext uri="{FF2B5EF4-FFF2-40B4-BE49-F238E27FC236}">
                  <a16:creationId xmlns:a16="http://schemas.microsoft.com/office/drawing/2014/main" id="{3FAF7BC2-24D3-7CF5-D241-AF97891C9163}"/>
                </a:ext>
              </a:extLst>
            </p:cNvPr>
            <p:cNvSpPr txBox="1"/>
            <p:nvPr/>
          </p:nvSpPr>
          <p:spPr>
            <a:xfrm>
              <a:off x="6846810" y="2343837"/>
              <a:ext cx="321700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914377">
                <a:defRPr/>
              </a:pPr>
              <a:r>
                <a:rPr lang="zh-CN" altLang="en-US" sz="1200" dirty="0">
                  <a:solidFill>
                    <a:srgbClr val="181818"/>
                  </a:solidFill>
                  <a:latin typeface="vivo Sans"/>
                  <a:ea typeface="vivo Sans"/>
                </a:rPr>
                <a:t>未检测到蓝牙适配器</a:t>
              </a:r>
            </a:p>
          </p:txBody>
        </p:sp>
      </p:grpSp>
      <p:grpSp>
        <p:nvGrpSpPr>
          <p:cNvPr id="38" name="!! 关闭按钮">
            <a:extLst>
              <a:ext uri="{FF2B5EF4-FFF2-40B4-BE49-F238E27FC236}">
                <a16:creationId xmlns:a16="http://schemas.microsoft.com/office/drawing/2014/main" id="{BC54524F-F548-457E-EBCD-EDE44C414640}"/>
              </a:ext>
            </a:extLst>
          </p:cNvPr>
          <p:cNvGrpSpPr/>
          <p:nvPr/>
        </p:nvGrpSpPr>
        <p:grpSpPr>
          <a:xfrm>
            <a:off x="2333440" y="569913"/>
            <a:ext cx="290511" cy="290511"/>
            <a:chOff x="2328464" y="3107859"/>
            <a:chExt cx="583223" cy="583223"/>
          </a:xfrm>
        </p:grpSpPr>
        <p:sp>
          <p:nvSpPr>
            <p:cNvPr id="39" name="矩形: 圆角 38">
              <a:hlinkClick r:id="rId6" action="ppaction://hlinksldjump"/>
              <a:extLst>
                <a:ext uri="{FF2B5EF4-FFF2-40B4-BE49-F238E27FC236}">
                  <a16:creationId xmlns:a16="http://schemas.microsoft.com/office/drawing/2014/main" id="{3952ABC8-2605-DF3B-2B26-ED3BD4F15383}"/>
                </a:ext>
              </a:extLst>
            </p:cNvPr>
            <p:cNvSpPr/>
            <p:nvPr/>
          </p:nvSpPr>
          <p:spPr>
            <a:xfrm>
              <a:off x="2328464" y="3107859"/>
              <a:ext cx="583223" cy="583223"/>
            </a:xfrm>
            <a:prstGeom prst="roundRect">
              <a:avLst>
                <a:gd name="adj" fmla="val 20771"/>
              </a:avLst>
            </a:prstGeom>
            <a:solidFill>
              <a:schemeClr val="bg2"/>
            </a:solidFill>
            <a:ln>
              <a:noFill/>
            </a:ln>
            <a:effectLst>
              <a:outerShdw blurRad="127000" sx="101000" sy="101000" algn="c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77">
                <a:defRPr/>
              </a:pPr>
              <a:endParaRPr lang="zh-CN" altLang="en-US">
                <a:solidFill>
                  <a:srgbClr val="F5F5F5"/>
                </a:solidFill>
                <a:latin typeface="vivo Sans"/>
                <a:ea typeface="vivo Sans"/>
              </a:endParaRPr>
            </a:p>
          </p:txBody>
        </p:sp>
        <p:pic>
          <p:nvPicPr>
            <p:cNvPr id="40" name="图形 39">
              <a:extLst>
                <a:ext uri="{FF2B5EF4-FFF2-40B4-BE49-F238E27FC236}">
                  <a16:creationId xmlns:a16="http://schemas.microsoft.com/office/drawing/2014/main" id="{903C1315-8F11-E0CE-5988-B916CB9126C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/>
          </p:blipFill>
          <p:spPr>
            <a:xfrm>
              <a:off x="2449200" y="3228595"/>
              <a:ext cx="341755" cy="341755"/>
            </a:xfrm>
            <a:prstGeom prst="rect">
              <a:avLst/>
            </a:prstGeom>
          </p:spPr>
        </p:pic>
      </p:grpSp>
      <p:sp>
        <p:nvSpPr>
          <p:cNvPr id="8" name="!! 开关1背景">
            <a:extLst>
              <a:ext uri="{FF2B5EF4-FFF2-40B4-BE49-F238E27FC236}">
                <a16:creationId xmlns:a16="http://schemas.microsoft.com/office/drawing/2014/main" id="{44CCF261-8C02-AB60-AAE0-41BDF7CCF700}"/>
              </a:ext>
            </a:extLst>
          </p:cNvPr>
          <p:cNvSpPr/>
          <p:nvPr/>
        </p:nvSpPr>
        <p:spPr>
          <a:xfrm>
            <a:off x="10986219" y="1269602"/>
            <a:ext cx="361453" cy="207217"/>
          </a:xfrm>
          <a:prstGeom prst="roundRect">
            <a:avLst>
              <a:gd name="adj" fmla="val 50000"/>
            </a:avLst>
          </a:prstGeom>
          <a:solidFill>
            <a:srgbClr val="DDDDDD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189">
              <a:defRPr/>
            </a:pPr>
            <a:endParaRPr lang="zh-CN" altLang="en-US">
              <a:solidFill>
                <a:srgbClr val="FFFFFF"/>
              </a:solidFill>
              <a:latin typeface="OPPOSans R"/>
              <a:ea typeface="OPPOSans R"/>
            </a:endParaRPr>
          </a:p>
        </p:txBody>
      </p:sp>
      <p:sp>
        <p:nvSpPr>
          <p:cNvPr id="9" name="!! 开关1">
            <a:extLst>
              <a:ext uri="{FF2B5EF4-FFF2-40B4-BE49-F238E27FC236}">
                <a16:creationId xmlns:a16="http://schemas.microsoft.com/office/drawing/2014/main" id="{B8CA36DB-7604-C649-A5E2-8619A5EBACC7}"/>
              </a:ext>
            </a:extLst>
          </p:cNvPr>
          <p:cNvSpPr/>
          <p:nvPr/>
        </p:nvSpPr>
        <p:spPr>
          <a:xfrm>
            <a:off x="11025616" y="1310347"/>
            <a:ext cx="126000" cy="1260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189">
              <a:defRPr/>
            </a:pPr>
            <a:endParaRPr lang="zh-CN" altLang="en-US">
              <a:solidFill>
                <a:srgbClr val="FFFFFF"/>
              </a:solidFill>
              <a:latin typeface="OPPOSans R"/>
              <a:ea typeface="OPPOSans R"/>
            </a:endParaRPr>
          </a:p>
        </p:txBody>
      </p:sp>
      <p:sp>
        <p:nvSpPr>
          <p:cNvPr id="10" name="!! 开关1触控响应层">
            <a:extLst>
              <a:ext uri="{FF2B5EF4-FFF2-40B4-BE49-F238E27FC236}">
                <a16:creationId xmlns:a16="http://schemas.microsoft.com/office/drawing/2014/main" id="{4B76DAFA-CF5F-F673-19BE-3361C4BD8F9E}"/>
              </a:ext>
            </a:extLst>
          </p:cNvPr>
          <p:cNvSpPr/>
          <p:nvPr/>
        </p:nvSpPr>
        <p:spPr>
          <a:xfrm>
            <a:off x="10975754" y="1270157"/>
            <a:ext cx="364911" cy="207217"/>
          </a:xfrm>
          <a:prstGeom prst="roundRect">
            <a:avLst>
              <a:gd name="adj" fmla="val 50000"/>
            </a:avLst>
          </a:prstGeom>
          <a:solidFill>
            <a:srgbClr val="B8B8B8">
              <a:alpha val="0"/>
            </a:srgb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189">
              <a:defRPr/>
            </a:pPr>
            <a:endParaRPr lang="zh-CN" altLang="en-US" dirty="0">
              <a:solidFill>
                <a:srgbClr val="FFFFFF"/>
              </a:solidFill>
              <a:latin typeface="OPPOSans R"/>
              <a:ea typeface="OPPOSans R"/>
            </a:endParaRPr>
          </a:p>
        </p:txBody>
      </p:sp>
      <p:grpSp>
        <p:nvGrpSpPr>
          <p:cNvPr id="6" name="!! dock右">
            <a:extLst>
              <a:ext uri="{FF2B5EF4-FFF2-40B4-BE49-F238E27FC236}">
                <a16:creationId xmlns:a16="http://schemas.microsoft.com/office/drawing/2014/main" id="{F87AA1D0-3FB1-63D0-C224-48B8ABFD3D28}"/>
              </a:ext>
            </a:extLst>
          </p:cNvPr>
          <p:cNvGrpSpPr/>
          <p:nvPr/>
        </p:nvGrpSpPr>
        <p:grpSpPr>
          <a:xfrm>
            <a:off x="4869920" y="7119572"/>
            <a:ext cx="2452159" cy="574899"/>
            <a:chOff x="7408333" y="5780624"/>
            <a:chExt cx="2452159" cy="704838"/>
          </a:xfrm>
        </p:grpSpPr>
        <p:sp useBgFill="1">
          <p:nvSpPr>
            <p:cNvPr id="11" name="!! 模糊">
              <a:extLst>
                <a:ext uri="{FF2B5EF4-FFF2-40B4-BE49-F238E27FC236}">
                  <a16:creationId xmlns:a16="http://schemas.microsoft.com/office/drawing/2014/main" id="{68758D95-7D04-E908-1A2C-D44BC186DE0D}"/>
                </a:ext>
              </a:extLst>
            </p:cNvPr>
            <p:cNvSpPr>
              <a:spLocks/>
            </p:cNvSpPr>
            <p:nvPr/>
          </p:nvSpPr>
          <p:spPr>
            <a:xfrm>
              <a:off x="7408333" y="5780624"/>
              <a:ext cx="2452159" cy="704838"/>
            </a:xfrm>
            <a:prstGeom prst="roundRect">
              <a:avLst>
                <a:gd name="adj" fmla="val 15000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189">
                <a:defRPr/>
              </a:pPr>
              <a:endParaRPr lang="zh-CN" altLang="en-US">
                <a:solidFill>
                  <a:srgbClr val="FFFFFF"/>
                </a:solidFill>
                <a:latin typeface="OPPOSans R"/>
                <a:ea typeface="OPPOSans R"/>
              </a:endParaRPr>
            </a:p>
          </p:txBody>
        </p:sp>
        <p:sp>
          <p:nvSpPr>
            <p:cNvPr id="12" name="!! 颜色遮罩">
              <a:extLst>
                <a:ext uri="{FF2B5EF4-FFF2-40B4-BE49-F238E27FC236}">
                  <a16:creationId xmlns:a16="http://schemas.microsoft.com/office/drawing/2014/main" id="{F84A9169-DC0D-11EB-994A-3B69ACB5D4E9}"/>
                </a:ext>
              </a:extLst>
            </p:cNvPr>
            <p:cNvSpPr>
              <a:spLocks/>
            </p:cNvSpPr>
            <p:nvPr/>
          </p:nvSpPr>
          <p:spPr>
            <a:xfrm>
              <a:off x="7408333" y="5780624"/>
              <a:ext cx="2452159" cy="704838"/>
            </a:xfrm>
            <a:prstGeom prst="roundRect">
              <a:avLst>
                <a:gd name="adj" fmla="val 15000"/>
              </a:avLst>
            </a:prstGeom>
            <a:solidFill>
              <a:schemeClr val="bg2">
                <a:alpha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189">
                <a:defRPr/>
              </a:pPr>
              <a:endParaRPr lang="zh-CN" altLang="en-US" dirty="0">
                <a:solidFill>
                  <a:srgbClr val="FFFFFF"/>
                </a:solidFill>
                <a:latin typeface="OPPOSans R"/>
                <a:ea typeface="OPPOSans R"/>
              </a:endParaRPr>
            </a:p>
          </p:txBody>
        </p:sp>
        <p:pic>
          <p:nvPicPr>
            <p:cNvPr id="14" name="!! 信号">
              <a:extLst>
                <a:ext uri="{FF2B5EF4-FFF2-40B4-BE49-F238E27FC236}">
                  <a16:creationId xmlns:a16="http://schemas.microsoft.com/office/drawing/2014/main" id="{4B99EFAC-8047-D8E6-B961-D49A7CD534C6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7638254" y="5893986"/>
              <a:ext cx="221460" cy="221458"/>
            </a:xfrm>
            <a:prstGeom prst="rect">
              <a:avLst/>
            </a:prstGeom>
          </p:spPr>
        </p:pic>
        <p:sp>
          <p:nvSpPr>
            <p:cNvPr id="15" name="!! 运营商">
              <a:extLst>
                <a:ext uri="{FF2B5EF4-FFF2-40B4-BE49-F238E27FC236}">
                  <a16:creationId xmlns:a16="http://schemas.microsoft.com/office/drawing/2014/main" id="{BE41E1A9-159A-3632-08C9-5A2F65E7A7DC}"/>
                </a:ext>
              </a:extLst>
            </p:cNvPr>
            <p:cNvSpPr txBox="1"/>
            <p:nvPr/>
          </p:nvSpPr>
          <p:spPr>
            <a:xfrm>
              <a:off x="7813676" y="5913455"/>
              <a:ext cx="1114424" cy="2830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457189">
                <a:defRPr/>
              </a:pPr>
              <a:r>
                <a:rPr lang="en-US" altLang="zh-CN" sz="900" dirty="0">
                  <a:latin typeface="OPPOSans M"/>
                  <a:ea typeface="OPPOSans M"/>
                </a:rPr>
                <a:t>Virtual Net</a:t>
              </a:r>
              <a:endParaRPr lang="zh-CN" altLang="en-US" sz="900" dirty="0">
                <a:latin typeface="OPPOSans M"/>
                <a:ea typeface="OPPOSans M"/>
              </a:endParaRPr>
            </a:p>
          </p:txBody>
        </p:sp>
        <p:pic>
          <p:nvPicPr>
            <p:cNvPr id="16" name="!! 通知">
              <a:extLst>
                <a:ext uri="{FF2B5EF4-FFF2-40B4-BE49-F238E27FC236}">
                  <a16:creationId xmlns:a16="http://schemas.microsoft.com/office/drawing/2014/main" id="{6AB37BA3-98C8-59FD-6314-BF03FD3750BE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9287931" y="5948436"/>
              <a:ext cx="152400" cy="152400"/>
            </a:xfrm>
            <a:prstGeom prst="rect">
              <a:avLst/>
            </a:prstGeom>
          </p:spPr>
        </p:pic>
        <p:pic>
          <p:nvPicPr>
            <p:cNvPr id="19" name="!! 电池">
              <a:extLst>
                <a:ext uri="{FF2B5EF4-FFF2-40B4-BE49-F238E27FC236}">
                  <a16:creationId xmlns:a16="http://schemas.microsoft.com/office/drawing/2014/main" id="{3E3366A7-9473-E45E-A096-1B1FAEA0CDD3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7637460" y="6171965"/>
              <a:ext cx="191558" cy="191558"/>
            </a:xfrm>
            <a:prstGeom prst="rect">
              <a:avLst/>
            </a:prstGeom>
          </p:spPr>
        </p:pic>
        <p:sp>
          <p:nvSpPr>
            <p:cNvPr id="20" name="!! 时间">
              <a:extLst>
                <a:ext uri="{FF2B5EF4-FFF2-40B4-BE49-F238E27FC236}">
                  <a16:creationId xmlns:a16="http://schemas.microsoft.com/office/drawing/2014/main" id="{41FA5E4C-12CB-BFE1-1525-D061C188850F}"/>
                </a:ext>
              </a:extLst>
            </p:cNvPr>
            <p:cNvSpPr txBox="1"/>
            <p:nvPr/>
          </p:nvSpPr>
          <p:spPr>
            <a:xfrm>
              <a:off x="8982607" y="6148520"/>
              <a:ext cx="773641" cy="3114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defTabSz="457189">
                <a:defRPr/>
              </a:pPr>
              <a:r>
                <a:rPr lang="en-US" altLang="zh-CN" sz="1051" dirty="0">
                  <a:latin typeface="OPPOSans R"/>
                  <a:ea typeface="OPPOSans R"/>
                </a:rPr>
                <a:t>16:34</a:t>
              </a:r>
              <a:endParaRPr lang="zh-CN" altLang="en-US" sz="1051" dirty="0">
                <a:latin typeface="OPPOSans R"/>
                <a:ea typeface="OPPOSans R"/>
              </a:endParaRPr>
            </a:p>
          </p:txBody>
        </p:sp>
        <p:sp>
          <p:nvSpPr>
            <p:cNvPr id="21" name="!! AC">
              <a:extLst>
                <a:ext uri="{FF2B5EF4-FFF2-40B4-BE49-F238E27FC236}">
                  <a16:creationId xmlns:a16="http://schemas.microsoft.com/office/drawing/2014/main" id="{05059A4E-5BD5-5E88-AB6D-E22AEE9F835F}"/>
                </a:ext>
              </a:extLst>
            </p:cNvPr>
            <p:cNvSpPr txBox="1"/>
            <p:nvPr/>
          </p:nvSpPr>
          <p:spPr>
            <a:xfrm>
              <a:off x="7766842" y="6152328"/>
              <a:ext cx="434183" cy="2830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457189">
                <a:defRPr/>
              </a:pPr>
              <a:r>
                <a:rPr lang="en-US" altLang="zh-CN" sz="900" dirty="0">
                  <a:latin typeface="OPPOSans R"/>
                  <a:ea typeface="OPPOSans R"/>
                </a:rPr>
                <a:t>49%</a:t>
              </a:r>
              <a:endParaRPr lang="zh-CN" altLang="en-US" sz="900" dirty="0">
                <a:latin typeface="OPPOSans R"/>
                <a:ea typeface="OPPOSans R"/>
              </a:endParaRPr>
            </a:p>
          </p:txBody>
        </p:sp>
        <p:pic>
          <p:nvPicPr>
            <p:cNvPr id="22" name="!! 声音">
              <a:extLst>
                <a:ext uri="{FF2B5EF4-FFF2-40B4-BE49-F238E27FC236}">
                  <a16:creationId xmlns:a16="http://schemas.microsoft.com/office/drawing/2014/main" id="{13248964-AE6B-EB59-D53E-DA2EB242A01D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9048732" y="5934670"/>
              <a:ext cx="179932" cy="179932"/>
            </a:xfrm>
            <a:prstGeom prst="rect">
              <a:avLst/>
            </a:prstGeom>
          </p:spPr>
        </p:pic>
        <p:pic>
          <p:nvPicPr>
            <p:cNvPr id="23" name="!! 电源">
              <a:hlinkClick r:id="rId17" action="ppaction://hlinksldjump"/>
              <a:extLst>
                <a:ext uri="{FF2B5EF4-FFF2-40B4-BE49-F238E27FC236}">
                  <a16:creationId xmlns:a16="http://schemas.microsoft.com/office/drawing/2014/main" id="{E311AFC6-A4F2-B3DF-3EED-FFF082240428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9489000" y="5925331"/>
              <a:ext cx="208372" cy="208370"/>
            </a:xfrm>
            <a:prstGeom prst="rect">
              <a:avLst/>
            </a:prstGeom>
          </p:spPr>
        </p:pic>
      </p:grpSp>
      <p:sp>
        <p:nvSpPr>
          <p:cNvPr id="26" name="!! 小白条">
            <a:hlinkClick r:id="rId3" action="ppaction://hlinksldjump"/>
            <a:extLst>
              <a:ext uri="{FF2B5EF4-FFF2-40B4-BE49-F238E27FC236}">
                <a16:creationId xmlns:a16="http://schemas.microsoft.com/office/drawing/2014/main" id="{660BD2DC-0BC6-573D-A230-D06115579849}"/>
              </a:ext>
            </a:extLst>
          </p:cNvPr>
          <p:cNvSpPr/>
          <p:nvPr/>
        </p:nvSpPr>
        <p:spPr>
          <a:xfrm>
            <a:off x="5177623" y="6706376"/>
            <a:ext cx="1836752" cy="45719"/>
          </a:xfrm>
          <a:prstGeom prst="roundRect">
            <a:avLst>
              <a:gd name="adj" fmla="val 50000"/>
            </a:avLst>
          </a:prstGeom>
          <a:solidFill>
            <a:schemeClr val="tx1">
              <a:alpha val="90000"/>
            </a:schemeClr>
          </a:solidFill>
          <a:ln>
            <a:noFill/>
          </a:ln>
          <a:effectLst>
            <a:outerShdw blurRad="1016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4" name="返回">
            <a:extLst>
              <a:ext uri="{FF2B5EF4-FFF2-40B4-BE49-F238E27FC236}">
                <a16:creationId xmlns:a16="http://schemas.microsoft.com/office/drawing/2014/main" id="{52619F7A-FB4D-2576-4844-A0A47D74A675}"/>
              </a:ext>
            </a:extLst>
          </p:cNvPr>
          <p:cNvGrpSpPr/>
          <p:nvPr/>
        </p:nvGrpSpPr>
        <p:grpSpPr>
          <a:xfrm>
            <a:off x="4133691" y="519573"/>
            <a:ext cx="2667863" cy="369332"/>
            <a:chOff x="4133687" y="519573"/>
            <a:chExt cx="2667863" cy="369331"/>
          </a:xfrm>
        </p:grpSpPr>
        <p:sp>
          <p:nvSpPr>
            <p:cNvPr id="29" name="!! 副标题">
              <a:hlinkClick r:id="rId20" action="ppaction://hlinksldjump"/>
              <a:extLst>
                <a:ext uri="{FF2B5EF4-FFF2-40B4-BE49-F238E27FC236}">
                  <a16:creationId xmlns:a16="http://schemas.microsoft.com/office/drawing/2014/main" id="{38792CF0-28C7-41E5-5D04-43755C6D39E7}"/>
                </a:ext>
              </a:extLst>
            </p:cNvPr>
            <p:cNvSpPr txBox="1"/>
            <p:nvPr/>
          </p:nvSpPr>
          <p:spPr>
            <a:xfrm>
              <a:off x="4393644" y="519573"/>
              <a:ext cx="2407906" cy="369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/>
                <a:t>蓝牙</a:t>
              </a:r>
            </a:p>
          </p:txBody>
        </p:sp>
        <p:pic>
          <p:nvPicPr>
            <p:cNvPr id="30" name="图形 29">
              <a:hlinkClick r:id="rId20" action="ppaction://hlinksldjump"/>
              <a:extLst>
                <a:ext uri="{FF2B5EF4-FFF2-40B4-BE49-F238E27FC236}">
                  <a16:creationId xmlns:a16="http://schemas.microsoft.com/office/drawing/2014/main" id="{BD86E972-B090-13E0-DF8E-DD9ED16868FE}"/>
                </a:ext>
              </a:extLst>
            </p:cNvPr>
            <p:cNvPicPr/>
            <p:nvPr/>
          </p:nvPicPr>
          <p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p:blipFill>
          <p:spPr>
            <a:xfrm>
              <a:off x="4133687" y="584302"/>
              <a:ext cx="241776" cy="241776"/>
            </a:xfrm>
            <a:prstGeom prst="rect">
              <a:avLst/>
            </a:prstGeom>
          </p:spPr>
        </p:pic>
      </p:grpSp>
      <p:grpSp>
        <p:nvGrpSpPr>
          <p:cNvPr id="32" name="!! 显示">
            <a:extLst>
              <a:ext uri="{FF2B5EF4-FFF2-40B4-BE49-F238E27FC236}">
                <a16:creationId xmlns:a16="http://schemas.microsoft.com/office/drawing/2014/main" id="{20B11086-CB89-6852-43D7-A158E5988B90}"/>
              </a:ext>
            </a:extLst>
          </p:cNvPr>
          <p:cNvGrpSpPr/>
          <p:nvPr/>
        </p:nvGrpSpPr>
        <p:grpSpPr>
          <a:xfrm>
            <a:off x="470871" y="3706575"/>
            <a:ext cx="2552892" cy="457924"/>
            <a:chOff x="462453" y="2623554"/>
            <a:chExt cx="2552892" cy="457924"/>
          </a:xfrm>
        </p:grpSpPr>
        <p:sp>
          <p:nvSpPr>
            <p:cNvPr id="33" name="!! 未选中">
              <a:hlinkClick r:id="rId23" action="ppaction://hlinksldjump"/>
              <a:extLst>
                <a:ext uri="{FF2B5EF4-FFF2-40B4-BE49-F238E27FC236}">
                  <a16:creationId xmlns:a16="http://schemas.microsoft.com/office/drawing/2014/main" id="{3FE5B662-373C-143E-12A2-EACA0174FC87}"/>
                </a:ext>
              </a:extLst>
            </p:cNvPr>
            <p:cNvSpPr/>
            <p:nvPr/>
          </p:nvSpPr>
          <p:spPr>
            <a:xfrm>
              <a:off x="462453" y="2623554"/>
              <a:ext cx="2552892" cy="457924"/>
            </a:xfrm>
            <a:prstGeom prst="roundRect">
              <a:avLst>
                <a:gd name="adj" fmla="val 22880"/>
              </a:avLst>
            </a:prstGeom>
            <a:solidFill>
              <a:schemeClr val="bg2"/>
            </a:solidFill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1998" defTabSz="914377">
                <a:defRPr/>
              </a:pPr>
              <a:r>
                <a:rPr lang="zh-CN" altLang="en-US" sz="1400" dirty="0">
                  <a:solidFill>
                    <a:schemeClr val="tx1">
                      <a:lumMod val="90000"/>
                      <a:lumOff val="10000"/>
                    </a:schemeClr>
                  </a:solidFill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      显示</a:t>
              </a:r>
            </a:p>
          </p:txBody>
        </p:sp>
        <p:grpSp>
          <p:nvGrpSpPr>
            <p:cNvPr id="34" name="组合 33">
              <a:extLst>
                <a:ext uri="{FF2B5EF4-FFF2-40B4-BE49-F238E27FC236}">
                  <a16:creationId xmlns:a16="http://schemas.microsoft.com/office/drawing/2014/main" id="{881A01B7-A157-3795-B7FF-5835310C8B3A}"/>
                </a:ext>
              </a:extLst>
            </p:cNvPr>
            <p:cNvGrpSpPr/>
            <p:nvPr/>
          </p:nvGrpSpPr>
          <p:grpSpPr>
            <a:xfrm>
              <a:off x="600851" y="2735577"/>
              <a:ext cx="245090" cy="245090"/>
              <a:chOff x="3449581" y="2374787"/>
              <a:chExt cx="263638" cy="263638"/>
            </a:xfrm>
          </p:grpSpPr>
          <p:sp>
            <p:nvSpPr>
              <p:cNvPr id="35" name="椭圆 34">
                <a:extLst>
                  <a:ext uri="{FF2B5EF4-FFF2-40B4-BE49-F238E27FC236}">
                    <a16:creationId xmlns:a16="http://schemas.microsoft.com/office/drawing/2014/main" id="{030BEAA4-6C66-F20D-C860-8C4E6BB85E13}"/>
                  </a:ext>
                </a:extLst>
              </p:cNvPr>
              <p:cNvSpPr/>
              <p:nvPr/>
            </p:nvSpPr>
            <p:spPr>
              <a:xfrm>
                <a:off x="3449581" y="2374787"/>
                <a:ext cx="263638" cy="263638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36" name="icon">
                <a:extLst>
                  <a:ext uri="{FF2B5EF4-FFF2-40B4-BE49-F238E27FC236}">
                    <a16:creationId xmlns:a16="http://schemas.microsoft.com/office/drawing/2014/main" id="{46899BD1-EC22-8A07-45E5-925310C4668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4">
                <a:extLst>
                  <a:ext uri="{96DAC541-7B7A-43D3-8B79-37D633B846F1}">
                    <asvg:svgBlip xmlns:asvg="http://schemas.microsoft.com/office/drawing/2016/SVG/main" r:embed="rId25"/>
                  </a:ext>
                </a:extLst>
              </a:blip>
              <a:srcRect/>
              <a:stretch/>
            </p:blipFill>
            <p:spPr>
              <a:xfrm>
                <a:off x="3513869" y="2435878"/>
                <a:ext cx="143060" cy="143060"/>
              </a:xfrm>
              <a:prstGeom prst="rect">
                <a:avLst/>
              </a:prstGeom>
            </p:spPr>
          </p:pic>
        </p:grpSp>
      </p:grpSp>
      <p:grpSp>
        <p:nvGrpSpPr>
          <p:cNvPr id="37" name="!! App">
            <a:extLst>
              <a:ext uri="{FF2B5EF4-FFF2-40B4-BE49-F238E27FC236}">
                <a16:creationId xmlns:a16="http://schemas.microsoft.com/office/drawing/2014/main" id="{37D14F9A-606F-59D0-E928-A9834C52BDEF}"/>
              </a:ext>
            </a:extLst>
          </p:cNvPr>
          <p:cNvGrpSpPr/>
          <p:nvPr/>
        </p:nvGrpSpPr>
        <p:grpSpPr>
          <a:xfrm>
            <a:off x="476549" y="2282681"/>
            <a:ext cx="2552892" cy="457924"/>
            <a:chOff x="462453" y="2623554"/>
            <a:chExt cx="2552892" cy="457924"/>
          </a:xfrm>
        </p:grpSpPr>
        <p:sp>
          <p:nvSpPr>
            <p:cNvPr id="42" name="!! 未选中">
              <a:hlinkClick r:id="rId26" action="ppaction://hlinksldjump"/>
              <a:extLst>
                <a:ext uri="{FF2B5EF4-FFF2-40B4-BE49-F238E27FC236}">
                  <a16:creationId xmlns:a16="http://schemas.microsoft.com/office/drawing/2014/main" id="{E05B1280-6050-0037-34D2-11C3F6BB63D0}"/>
                </a:ext>
              </a:extLst>
            </p:cNvPr>
            <p:cNvSpPr/>
            <p:nvPr/>
          </p:nvSpPr>
          <p:spPr>
            <a:xfrm>
              <a:off x="462453" y="2623554"/>
              <a:ext cx="2552892" cy="457924"/>
            </a:xfrm>
            <a:prstGeom prst="roundRect">
              <a:avLst>
                <a:gd name="adj" fmla="val 22880"/>
              </a:avLst>
            </a:prstGeom>
            <a:solidFill>
              <a:schemeClr val="bg2"/>
            </a:solidFill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1998" defTabSz="914377">
                <a:defRPr/>
              </a:pPr>
              <a:r>
                <a:rPr lang="zh-CN" altLang="en-US" sz="1400" dirty="0">
                  <a:solidFill>
                    <a:schemeClr val="tx1">
                      <a:lumMod val="90000"/>
                      <a:lumOff val="10000"/>
                    </a:schemeClr>
                  </a:solidFill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      应用与模块</a:t>
              </a:r>
            </a:p>
          </p:txBody>
        </p:sp>
        <p:grpSp>
          <p:nvGrpSpPr>
            <p:cNvPr id="69" name="组合 68">
              <a:extLst>
                <a:ext uri="{FF2B5EF4-FFF2-40B4-BE49-F238E27FC236}">
                  <a16:creationId xmlns:a16="http://schemas.microsoft.com/office/drawing/2014/main" id="{0E61CA31-163A-BF4F-45A1-0D0D6D58BBDC}"/>
                </a:ext>
              </a:extLst>
            </p:cNvPr>
            <p:cNvGrpSpPr/>
            <p:nvPr/>
          </p:nvGrpSpPr>
          <p:grpSpPr>
            <a:xfrm>
              <a:off x="600851" y="2735577"/>
              <a:ext cx="245090" cy="245090"/>
              <a:chOff x="3449581" y="2374787"/>
              <a:chExt cx="263638" cy="263638"/>
            </a:xfrm>
          </p:grpSpPr>
          <p:sp>
            <p:nvSpPr>
              <p:cNvPr id="70" name="椭圆 69">
                <a:extLst>
                  <a:ext uri="{FF2B5EF4-FFF2-40B4-BE49-F238E27FC236}">
                    <a16:creationId xmlns:a16="http://schemas.microsoft.com/office/drawing/2014/main" id="{DF4ED856-F7D9-CD04-62E8-EC7104A7B21A}"/>
                  </a:ext>
                </a:extLst>
              </p:cNvPr>
              <p:cNvSpPr/>
              <p:nvPr/>
            </p:nvSpPr>
            <p:spPr>
              <a:xfrm>
                <a:off x="3449581" y="2374787"/>
                <a:ext cx="263638" cy="263638"/>
              </a:xfrm>
              <a:prstGeom prst="ellipse">
                <a:avLst/>
              </a:prstGeom>
              <a:solidFill>
                <a:schemeClr val="accent3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71" name="icon">
                <a:extLst>
                  <a:ext uri="{FF2B5EF4-FFF2-40B4-BE49-F238E27FC236}">
                    <a16:creationId xmlns:a16="http://schemas.microsoft.com/office/drawing/2014/main" id="{8E6BEC27-B963-9895-7A7E-249D70F0C05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7">
                <a:extLst>
                  <a:ext uri="{96DAC541-7B7A-43D3-8B79-37D633B846F1}">
                    <asvg:svgBlip xmlns:asvg="http://schemas.microsoft.com/office/drawing/2016/SVG/main" r:embed="rId28"/>
                  </a:ext>
                </a:extLst>
              </a:blip>
              <a:srcRect/>
              <a:stretch/>
            </p:blipFill>
            <p:spPr>
              <a:xfrm>
                <a:off x="3513869" y="2435878"/>
                <a:ext cx="143060" cy="143060"/>
              </a:xfrm>
              <a:prstGeom prst="rect">
                <a:avLst/>
              </a:prstGeom>
            </p:spPr>
          </p:pic>
        </p:grpSp>
      </p:grpSp>
      <p:grpSp>
        <p:nvGrpSpPr>
          <p:cNvPr id="76" name="!! 电池">
            <a:extLst>
              <a:ext uri="{FF2B5EF4-FFF2-40B4-BE49-F238E27FC236}">
                <a16:creationId xmlns:a16="http://schemas.microsoft.com/office/drawing/2014/main" id="{F57D4998-DF73-BE31-B326-684684357041}"/>
              </a:ext>
            </a:extLst>
          </p:cNvPr>
          <p:cNvGrpSpPr/>
          <p:nvPr/>
        </p:nvGrpSpPr>
        <p:grpSpPr>
          <a:xfrm>
            <a:off x="470871" y="2852627"/>
            <a:ext cx="2552892" cy="457924"/>
            <a:chOff x="462453" y="2623554"/>
            <a:chExt cx="2552892" cy="457924"/>
          </a:xfrm>
        </p:grpSpPr>
        <p:sp>
          <p:nvSpPr>
            <p:cNvPr id="77" name="!! 未选中">
              <a:hlinkClick r:id="rId29" action="ppaction://hlinksldjump"/>
              <a:extLst>
                <a:ext uri="{FF2B5EF4-FFF2-40B4-BE49-F238E27FC236}">
                  <a16:creationId xmlns:a16="http://schemas.microsoft.com/office/drawing/2014/main" id="{98889976-9D4F-477E-1B1C-1C94DBB047FA}"/>
                </a:ext>
              </a:extLst>
            </p:cNvPr>
            <p:cNvSpPr/>
            <p:nvPr/>
          </p:nvSpPr>
          <p:spPr>
            <a:xfrm>
              <a:off x="462453" y="2623554"/>
              <a:ext cx="2552892" cy="457924"/>
            </a:xfrm>
            <a:prstGeom prst="roundRect">
              <a:avLst>
                <a:gd name="adj" fmla="val 22880"/>
              </a:avLst>
            </a:prstGeom>
            <a:solidFill>
              <a:schemeClr val="bg2"/>
            </a:solidFill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1998" defTabSz="914377">
                <a:defRPr/>
              </a:pPr>
              <a:r>
                <a:rPr lang="zh-CN" altLang="en-US" sz="1400" dirty="0">
                  <a:solidFill>
                    <a:schemeClr val="tx1">
                      <a:lumMod val="90000"/>
                      <a:lumOff val="10000"/>
                    </a:schemeClr>
                  </a:solidFill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      电池</a:t>
              </a:r>
            </a:p>
          </p:txBody>
        </p:sp>
        <p:grpSp>
          <p:nvGrpSpPr>
            <p:cNvPr id="78" name="组合 77">
              <a:extLst>
                <a:ext uri="{FF2B5EF4-FFF2-40B4-BE49-F238E27FC236}">
                  <a16:creationId xmlns:a16="http://schemas.microsoft.com/office/drawing/2014/main" id="{1B4ECDDE-D76F-1CF5-2FB4-589A8C4D6AAF}"/>
                </a:ext>
              </a:extLst>
            </p:cNvPr>
            <p:cNvGrpSpPr/>
            <p:nvPr/>
          </p:nvGrpSpPr>
          <p:grpSpPr>
            <a:xfrm>
              <a:off x="600851" y="2735577"/>
              <a:ext cx="245090" cy="245090"/>
              <a:chOff x="3449581" y="2374787"/>
              <a:chExt cx="263638" cy="263638"/>
            </a:xfrm>
          </p:grpSpPr>
          <p:sp>
            <p:nvSpPr>
              <p:cNvPr id="79" name="椭圆 78">
                <a:extLst>
                  <a:ext uri="{FF2B5EF4-FFF2-40B4-BE49-F238E27FC236}">
                    <a16:creationId xmlns:a16="http://schemas.microsoft.com/office/drawing/2014/main" id="{4958ACC6-C807-1CD0-4D72-6805D8E6F0B2}"/>
                  </a:ext>
                </a:extLst>
              </p:cNvPr>
              <p:cNvSpPr/>
              <p:nvPr/>
            </p:nvSpPr>
            <p:spPr>
              <a:xfrm>
                <a:off x="3449581" y="2374787"/>
                <a:ext cx="263638" cy="263638"/>
              </a:xfrm>
              <a:prstGeom prst="ellipse">
                <a:avLst/>
              </a:prstGeom>
              <a:solidFill>
                <a:srgbClr val="3ADE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80" name="icon">
                <a:extLst>
                  <a:ext uri="{FF2B5EF4-FFF2-40B4-BE49-F238E27FC236}">
                    <a16:creationId xmlns:a16="http://schemas.microsoft.com/office/drawing/2014/main" id="{E696755F-72E7-3B01-9DE8-3E78B6F8707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0">
                <a:extLst>
                  <a:ext uri="{96DAC541-7B7A-43D3-8B79-37D633B846F1}">
                    <asvg:svgBlip xmlns:asvg="http://schemas.microsoft.com/office/drawing/2016/SVG/main" r:embed="rId31"/>
                  </a:ext>
                </a:extLst>
              </a:blip>
              <a:srcRect/>
              <a:stretch/>
            </p:blipFill>
            <p:spPr>
              <a:xfrm>
                <a:off x="3513869" y="2435878"/>
                <a:ext cx="143060" cy="143060"/>
              </a:xfrm>
              <a:prstGeom prst="rect">
                <a:avLst/>
              </a:prstGeom>
            </p:spPr>
          </p:pic>
        </p:grpSp>
      </p:grpSp>
      <p:sp>
        <p:nvSpPr>
          <p:cNvPr id="81" name="!! 个性化">
            <a:extLst>
              <a:ext uri="{FF2B5EF4-FFF2-40B4-BE49-F238E27FC236}">
                <a16:creationId xmlns:a16="http://schemas.microsoft.com/office/drawing/2014/main" id="{B8610C57-8374-304A-98D1-F3B0D1585A68}"/>
              </a:ext>
            </a:extLst>
          </p:cNvPr>
          <p:cNvSpPr txBox="1"/>
          <p:nvPr/>
        </p:nvSpPr>
        <p:spPr>
          <a:xfrm>
            <a:off x="470872" y="3444966"/>
            <a:ext cx="11113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dirty="0">
                <a:solidFill>
                  <a:schemeClr val="bg1">
                    <a:lumMod val="50000"/>
                  </a:schemeClr>
                </a:solidFill>
              </a:rPr>
              <a:t>个性化</a:t>
            </a:r>
          </a:p>
        </p:txBody>
      </p:sp>
      <p:sp>
        <p:nvSpPr>
          <p:cNvPr id="82" name="文本框 81">
            <a:extLst>
              <a:ext uri="{FF2B5EF4-FFF2-40B4-BE49-F238E27FC236}">
                <a16:creationId xmlns:a16="http://schemas.microsoft.com/office/drawing/2014/main" id="{89D56E3D-0AF9-8FA0-9A28-C7E6C1EACE98}"/>
              </a:ext>
            </a:extLst>
          </p:cNvPr>
          <p:cNvSpPr txBox="1"/>
          <p:nvPr/>
        </p:nvSpPr>
        <p:spPr>
          <a:xfrm>
            <a:off x="462454" y="2020809"/>
            <a:ext cx="11113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dirty="0">
                <a:solidFill>
                  <a:schemeClr val="bg1">
                    <a:lumMod val="50000"/>
                  </a:schemeClr>
                </a:solidFill>
              </a:rPr>
              <a:t>网络与连接</a:t>
            </a:r>
          </a:p>
        </p:txBody>
      </p:sp>
      <p:sp>
        <p:nvSpPr>
          <p:cNvPr id="83" name="文本框 82">
            <a:extLst>
              <a:ext uri="{FF2B5EF4-FFF2-40B4-BE49-F238E27FC236}">
                <a16:creationId xmlns:a16="http://schemas.microsoft.com/office/drawing/2014/main" id="{19F8F726-CDFF-3517-3DBB-0A5FAC120190}"/>
              </a:ext>
            </a:extLst>
          </p:cNvPr>
          <p:cNvSpPr txBox="1"/>
          <p:nvPr/>
        </p:nvSpPr>
        <p:spPr>
          <a:xfrm>
            <a:off x="462455" y="4033431"/>
            <a:ext cx="11113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dirty="0">
                <a:solidFill>
                  <a:schemeClr val="bg1">
                    <a:lumMod val="50000"/>
                  </a:schemeClr>
                </a:solidFill>
              </a:rPr>
              <a:t>系统与安全</a:t>
            </a:r>
          </a:p>
        </p:txBody>
      </p:sp>
      <p:grpSp>
        <p:nvGrpSpPr>
          <p:cNvPr id="84" name="!! 软件更新">
            <a:extLst>
              <a:ext uri="{FF2B5EF4-FFF2-40B4-BE49-F238E27FC236}">
                <a16:creationId xmlns:a16="http://schemas.microsoft.com/office/drawing/2014/main" id="{ABEDDB03-F081-B6D4-67EE-493C83DA7755}"/>
              </a:ext>
            </a:extLst>
          </p:cNvPr>
          <p:cNvGrpSpPr/>
          <p:nvPr/>
        </p:nvGrpSpPr>
        <p:grpSpPr>
          <a:xfrm>
            <a:off x="462455" y="4299750"/>
            <a:ext cx="2552892" cy="457924"/>
            <a:chOff x="481145" y="1890767"/>
            <a:chExt cx="2552892" cy="457924"/>
          </a:xfrm>
        </p:grpSpPr>
        <p:sp>
          <p:nvSpPr>
            <p:cNvPr id="85" name="!! 未选中">
              <a:hlinkClick r:id="rId32" action="ppaction://hlinksldjump"/>
              <a:extLst>
                <a:ext uri="{FF2B5EF4-FFF2-40B4-BE49-F238E27FC236}">
                  <a16:creationId xmlns:a16="http://schemas.microsoft.com/office/drawing/2014/main" id="{075BFEA6-584D-4A7F-B8F4-8359A7AFA806}"/>
                </a:ext>
              </a:extLst>
            </p:cNvPr>
            <p:cNvSpPr/>
            <p:nvPr/>
          </p:nvSpPr>
          <p:spPr>
            <a:xfrm>
              <a:off x="481145" y="1890767"/>
              <a:ext cx="2552892" cy="457924"/>
            </a:xfrm>
            <a:prstGeom prst="roundRect">
              <a:avLst>
                <a:gd name="adj" fmla="val 22880"/>
              </a:avLst>
            </a:prstGeom>
            <a:solidFill>
              <a:schemeClr val="bg2"/>
            </a:solidFill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1998" defTabSz="914377">
                <a:defRPr/>
              </a:pPr>
              <a:r>
                <a:rPr lang="zh-CN" altLang="en-US" sz="1400" dirty="0">
                  <a:solidFill>
                    <a:schemeClr val="tx1"/>
                  </a:solidFill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      系统更新</a:t>
              </a:r>
            </a:p>
          </p:txBody>
        </p:sp>
        <p:pic>
          <p:nvPicPr>
            <p:cNvPr id="86" name="icon">
              <a:extLst>
                <a:ext uri="{FF2B5EF4-FFF2-40B4-BE49-F238E27FC236}">
                  <a16:creationId xmlns:a16="http://schemas.microsoft.com/office/drawing/2014/main" id="{3AB1EB13-9E94-199D-863E-0512285F8422}"/>
                </a:ext>
              </a:extLst>
            </p:cNvPr>
            <p:cNvPicPr>
              <a:picLocks noChangeAspect="1"/>
            </p:cNvPicPr>
            <p:nvPr/>
          </p:nvPicPr>
          <p:blipFill>
            <a:blip r:embed="rId33">
              <a:extLst>
                <a:ext uri="{96DAC541-7B7A-43D3-8B79-37D633B846F1}">
                  <asvg:svgBlip xmlns:asvg="http://schemas.microsoft.com/office/drawing/2016/SVG/main" r:embed="rId34"/>
                </a:ext>
              </a:extLst>
            </a:blip>
            <a:srcRect/>
            <a:stretch/>
          </p:blipFill>
          <p:spPr>
            <a:xfrm>
              <a:off x="623508" y="2001148"/>
              <a:ext cx="237162" cy="237162"/>
            </a:xfrm>
            <a:prstGeom prst="rect">
              <a:avLst/>
            </a:prstGeom>
          </p:spPr>
        </p:pic>
      </p:grpSp>
      <p:grpSp>
        <p:nvGrpSpPr>
          <p:cNvPr id="87" name="!! 更多连接">
            <a:extLst>
              <a:ext uri="{FF2B5EF4-FFF2-40B4-BE49-F238E27FC236}">
                <a16:creationId xmlns:a16="http://schemas.microsoft.com/office/drawing/2014/main" id="{9A1E8AD7-16DA-B5BC-C916-C42C725B3669}"/>
              </a:ext>
            </a:extLst>
          </p:cNvPr>
          <p:cNvGrpSpPr/>
          <p:nvPr/>
        </p:nvGrpSpPr>
        <p:grpSpPr>
          <a:xfrm>
            <a:off x="462454" y="3410531"/>
            <a:ext cx="2552892" cy="457924"/>
            <a:chOff x="462453" y="2623554"/>
            <a:chExt cx="2552892" cy="457924"/>
          </a:xfrm>
        </p:grpSpPr>
        <p:sp>
          <p:nvSpPr>
            <p:cNvPr id="88" name="!! 未选中">
              <a:hlinkClick r:id="rId35" action="ppaction://hlinksldjump"/>
              <a:extLst>
                <a:ext uri="{FF2B5EF4-FFF2-40B4-BE49-F238E27FC236}">
                  <a16:creationId xmlns:a16="http://schemas.microsoft.com/office/drawing/2014/main" id="{2B622CD3-242A-A5A9-10A3-A7CE4FA0BBFE}"/>
                </a:ext>
              </a:extLst>
            </p:cNvPr>
            <p:cNvSpPr/>
            <p:nvPr/>
          </p:nvSpPr>
          <p:spPr>
            <a:xfrm>
              <a:off x="462453" y="2623554"/>
              <a:ext cx="2552892" cy="457924"/>
            </a:xfrm>
            <a:prstGeom prst="roundRect">
              <a:avLst>
                <a:gd name="adj" fmla="val 22880"/>
              </a:avLst>
            </a:prstGeom>
            <a:solidFill>
              <a:schemeClr val="bg2"/>
            </a:solidFill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1998" defTabSz="914377">
                <a:defRPr/>
              </a:pPr>
              <a:r>
                <a:rPr lang="zh-CN" altLang="en-US" sz="1400" dirty="0">
                  <a:solidFill>
                    <a:schemeClr val="tx1">
                      <a:lumMod val="90000"/>
                      <a:lumOff val="10000"/>
                    </a:schemeClr>
                  </a:solidFill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      更多连接</a:t>
              </a:r>
            </a:p>
          </p:txBody>
        </p:sp>
        <p:grpSp>
          <p:nvGrpSpPr>
            <p:cNvPr id="89" name="组合 88">
              <a:extLst>
                <a:ext uri="{FF2B5EF4-FFF2-40B4-BE49-F238E27FC236}">
                  <a16:creationId xmlns:a16="http://schemas.microsoft.com/office/drawing/2014/main" id="{94019AB2-D7A9-B6C5-35C1-7A1C40A81FF7}"/>
                </a:ext>
              </a:extLst>
            </p:cNvPr>
            <p:cNvGrpSpPr/>
            <p:nvPr/>
          </p:nvGrpSpPr>
          <p:grpSpPr>
            <a:xfrm>
              <a:off x="600851" y="2735577"/>
              <a:ext cx="245090" cy="245090"/>
              <a:chOff x="3449581" y="2374787"/>
              <a:chExt cx="263638" cy="263638"/>
            </a:xfrm>
          </p:grpSpPr>
          <p:sp>
            <p:nvSpPr>
              <p:cNvPr id="90" name="椭圆 89">
                <a:extLst>
                  <a:ext uri="{FF2B5EF4-FFF2-40B4-BE49-F238E27FC236}">
                    <a16:creationId xmlns:a16="http://schemas.microsoft.com/office/drawing/2014/main" id="{E65002E8-2A69-0F67-DA9F-EFA2C34B8F30}"/>
                  </a:ext>
                </a:extLst>
              </p:cNvPr>
              <p:cNvSpPr/>
              <p:nvPr/>
            </p:nvSpPr>
            <p:spPr>
              <a:xfrm>
                <a:off x="3449581" y="2374787"/>
                <a:ext cx="263638" cy="263638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91" name="icon">
                <a:extLst>
                  <a:ext uri="{FF2B5EF4-FFF2-40B4-BE49-F238E27FC236}">
                    <a16:creationId xmlns:a16="http://schemas.microsoft.com/office/drawing/2014/main" id="{8A935882-1739-C9D3-0670-DB79E92626B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6">
                <a:extLst>
                  <a:ext uri="{96DAC541-7B7A-43D3-8B79-37D633B846F1}">
                    <asvg:svgBlip xmlns:asvg="http://schemas.microsoft.com/office/drawing/2016/SVG/main" r:embed="rId37"/>
                  </a:ext>
                </a:extLst>
              </a:blip>
              <a:srcRect/>
              <a:stretch/>
            </p:blipFill>
            <p:spPr>
              <a:xfrm>
                <a:off x="3513774" y="2433849"/>
                <a:ext cx="143060" cy="143060"/>
              </a:xfrm>
              <a:prstGeom prst="rect">
                <a:avLst/>
              </a:prstGeom>
            </p:spPr>
          </p:pic>
        </p:grpSp>
      </p:grpSp>
      <p:sp>
        <p:nvSpPr>
          <p:cNvPr id="92" name="!! 更多">
            <a:extLst>
              <a:ext uri="{FF2B5EF4-FFF2-40B4-BE49-F238E27FC236}">
                <a16:creationId xmlns:a16="http://schemas.microsoft.com/office/drawing/2014/main" id="{A4B632DA-5CF6-AA20-8FC1-426663A8C51C}"/>
              </a:ext>
            </a:extLst>
          </p:cNvPr>
          <p:cNvSpPr txBox="1"/>
          <p:nvPr/>
        </p:nvSpPr>
        <p:spPr>
          <a:xfrm>
            <a:off x="1310353" y="6016666"/>
            <a:ext cx="85443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100" dirty="0">
                <a:solidFill>
                  <a:schemeClr val="accent1"/>
                </a:solidFill>
              </a:rPr>
              <a:t>下一页</a:t>
            </a:r>
          </a:p>
        </p:txBody>
      </p:sp>
      <p:grpSp>
        <p:nvGrpSpPr>
          <p:cNvPr id="93" name="!! 蓝牙">
            <a:extLst>
              <a:ext uri="{FF2B5EF4-FFF2-40B4-BE49-F238E27FC236}">
                <a16:creationId xmlns:a16="http://schemas.microsoft.com/office/drawing/2014/main" id="{79904EAE-BE30-08C2-EC10-B896929E5BD2}"/>
              </a:ext>
            </a:extLst>
          </p:cNvPr>
          <p:cNvGrpSpPr/>
          <p:nvPr/>
        </p:nvGrpSpPr>
        <p:grpSpPr>
          <a:xfrm>
            <a:off x="462453" y="2846581"/>
            <a:ext cx="2552892" cy="457924"/>
            <a:chOff x="462452" y="2059603"/>
            <a:chExt cx="2552892" cy="457924"/>
          </a:xfrm>
        </p:grpSpPr>
        <p:sp>
          <p:nvSpPr>
            <p:cNvPr id="94" name="!! 未选中">
              <a:hlinkClick r:id="rId38" action="ppaction://hlinksldjump"/>
              <a:extLst>
                <a:ext uri="{FF2B5EF4-FFF2-40B4-BE49-F238E27FC236}">
                  <a16:creationId xmlns:a16="http://schemas.microsoft.com/office/drawing/2014/main" id="{36F62B69-AB49-5E9D-5F55-9FFCB1AA6E9E}"/>
                </a:ext>
              </a:extLst>
            </p:cNvPr>
            <p:cNvSpPr/>
            <p:nvPr/>
          </p:nvSpPr>
          <p:spPr>
            <a:xfrm>
              <a:off x="462452" y="2059603"/>
              <a:ext cx="2552892" cy="457924"/>
            </a:xfrm>
            <a:prstGeom prst="roundRect">
              <a:avLst>
                <a:gd name="adj" fmla="val 22880"/>
              </a:avLst>
            </a:prstGeom>
            <a:solidFill>
              <a:schemeClr val="tx1">
                <a:lumMod val="10000"/>
                <a:lumOff val="90000"/>
              </a:schemeClr>
            </a:solidFill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1998" defTabSz="914377">
                <a:defRPr/>
              </a:pPr>
              <a:r>
                <a:rPr lang="zh-CN" altLang="en-US" sz="1400" dirty="0">
                  <a:solidFill>
                    <a:schemeClr val="tx1">
                      <a:lumMod val="90000"/>
                      <a:lumOff val="10000"/>
                    </a:schemeClr>
                  </a:solidFill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      蓝牙</a:t>
              </a:r>
            </a:p>
          </p:txBody>
        </p:sp>
        <p:pic>
          <p:nvPicPr>
            <p:cNvPr id="95" name="图形 94">
              <a:extLst>
                <a:ext uri="{FF2B5EF4-FFF2-40B4-BE49-F238E27FC236}">
                  <a16:creationId xmlns:a16="http://schemas.microsoft.com/office/drawing/2014/main" id="{44536100-5669-175B-594B-37432572ED7D}"/>
                </a:ext>
              </a:extLst>
            </p:cNvPr>
            <p:cNvPicPr>
              <a:picLocks noChangeAspect="1"/>
            </p:cNvPicPr>
            <p:nvPr/>
          </p:nvPicPr>
          <p:blipFill>
            <a:blip r:embed="rId39">
              <a:extLst>
                <a:ext uri="{96DAC541-7B7A-43D3-8B79-37D633B846F1}">
                  <asvg:svgBlip xmlns:asvg="http://schemas.microsoft.com/office/drawing/2016/SVG/main" r:embed="rId40"/>
                </a:ext>
              </a:extLst>
            </a:blip>
            <a:stretch>
              <a:fillRect/>
            </a:stretch>
          </p:blipFill>
          <p:spPr>
            <a:xfrm>
              <a:off x="600851" y="2174279"/>
              <a:ext cx="237166" cy="237166"/>
            </a:xfrm>
            <a:prstGeom prst="rect">
              <a:avLst/>
            </a:prstGeom>
          </p:spPr>
        </p:pic>
      </p:grpSp>
      <p:grpSp>
        <p:nvGrpSpPr>
          <p:cNvPr id="96" name="!! WLAN">
            <a:extLst>
              <a:ext uri="{FF2B5EF4-FFF2-40B4-BE49-F238E27FC236}">
                <a16:creationId xmlns:a16="http://schemas.microsoft.com/office/drawing/2014/main" id="{A53252B4-6AF0-29DA-AC95-9D241D526EFC}"/>
              </a:ext>
            </a:extLst>
          </p:cNvPr>
          <p:cNvGrpSpPr/>
          <p:nvPr/>
        </p:nvGrpSpPr>
        <p:grpSpPr>
          <a:xfrm>
            <a:off x="462453" y="2282631"/>
            <a:ext cx="2552892" cy="457924"/>
            <a:chOff x="462452" y="1495653"/>
            <a:chExt cx="2552892" cy="457924"/>
          </a:xfrm>
        </p:grpSpPr>
        <p:grpSp>
          <p:nvGrpSpPr>
            <p:cNvPr id="97" name="!! WLAN">
              <a:extLst>
                <a:ext uri="{FF2B5EF4-FFF2-40B4-BE49-F238E27FC236}">
                  <a16:creationId xmlns:a16="http://schemas.microsoft.com/office/drawing/2014/main" id="{1DF895B4-F51F-14E0-FF4E-EC4314CAA9C9}"/>
                </a:ext>
              </a:extLst>
            </p:cNvPr>
            <p:cNvGrpSpPr/>
            <p:nvPr/>
          </p:nvGrpSpPr>
          <p:grpSpPr>
            <a:xfrm>
              <a:off x="462452" y="1495653"/>
              <a:ext cx="2552892" cy="457924"/>
              <a:chOff x="462452" y="1495653"/>
              <a:chExt cx="2552892" cy="457924"/>
            </a:xfrm>
          </p:grpSpPr>
          <p:sp>
            <p:nvSpPr>
              <p:cNvPr id="99" name="!! 未选中">
                <a:hlinkClick r:id="rId41" action="ppaction://hlinksldjump"/>
                <a:extLst>
                  <a:ext uri="{FF2B5EF4-FFF2-40B4-BE49-F238E27FC236}">
                    <a16:creationId xmlns:a16="http://schemas.microsoft.com/office/drawing/2014/main" id="{A2567B7E-591E-E053-4185-3A785BDA7FEC}"/>
                  </a:ext>
                </a:extLst>
              </p:cNvPr>
              <p:cNvSpPr/>
              <p:nvPr/>
            </p:nvSpPr>
            <p:spPr>
              <a:xfrm>
                <a:off x="462452" y="1495653"/>
                <a:ext cx="2552892" cy="457924"/>
              </a:xfrm>
              <a:prstGeom prst="roundRect">
                <a:avLst>
                  <a:gd name="adj" fmla="val 22880"/>
                </a:avLst>
              </a:prstGeom>
              <a:solidFill>
                <a:schemeClr val="bg2"/>
              </a:solidFill>
              <a:ln w="6350"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71998" defTabSz="914377">
                  <a:defRPr/>
                </a:pPr>
                <a:r>
                  <a:rPr lang="zh-CN" altLang="en-US" sz="1400" dirty="0">
                    <a:solidFill>
                      <a:schemeClr val="tx1">
                        <a:lumMod val="90000"/>
                        <a:lumOff val="10000"/>
                      </a:schemeClr>
                    </a:solidFill>
                    <a:latin typeface="vivo Sans Light" panose="02000400000000000000" pitchFamily="2" charset="-122"/>
                    <a:ea typeface="vivo Sans Light" panose="02000400000000000000" pitchFamily="2" charset="-122"/>
                    <a:cs typeface="vivo Sans Light" panose="02000400000000000000" pitchFamily="2" charset="-122"/>
                  </a:rPr>
                  <a:t>      无线局域网</a:t>
                </a:r>
              </a:p>
            </p:txBody>
          </p:sp>
          <p:pic>
            <p:nvPicPr>
              <p:cNvPr id="100" name="icon">
                <a:extLst>
                  <a:ext uri="{FF2B5EF4-FFF2-40B4-BE49-F238E27FC236}">
                    <a16:creationId xmlns:a16="http://schemas.microsoft.com/office/drawing/2014/main" id="{6F91C773-45D8-20EB-3AE6-D64E79C2236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2">
                <a:extLst>
                  <a:ext uri="{96DAC541-7B7A-43D3-8B79-37D633B846F1}">
                    <asvg:svgBlip xmlns:asvg="http://schemas.microsoft.com/office/drawing/2016/SVG/main" r:embed="rId43"/>
                  </a:ext>
                </a:extLst>
              </a:blip>
              <a:srcRect/>
              <a:stretch/>
            </p:blipFill>
            <p:spPr>
              <a:xfrm>
                <a:off x="638475" y="1636367"/>
                <a:ext cx="169842" cy="169842"/>
              </a:xfrm>
              <a:prstGeom prst="rect">
                <a:avLst/>
              </a:prstGeom>
            </p:spPr>
          </p:pic>
        </p:grpSp>
        <p:pic>
          <p:nvPicPr>
            <p:cNvPr id="98" name="图形 97">
              <a:extLst>
                <a:ext uri="{FF2B5EF4-FFF2-40B4-BE49-F238E27FC236}">
                  <a16:creationId xmlns:a16="http://schemas.microsoft.com/office/drawing/2014/main" id="{4F9D9B14-5B26-EC11-ECA3-672C427A8CCC}"/>
                </a:ext>
              </a:extLst>
            </p:cNvPr>
            <p:cNvPicPr>
              <a:picLocks noChangeAspect="1"/>
            </p:cNvPicPr>
            <p:nvPr/>
          </p:nvPicPr>
          <p:blipFill>
            <a:blip r:embed="rId44">
              <a:extLst>
                <a:ext uri="{96DAC541-7B7A-43D3-8B79-37D633B846F1}">
                  <asvg:svgBlip xmlns:asvg="http://schemas.microsoft.com/office/drawing/2016/SVG/main" r:embed="rId45"/>
                </a:ext>
              </a:extLst>
            </a:blip>
            <a:stretch>
              <a:fillRect/>
            </a:stretch>
          </p:blipFill>
          <p:spPr>
            <a:xfrm>
              <a:off x="600489" y="1593839"/>
              <a:ext cx="245452" cy="245452"/>
            </a:xfrm>
            <a:prstGeom prst="rect">
              <a:avLst/>
            </a:prstGeom>
          </p:spPr>
        </p:pic>
      </p:grpSp>
      <p:grpSp>
        <p:nvGrpSpPr>
          <p:cNvPr id="101" name="!! 关于">
            <a:extLst>
              <a:ext uri="{FF2B5EF4-FFF2-40B4-BE49-F238E27FC236}">
                <a16:creationId xmlns:a16="http://schemas.microsoft.com/office/drawing/2014/main" id="{81B3FF71-FB2C-9691-7535-234BE0E90F86}"/>
              </a:ext>
            </a:extLst>
          </p:cNvPr>
          <p:cNvGrpSpPr/>
          <p:nvPr/>
        </p:nvGrpSpPr>
        <p:grpSpPr>
          <a:xfrm>
            <a:off x="461126" y="5442791"/>
            <a:ext cx="2552892" cy="457924"/>
            <a:chOff x="453977" y="4076722"/>
            <a:chExt cx="2552892" cy="457924"/>
          </a:xfrm>
        </p:grpSpPr>
        <p:sp>
          <p:nvSpPr>
            <p:cNvPr id="102" name="!! 未选中">
              <a:hlinkClick r:id="rId46" action="ppaction://hlinksldjump"/>
              <a:extLst>
                <a:ext uri="{FF2B5EF4-FFF2-40B4-BE49-F238E27FC236}">
                  <a16:creationId xmlns:a16="http://schemas.microsoft.com/office/drawing/2014/main" id="{3C49B0BF-3265-1CB3-123F-062DCFE871DD}"/>
                </a:ext>
              </a:extLst>
            </p:cNvPr>
            <p:cNvSpPr/>
            <p:nvPr/>
          </p:nvSpPr>
          <p:spPr>
            <a:xfrm>
              <a:off x="453977" y="4076722"/>
              <a:ext cx="2552892" cy="457924"/>
            </a:xfrm>
            <a:prstGeom prst="roundRect">
              <a:avLst>
                <a:gd name="adj" fmla="val 22880"/>
              </a:avLst>
            </a:prstGeom>
            <a:solidFill>
              <a:schemeClr val="bg2"/>
            </a:solidFill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1998" defTabSz="914377">
                <a:defRPr/>
              </a:pPr>
              <a:r>
                <a:rPr lang="zh-CN" altLang="en-US" sz="1400" dirty="0">
                  <a:solidFill>
                    <a:schemeClr val="tx1">
                      <a:lumMod val="90000"/>
                      <a:lumOff val="10000"/>
                    </a:schemeClr>
                  </a:solidFill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      关于此</a:t>
              </a:r>
              <a:r>
                <a:rPr lang="en-US" altLang="zh-CN" sz="1400" dirty="0">
                  <a:solidFill>
                    <a:schemeClr val="tx1">
                      <a:lumMod val="90000"/>
                      <a:lumOff val="10000"/>
                    </a:schemeClr>
                  </a:solidFill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Pad</a:t>
              </a:r>
              <a:endParaRPr lang="zh-CN" altLang="en-US" sz="1400" dirty="0">
                <a:solidFill>
                  <a:schemeClr val="tx1">
                    <a:lumMod val="90000"/>
                    <a:lumOff val="10000"/>
                  </a:schemeClr>
                </a:solidFill>
                <a:latin typeface="vivo Sans Light" panose="02000400000000000000" pitchFamily="2" charset="-122"/>
                <a:ea typeface="vivo Sans Light" panose="02000400000000000000" pitchFamily="2" charset="-122"/>
                <a:cs typeface="vivo Sans Light" panose="02000400000000000000" pitchFamily="2" charset="-122"/>
              </a:endParaRPr>
            </a:p>
          </p:txBody>
        </p:sp>
        <p:pic>
          <p:nvPicPr>
            <p:cNvPr id="103" name="图形 102">
              <a:extLst>
                <a:ext uri="{FF2B5EF4-FFF2-40B4-BE49-F238E27FC236}">
                  <a16:creationId xmlns:a16="http://schemas.microsoft.com/office/drawing/2014/main" id="{E4DDFC8C-97A3-D10E-D95B-0DE075E0A733}"/>
                </a:ext>
              </a:extLst>
            </p:cNvPr>
            <p:cNvPicPr>
              <a:picLocks noChangeAspect="1"/>
            </p:cNvPicPr>
            <p:nvPr/>
          </p:nvPicPr>
          <p:blipFill>
            <a:blip r:embed="rId47">
              <a:extLst>
                <a:ext uri="{96DAC541-7B7A-43D3-8B79-37D633B846F1}">
                  <asvg:svgBlip xmlns:asvg="http://schemas.microsoft.com/office/drawing/2016/SVG/main" r:embed="rId48"/>
                </a:ext>
              </a:extLst>
            </a:blip>
            <a:stretch>
              <a:fillRect/>
            </a:stretch>
          </p:blipFill>
          <p:spPr>
            <a:xfrm flipV="1">
              <a:off x="599323" y="4190280"/>
              <a:ext cx="238694" cy="238694"/>
            </a:xfrm>
            <a:prstGeom prst="rect">
              <a:avLst/>
            </a:prstGeom>
          </p:spPr>
        </p:pic>
      </p:grpSp>
      <p:grpSp>
        <p:nvGrpSpPr>
          <p:cNvPr id="104" name="!! 保护">
            <a:extLst>
              <a:ext uri="{FF2B5EF4-FFF2-40B4-BE49-F238E27FC236}">
                <a16:creationId xmlns:a16="http://schemas.microsoft.com/office/drawing/2014/main" id="{4A90EA11-AEDA-6984-3807-6E9496E6D53E}"/>
              </a:ext>
            </a:extLst>
          </p:cNvPr>
          <p:cNvGrpSpPr/>
          <p:nvPr/>
        </p:nvGrpSpPr>
        <p:grpSpPr>
          <a:xfrm>
            <a:off x="461126" y="4868915"/>
            <a:ext cx="2552892" cy="457924"/>
            <a:chOff x="462453" y="2623554"/>
            <a:chExt cx="2552892" cy="457924"/>
          </a:xfrm>
        </p:grpSpPr>
        <p:sp>
          <p:nvSpPr>
            <p:cNvPr id="105" name="!! 未选中">
              <a:hlinkClick r:id="rId49" action="ppaction://hlinksldjump"/>
              <a:extLst>
                <a:ext uri="{FF2B5EF4-FFF2-40B4-BE49-F238E27FC236}">
                  <a16:creationId xmlns:a16="http://schemas.microsoft.com/office/drawing/2014/main" id="{C82101BB-9DF9-665B-B59E-218A6924679F}"/>
                </a:ext>
              </a:extLst>
            </p:cNvPr>
            <p:cNvSpPr/>
            <p:nvPr/>
          </p:nvSpPr>
          <p:spPr>
            <a:xfrm>
              <a:off x="462453" y="2623554"/>
              <a:ext cx="2552892" cy="457924"/>
            </a:xfrm>
            <a:prstGeom prst="roundRect">
              <a:avLst>
                <a:gd name="adj" fmla="val 22880"/>
              </a:avLst>
            </a:prstGeom>
            <a:solidFill>
              <a:schemeClr val="bg2"/>
            </a:solidFill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1998" defTabSz="914377">
                <a:defRPr/>
              </a:pPr>
              <a:r>
                <a:rPr lang="zh-CN" altLang="en-US" sz="1400" dirty="0">
                  <a:solidFill>
                    <a:schemeClr val="tx1">
                      <a:lumMod val="90000"/>
                      <a:lumOff val="10000"/>
                    </a:schemeClr>
                  </a:solidFill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      设备安全性</a:t>
              </a:r>
            </a:p>
          </p:txBody>
        </p:sp>
        <p:grpSp>
          <p:nvGrpSpPr>
            <p:cNvPr id="106" name="组合 105">
              <a:extLst>
                <a:ext uri="{FF2B5EF4-FFF2-40B4-BE49-F238E27FC236}">
                  <a16:creationId xmlns:a16="http://schemas.microsoft.com/office/drawing/2014/main" id="{08E4B212-456A-DA9B-0C2F-1237BD8CEE65}"/>
                </a:ext>
              </a:extLst>
            </p:cNvPr>
            <p:cNvGrpSpPr/>
            <p:nvPr/>
          </p:nvGrpSpPr>
          <p:grpSpPr>
            <a:xfrm>
              <a:off x="600851" y="2735577"/>
              <a:ext cx="245090" cy="245090"/>
              <a:chOff x="3449581" y="2374787"/>
              <a:chExt cx="263638" cy="263638"/>
            </a:xfrm>
          </p:grpSpPr>
          <p:sp>
            <p:nvSpPr>
              <p:cNvPr id="107" name="椭圆 106">
                <a:extLst>
                  <a:ext uri="{FF2B5EF4-FFF2-40B4-BE49-F238E27FC236}">
                    <a16:creationId xmlns:a16="http://schemas.microsoft.com/office/drawing/2014/main" id="{E62CFF1E-580C-DA59-5B89-89A15F3F14BB}"/>
                  </a:ext>
                </a:extLst>
              </p:cNvPr>
              <p:cNvSpPr/>
              <p:nvPr/>
            </p:nvSpPr>
            <p:spPr>
              <a:xfrm>
                <a:off x="3449581" y="2374787"/>
                <a:ext cx="263638" cy="263638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108" name="icon">
                <a:extLst>
                  <a:ext uri="{FF2B5EF4-FFF2-40B4-BE49-F238E27FC236}">
                    <a16:creationId xmlns:a16="http://schemas.microsoft.com/office/drawing/2014/main" id="{2685869D-14BE-C773-98A6-341905F8714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0">
                <a:extLst>
                  <a:ext uri="{96DAC541-7B7A-43D3-8B79-37D633B846F1}">
                    <asvg:svgBlip xmlns:asvg="http://schemas.microsoft.com/office/drawing/2016/SVG/main" r:embed="rId51"/>
                  </a:ext>
                </a:extLst>
              </a:blip>
              <a:srcRect/>
              <a:stretch/>
            </p:blipFill>
            <p:spPr>
              <a:xfrm>
                <a:off x="3513869" y="2435878"/>
                <a:ext cx="143060" cy="143060"/>
              </a:xfrm>
              <a:prstGeom prst="rect">
                <a:avLst/>
              </a:prstGeom>
            </p:spPr>
          </p:pic>
        </p:grpSp>
      </p:grpSp>
      <p:grpSp>
        <p:nvGrpSpPr>
          <p:cNvPr id="109" name="组合 108">
            <a:extLst>
              <a:ext uri="{FF2B5EF4-FFF2-40B4-BE49-F238E27FC236}">
                <a16:creationId xmlns:a16="http://schemas.microsoft.com/office/drawing/2014/main" id="{E7A58F5B-42C3-D8A1-B34F-5A55418804D3}"/>
              </a:ext>
            </a:extLst>
          </p:cNvPr>
          <p:cNvGrpSpPr/>
          <p:nvPr/>
        </p:nvGrpSpPr>
        <p:grpSpPr>
          <a:xfrm>
            <a:off x="461126" y="1123111"/>
            <a:ext cx="2552892" cy="756471"/>
            <a:chOff x="461125" y="1123110"/>
            <a:chExt cx="2552892" cy="756471"/>
          </a:xfrm>
        </p:grpSpPr>
        <p:sp>
          <p:nvSpPr>
            <p:cNvPr id="110" name="矩形: 圆角 109">
              <a:hlinkClick r:id="rId52" action="ppaction://hlinksldjump"/>
              <a:extLst>
                <a:ext uri="{FF2B5EF4-FFF2-40B4-BE49-F238E27FC236}">
                  <a16:creationId xmlns:a16="http://schemas.microsoft.com/office/drawing/2014/main" id="{FCFB4EC8-9A81-0002-2394-4F42589C32CB}"/>
                </a:ext>
              </a:extLst>
            </p:cNvPr>
            <p:cNvSpPr/>
            <p:nvPr/>
          </p:nvSpPr>
          <p:spPr>
            <a:xfrm>
              <a:off x="461125" y="1123110"/>
              <a:ext cx="2552892" cy="756471"/>
            </a:xfrm>
            <a:prstGeom prst="roundRect">
              <a:avLst>
                <a:gd name="adj" fmla="val 13695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1" name="文本框 110">
              <a:extLst>
                <a:ext uri="{FF2B5EF4-FFF2-40B4-BE49-F238E27FC236}">
                  <a16:creationId xmlns:a16="http://schemas.microsoft.com/office/drawing/2014/main" id="{889B47A7-9CF8-B25B-B133-540F1F9A8AC8}"/>
                </a:ext>
              </a:extLst>
            </p:cNvPr>
            <p:cNvSpPr txBox="1"/>
            <p:nvPr/>
          </p:nvSpPr>
          <p:spPr>
            <a:xfrm>
              <a:off x="1119456" y="1283470"/>
              <a:ext cx="161993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dirty="0">
                  <a:latin typeface="+mn-ea"/>
                  <a:cs typeface="vivo Sans Light" panose="02000400000000000000" pitchFamily="2" charset="-122"/>
                </a:rPr>
                <a:t>雨夌</a:t>
              </a:r>
            </a:p>
          </p:txBody>
        </p:sp>
        <p:sp>
          <p:nvSpPr>
            <p:cNvPr id="112" name="文本框 111">
              <a:extLst>
                <a:ext uri="{FF2B5EF4-FFF2-40B4-BE49-F238E27FC236}">
                  <a16:creationId xmlns:a16="http://schemas.microsoft.com/office/drawing/2014/main" id="{43DB149E-EAC4-1B7D-1B88-2134DFC44FE9}"/>
                </a:ext>
              </a:extLst>
            </p:cNvPr>
            <p:cNvSpPr txBox="1"/>
            <p:nvPr/>
          </p:nvSpPr>
          <p:spPr>
            <a:xfrm>
              <a:off x="1119456" y="1497658"/>
              <a:ext cx="161993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000" dirty="0">
                  <a:solidFill>
                    <a:schemeClr val="bg1">
                      <a:lumMod val="75000"/>
                    </a:schemeClr>
                  </a:solidFill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管理你的云账户</a:t>
              </a:r>
            </a:p>
          </p:txBody>
        </p:sp>
        <p:sp>
          <p:nvSpPr>
            <p:cNvPr id="113" name="!! 头像框">
              <a:extLst>
                <a:ext uri="{FF2B5EF4-FFF2-40B4-BE49-F238E27FC236}">
                  <a16:creationId xmlns:a16="http://schemas.microsoft.com/office/drawing/2014/main" id="{5AD0FC71-08A3-C634-AC9F-7C2BB01BC355}"/>
                </a:ext>
              </a:extLst>
            </p:cNvPr>
            <p:cNvSpPr/>
            <p:nvPr/>
          </p:nvSpPr>
          <p:spPr>
            <a:xfrm>
              <a:off x="638475" y="1267548"/>
              <a:ext cx="463636" cy="463636"/>
            </a:xfrm>
            <a:prstGeom prst="ellipse">
              <a:avLst/>
            </a:prstGeom>
            <a:blipFill>
              <a:blip r:embed="rId53"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77">
                <a:defRPr/>
              </a:pPr>
              <a:endParaRPr lang="zh-CN" altLang="en-US">
                <a:solidFill>
                  <a:srgbClr val="F5F5F5"/>
                </a:solidFill>
                <a:latin typeface="vivo Sans"/>
                <a:ea typeface="vivo San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758657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restart="whenNotActive" fill="hold" evtFilter="cancelBubble" nodeType="interactiveSeq">
                    <p:stCondLst>
                      <p:cond evt="onClick" delay="0">
                        <p:tgtEl>
                          <p:spTgt spid="10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3" fill="hold">
                          <p:stCondLst>
                            <p:cond delay="0"/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9" presetClass="emph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animClr clrSpc="rgb" dir="cw">
                                          <p:cBhvr override="childStyle">
                                            <p:cTn id="6" dur="25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style.color</p:attrName>
                                            </p:attrNameLst>
                                          </p:cBhvr>
                                          <p:to>
                                            <a:srgbClr val="AED6F1"/>
                                          </p:to>
                                        </p:animClr>
                                        <p:animClr clrSpc="rgb" dir="cw">
                                          <p:cBhvr>
                                            <p:cTn id="7" dur="25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fillcolor</p:attrName>
                                            </p:attrNameLst>
                                          </p:cBhvr>
                                          <p:to>
                                            <a:srgbClr val="AED6F1"/>
                                          </p:to>
                                        </p:animClr>
                                        <p:set>
                                          <p:cBhvr>
                                            <p:cTn id="8" dur="25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fill.type</p:attrName>
                                            </p:attrNameLst>
                                          </p:cBhvr>
                                          <p:to>
                                            <p:strVal val="solid"/>
                                          </p:to>
                                        </p:set>
                                        <p:set>
                                          <p:cBhvr>
                                            <p:cTn id="9" dur="25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fill.on</p:attrName>
                                            </p:attrNameLst>
                                          </p:cBhvr>
                                          <p:to>
                                            <p:strVal val="tru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0" presetID="42" presetClass="path" presetSubtype="0" accel="6000" fill="hold" grpId="0" nodeType="withEffect" p14:presetBounceEnd="64000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4.79167E-6 -1.48148E-6 L 0.01263 0.00023 " pathEditMode="relative" rAng="0" ptsTypes="AA" p14:bounceEnd="64000">
                                          <p:cBhvr>
                                            <p:cTn id="11" dur="25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625" y="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2" presetID="42" presetClass="path" presetSubtype="0" accel="18000" fill="hold" grpId="1" nodeType="withEffect" p14:presetBounceEnd="64000">
                                      <p:stCondLst>
                                        <p:cond delay="250"/>
                                      </p:stCondLst>
                                      <p:childTnLst>
                                        <p:animMotion origin="layout" path="M 0.01263 0.00023 L 4.79167E-6 -1.48148E-6 " pathEditMode="relative" rAng="0" ptsTypes="AA" p14:bounceEnd="64000">
                                          <p:cBhvr>
                                            <p:cTn id="13" dur="1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638" y="-23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4" presetID="19" presetClass="emph" presetSubtype="0" fill="hold" grpId="1" nodeType="withEffect">
                                      <p:stCondLst>
                                        <p:cond delay="250"/>
                                      </p:stCondLst>
                                      <p:childTnLst>
                                        <p:animClr clrSpc="rgb" dir="cw">
                                          <p:cBhvr override="childStyle">
                                            <p:cTn id="15" dur="25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style.color</p:attrName>
                                            </p:attrNameLst>
                                          </p:cBhvr>
                                          <p:to>
                                            <a:srgbClr val="DDDDDD"/>
                                          </p:to>
                                        </p:animClr>
                                        <p:animClr clrSpc="rgb" dir="cw">
                                          <p:cBhvr>
                                            <p:cTn id="16" dur="25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fillcolor</p:attrName>
                                            </p:attrNameLst>
                                          </p:cBhvr>
                                          <p:to>
                                            <a:srgbClr val="DDDDDD"/>
                                          </p:to>
                                        </p:animClr>
                                        <p:set>
                                          <p:cBhvr>
                                            <p:cTn id="17" dur="25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fill.type</p:attrName>
                                            </p:attrNameLst>
                                          </p:cBhvr>
                                          <p:to>
                                            <p:strVal val="solid"/>
                                          </p:to>
                                        </p:set>
                                        <p:set>
                                          <p:cBhvr>
                                            <p:cTn id="18" dur="25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fill.on</p:attrName>
                                            </p:attrNameLst>
                                          </p:cBhvr>
                                          <p:to>
                                            <p:strVal val="true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10"/>
                      </p:tgtEl>
                    </p:cond>
                  </p:nextCondLst>
                </p:seq>
                <p:seq concurrent="1" nextAc="seek">
                  <p:cTn id="19" restart="whenNotActive" fill="hold" evtFilter="cancelBubble" nodeType="interactiveSeq">
                    <p:stCondLst>
                      <p:cond evt="onClick" delay="0">
                        <p:tgtEl>
                          <p:spTgt spid="92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20" fill="hold">
                          <p:stCondLst>
                            <p:cond delay="0"/>
                          </p:stCondLst>
                          <p:childTnLst>
                            <p:par>
                              <p:cTn id="21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22" presetID="10" presetClass="exit" presetSubtype="0" fill="hold" grpId="1" nodeType="clickEffect">
                                      <p:stCondLst>
                                        <p:cond delay="5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3" dur="150"/>
                                            <p:tgtEl>
                                              <p:spTgt spid="8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4" dur="1" fill="hold">
                                              <p:stCondLst>
                                                <p:cond delay="149"/>
                                              </p:stCondLst>
                                            </p:cTn>
                                            <p:tgtEl>
                                              <p:spTgt spid="8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5" presetID="10" presetClass="exit" presetSubtype="0" fill="hold" nodeType="withEffect">
                                      <p:stCondLst>
                                        <p:cond delay="5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6" dur="150"/>
                                            <p:tgtEl>
                                              <p:spTgt spid="96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7" dur="1" fill="hold">
                                              <p:stCondLst>
                                                <p:cond delay="149"/>
                                              </p:stCondLst>
                                            </p:cTn>
                                            <p:tgtEl>
                                              <p:spTgt spid="9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8" presetID="10" presetClass="exit" presetSubtype="0" fill="hold" nodeType="withEffect">
                                      <p:stCondLst>
                                        <p:cond delay="5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9" dur="150"/>
                                            <p:tgtEl>
                                              <p:spTgt spid="9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149"/>
                                              </p:stCondLst>
                                            </p:cTn>
                                            <p:tgtEl>
                                              <p:spTgt spid="9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1" presetID="10" presetClass="exit" presetSubtype="0" fill="hold" nodeType="withEffect">
                                      <p:stCondLst>
                                        <p:cond delay="5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2" dur="150"/>
                                            <p:tgtEl>
                                              <p:spTgt spid="8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3" dur="1" fill="hold">
                                              <p:stCondLst>
                                                <p:cond delay="149"/>
                                              </p:stCondLst>
                                            </p:cTn>
                                            <p:tgtEl>
                                              <p:spTgt spid="8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4" presetID="10" presetClass="exit" presetSubtype="0" fill="hold" grpId="1" nodeType="withEffect">
                                      <p:stCondLst>
                                        <p:cond delay="5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5" dur="150"/>
                                            <p:tgtEl>
                                              <p:spTgt spid="8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149"/>
                                              </p:stCondLst>
                                            </p:cTn>
                                            <p:tgtEl>
                                              <p:spTgt spid="8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7" presetID="10" presetClass="exit" presetSubtype="0" fill="hold" nodeType="withEffect">
                                      <p:stCondLst>
                                        <p:cond delay="5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8" dur="150"/>
                                            <p:tgtEl>
                                              <p:spTgt spid="84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9" dur="1" fill="hold">
                                              <p:stCondLst>
                                                <p:cond delay="149"/>
                                              </p:stCondLst>
                                            </p:cTn>
                                            <p:tgtEl>
                                              <p:spTgt spid="8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0" presetID="10" presetClass="exit" presetSubtype="0" fill="hold" nodeType="withEffect">
                                      <p:stCondLst>
                                        <p:cond delay="5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1" dur="150"/>
                                            <p:tgtEl>
                                              <p:spTgt spid="104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149"/>
                                              </p:stCondLst>
                                            </p:cTn>
                                            <p:tgtEl>
                                              <p:spTgt spid="10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3" presetID="10" presetClass="exit" presetSubtype="0" fill="hold" nodeType="withEffect">
                                      <p:stCondLst>
                                        <p:cond delay="5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4" dur="150"/>
                                            <p:tgtEl>
                                              <p:spTgt spid="10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5" dur="1" fill="hold">
                                              <p:stCondLst>
                                                <p:cond delay="149"/>
                                              </p:stCondLst>
                                            </p:cTn>
                                            <p:tgtEl>
                                              <p:spTgt spid="10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6" presetID="35" presetClass="path" presetSubtype="0" decel="10000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0 0 L -0.25 0 E" pathEditMode="relative" ptsTypes="">
                                          <p:cBhvr>
                                            <p:cTn id="47" dur="330" fill="hold"/>
                                            <p:tgtEl>
                                              <p:spTgt spid="82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48" presetID="35" presetClass="path" presetSubtype="0" decel="100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0 0 L -0.25 0 E" pathEditMode="relative" ptsTypes="">
                                          <p:cBhvr>
                                            <p:cTn id="49" dur="330" fill="hold"/>
                                            <p:tgtEl>
                                              <p:spTgt spid="96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50" presetID="35" presetClass="path" presetSubtype="0" decel="100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0 0 L -0.25 0 E" pathEditMode="relative" ptsTypes="">
                                          <p:cBhvr>
                                            <p:cTn id="51" dur="330" fill="hold"/>
                                            <p:tgtEl>
                                              <p:spTgt spid="93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52" presetID="35" presetClass="path" presetSubtype="0" decel="100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0 0 L -0.25 0 E" pathEditMode="relative" ptsTypes="">
                                          <p:cBhvr>
                                            <p:cTn id="53" dur="330" fill="hold"/>
                                            <p:tgtEl>
                                              <p:spTgt spid="87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54" presetID="35" presetClass="path" presetSubtype="0" decel="10000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0 0 L -0.25 0 E" pathEditMode="relative" ptsTypes="">
                                          <p:cBhvr>
                                            <p:cTn id="55" dur="330" fill="hold"/>
                                            <p:tgtEl>
                                              <p:spTgt spid="83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56" presetID="35" presetClass="path" presetSubtype="0" decel="100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0 0 L -0.25 0 E" pathEditMode="relative" ptsTypes="">
                                          <p:cBhvr>
                                            <p:cTn id="57" dur="330" fill="hold"/>
                                            <p:tgtEl>
                                              <p:spTgt spid="84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58" presetID="35" presetClass="path" presetSubtype="0" decel="100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0 0 L -0.25 0 E" pathEditMode="relative" ptsTypes="">
                                          <p:cBhvr>
                                            <p:cTn id="59" dur="330" fill="hold"/>
                                            <p:tgtEl>
                                              <p:spTgt spid="104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60" presetID="35" presetClass="path" presetSubtype="0" decel="100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0 0 L -0.25 0 E" pathEditMode="relative" ptsTypes="">
                                          <p:cBhvr>
                                            <p:cTn id="61" dur="330" fill="hold"/>
                                            <p:tgtEl>
                                              <p:spTgt spid="101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62" presetID="10" presetClass="entr" presetSubtype="0" fill="hold" grpId="0" nodeType="withEffect">
                                      <p:stCondLst>
                                        <p:cond delay="50"/>
                                      </p:stCondLst>
                                      <p:childTnLst>
                                        <p:set>
                                          <p:cBhvr>
                                            <p:cTn id="6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4" dur="150"/>
                                            <p:tgtEl>
                                              <p:spTgt spid="8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5" presetID="10" presetClass="entr" presetSubtype="0" fill="hold" nodeType="withEffect">
                                      <p:stCondLst>
                                        <p:cond delay="50"/>
                                      </p:stCondLst>
                                      <p:childTnLst>
                                        <p:set>
                                          <p:cBhvr>
                                            <p:cTn id="6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7" dur="150"/>
                                            <p:tgtEl>
                                              <p:spTgt spid="7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8" presetID="10" presetClass="entr" presetSubtype="0" fill="hold" nodeType="withEffect">
                                      <p:stCondLst>
                                        <p:cond delay="50"/>
                                      </p:stCondLst>
                                      <p:childTnLst>
                                        <p:set>
                                          <p:cBhvr>
                                            <p:cTn id="6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0" dur="150"/>
                                            <p:tgtEl>
                                              <p:spTgt spid="3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1" presetID="10" presetClass="entr" presetSubtype="0" fill="hold" nodeType="withEffect">
                                      <p:stCondLst>
                                        <p:cond delay="50"/>
                                      </p:stCondLst>
                                      <p:childTnLst>
                                        <p:set>
                                          <p:cBhvr>
                                            <p:cTn id="7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3" dur="15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4" presetID="63" presetClass="path" presetSubtype="0" decel="10000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0 0 L 0.25 0 E" pathEditMode="fixed" ptsTypes="">
                                          <p:cBhvr>
                                            <p:cTn id="75" dur="330" spd="-100000" fill="hold"/>
                                            <p:tgtEl>
                                              <p:spTgt spid="81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76" presetID="63" presetClass="path" presetSubtype="0" decel="100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0 0 L 0.25 0 E" pathEditMode="fixed" ptsTypes="">
                                          <p:cBhvr>
                                            <p:cTn id="77" dur="330" spd="-100000" fill="hold"/>
                                            <p:tgtEl>
                                              <p:spTgt spid="76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78" presetID="63" presetClass="path" presetSubtype="0" decel="100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0 0 L 0.25 0 E" pathEditMode="fixed" ptsTypes="">
                                          <p:cBhvr>
                                            <p:cTn id="79" dur="330" spd="-1000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80" presetID="63" presetClass="path" presetSubtype="0" decel="100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0 0 L 0.25 0 E" pathEditMode="fixed" ptsTypes="">
                                          <p:cBhvr>
                                            <p:cTn id="81" dur="330" spd="-1000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82" fill="hold">
                          <p:stCondLst>
                            <p:cond delay="indefinite"/>
                          </p:stCondLst>
                          <p:childTnLst>
                            <p:par>
                              <p:cTn id="83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84" presetID="10" presetClass="entr" presetSubtype="0" fill="hold" grpId="3" nodeType="clickEffect">
                                      <p:stCondLst>
                                        <p:cond delay="50"/>
                                      </p:stCondLst>
                                      <p:childTnLst>
                                        <p:set>
                                          <p:cBhvr>
                                            <p:cTn id="8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6" dur="150"/>
                                            <p:tgtEl>
                                              <p:spTgt spid="8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7" presetID="10" presetClass="entr" presetSubtype="0" fill="hold" nodeType="withEffect">
                                      <p:stCondLst>
                                        <p:cond delay="50"/>
                                      </p:stCondLst>
                                      <p:childTnLst>
                                        <p:set>
                                          <p:cBhvr>
                                            <p:cTn id="8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9" dur="150"/>
                                            <p:tgtEl>
                                              <p:spTgt spid="9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0" presetID="10" presetClass="entr" presetSubtype="0" fill="hold" nodeType="withEffect">
                                      <p:stCondLst>
                                        <p:cond delay="50"/>
                                      </p:stCondLst>
                                      <p:childTnLst>
                                        <p:set>
                                          <p:cBhvr>
                                            <p:cTn id="9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2" dur="150"/>
                                            <p:tgtEl>
                                              <p:spTgt spid="9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3" presetID="10" presetClass="entr" presetSubtype="0" fill="hold" nodeType="withEffect">
                                      <p:stCondLst>
                                        <p:cond delay="50"/>
                                      </p:stCondLst>
                                      <p:childTnLst>
                                        <p:set>
                                          <p:cBhvr>
                                            <p:cTn id="9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5" dur="150"/>
                                            <p:tgtEl>
                                              <p:spTgt spid="8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6" presetID="10" presetClass="entr" presetSubtype="0" fill="hold" grpId="3" nodeType="withEffect">
                                      <p:stCondLst>
                                        <p:cond delay="50"/>
                                      </p:stCondLst>
                                      <p:childTnLst>
                                        <p:set>
                                          <p:cBhvr>
                                            <p:cTn id="9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8" dur="150"/>
                                            <p:tgtEl>
                                              <p:spTgt spid="8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9" presetID="10" presetClass="entr" presetSubtype="0" fill="hold" nodeType="withEffect">
                                      <p:stCondLst>
                                        <p:cond delay="50"/>
                                      </p:stCondLst>
                                      <p:childTnLst>
                                        <p:set>
                                          <p:cBhvr>
                                            <p:cTn id="10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1" dur="150"/>
                                            <p:tgtEl>
                                              <p:spTgt spid="8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2" presetID="10" presetClass="entr" presetSubtype="0" fill="hold" nodeType="withEffect">
                                      <p:stCondLst>
                                        <p:cond delay="50"/>
                                      </p:stCondLst>
                                      <p:childTnLst>
                                        <p:set>
                                          <p:cBhvr>
                                            <p:cTn id="10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4" dur="150"/>
                                            <p:tgtEl>
                                              <p:spTgt spid="10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5" presetID="10" presetClass="entr" presetSubtype="0" fill="hold" nodeType="withEffect">
                                      <p:stCondLst>
                                        <p:cond delay="50"/>
                                      </p:stCondLst>
                                      <p:childTnLst>
                                        <p:set>
                                          <p:cBhvr>
                                            <p:cTn id="10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7" dur="150"/>
                                            <p:tgtEl>
                                              <p:spTgt spid="10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8" presetID="35" presetClass="path" presetSubtype="0" decel="100000" fill="hold" grpId="2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0 0 L -0.25 0 E" pathEditMode="relative" ptsTypes="">
                                          <p:cBhvr>
                                            <p:cTn id="109" dur="330" spd="-100000" fill="hold"/>
                                            <p:tgtEl>
                                              <p:spTgt spid="82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10" presetID="35" presetClass="path" presetSubtype="0" decel="100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0 0 L -0.25 0 E" pathEditMode="relative" ptsTypes="">
                                          <p:cBhvr>
                                            <p:cTn id="111" dur="330" spd="-100000" fill="hold"/>
                                            <p:tgtEl>
                                              <p:spTgt spid="96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12" presetID="35" presetClass="path" presetSubtype="0" decel="100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0 0 L -0.25 0 E" pathEditMode="relative" ptsTypes="">
                                          <p:cBhvr>
                                            <p:cTn id="113" dur="330" spd="-100000" fill="hold"/>
                                            <p:tgtEl>
                                              <p:spTgt spid="93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14" presetID="35" presetClass="path" presetSubtype="0" decel="100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0 0 L -0.25 0 E" pathEditMode="relative" ptsTypes="">
                                          <p:cBhvr>
                                            <p:cTn id="115" dur="330" spd="-100000" fill="hold"/>
                                            <p:tgtEl>
                                              <p:spTgt spid="87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16" presetID="35" presetClass="path" presetSubtype="0" decel="100000" fill="hold" grpId="2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0 0 L -0.25 0 E" pathEditMode="relative" ptsTypes="">
                                          <p:cBhvr>
                                            <p:cTn id="117" dur="330" spd="-100000" fill="hold"/>
                                            <p:tgtEl>
                                              <p:spTgt spid="83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18" presetID="35" presetClass="path" presetSubtype="0" decel="100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0 0 L -0.25 0 E" pathEditMode="relative" ptsTypes="">
                                          <p:cBhvr>
                                            <p:cTn id="119" dur="330" spd="-100000" fill="hold"/>
                                            <p:tgtEl>
                                              <p:spTgt spid="84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20" presetID="35" presetClass="path" presetSubtype="0" decel="100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0 0 L -0.25 0 E" pathEditMode="relative" ptsTypes="">
                                          <p:cBhvr>
                                            <p:cTn id="121" dur="330" spd="-100000" fill="hold"/>
                                            <p:tgtEl>
                                              <p:spTgt spid="104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22" presetID="35" presetClass="path" presetSubtype="0" decel="100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0 0 L -0.25 0 E" pathEditMode="relative" ptsTypes="">
                                          <p:cBhvr>
                                            <p:cTn id="123" dur="330" spd="-100000" fill="hold"/>
                                            <p:tgtEl>
                                              <p:spTgt spid="101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24" presetID="10" presetClass="exit" presetSubtype="0" fill="hold" grpId="3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25" dur="150"/>
                                            <p:tgtEl>
                                              <p:spTgt spid="8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26" dur="1" fill="hold">
                                              <p:stCondLst>
                                                <p:cond delay="149"/>
                                              </p:stCondLst>
                                            </p:cTn>
                                            <p:tgtEl>
                                              <p:spTgt spid="8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27" presetID="10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28" dur="150"/>
                                            <p:tgtEl>
                                              <p:spTgt spid="76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29" dur="1" fill="hold">
                                              <p:stCondLst>
                                                <p:cond delay="149"/>
                                              </p:stCondLst>
                                            </p:cTn>
                                            <p:tgtEl>
                                              <p:spTgt spid="7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30" presetID="10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31" dur="150"/>
                                            <p:tgtEl>
                                              <p:spTgt spid="3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32" dur="1" fill="hold">
                                              <p:stCondLst>
                                                <p:cond delay="149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33" presetID="10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34" dur="15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35" dur="1" fill="hold">
                                              <p:stCondLst>
                                                <p:cond delay="149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36" presetID="63" presetClass="path" presetSubtype="0" decel="100000" fill="hold" grpId="2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0 0 L 0.25 0 E" pathEditMode="relative" ptsTypes="">
                                          <p:cBhvr>
                                            <p:cTn id="137" dur="330" fill="hold"/>
                                            <p:tgtEl>
                                              <p:spTgt spid="81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38" presetID="63" presetClass="path" presetSubtype="0" decel="100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0 0 L 0.25 0 E" pathEditMode="relative" ptsTypes="">
                                          <p:cBhvr>
                                            <p:cTn id="139" dur="330" fill="hold"/>
                                            <p:tgtEl>
                                              <p:spTgt spid="76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40" presetID="63" presetClass="path" presetSubtype="0" decel="100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0 0 L 0.25 0 E" pathEditMode="relative" ptsTypes="">
                                          <p:cBhvr>
                                            <p:cTn id="141" dur="33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42" presetID="63" presetClass="path" presetSubtype="0" decel="100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0 0 L 0.25 0 E" pathEditMode="relative" ptsTypes="">
                                          <p:cBhvr>
                                            <p:cTn id="143" dur="33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92"/>
                      </p:tgtEl>
                    </p:cond>
                  </p:nextCondLst>
                </p:seq>
              </p:childTnLst>
            </p:cTn>
          </p:par>
        </p:tnLst>
        <p:bldLst>
          <p:bldP spid="8" grpId="0" animBg="1"/>
          <p:bldP spid="8" grpId="1" animBg="1"/>
          <p:bldP spid="9" grpId="0" animBg="1"/>
          <p:bldP spid="9" grpId="1" animBg="1"/>
          <p:bldP spid="81" grpId="0"/>
          <p:bldP spid="81" grpId="1"/>
          <p:bldP spid="81" grpId="2"/>
          <p:bldP spid="81" grpId="3"/>
          <p:bldP spid="82" grpId="0"/>
          <p:bldP spid="82" grpId="1"/>
          <p:bldP spid="82" grpId="2"/>
          <p:bldP spid="82" grpId="3"/>
          <p:bldP spid="83" grpId="0"/>
          <p:bldP spid="83" grpId="1"/>
          <p:bldP spid="83" grpId="2"/>
          <p:bldP spid="83" grpId="3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restart="whenNotActive" fill="hold" evtFilter="cancelBubble" nodeType="interactiveSeq">
                    <p:stCondLst>
                      <p:cond evt="onClick" delay="0">
                        <p:tgtEl>
                          <p:spTgt spid="10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3" fill="hold">
                          <p:stCondLst>
                            <p:cond delay="0"/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9" presetClass="emph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animClr clrSpc="rgb" dir="cw">
                                          <p:cBhvr override="childStyle">
                                            <p:cTn id="6" dur="25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style.color</p:attrName>
                                            </p:attrNameLst>
                                          </p:cBhvr>
                                          <p:to>
                                            <a:srgbClr val="AED6F1"/>
                                          </p:to>
                                        </p:animClr>
                                        <p:animClr clrSpc="rgb" dir="cw">
                                          <p:cBhvr>
                                            <p:cTn id="7" dur="25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fillcolor</p:attrName>
                                            </p:attrNameLst>
                                          </p:cBhvr>
                                          <p:to>
                                            <a:srgbClr val="AED6F1"/>
                                          </p:to>
                                        </p:animClr>
                                        <p:set>
                                          <p:cBhvr>
                                            <p:cTn id="8" dur="25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fill.type</p:attrName>
                                            </p:attrNameLst>
                                          </p:cBhvr>
                                          <p:to>
                                            <p:strVal val="solid"/>
                                          </p:to>
                                        </p:set>
                                        <p:set>
                                          <p:cBhvr>
                                            <p:cTn id="9" dur="25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fill.on</p:attrName>
                                            </p:attrNameLst>
                                          </p:cBhvr>
                                          <p:to>
                                            <p:strVal val="tru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0" presetID="42" presetClass="path" presetSubtype="0" accel="600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4.79167E-6 -1.48148E-6 L 0.01263 0.00023 " pathEditMode="relative" rAng="0" ptsTypes="AA">
                                          <p:cBhvr>
                                            <p:cTn id="11" dur="25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625" y="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2" presetID="42" presetClass="path" presetSubtype="0" accel="18000" fill="hold" grpId="1" nodeType="withEffect">
                                      <p:stCondLst>
                                        <p:cond delay="250"/>
                                      </p:stCondLst>
                                      <p:childTnLst>
                                        <p:animMotion origin="layout" path="M 0.01263 0.00023 L 4.79167E-6 -1.48148E-6 " pathEditMode="relative" rAng="0" ptsTypes="AA">
                                          <p:cBhvr>
                                            <p:cTn id="13" dur="1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638" y="-23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4" presetID="19" presetClass="emph" presetSubtype="0" fill="hold" grpId="1" nodeType="withEffect">
                                      <p:stCondLst>
                                        <p:cond delay="250"/>
                                      </p:stCondLst>
                                      <p:childTnLst>
                                        <p:animClr clrSpc="rgb" dir="cw">
                                          <p:cBhvr override="childStyle">
                                            <p:cTn id="15" dur="25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style.color</p:attrName>
                                            </p:attrNameLst>
                                          </p:cBhvr>
                                          <p:to>
                                            <a:srgbClr val="DDDDDD"/>
                                          </p:to>
                                        </p:animClr>
                                        <p:animClr clrSpc="rgb" dir="cw">
                                          <p:cBhvr>
                                            <p:cTn id="16" dur="25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fillcolor</p:attrName>
                                            </p:attrNameLst>
                                          </p:cBhvr>
                                          <p:to>
                                            <a:srgbClr val="DDDDDD"/>
                                          </p:to>
                                        </p:animClr>
                                        <p:set>
                                          <p:cBhvr>
                                            <p:cTn id="17" dur="25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fill.type</p:attrName>
                                            </p:attrNameLst>
                                          </p:cBhvr>
                                          <p:to>
                                            <p:strVal val="solid"/>
                                          </p:to>
                                        </p:set>
                                        <p:set>
                                          <p:cBhvr>
                                            <p:cTn id="18" dur="25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fill.on</p:attrName>
                                            </p:attrNameLst>
                                          </p:cBhvr>
                                          <p:to>
                                            <p:strVal val="true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10"/>
                      </p:tgtEl>
                    </p:cond>
                  </p:nextCondLst>
                </p:seq>
                <p:seq concurrent="1" nextAc="seek">
                  <p:cTn id="19" restart="whenNotActive" fill="hold" evtFilter="cancelBubble" nodeType="interactiveSeq">
                    <p:stCondLst>
                      <p:cond evt="onClick" delay="0">
                        <p:tgtEl>
                          <p:spTgt spid="92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20" fill="hold">
                          <p:stCondLst>
                            <p:cond delay="0"/>
                          </p:stCondLst>
                          <p:childTnLst>
                            <p:par>
                              <p:cTn id="21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22" presetID="10" presetClass="exit" presetSubtype="0" fill="hold" grpId="1" nodeType="clickEffect">
                                      <p:stCondLst>
                                        <p:cond delay="5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3" dur="150"/>
                                            <p:tgtEl>
                                              <p:spTgt spid="8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4" dur="1" fill="hold">
                                              <p:stCondLst>
                                                <p:cond delay="149"/>
                                              </p:stCondLst>
                                            </p:cTn>
                                            <p:tgtEl>
                                              <p:spTgt spid="8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5" presetID="10" presetClass="exit" presetSubtype="0" fill="hold" nodeType="withEffect">
                                      <p:stCondLst>
                                        <p:cond delay="5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6" dur="150"/>
                                            <p:tgtEl>
                                              <p:spTgt spid="96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7" dur="1" fill="hold">
                                              <p:stCondLst>
                                                <p:cond delay="149"/>
                                              </p:stCondLst>
                                            </p:cTn>
                                            <p:tgtEl>
                                              <p:spTgt spid="9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8" presetID="10" presetClass="exit" presetSubtype="0" fill="hold" nodeType="withEffect">
                                      <p:stCondLst>
                                        <p:cond delay="5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9" dur="150"/>
                                            <p:tgtEl>
                                              <p:spTgt spid="9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149"/>
                                              </p:stCondLst>
                                            </p:cTn>
                                            <p:tgtEl>
                                              <p:spTgt spid="9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1" presetID="10" presetClass="exit" presetSubtype="0" fill="hold" nodeType="withEffect">
                                      <p:stCondLst>
                                        <p:cond delay="5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2" dur="150"/>
                                            <p:tgtEl>
                                              <p:spTgt spid="8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3" dur="1" fill="hold">
                                              <p:stCondLst>
                                                <p:cond delay="149"/>
                                              </p:stCondLst>
                                            </p:cTn>
                                            <p:tgtEl>
                                              <p:spTgt spid="8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4" presetID="10" presetClass="exit" presetSubtype="0" fill="hold" grpId="1" nodeType="withEffect">
                                      <p:stCondLst>
                                        <p:cond delay="5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5" dur="150"/>
                                            <p:tgtEl>
                                              <p:spTgt spid="8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149"/>
                                              </p:stCondLst>
                                            </p:cTn>
                                            <p:tgtEl>
                                              <p:spTgt spid="8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7" presetID="10" presetClass="exit" presetSubtype="0" fill="hold" nodeType="withEffect">
                                      <p:stCondLst>
                                        <p:cond delay="5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8" dur="150"/>
                                            <p:tgtEl>
                                              <p:spTgt spid="84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9" dur="1" fill="hold">
                                              <p:stCondLst>
                                                <p:cond delay="149"/>
                                              </p:stCondLst>
                                            </p:cTn>
                                            <p:tgtEl>
                                              <p:spTgt spid="8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0" presetID="10" presetClass="exit" presetSubtype="0" fill="hold" nodeType="withEffect">
                                      <p:stCondLst>
                                        <p:cond delay="5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1" dur="150"/>
                                            <p:tgtEl>
                                              <p:spTgt spid="104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149"/>
                                              </p:stCondLst>
                                            </p:cTn>
                                            <p:tgtEl>
                                              <p:spTgt spid="10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3" presetID="10" presetClass="exit" presetSubtype="0" fill="hold" nodeType="withEffect">
                                      <p:stCondLst>
                                        <p:cond delay="5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4" dur="150"/>
                                            <p:tgtEl>
                                              <p:spTgt spid="10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5" dur="1" fill="hold">
                                              <p:stCondLst>
                                                <p:cond delay="149"/>
                                              </p:stCondLst>
                                            </p:cTn>
                                            <p:tgtEl>
                                              <p:spTgt spid="10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6" presetID="35" presetClass="path" presetSubtype="0" decel="10000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0 0 L -0.25 0 E" pathEditMode="relative" ptsTypes="">
                                          <p:cBhvr>
                                            <p:cTn id="47" dur="330" fill="hold"/>
                                            <p:tgtEl>
                                              <p:spTgt spid="82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48" presetID="35" presetClass="path" presetSubtype="0" decel="100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0 0 L -0.25 0 E" pathEditMode="relative" ptsTypes="">
                                          <p:cBhvr>
                                            <p:cTn id="49" dur="330" fill="hold"/>
                                            <p:tgtEl>
                                              <p:spTgt spid="96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50" presetID="35" presetClass="path" presetSubtype="0" decel="100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0 0 L -0.25 0 E" pathEditMode="relative" ptsTypes="">
                                          <p:cBhvr>
                                            <p:cTn id="51" dur="330" fill="hold"/>
                                            <p:tgtEl>
                                              <p:spTgt spid="93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52" presetID="35" presetClass="path" presetSubtype="0" decel="100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0 0 L -0.25 0 E" pathEditMode="relative" ptsTypes="">
                                          <p:cBhvr>
                                            <p:cTn id="53" dur="330" fill="hold"/>
                                            <p:tgtEl>
                                              <p:spTgt spid="87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54" presetID="35" presetClass="path" presetSubtype="0" decel="10000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0 0 L -0.25 0 E" pathEditMode="relative" ptsTypes="">
                                          <p:cBhvr>
                                            <p:cTn id="55" dur="330" fill="hold"/>
                                            <p:tgtEl>
                                              <p:spTgt spid="83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56" presetID="35" presetClass="path" presetSubtype="0" decel="100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0 0 L -0.25 0 E" pathEditMode="relative" ptsTypes="">
                                          <p:cBhvr>
                                            <p:cTn id="57" dur="330" fill="hold"/>
                                            <p:tgtEl>
                                              <p:spTgt spid="84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58" presetID="35" presetClass="path" presetSubtype="0" decel="100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0 0 L -0.25 0 E" pathEditMode="relative" ptsTypes="">
                                          <p:cBhvr>
                                            <p:cTn id="59" dur="330" fill="hold"/>
                                            <p:tgtEl>
                                              <p:spTgt spid="104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60" presetID="35" presetClass="path" presetSubtype="0" decel="100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0 0 L -0.25 0 E" pathEditMode="relative" ptsTypes="">
                                          <p:cBhvr>
                                            <p:cTn id="61" dur="330" fill="hold"/>
                                            <p:tgtEl>
                                              <p:spTgt spid="101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62" presetID="10" presetClass="entr" presetSubtype="0" fill="hold" grpId="0" nodeType="withEffect">
                                      <p:stCondLst>
                                        <p:cond delay="50"/>
                                      </p:stCondLst>
                                      <p:childTnLst>
                                        <p:set>
                                          <p:cBhvr>
                                            <p:cTn id="6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4" dur="150"/>
                                            <p:tgtEl>
                                              <p:spTgt spid="8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5" presetID="10" presetClass="entr" presetSubtype="0" fill="hold" nodeType="withEffect">
                                      <p:stCondLst>
                                        <p:cond delay="50"/>
                                      </p:stCondLst>
                                      <p:childTnLst>
                                        <p:set>
                                          <p:cBhvr>
                                            <p:cTn id="6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7" dur="150"/>
                                            <p:tgtEl>
                                              <p:spTgt spid="7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8" presetID="10" presetClass="entr" presetSubtype="0" fill="hold" nodeType="withEffect">
                                      <p:stCondLst>
                                        <p:cond delay="50"/>
                                      </p:stCondLst>
                                      <p:childTnLst>
                                        <p:set>
                                          <p:cBhvr>
                                            <p:cTn id="6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0" dur="150"/>
                                            <p:tgtEl>
                                              <p:spTgt spid="3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1" presetID="10" presetClass="entr" presetSubtype="0" fill="hold" nodeType="withEffect">
                                      <p:stCondLst>
                                        <p:cond delay="50"/>
                                      </p:stCondLst>
                                      <p:childTnLst>
                                        <p:set>
                                          <p:cBhvr>
                                            <p:cTn id="7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3" dur="15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4" presetID="63" presetClass="path" presetSubtype="0" decel="10000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0 0 L 0.25 0 E" pathEditMode="fixed" ptsTypes="">
                                          <p:cBhvr>
                                            <p:cTn id="75" dur="330" spd="-100000" fill="hold"/>
                                            <p:tgtEl>
                                              <p:spTgt spid="81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76" presetID="63" presetClass="path" presetSubtype="0" decel="100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0 0 L 0.25 0 E" pathEditMode="fixed" ptsTypes="">
                                          <p:cBhvr>
                                            <p:cTn id="77" dur="330" spd="-100000" fill="hold"/>
                                            <p:tgtEl>
                                              <p:spTgt spid="76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78" presetID="63" presetClass="path" presetSubtype="0" decel="100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0 0 L 0.25 0 E" pathEditMode="fixed" ptsTypes="">
                                          <p:cBhvr>
                                            <p:cTn id="79" dur="330" spd="-1000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80" presetID="63" presetClass="path" presetSubtype="0" decel="100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0 0 L 0.25 0 E" pathEditMode="fixed" ptsTypes="">
                                          <p:cBhvr>
                                            <p:cTn id="81" dur="330" spd="-1000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82" fill="hold">
                          <p:stCondLst>
                            <p:cond delay="indefinite"/>
                          </p:stCondLst>
                          <p:childTnLst>
                            <p:par>
                              <p:cTn id="83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84" presetID="10" presetClass="entr" presetSubtype="0" fill="hold" grpId="3" nodeType="clickEffect">
                                      <p:stCondLst>
                                        <p:cond delay="50"/>
                                      </p:stCondLst>
                                      <p:childTnLst>
                                        <p:set>
                                          <p:cBhvr>
                                            <p:cTn id="8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6" dur="150"/>
                                            <p:tgtEl>
                                              <p:spTgt spid="8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7" presetID="10" presetClass="entr" presetSubtype="0" fill="hold" nodeType="withEffect">
                                      <p:stCondLst>
                                        <p:cond delay="50"/>
                                      </p:stCondLst>
                                      <p:childTnLst>
                                        <p:set>
                                          <p:cBhvr>
                                            <p:cTn id="8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9" dur="150"/>
                                            <p:tgtEl>
                                              <p:spTgt spid="9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0" presetID="10" presetClass="entr" presetSubtype="0" fill="hold" nodeType="withEffect">
                                      <p:stCondLst>
                                        <p:cond delay="50"/>
                                      </p:stCondLst>
                                      <p:childTnLst>
                                        <p:set>
                                          <p:cBhvr>
                                            <p:cTn id="9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2" dur="150"/>
                                            <p:tgtEl>
                                              <p:spTgt spid="9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3" presetID="10" presetClass="entr" presetSubtype="0" fill="hold" nodeType="withEffect">
                                      <p:stCondLst>
                                        <p:cond delay="50"/>
                                      </p:stCondLst>
                                      <p:childTnLst>
                                        <p:set>
                                          <p:cBhvr>
                                            <p:cTn id="9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5" dur="150"/>
                                            <p:tgtEl>
                                              <p:spTgt spid="8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6" presetID="10" presetClass="entr" presetSubtype="0" fill="hold" grpId="3" nodeType="withEffect">
                                      <p:stCondLst>
                                        <p:cond delay="50"/>
                                      </p:stCondLst>
                                      <p:childTnLst>
                                        <p:set>
                                          <p:cBhvr>
                                            <p:cTn id="9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8" dur="150"/>
                                            <p:tgtEl>
                                              <p:spTgt spid="8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9" presetID="10" presetClass="entr" presetSubtype="0" fill="hold" nodeType="withEffect">
                                      <p:stCondLst>
                                        <p:cond delay="50"/>
                                      </p:stCondLst>
                                      <p:childTnLst>
                                        <p:set>
                                          <p:cBhvr>
                                            <p:cTn id="10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1" dur="150"/>
                                            <p:tgtEl>
                                              <p:spTgt spid="8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2" presetID="10" presetClass="entr" presetSubtype="0" fill="hold" nodeType="withEffect">
                                      <p:stCondLst>
                                        <p:cond delay="50"/>
                                      </p:stCondLst>
                                      <p:childTnLst>
                                        <p:set>
                                          <p:cBhvr>
                                            <p:cTn id="10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4" dur="150"/>
                                            <p:tgtEl>
                                              <p:spTgt spid="10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5" presetID="10" presetClass="entr" presetSubtype="0" fill="hold" nodeType="withEffect">
                                      <p:stCondLst>
                                        <p:cond delay="50"/>
                                      </p:stCondLst>
                                      <p:childTnLst>
                                        <p:set>
                                          <p:cBhvr>
                                            <p:cTn id="10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7" dur="150"/>
                                            <p:tgtEl>
                                              <p:spTgt spid="10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8" presetID="35" presetClass="path" presetSubtype="0" decel="100000" fill="hold" grpId="2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0 0 L -0.25 0 E" pathEditMode="relative" ptsTypes="">
                                          <p:cBhvr>
                                            <p:cTn id="109" dur="330" spd="-100000" fill="hold"/>
                                            <p:tgtEl>
                                              <p:spTgt spid="82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10" presetID="35" presetClass="path" presetSubtype="0" decel="100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0 0 L -0.25 0 E" pathEditMode="relative" ptsTypes="">
                                          <p:cBhvr>
                                            <p:cTn id="111" dur="330" spd="-100000" fill="hold"/>
                                            <p:tgtEl>
                                              <p:spTgt spid="96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12" presetID="35" presetClass="path" presetSubtype="0" decel="100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0 0 L -0.25 0 E" pathEditMode="relative" ptsTypes="">
                                          <p:cBhvr>
                                            <p:cTn id="113" dur="330" spd="-100000" fill="hold"/>
                                            <p:tgtEl>
                                              <p:spTgt spid="93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14" presetID="35" presetClass="path" presetSubtype="0" decel="100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0 0 L -0.25 0 E" pathEditMode="relative" ptsTypes="">
                                          <p:cBhvr>
                                            <p:cTn id="115" dur="330" spd="-100000" fill="hold"/>
                                            <p:tgtEl>
                                              <p:spTgt spid="87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16" presetID="35" presetClass="path" presetSubtype="0" decel="100000" fill="hold" grpId="2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0 0 L -0.25 0 E" pathEditMode="relative" ptsTypes="">
                                          <p:cBhvr>
                                            <p:cTn id="117" dur="330" spd="-100000" fill="hold"/>
                                            <p:tgtEl>
                                              <p:spTgt spid="83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18" presetID="35" presetClass="path" presetSubtype="0" decel="100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0 0 L -0.25 0 E" pathEditMode="relative" ptsTypes="">
                                          <p:cBhvr>
                                            <p:cTn id="119" dur="330" spd="-100000" fill="hold"/>
                                            <p:tgtEl>
                                              <p:spTgt spid="84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20" presetID="35" presetClass="path" presetSubtype="0" decel="100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0 0 L -0.25 0 E" pathEditMode="relative" ptsTypes="">
                                          <p:cBhvr>
                                            <p:cTn id="121" dur="330" spd="-100000" fill="hold"/>
                                            <p:tgtEl>
                                              <p:spTgt spid="104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22" presetID="35" presetClass="path" presetSubtype="0" decel="100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0 0 L -0.25 0 E" pathEditMode="relative" ptsTypes="">
                                          <p:cBhvr>
                                            <p:cTn id="123" dur="330" spd="-100000" fill="hold"/>
                                            <p:tgtEl>
                                              <p:spTgt spid="101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24" presetID="10" presetClass="exit" presetSubtype="0" fill="hold" grpId="3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25" dur="150"/>
                                            <p:tgtEl>
                                              <p:spTgt spid="8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26" dur="1" fill="hold">
                                              <p:stCondLst>
                                                <p:cond delay="149"/>
                                              </p:stCondLst>
                                            </p:cTn>
                                            <p:tgtEl>
                                              <p:spTgt spid="8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27" presetID="10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28" dur="150"/>
                                            <p:tgtEl>
                                              <p:spTgt spid="76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29" dur="1" fill="hold">
                                              <p:stCondLst>
                                                <p:cond delay="149"/>
                                              </p:stCondLst>
                                            </p:cTn>
                                            <p:tgtEl>
                                              <p:spTgt spid="7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30" presetID="10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31" dur="150"/>
                                            <p:tgtEl>
                                              <p:spTgt spid="3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32" dur="1" fill="hold">
                                              <p:stCondLst>
                                                <p:cond delay="149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33" presetID="10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34" dur="15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35" dur="1" fill="hold">
                                              <p:stCondLst>
                                                <p:cond delay="149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36" presetID="63" presetClass="path" presetSubtype="0" decel="100000" fill="hold" grpId="2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0 0 L 0.25 0 E" pathEditMode="relative" ptsTypes="">
                                          <p:cBhvr>
                                            <p:cTn id="137" dur="330" fill="hold"/>
                                            <p:tgtEl>
                                              <p:spTgt spid="81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38" presetID="63" presetClass="path" presetSubtype="0" decel="100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0 0 L 0.25 0 E" pathEditMode="relative" ptsTypes="">
                                          <p:cBhvr>
                                            <p:cTn id="139" dur="330" fill="hold"/>
                                            <p:tgtEl>
                                              <p:spTgt spid="76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40" presetID="63" presetClass="path" presetSubtype="0" decel="100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0 0 L 0.25 0 E" pathEditMode="relative" ptsTypes="">
                                          <p:cBhvr>
                                            <p:cTn id="141" dur="33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42" presetID="63" presetClass="path" presetSubtype="0" decel="100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0 0 L 0.25 0 E" pathEditMode="relative" ptsTypes="">
                                          <p:cBhvr>
                                            <p:cTn id="143" dur="33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92"/>
                      </p:tgtEl>
                    </p:cond>
                  </p:nextCondLst>
                </p:seq>
              </p:childTnLst>
            </p:cTn>
          </p:par>
        </p:tnLst>
        <p:bldLst>
          <p:bldP spid="8" grpId="0" animBg="1"/>
          <p:bldP spid="8" grpId="1" animBg="1"/>
          <p:bldP spid="9" grpId="0" animBg="1"/>
          <p:bldP spid="9" grpId="1" animBg="1"/>
          <p:bldP spid="81" grpId="0"/>
          <p:bldP spid="81" grpId="1"/>
          <p:bldP spid="81" grpId="2"/>
          <p:bldP spid="81" grpId="3"/>
          <p:bldP spid="82" grpId="0"/>
          <p:bldP spid="82" grpId="1"/>
          <p:bldP spid="82" grpId="2"/>
          <p:bldP spid="82" grpId="3"/>
          <p:bldP spid="83" grpId="0"/>
          <p:bldP spid="83" grpId="1"/>
          <p:bldP spid="83" grpId="2"/>
          <p:bldP spid="83" grpId="3"/>
        </p:bldLst>
      </p:timing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B42B80-6422-A97E-DE33-DE0C6D054A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!! 背景板">
            <a:extLst>
              <a:ext uri="{FF2B5EF4-FFF2-40B4-BE49-F238E27FC236}">
                <a16:creationId xmlns:a16="http://schemas.microsoft.com/office/drawing/2014/main" id="{BD75D444-F23B-5C54-1EF9-953AEF33B77B}"/>
              </a:ext>
            </a:extLst>
          </p:cNvPr>
          <p:cNvSpPr/>
          <p:nvPr/>
        </p:nvSpPr>
        <p:spPr>
          <a:xfrm>
            <a:off x="-10160" y="0"/>
            <a:ext cx="12192000" cy="6858000"/>
          </a:xfrm>
          <a:prstGeom prst="rect">
            <a:avLst/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>
              <a:defRPr/>
            </a:pPr>
            <a:endParaRPr lang="zh-CN" altLang="en-US" dirty="0">
              <a:solidFill>
                <a:srgbClr val="F5F5F5"/>
              </a:solidFill>
              <a:latin typeface="vivo Sans"/>
              <a:ea typeface="vivo Sans"/>
            </a:endParaRPr>
          </a:p>
        </p:txBody>
      </p:sp>
      <p:grpSp>
        <p:nvGrpSpPr>
          <p:cNvPr id="25" name="!! 大标题">
            <a:extLst>
              <a:ext uri="{FF2B5EF4-FFF2-40B4-BE49-F238E27FC236}">
                <a16:creationId xmlns:a16="http://schemas.microsoft.com/office/drawing/2014/main" id="{9B8E07A8-DC7A-C104-BF06-E78D7E2BC539}"/>
              </a:ext>
            </a:extLst>
          </p:cNvPr>
          <p:cNvGrpSpPr/>
          <p:nvPr/>
        </p:nvGrpSpPr>
        <p:grpSpPr>
          <a:xfrm>
            <a:off x="462457" y="484334"/>
            <a:ext cx="796551" cy="461665"/>
            <a:chOff x="3079753" y="1375827"/>
            <a:chExt cx="673782" cy="461665"/>
          </a:xfrm>
        </p:grpSpPr>
        <p:sp>
          <p:nvSpPr>
            <p:cNvPr id="27" name="!! 标题符">
              <a:extLst>
                <a:ext uri="{FF2B5EF4-FFF2-40B4-BE49-F238E27FC236}">
                  <a16:creationId xmlns:a16="http://schemas.microsoft.com/office/drawing/2014/main" id="{2C71F6AA-7747-46AB-E1AE-8BA1784E636C}"/>
                </a:ext>
              </a:extLst>
            </p:cNvPr>
            <p:cNvSpPr/>
            <p:nvPr/>
          </p:nvSpPr>
          <p:spPr>
            <a:xfrm>
              <a:off x="3146905" y="1685496"/>
              <a:ext cx="551700" cy="1255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defTabSz="457189">
                <a:defRPr/>
              </a:pPr>
              <a:endParaRPr lang="zh-CN" altLang="en-US">
                <a:solidFill>
                  <a:srgbClr val="FFFFFF"/>
                </a:solidFill>
                <a:latin typeface="OPPOSans R"/>
                <a:ea typeface="OPPOSans R"/>
              </a:endParaRPr>
            </a:p>
          </p:txBody>
        </p:sp>
        <p:sp>
          <p:nvSpPr>
            <p:cNvPr id="28" name="!! 标题">
              <a:extLst>
                <a:ext uri="{FF2B5EF4-FFF2-40B4-BE49-F238E27FC236}">
                  <a16:creationId xmlns:a16="http://schemas.microsoft.com/office/drawing/2014/main" id="{8BC56E1D-020D-0D85-E581-322AB47EE3B8}"/>
                </a:ext>
              </a:extLst>
            </p:cNvPr>
            <p:cNvSpPr txBox="1"/>
            <p:nvPr/>
          </p:nvSpPr>
          <p:spPr>
            <a:xfrm>
              <a:off x="3079753" y="1375827"/>
              <a:ext cx="67378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457189">
                <a:defRPr/>
              </a:pPr>
              <a:r>
                <a:rPr lang="zh-CN" altLang="en-US" sz="2400" dirty="0">
                  <a:solidFill>
                    <a:srgbClr val="000000">
                      <a:lumMod val="75000"/>
                      <a:lumOff val="25000"/>
                    </a:srgbClr>
                  </a:solidFill>
                  <a:latin typeface="vivo Sans Medium"/>
                  <a:ea typeface="vivo Sans Medium"/>
                </a:rPr>
                <a:t>设置</a:t>
              </a:r>
            </a:p>
          </p:txBody>
        </p:sp>
      </p:grpSp>
      <p:sp>
        <p:nvSpPr>
          <p:cNvPr id="2" name="!! 二级背景">
            <a:extLst>
              <a:ext uri="{FF2B5EF4-FFF2-40B4-BE49-F238E27FC236}">
                <a16:creationId xmlns:a16="http://schemas.microsoft.com/office/drawing/2014/main" id="{25FF4B99-0CB1-46B0-C257-2B1149FAD0C3}"/>
              </a:ext>
            </a:extLst>
          </p:cNvPr>
          <p:cNvSpPr/>
          <p:nvPr/>
        </p:nvSpPr>
        <p:spPr>
          <a:xfrm>
            <a:off x="3594541" y="0"/>
            <a:ext cx="8597460" cy="6858000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>
              <a:defRPr/>
            </a:pPr>
            <a:endParaRPr lang="zh-CN" altLang="en-US">
              <a:solidFill>
                <a:srgbClr val="F5F5F5"/>
              </a:solidFill>
              <a:latin typeface="vivo Sans"/>
              <a:ea typeface="vivo Sans"/>
            </a:endParaRPr>
          </a:p>
        </p:txBody>
      </p:sp>
      <p:grpSp>
        <p:nvGrpSpPr>
          <p:cNvPr id="3" name="!! 关闭按钮">
            <a:extLst>
              <a:ext uri="{FF2B5EF4-FFF2-40B4-BE49-F238E27FC236}">
                <a16:creationId xmlns:a16="http://schemas.microsoft.com/office/drawing/2014/main" id="{D4B534FB-0B6A-0125-0E51-B846A6094A75}"/>
              </a:ext>
            </a:extLst>
          </p:cNvPr>
          <p:cNvGrpSpPr/>
          <p:nvPr/>
        </p:nvGrpSpPr>
        <p:grpSpPr>
          <a:xfrm>
            <a:off x="2757496" y="569913"/>
            <a:ext cx="290511" cy="290511"/>
            <a:chOff x="2328464" y="3107859"/>
            <a:chExt cx="583223" cy="583223"/>
          </a:xfrm>
        </p:grpSpPr>
        <p:sp>
          <p:nvSpPr>
            <p:cNvPr id="4" name="矩形: 圆角 3">
              <a:hlinkClick r:id="rId3" action="ppaction://hlinksldjump"/>
              <a:extLst>
                <a:ext uri="{FF2B5EF4-FFF2-40B4-BE49-F238E27FC236}">
                  <a16:creationId xmlns:a16="http://schemas.microsoft.com/office/drawing/2014/main" id="{3D00D558-8B6E-21B2-F927-07DB844B1794}"/>
                </a:ext>
              </a:extLst>
            </p:cNvPr>
            <p:cNvSpPr/>
            <p:nvPr/>
          </p:nvSpPr>
          <p:spPr>
            <a:xfrm>
              <a:off x="2328464" y="3107859"/>
              <a:ext cx="583223" cy="583223"/>
            </a:xfrm>
            <a:prstGeom prst="roundRect">
              <a:avLst>
                <a:gd name="adj" fmla="val 20771"/>
              </a:avLst>
            </a:prstGeom>
            <a:solidFill>
              <a:schemeClr val="bg2"/>
            </a:solidFill>
            <a:ln>
              <a:noFill/>
            </a:ln>
            <a:effectLst>
              <a:outerShdw blurRad="127000" sx="101000" sy="101000" algn="c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77">
                <a:defRPr/>
              </a:pPr>
              <a:endParaRPr lang="zh-CN" altLang="en-US">
                <a:solidFill>
                  <a:srgbClr val="F5F5F5"/>
                </a:solidFill>
                <a:latin typeface="vivo Sans"/>
                <a:ea typeface="vivo Sans"/>
              </a:endParaRPr>
            </a:p>
          </p:txBody>
        </p:sp>
        <p:pic>
          <p:nvPicPr>
            <p:cNvPr id="5" name="图形 4">
              <a:extLst>
                <a:ext uri="{FF2B5EF4-FFF2-40B4-BE49-F238E27FC236}">
                  <a16:creationId xmlns:a16="http://schemas.microsoft.com/office/drawing/2014/main" id="{CDE87E53-DE48-FFAC-0063-6D038DAE8F4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/>
          </p:blipFill>
          <p:spPr>
            <a:xfrm>
              <a:off x="2375480" y="3154875"/>
              <a:ext cx="489196" cy="489196"/>
            </a:xfrm>
            <a:prstGeom prst="rect">
              <a:avLst/>
            </a:prstGeom>
          </p:spPr>
        </p:pic>
      </p:grpSp>
      <p:grpSp>
        <p:nvGrpSpPr>
          <p:cNvPr id="8" name="!! 网1按钮属性">
            <a:extLst>
              <a:ext uri="{FF2B5EF4-FFF2-40B4-BE49-F238E27FC236}">
                <a16:creationId xmlns:a16="http://schemas.microsoft.com/office/drawing/2014/main" id="{7CF3F587-2EE1-840C-E349-2D50EC47E3BB}"/>
              </a:ext>
            </a:extLst>
          </p:cNvPr>
          <p:cNvGrpSpPr/>
          <p:nvPr/>
        </p:nvGrpSpPr>
        <p:grpSpPr>
          <a:xfrm>
            <a:off x="4178597" y="1095206"/>
            <a:ext cx="7429351" cy="545100"/>
            <a:chOff x="3640667" y="2582968"/>
            <a:chExt cx="4910666" cy="545100"/>
          </a:xfrm>
        </p:grpSpPr>
        <p:sp>
          <p:nvSpPr>
            <p:cNvPr id="9" name="按钮">
              <a:hlinkClick r:id="rId6" action="ppaction://hlinksldjump"/>
              <a:extLst>
                <a:ext uri="{FF2B5EF4-FFF2-40B4-BE49-F238E27FC236}">
                  <a16:creationId xmlns:a16="http://schemas.microsoft.com/office/drawing/2014/main" id="{949A5346-B9AB-BC3A-42CF-EE971F3514A8}"/>
                </a:ext>
              </a:extLst>
            </p:cNvPr>
            <p:cNvSpPr/>
            <p:nvPr/>
          </p:nvSpPr>
          <p:spPr>
            <a:xfrm>
              <a:off x="3640667" y="2582968"/>
              <a:ext cx="4910666" cy="545100"/>
            </a:xfrm>
            <a:prstGeom prst="roundRect">
              <a:avLst>
                <a:gd name="adj" fmla="val 14376"/>
              </a:avLst>
            </a:prstGeom>
            <a:solidFill>
              <a:schemeClr val="bg2"/>
            </a:solidFill>
            <a:ln w="3175">
              <a:solidFill>
                <a:schemeClr val="bg1">
                  <a:lumMod val="90000"/>
                </a:schemeClr>
              </a:solidFill>
            </a:ln>
            <a:effectLst>
              <a:outerShdw blurRad="190500" algn="ctr" rotWithShape="0">
                <a:prstClr val="black">
                  <a:alpha val="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07997"/>
              <a:r>
                <a:rPr lang="zh-CN" altLang="en-US" sz="1400" dirty="0">
                  <a:solidFill>
                    <a:schemeClr val="tx1"/>
                  </a:solidFill>
                </a:rPr>
                <a:t>以太网</a:t>
              </a:r>
            </a:p>
          </p:txBody>
        </p:sp>
        <p:pic>
          <p:nvPicPr>
            <p:cNvPr id="10" name="图形 9">
              <a:extLst>
                <a:ext uri="{FF2B5EF4-FFF2-40B4-BE49-F238E27FC236}">
                  <a16:creationId xmlns:a16="http://schemas.microsoft.com/office/drawing/2014/main" id="{36C7E9DA-37D1-843E-78C7-AB82AE5B0D8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8297292" y="2779318"/>
              <a:ext cx="112234" cy="152400"/>
            </a:xfrm>
            <a:prstGeom prst="rect">
              <a:avLst/>
            </a:prstGeom>
          </p:spPr>
        </p:pic>
      </p:grpSp>
      <p:grpSp>
        <p:nvGrpSpPr>
          <p:cNvPr id="15" name="!! 网1按钮属性">
            <a:extLst>
              <a:ext uri="{FF2B5EF4-FFF2-40B4-BE49-F238E27FC236}">
                <a16:creationId xmlns:a16="http://schemas.microsoft.com/office/drawing/2014/main" id="{CB79EEF1-2B60-63AB-A6D5-0F5CC4A65D79}"/>
              </a:ext>
            </a:extLst>
          </p:cNvPr>
          <p:cNvGrpSpPr/>
          <p:nvPr/>
        </p:nvGrpSpPr>
        <p:grpSpPr>
          <a:xfrm>
            <a:off x="4178597" y="1788626"/>
            <a:ext cx="7429351" cy="545100"/>
            <a:chOff x="3640667" y="2582968"/>
            <a:chExt cx="4910666" cy="545100"/>
          </a:xfrm>
        </p:grpSpPr>
        <p:sp>
          <p:nvSpPr>
            <p:cNvPr id="16" name="按钮">
              <a:hlinkClick r:id="rId9" action="ppaction://hlinksldjump"/>
              <a:extLst>
                <a:ext uri="{FF2B5EF4-FFF2-40B4-BE49-F238E27FC236}">
                  <a16:creationId xmlns:a16="http://schemas.microsoft.com/office/drawing/2014/main" id="{453099A9-819D-3999-3A37-9DB92D2AEE2F}"/>
                </a:ext>
              </a:extLst>
            </p:cNvPr>
            <p:cNvSpPr/>
            <p:nvPr/>
          </p:nvSpPr>
          <p:spPr>
            <a:xfrm>
              <a:off x="3640667" y="2582968"/>
              <a:ext cx="4910666" cy="545100"/>
            </a:xfrm>
            <a:prstGeom prst="roundRect">
              <a:avLst>
                <a:gd name="adj" fmla="val 14376"/>
              </a:avLst>
            </a:prstGeom>
            <a:solidFill>
              <a:schemeClr val="bg2"/>
            </a:solidFill>
            <a:ln w="3175">
              <a:solidFill>
                <a:schemeClr val="bg1">
                  <a:lumMod val="90000"/>
                </a:schemeClr>
              </a:solidFill>
            </a:ln>
            <a:effectLst>
              <a:outerShdw blurRad="190500" algn="ctr" rotWithShape="0">
                <a:prstClr val="black">
                  <a:alpha val="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07997"/>
              <a:r>
                <a:rPr lang="zh-CN" altLang="en-US" sz="1400" dirty="0">
                  <a:solidFill>
                    <a:schemeClr val="tx1"/>
                  </a:solidFill>
                </a:rPr>
                <a:t>卫星连接</a:t>
              </a:r>
            </a:p>
          </p:txBody>
        </p:sp>
        <p:pic>
          <p:nvPicPr>
            <p:cNvPr id="21" name="图形 20">
              <a:extLst>
                <a:ext uri="{FF2B5EF4-FFF2-40B4-BE49-F238E27FC236}">
                  <a16:creationId xmlns:a16="http://schemas.microsoft.com/office/drawing/2014/main" id="{159811FE-91D8-20C4-3F1B-C426E6DD996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8297292" y="2779318"/>
              <a:ext cx="112234" cy="152400"/>
            </a:xfrm>
            <a:prstGeom prst="rect">
              <a:avLst/>
            </a:prstGeom>
          </p:spPr>
        </p:pic>
      </p:grpSp>
      <p:grpSp>
        <p:nvGrpSpPr>
          <p:cNvPr id="41" name="!! 关闭按钮">
            <a:extLst>
              <a:ext uri="{FF2B5EF4-FFF2-40B4-BE49-F238E27FC236}">
                <a16:creationId xmlns:a16="http://schemas.microsoft.com/office/drawing/2014/main" id="{91D12600-847D-287F-ADA1-9C55AEF83628}"/>
              </a:ext>
            </a:extLst>
          </p:cNvPr>
          <p:cNvGrpSpPr/>
          <p:nvPr/>
        </p:nvGrpSpPr>
        <p:grpSpPr>
          <a:xfrm>
            <a:off x="2333440" y="569913"/>
            <a:ext cx="290511" cy="290511"/>
            <a:chOff x="2328464" y="3107859"/>
            <a:chExt cx="583223" cy="583223"/>
          </a:xfrm>
        </p:grpSpPr>
        <p:sp>
          <p:nvSpPr>
            <p:cNvPr id="42" name="矩形: 圆角 41">
              <a:hlinkClick r:id="rId10" action="ppaction://hlinksldjump"/>
              <a:extLst>
                <a:ext uri="{FF2B5EF4-FFF2-40B4-BE49-F238E27FC236}">
                  <a16:creationId xmlns:a16="http://schemas.microsoft.com/office/drawing/2014/main" id="{5227F0C0-A107-F72F-38D7-59A5DB039451}"/>
                </a:ext>
              </a:extLst>
            </p:cNvPr>
            <p:cNvSpPr/>
            <p:nvPr/>
          </p:nvSpPr>
          <p:spPr>
            <a:xfrm>
              <a:off x="2328464" y="3107859"/>
              <a:ext cx="583223" cy="583223"/>
            </a:xfrm>
            <a:prstGeom prst="roundRect">
              <a:avLst>
                <a:gd name="adj" fmla="val 20771"/>
              </a:avLst>
            </a:prstGeom>
            <a:solidFill>
              <a:schemeClr val="bg2"/>
            </a:solidFill>
            <a:ln>
              <a:noFill/>
            </a:ln>
            <a:effectLst>
              <a:outerShdw blurRad="127000" sx="101000" sy="101000" algn="c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77">
                <a:defRPr/>
              </a:pPr>
              <a:endParaRPr lang="zh-CN" altLang="en-US">
                <a:solidFill>
                  <a:srgbClr val="F5F5F5"/>
                </a:solidFill>
                <a:latin typeface="vivo Sans"/>
                <a:ea typeface="vivo Sans"/>
              </a:endParaRPr>
            </a:p>
          </p:txBody>
        </p:sp>
        <p:pic>
          <p:nvPicPr>
            <p:cNvPr id="43" name="图形 42">
              <a:extLst>
                <a:ext uri="{FF2B5EF4-FFF2-40B4-BE49-F238E27FC236}">
                  <a16:creationId xmlns:a16="http://schemas.microsoft.com/office/drawing/2014/main" id="{BFBD1A63-F253-5DD0-0956-FA861196C1D3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rcRect/>
            <a:stretch/>
          </p:blipFill>
          <p:spPr>
            <a:xfrm>
              <a:off x="2449200" y="3228595"/>
              <a:ext cx="341755" cy="341755"/>
            </a:xfrm>
            <a:prstGeom prst="rect">
              <a:avLst/>
            </a:prstGeom>
          </p:spPr>
        </p:pic>
      </p:grpSp>
      <p:grpSp>
        <p:nvGrpSpPr>
          <p:cNvPr id="6" name="!! dock右">
            <a:extLst>
              <a:ext uri="{FF2B5EF4-FFF2-40B4-BE49-F238E27FC236}">
                <a16:creationId xmlns:a16="http://schemas.microsoft.com/office/drawing/2014/main" id="{FAFA494A-47E0-8F8D-3E94-0FB80283B806}"/>
              </a:ext>
            </a:extLst>
          </p:cNvPr>
          <p:cNvGrpSpPr/>
          <p:nvPr/>
        </p:nvGrpSpPr>
        <p:grpSpPr>
          <a:xfrm>
            <a:off x="4869920" y="7119572"/>
            <a:ext cx="2452159" cy="574899"/>
            <a:chOff x="7408333" y="5780624"/>
            <a:chExt cx="2452159" cy="704838"/>
          </a:xfrm>
        </p:grpSpPr>
        <p:sp useBgFill="1">
          <p:nvSpPr>
            <p:cNvPr id="7" name="!! 模糊">
              <a:extLst>
                <a:ext uri="{FF2B5EF4-FFF2-40B4-BE49-F238E27FC236}">
                  <a16:creationId xmlns:a16="http://schemas.microsoft.com/office/drawing/2014/main" id="{D1714768-9AC6-D25A-00AF-837924719525}"/>
                </a:ext>
              </a:extLst>
            </p:cNvPr>
            <p:cNvSpPr>
              <a:spLocks/>
            </p:cNvSpPr>
            <p:nvPr/>
          </p:nvSpPr>
          <p:spPr>
            <a:xfrm>
              <a:off x="7408333" y="5780624"/>
              <a:ext cx="2452159" cy="704838"/>
            </a:xfrm>
            <a:prstGeom prst="roundRect">
              <a:avLst>
                <a:gd name="adj" fmla="val 15000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189">
                <a:defRPr/>
              </a:pPr>
              <a:endParaRPr lang="zh-CN" altLang="en-US">
                <a:solidFill>
                  <a:srgbClr val="FFFFFF"/>
                </a:solidFill>
                <a:latin typeface="OPPOSans R"/>
                <a:ea typeface="OPPOSans R"/>
              </a:endParaRPr>
            </a:p>
          </p:txBody>
        </p:sp>
        <p:sp>
          <p:nvSpPr>
            <p:cNvPr id="11" name="!! 颜色遮罩">
              <a:extLst>
                <a:ext uri="{FF2B5EF4-FFF2-40B4-BE49-F238E27FC236}">
                  <a16:creationId xmlns:a16="http://schemas.microsoft.com/office/drawing/2014/main" id="{048A7AF3-ACF3-C008-C615-9D890DABE9FF}"/>
                </a:ext>
              </a:extLst>
            </p:cNvPr>
            <p:cNvSpPr>
              <a:spLocks/>
            </p:cNvSpPr>
            <p:nvPr/>
          </p:nvSpPr>
          <p:spPr>
            <a:xfrm>
              <a:off x="7408333" y="5780624"/>
              <a:ext cx="2452159" cy="704838"/>
            </a:xfrm>
            <a:prstGeom prst="roundRect">
              <a:avLst>
                <a:gd name="adj" fmla="val 15000"/>
              </a:avLst>
            </a:prstGeom>
            <a:solidFill>
              <a:schemeClr val="bg2">
                <a:alpha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189">
                <a:defRPr/>
              </a:pPr>
              <a:endParaRPr lang="zh-CN" altLang="en-US" dirty="0">
                <a:solidFill>
                  <a:srgbClr val="FFFFFF"/>
                </a:solidFill>
                <a:latin typeface="OPPOSans R"/>
                <a:ea typeface="OPPOSans R"/>
              </a:endParaRPr>
            </a:p>
          </p:txBody>
        </p:sp>
        <p:pic>
          <p:nvPicPr>
            <p:cNvPr id="12" name="!! 信号">
              <a:extLst>
                <a:ext uri="{FF2B5EF4-FFF2-40B4-BE49-F238E27FC236}">
                  <a16:creationId xmlns:a16="http://schemas.microsoft.com/office/drawing/2014/main" id="{B09CEB8C-D75E-EB5E-A749-D3FE83CD80D1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7638254" y="5893986"/>
              <a:ext cx="221460" cy="221458"/>
            </a:xfrm>
            <a:prstGeom prst="rect">
              <a:avLst/>
            </a:prstGeom>
          </p:spPr>
        </p:pic>
        <p:sp>
          <p:nvSpPr>
            <p:cNvPr id="14" name="!! 运营商">
              <a:extLst>
                <a:ext uri="{FF2B5EF4-FFF2-40B4-BE49-F238E27FC236}">
                  <a16:creationId xmlns:a16="http://schemas.microsoft.com/office/drawing/2014/main" id="{BA5D0D84-3608-45C2-E28A-71D0340A762D}"/>
                </a:ext>
              </a:extLst>
            </p:cNvPr>
            <p:cNvSpPr txBox="1"/>
            <p:nvPr/>
          </p:nvSpPr>
          <p:spPr>
            <a:xfrm>
              <a:off x="7813676" y="5913455"/>
              <a:ext cx="1114424" cy="2830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457189">
                <a:defRPr/>
              </a:pPr>
              <a:r>
                <a:rPr lang="en-US" altLang="zh-CN" sz="900" dirty="0">
                  <a:latin typeface="OPPOSans M"/>
                  <a:ea typeface="OPPOSans M"/>
                </a:rPr>
                <a:t>Virtual Net</a:t>
              </a:r>
              <a:endParaRPr lang="zh-CN" altLang="en-US" sz="900" dirty="0">
                <a:latin typeface="OPPOSans M"/>
                <a:ea typeface="OPPOSans M"/>
              </a:endParaRPr>
            </a:p>
          </p:txBody>
        </p:sp>
        <p:pic>
          <p:nvPicPr>
            <p:cNvPr id="17" name="!! 通知">
              <a:extLst>
                <a:ext uri="{FF2B5EF4-FFF2-40B4-BE49-F238E27FC236}">
                  <a16:creationId xmlns:a16="http://schemas.microsoft.com/office/drawing/2014/main" id="{45AD9FD9-2B31-A600-E3A0-F59CCBA565E0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9287931" y="5948436"/>
              <a:ext cx="152400" cy="152400"/>
            </a:xfrm>
            <a:prstGeom prst="rect">
              <a:avLst/>
            </a:prstGeom>
          </p:spPr>
        </p:pic>
        <p:pic>
          <p:nvPicPr>
            <p:cNvPr id="18" name="!! 电池">
              <a:extLst>
                <a:ext uri="{FF2B5EF4-FFF2-40B4-BE49-F238E27FC236}">
                  <a16:creationId xmlns:a16="http://schemas.microsoft.com/office/drawing/2014/main" id="{8DEE8DFB-DE1E-1C4B-5480-8024455F27F7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7637460" y="6171965"/>
              <a:ext cx="191558" cy="191558"/>
            </a:xfrm>
            <a:prstGeom prst="rect">
              <a:avLst/>
            </a:prstGeom>
          </p:spPr>
        </p:pic>
        <p:sp>
          <p:nvSpPr>
            <p:cNvPr id="19" name="!! 时间">
              <a:extLst>
                <a:ext uri="{FF2B5EF4-FFF2-40B4-BE49-F238E27FC236}">
                  <a16:creationId xmlns:a16="http://schemas.microsoft.com/office/drawing/2014/main" id="{51A5F6EF-BF95-7191-C1BD-540377331554}"/>
                </a:ext>
              </a:extLst>
            </p:cNvPr>
            <p:cNvSpPr txBox="1"/>
            <p:nvPr/>
          </p:nvSpPr>
          <p:spPr>
            <a:xfrm>
              <a:off x="8982607" y="6148520"/>
              <a:ext cx="773641" cy="3114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defTabSz="457189">
                <a:defRPr/>
              </a:pPr>
              <a:r>
                <a:rPr lang="en-US" altLang="zh-CN" sz="1051" dirty="0">
                  <a:latin typeface="OPPOSans R"/>
                  <a:ea typeface="OPPOSans R"/>
                </a:rPr>
                <a:t>16:34</a:t>
              </a:r>
              <a:endParaRPr lang="zh-CN" altLang="en-US" sz="1051" dirty="0">
                <a:latin typeface="OPPOSans R"/>
                <a:ea typeface="OPPOSans R"/>
              </a:endParaRPr>
            </a:p>
          </p:txBody>
        </p:sp>
        <p:sp>
          <p:nvSpPr>
            <p:cNvPr id="20" name="!! AC">
              <a:extLst>
                <a:ext uri="{FF2B5EF4-FFF2-40B4-BE49-F238E27FC236}">
                  <a16:creationId xmlns:a16="http://schemas.microsoft.com/office/drawing/2014/main" id="{E6F2E3F3-4462-8A7E-11D2-40D0EAD875BD}"/>
                </a:ext>
              </a:extLst>
            </p:cNvPr>
            <p:cNvSpPr txBox="1"/>
            <p:nvPr/>
          </p:nvSpPr>
          <p:spPr>
            <a:xfrm>
              <a:off x="7766842" y="6152328"/>
              <a:ext cx="434183" cy="2830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457189">
                <a:defRPr/>
              </a:pPr>
              <a:r>
                <a:rPr lang="en-US" altLang="zh-CN" sz="900" dirty="0">
                  <a:latin typeface="OPPOSans R"/>
                  <a:ea typeface="OPPOSans R"/>
                </a:rPr>
                <a:t>49%</a:t>
              </a:r>
              <a:endParaRPr lang="zh-CN" altLang="en-US" sz="900" dirty="0">
                <a:latin typeface="OPPOSans R"/>
                <a:ea typeface="OPPOSans R"/>
              </a:endParaRPr>
            </a:p>
          </p:txBody>
        </p:sp>
        <p:pic>
          <p:nvPicPr>
            <p:cNvPr id="29" name="!! 声音">
              <a:extLst>
                <a:ext uri="{FF2B5EF4-FFF2-40B4-BE49-F238E27FC236}">
                  <a16:creationId xmlns:a16="http://schemas.microsoft.com/office/drawing/2014/main" id="{F01D7951-4409-F8B0-7176-13E642665698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p:blipFill>
          <p:spPr>
            <a:xfrm>
              <a:off x="9048732" y="5934670"/>
              <a:ext cx="179932" cy="179932"/>
            </a:xfrm>
            <a:prstGeom prst="rect">
              <a:avLst/>
            </a:prstGeom>
          </p:spPr>
        </p:pic>
        <p:pic>
          <p:nvPicPr>
            <p:cNvPr id="30" name="!! 电源">
              <a:hlinkClick r:id="rId21" action="ppaction://hlinksldjump"/>
              <a:extLst>
                <a:ext uri="{FF2B5EF4-FFF2-40B4-BE49-F238E27FC236}">
                  <a16:creationId xmlns:a16="http://schemas.microsoft.com/office/drawing/2014/main" id="{604A28BE-B022-7B6E-AA57-16DD8A5113F3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p:blipFill>
          <p:spPr>
            <a:xfrm>
              <a:off x="9489000" y="5925331"/>
              <a:ext cx="208372" cy="208370"/>
            </a:xfrm>
            <a:prstGeom prst="rect">
              <a:avLst/>
            </a:prstGeom>
          </p:spPr>
        </p:pic>
      </p:grpSp>
      <p:sp>
        <p:nvSpPr>
          <p:cNvPr id="31" name="!! 小白条">
            <a:hlinkClick r:id="rId3" action="ppaction://hlinksldjump"/>
            <a:extLst>
              <a:ext uri="{FF2B5EF4-FFF2-40B4-BE49-F238E27FC236}">
                <a16:creationId xmlns:a16="http://schemas.microsoft.com/office/drawing/2014/main" id="{E644B0D0-B756-3F8A-5196-7FB66B8EEA66}"/>
              </a:ext>
            </a:extLst>
          </p:cNvPr>
          <p:cNvSpPr/>
          <p:nvPr/>
        </p:nvSpPr>
        <p:spPr>
          <a:xfrm>
            <a:off x="5177623" y="6706376"/>
            <a:ext cx="1836752" cy="45719"/>
          </a:xfrm>
          <a:prstGeom prst="roundRect">
            <a:avLst>
              <a:gd name="adj" fmla="val 50000"/>
            </a:avLst>
          </a:prstGeom>
          <a:solidFill>
            <a:schemeClr val="tx1">
              <a:alpha val="90000"/>
            </a:schemeClr>
          </a:solidFill>
          <a:ln>
            <a:noFill/>
          </a:ln>
          <a:effectLst>
            <a:outerShdw blurRad="1016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2" name="返回">
            <a:extLst>
              <a:ext uri="{FF2B5EF4-FFF2-40B4-BE49-F238E27FC236}">
                <a16:creationId xmlns:a16="http://schemas.microsoft.com/office/drawing/2014/main" id="{92E544D8-88E1-CF4E-24F2-1D80BE8FA7FD}"/>
              </a:ext>
            </a:extLst>
          </p:cNvPr>
          <p:cNvGrpSpPr/>
          <p:nvPr/>
        </p:nvGrpSpPr>
        <p:grpSpPr>
          <a:xfrm>
            <a:off x="4133691" y="519573"/>
            <a:ext cx="2667863" cy="369332"/>
            <a:chOff x="4133687" y="519573"/>
            <a:chExt cx="2667863" cy="369331"/>
          </a:xfrm>
        </p:grpSpPr>
        <p:sp>
          <p:nvSpPr>
            <p:cNvPr id="33" name="!! 副标题">
              <a:hlinkClick r:id="rId24" action="ppaction://hlinksldjump"/>
              <a:extLst>
                <a:ext uri="{FF2B5EF4-FFF2-40B4-BE49-F238E27FC236}">
                  <a16:creationId xmlns:a16="http://schemas.microsoft.com/office/drawing/2014/main" id="{E28FD3CE-79DC-0440-1B4B-86757378F685}"/>
                </a:ext>
              </a:extLst>
            </p:cNvPr>
            <p:cNvSpPr txBox="1"/>
            <p:nvPr/>
          </p:nvSpPr>
          <p:spPr>
            <a:xfrm>
              <a:off x="4393644" y="519573"/>
              <a:ext cx="2407906" cy="369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/>
                <a:t>更多连接</a:t>
              </a:r>
            </a:p>
          </p:txBody>
        </p:sp>
        <p:pic>
          <p:nvPicPr>
            <p:cNvPr id="34" name="图形 33">
              <a:hlinkClick r:id="rId24" action="ppaction://hlinksldjump"/>
              <a:extLst>
                <a:ext uri="{FF2B5EF4-FFF2-40B4-BE49-F238E27FC236}">
                  <a16:creationId xmlns:a16="http://schemas.microsoft.com/office/drawing/2014/main" id="{2C7E33CA-8F57-5C36-A4E3-23947D59BC26}"/>
                </a:ext>
              </a:extLst>
            </p:cNvPr>
            <p:cNvPicPr/>
            <p:nvPr/>
          </p:nvPicPr>
          <p:blipFill>
            <a:blip r:embed="rId25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/>
            </a:stretch>
          </p:blipFill>
          <p:spPr>
            <a:xfrm>
              <a:off x="4133687" y="584302"/>
              <a:ext cx="241776" cy="241776"/>
            </a:xfrm>
            <a:prstGeom prst="rect">
              <a:avLst/>
            </a:prstGeom>
          </p:spPr>
        </p:pic>
      </p:grpSp>
      <p:grpSp>
        <p:nvGrpSpPr>
          <p:cNvPr id="36" name="!! 显示">
            <a:extLst>
              <a:ext uri="{FF2B5EF4-FFF2-40B4-BE49-F238E27FC236}">
                <a16:creationId xmlns:a16="http://schemas.microsoft.com/office/drawing/2014/main" id="{DE84C35F-C86D-833A-A63F-06F78F7F6B7F}"/>
              </a:ext>
            </a:extLst>
          </p:cNvPr>
          <p:cNvGrpSpPr/>
          <p:nvPr/>
        </p:nvGrpSpPr>
        <p:grpSpPr>
          <a:xfrm>
            <a:off x="470871" y="3706575"/>
            <a:ext cx="2552892" cy="457924"/>
            <a:chOff x="462453" y="2623554"/>
            <a:chExt cx="2552892" cy="457924"/>
          </a:xfrm>
        </p:grpSpPr>
        <p:sp>
          <p:nvSpPr>
            <p:cNvPr id="37" name="!! 未选中">
              <a:hlinkClick r:id="rId27" action="ppaction://hlinksldjump"/>
              <a:extLst>
                <a:ext uri="{FF2B5EF4-FFF2-40B4-BE49-F238E27FC236}">
                  <a16:creationId xmlns:a16="http://schemas.microsoft.com/office/drawing/2014/main" id="{4892DB04-1FEF-73AD-DBC8-205A07F64E03}"/>
                </a:ext>
              </a:extLst>
            </p:cNvPr>
            <p:cNvSpPr/>
            <p:nvPr/>
          </p:nvSpPr>
          <p:spPr>
            <a:xfrm>
              <a:off x="462453" y="2623554"/>
              <a:ext cx="2552892" cy="457924"/>
            </a:xfrm>
            <a:prstGeom prst="roundRect">
              <a:avLst>
                <a:gd name="adj" fmla="val 22880"/>
              </a:avLst>
            </a:prstGeom>
            <a:solidFill>
              <a:schemeClr val="bg2"/>
            </a:solidFill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1998" defTabSz="914377">
                <a:defRPr/>
              </a:pPr>
              <a:r>
                <a:rPr lang="zh-CN" altLang="en-US" sz="1400" dirty="0">
                  <a:solidFill>
                    <a:schemeClr val="tx1">
                      <a:lumMod val="90000"/>
                      <a:lumOff val="10000"/>
                    </a:schemeClr>
                  </a:solidFill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      显示</a:t>
              </a:r>
            </a:p>
          </p:txBody>
        </p:sp>
        <p:grpSp>
          <p:nvGrpSpPr>
            <p:cNvPr id="38" name="组合 37">
              <a:extLst>
                <a:ext uri="{FF2B5EF4-FFF2-40B4-BE49-F238E27FC236}">
                  <a16:creationId xmlns:a16="http://schemas.microsoft.com/office/drawing/2014/main" id="{F8B683DA-857D-B9D6-0527-57D611C60FA8}"/>
                </a:ext>
              </a:extLst>
            </p:cNvPr>
            <p:cNvGrpSpPr/>
            <p:nvPr/>
          </p:nvGrpSpPr>
          <p:grpSpPr>
            <a:xfrm>
              <a:off x="600851" y="2735577"/>
              <a:ext cx="245090" cy="245090"/>
              <a:chOff x="3449581" y="2374787"/>
              <a:chExt cx="263638" cy="263638"/>
            </a:xfrm>
          </p:grpSpPr>
          <p:sp>
            <p:nvSpPr>
              <p:cNvPr id="39" name="椭圆 38">
                <a:extLst>
                  <a:ext uri="{FF2B5EF4-FFF2-40B4-BE49-F238E27FC236}">
                    <a16:creationId xmlns:a16="http://schemas.microsoft.com/office/drawing/2014/main" id="{B79A95CC-9B7B-5684-2F59-721D5B8A1BE6}"/>
                  </a:ext>
                </a:extLst>
              </p:cNvPr>
              <p:cNvSpPr/>
              <p:nvPr/>
            </p:nvSpPr>
            <p:spPr>
              <a:xfrm>
                <a:off x="3449581" y="2374787"/>
                <a:ext cx="263638" cy="263638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40" name="icon">
                <a:extLst>
                  <a:ext uri="{FF2B5EF4-FFF2-40B4-BE49-F238E27FC236}">
                    <a16:creationId xmlns:a16="http://schemas.microsoft.com/office/drawing/2014/main" id="{6CA2E1FF-3258-1D4F-7C1A-3A749B16AEC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8">
                <a:extLst>
                  <a:ext uri="{96DAC541-7B7A-43D3-8B79-37D633B846F1}">
                    <asvg:svgBlip xmlns:asvg="http://schemas.microsoft.com/office/drawing/2016/SVG/main" r:embed="rId29"/>
                  </a:ext>
                </a:extLst>
              </a:blip>
              <a:srcRect/>
              <a:stretch/>
            </p:blipFill>
            <p:spPr>
              <a:xfrm>
                <a:off x="3513869" y="2435878"/>
                <a:ext cx="143060" cy="143060"/>
              </a:xfrm>
              <a:prstGeom prst="rect">
                <a:avLst/>
              </a:prstGeom>
            </p:spPr>
          </p:pic>
        </p:grpSp>
      </p:grpSp>
      <p:grpSp>
        <p:nvGrpSpPr>
          <p:cNvPr id="69" name="!! App">
            <a:extLst>
              <a:ext uri="{FF2B5EF4-FFF2-40B4-BE49-F238E27FC236}">
                <a16:creationId xmlns:a16="http://schemas.microsoft.com/office/drawing/2014/main" id="{6D7326D5-6BB7-DB47-566B-AB575872E5EF}"/>
              </a:ext>
            </a:extLst>
          </p:cNvPr>
          <p:cNvGrpSpPr/>
          <p:nvPr/>
        </p:nvGrpSpPr>
        <p:grpSpPr>
          <a:xfrm>
            <a:off x="476549" y="2282681"/>
            <a:ext cx="2552892" cy="457924"/>
            <a:chOff x="462453" y="2623554"/>
            <a:chExt cx="2552892" cy="457924"/>
          </a:xfrm>
        </p:grpSpPr>
        <p:sp>
          <p:nvSpPr>
            <p:cNvPr id="70" name="!! 未选中">
              <a:hlinkClick r:id="rId30" action="ppaction://hlinksldjump"/>
              <a:extLst>
                <a:ext uri="{FF2B5EF4-FFF2-40B4-BE49-F238E27FC236}">
                  <a16:creationId xmlns:a16="http://schemas.microsoft.com/office/drawing/2014/main" id="{ABA341D5-8732-9A6D-3854-21693EC96B53}"/>
                </a:ext>
              </a:extLst>
            </p:cNvPr>
            <p:cNvSpPr/>
            <p:nvPr/>
          </p:nvSpPr>
          <p:spPr>
            <a:xfrm>
              <a:off x="462453" y="2623554"/>
              <a:ext cx="2552892" cy="457924"/>
            </a:xfrm>
            <a:prstGeom prst="roundRect">
              <a:avLst>
                <a:gd name="adj" fmla="val 22880"/>
              </a:avLst>
            </a:prstGeom>
            <a:solidFill>
              <a:schemeClr val="bg2"/>
            </a:solidFill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1998" defTabSz="914377">
                <a:defRPr/>
              </a:pPr>
              <a:r>
                <a:rPr lang="zh-CN" altLang="en-US" sz="1400" dirty="0">
                  <a:solidFill>
                    <a:schemeClr val="tx1">
                      <a:lumMod val="90000"/>
                      <a:lumOff val="10000"/>
                    </a:schemeClr>
                  </a:solidFill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      应用与模块</a:t>
              </a:r>
            </a:p>
          </p:txBody>
        </p:sp>
        <p:grpSp>
          <p:nvGrpSpPr>
            <p:cNvPr id="71" name="组合 70">
              <a:extLst>
                <a:ext uri="{FF2B5EF4-FFF2-40B4-BE49-F238E27FC236}">
                  <a16:creationId xmlns:a16="http://schemas.microsoft.com/office/drawing/2014/main" id="{5893D793-45EA-EBDA-A216-10EA1A306A8D}"/>
                </a:ext>
              </a:extLst>
            </p:cNvPr>
            <p:cNvGrpSpPr/>
            <p:nvPr/>
          </p:nvGrpSpPr>
          <p:grpSpPr>
            <a:xfrm>
              <a:off x="600851" y="2735577"/>
              <a:ext cx="245090" cy="245090"/>
              <a:chOff x="3449581" y="2374787"/>
              <a:chExt cx="263638" cy="263638"/>
            </a:xfrm>
          </p:grpSpPr>
          <p:sp>
            <p:nvSpPr>
              <p:cNvPr id="72" name="椭圆 71">
                <a:extLst>
                  <a:ext uri="{FF2B5EF4-FFF2-40B4-BE49-F238E27FC236}">
                    <a16:creationId xmlns:a16="http://schemas.microsoft.com/office/drawing/2014/main" id="{780BF16F-0D71-15CD-A149-DB9A20DDFA72}"/>
                  </a:ext>
                </a:extLst>
              </p:cNvPr>
              <p:cNvSpPr/>
              <p:nvPr/>
            </p:nvSpPr>
            <p:spPr>
              <a:xfrm>
                <a:off x="3449581" y="2374787"/>
                <a:ext cx="263638" cy="263638"/>
              </a:xfrm>
              <a:prstGeom prst="ellipse">
                <a:avLst/>
              </a:prstGeom>
              <a:solidFill>
                <a:schemeClr val="accent3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73" name="icon">
                <a:extLst>
                  <a:ext uri="{FF2B5EF4-FFF2-40B4-BE49-F238E27FC236}">
                    <a16:creationId xmlns:a16="http://schemas.microsoft.com/office/drawing/2014/main" id="{62F99E88-F56B-A491-9D9E-8D7F54BB8BE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1">
                <a:extLst>
                  <a:ext uri="{96DAC541-7B7A-43D3-8B79-37D633B846F1}">
                    <asvg:svgBlip xmlns:asvg="http://schemas.microsoft.com/office/drawing/2016/SVG/main" r:embed="rId32"/>
                  </a:ext>
                </a:extLst>
              </a:blip>
              <a:srcRect/>
              <a:stretch/>
            </p:blipFill>
            <p:spPr>
              <a:xfrm>
                <a:off x="3513869" y="2435878"/>
                <a:ext cx="143060" cy="143060"/>
              </a:xfrm>
              <a:prstGeom prst="rect">
                <a:avLst/>
              </a:prstGeom>
            </p:spPr>
          </p:pic>
        </p:grpSp>
      </p:grpSp>
      <p:grpSp>
        <p:nvGrpSpPr>
          <p:cNvPr id="74" name="!! 电池">
            <a:extLst>
              <a:ext uri="{FF2B5EF4-FFF2-40B4-BE49-F238E27FC236}">
                <a16:creationId xmlns:a16="http://schemas.microsoft.com/office/drawing/2014/main" id="{156E57E7-88C5-A153-F0F4-C6C94175608A}"/>
              </a:ext>
            </a:extLst>
          </p:cNvPr>
          <p:cNvGrpSpPr/>
          <p:nvPr/>
        </p:nvGrpSpPr>
        <p:grpSpPr>
          <a:xfrm>
            <a:off x="470871" y="2852627"/>
            <a:ext cx="2552892" cy="457924"/>
            <a:chOff x="462453" y="2623554"/>
            <a:chExt cx="2552892" cy="457924"/>
          </a:xfrm>
        </p:grpSpPr>
        <p:sp>
          <p:nvSpPr>
            <p:cNvPr id="75" name="!! 未选中">
              <a:hlinkClick r:id="rId33" action="ppaction://hlinksldjump"/>
              <a:extLst>
                <a:ext uri="{FF2B5EF4-FFF2-40B4-BE49-F238E27FC236}">
                  <a16:creationId xmlns:a16="http://schemas.microsoft.com/office/drawing/2014/main" id="{6B39A92F-6AB1-B20E-B07A-8EBD2BC4954D}"/>
                </a:ext>
              </a:extLst>
            </p:cNvPr>
            <p:cNvSpPr/>
            <p:nvPr/>
          </p:nvSpPr>
          <p:spPr>
            <a:xfrm>
              <a:off x="462453" y="2623554"/>
              <a:ext cx="2552892" cy="457924"/>
            </a:xfrm>
            <a:prstGeom prst="roundRect">
              <a:avLst>
                <a:gd name="adj" fmla="val 22880"/>
              </a:avLst>
            </a:prstGeom>
            <a:solidFill>
              <a:schemeClr val="bg2"/>
            </a:solidFill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1998" defTabSz="914377">
                <a:defRPr/>
              </a:pPr>
              <a:r>
                <a:rPr lang="zh-CN" altLang="en-US" sz="1400" dirty="0">
                  <a:solidFill>
                    <a:schemeClr val="tx1">
                      <a:lumMod val="90000"/>
                      <a:lumOff val="10000"/>
                    </a:schemeClr>
                  </a:solidFill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      电池</a:t>
              </a:r>
            </a:p>
          </p:txBody>
        </p:sp>
        <p:grpSp>
          <p:nvGrpSpPr>
            <p:cNvPr id="76" name="组合 75">
              <a:extLst>
                <a:ext uri="{FF2B5EF4-FFF2-40B4-BE49-F238E27FC236}">
                  <a16:creationId xmlns:a16="http://schemas.microsoft.com/office/drawing/2014/main" id="{5544ACB3-D47C-6D15-40C0-0B94E62B85C9}"/>
                </a:ext>
              </a:extLst>
            </p:cNvPr>
            <p:cNvGrpSpPr/>
            <p:nvPr/>
          </p:nvGrpSpPr>
          <p:grpSpPr>
            <a:xfrm>
              <a:off x="600851" y="2735577"/>
              <a:ext cx="245090" cy="245090"/>
              <a:chOff x="3449581" y="2374787"/>
              <a:chExt cx="263638" cy="263638"/>
            </a:xfrm>
          </p:grpSpPr>
          <p:sp>
            <p:nvSpPr>
              <p:cNvPr id="77" name="椭圆 76">
                <a:extLst>
                  <a:ext uri="{FF2B5EF4-FFF2-40B4-BE49-F238E27FC236}">
                    <a16:creationId xmlns:a16="http://schemas.microsoft.com/office/drawing/2014/main" id="{A76E024D-796D-EEEF-0936-A8E8388F8F5B}"/>
                  </a:ext>
                </a:extLst>
              </p:cNvPr>
              <p:cNvSpPr/>
              <p:nvPr/>
            </p:nvSpPr>
            <p:spPr>
              <a:xfrm>
                <a:off x="3449581" y="2374787"/>
                <a:ext cx="263638" cy="263638"/>
              </a:xfrm>
              <a:prstGeom prst="ellipse">
                <a:avLst/>
              </a:prstGeom>
              <a:solidFill>
                <a:srgbClr val="3ADE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78" name="icon">
                <a:extLst>
                  <a:ext uri="{FF2B5EF4-FFF2-40B4-BE49-F238E27FC236}">
                    <a16:creationId xmlns:a16="http://schemas.microsoft.com/office/drawing/2014/main" id="{D48D4D2F-63C3-0D65-6EE0-63938007C4E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4">
                <a:extLst>
                  <a:ext uri="{96DAC541-7B7A-43D3-8B79-37D633B846F1}">
                    <asvg:svgBlip xmlns:asvg="http://schemas.microsoft.com/office/drawing/2016/SVG/main" r:embed="rId35"/>
                  </a:ext>
                </a:extLst>
              </a:blip>
              <a:srcRect/>
              <a:stretch/>
            </p:blipFill>
            <p:spPr>
              <a:xfrm>
                <a:off x="3513869" y="2435878"/>
                <a:ext cx="143060" cy="143060"/>
              </a:xfrm>
              <a:prstGeom prst="rect">
                <a:avLst/>
              </a:prstGeom>
            </p:spPr>
          </p:pic>
        </p:grpSp>
      </p:grpSp>
      <p:sp>
        <p:nvSpPr>
          <p:cNvPr id="79" name="!! 个性化">
            <a:extLst>
              <a:ext uri="{FF2B5EF4-FFF2-40B4-BE49-F238E27FC236}">
                <a16:creationId xmlns:a16="http://schemas.microsoft.com/office/drawing/2014/main" id="{F91B13C7-5EA4-249E-A135-733DB9206700}"/>
              </a:ext>
            </a:extLst>
          </p:cNvPr>
          <p:cNvSpPr txBox="1"/>
          <p:nvPr/>
        </p:nvSpPr>
        <p:spPr>
          <a:xfrm>
            <a:off x="470872" y="3444966"/>
            <a:ext cx="11113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dirty="0">
                <a:solidFill>
                  <a:schemeClr val="bg1">
                    <a:lumMod val="50000"/>
                  </a:schemeClr>
                </a:solidFill>
              </a:rPr>
              <a:t>个性化</a:t>
            </a:r>
          </a:p>
        </p:txBody>
      </p:sp>
      <p:sp>
        <p:nvSpPr>
          <p:cNvPr id="80" name="文本框 79">
            <a:extLst>
              <a:ext uri="{FF2B5EF4-FFF2-40B4-BE49-F238E27FC236}">
                <a16:creationId xmlns:a16="http://schemas.microsoft.com/office/drawing/2014/main" id="{BF99464B-496D-DBE8-AAB5-BF8D12A3AEE4}"/>
              </a:ext>
            </a:extLst>
          </p:cNvPr>
          <p:cNvSpPr txBox="1"/>
          <p:nvPr/>
        </p:nvSpPr>
        <p:spPr>
          <a:xfrm>
            <a:off x="462454" y="2020809"/>
            <a:ext cx="11113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dirty="0">
                <a:solidFill>
                  <a:schemeClr val="bg1">
                    <a:lumMod val="50000"/>
                  </a:schemeClr>
                </a:solidFill>
              </a:rPr>
              <a:t>网络与连接</a:t>
            </a:r>
          </a:p>
        </p:txBody>
      </p:sp>
      <p:sp>
        <p:nvSpPr>
          <p:cNvPr id="81" name="文本框 80">
            <a:extLst>
              <a:ext uri="{FF2B5EF4-FFF2-40B4-BE49-F238E27FC236}">
                <a16:creationId xmlns:a16="http://schemas.microsoft.com/office/drawing/2014/main" id="{77986A24-E2A0-DAE5-6136-D2B6D959E107}"/>
              </a:ext>
            </a:extLst>
          </p:cNvPr>
          <p:cNvSpPr txBox="1"/>
          <p:nvPr/>
        </p:nvSpPr>
        <p:spPr>
          <a:xfrm>
            <a:off x="462455" y="4033431"/>
            <a:ext cx="11113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dirty="0">
                <a:solidFill>
                  <a:schemeClr val="bg1">
                    <a:lumMod val="50000"/>
                  </a:schemeClr>
                </a:solidFill>
              </a:rPr>
              <a:t>系统与安全</a:t>
            </a:r>
          </a:p>
        </p:txBody>
      </p:sp>
      <p:grpSp>
        <p:nvGrpSpPr>
          <p:cNvPr id="82" name="!! 软件更新">
            <a:extLst>
              <a:ext uri="{FF2B5EF4-FFF2-40B4-BE49-F238E27FC236}">
                <a16:creationId xmlns:a16="http://schemas.microsoft.com/office/drawing/2014/main" id="{1C0723FE-8DD1-73B9-684B-D8D23D663965}"/>
              </a:ext>
            </a:extLst>
          </p:cNvPr>
          <p:cNvGrpSpPr/>
          <p:nvPr/>
        </p:nvGrpSpPr>
        <p:grpSpPr>
          <a:xfrm>
            <a:off x="462455" y="4299750"/>
            <a:ext cx="2552892" cy="457924"/>
            <a:chOff x="481145" y="1890767"/>
            <a:chExt cx="2552892" cy="457924"/>
          </a:xfrm>
        </p:grpSpPr>
        <p:sp>
          <p:nvSpPr>
            <p:cNvPr id="83" name="!! 未选中">
              <a:hlinkClick r:id="rId36" action="ppaction://hlinksldjump"/>
              <a:extLst>
                <a:ext uri="{FF2B5EF4-FFF2-40B4-BE49-F238E27FC236}">
                  <a16:creationId xmlns:a16="http://schemas.microsoft.com/office/drawing/2014/main" id="{74EC65FA-283B-1ACF-DA37-6FC04AA798EA}"/>
                </a:ext>
              </a:extLst>
            </p:cNvPr>
            <p:cNvSpPr/>
            <p:nvPr/>
          </p:nvSpPr>
          <p:spPr>
            <a:xfrm>
              <a:off x="481145" y="1890767"/>
              <a:ext cx="2552892" cy="457924"/>
            </a:xfrm>
            <a:prstGeom prst="roundRect">
              <a:avLst>
                <a:gd name="adj" fmla="val 22880"/>
              </a:avLst>
            </a:prstGeom>
            <a:solidFill>
              <a:schemeClr val="bg2"/>
            </a:solidFill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1998" defTabSz="914377">
                <a:defRPr/>
              </a:pPr>
              <a:r>
                <a:rPr lang="zh-CN" altLang="en-US" sz="1400" dirty="0">
                  <a:solidFill>
                    <a:schemeClr val="tx1"/>
                  </a:solidFill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      系统更新</a:t>
              </a:r>
            </a:p>
          </p:txBody>
        </p:sp>
        <p:pic>
          <p:nvPicPr>
            <p:cNvPr id="84" name="icon">
              <a:extLst>
                <a:ext uri="{FF2B5EF4-FFF2-40B4-BE49-F238E27FC236}">
                  <a16:creationId xmlns:a16="http://schemas.microsoft.com/office/drawing/2014/main" id="{623426C2-C5DC-7155-DAFE-BEDE909305A6}"/>
                </a:ext>
              </a:extLst>
            </p:cNvPr>
            <p:cNvPicPr>
              <a:picLocks noChangeAspect="1"/>
            </p:cNvPicPr>
            <p:nvPr/>
          </p:nvPicPr>
          <p:blipFill>
            <a:blip r:embed="rId37">
              <a:extLst>
                <a:ext uri="{96DAC541-7B7A-43D3-8B79-37D633B846F1}">
                  <asvg:svgBlip xmlns:asvg="http://schemas.microsoft.com/office/drawing/2016/SVG/main" r:embed="rId38"/>
                </a:ext>
              </a:extLst>
            </a:blip>
            <a:srcRect/>
            <a:stretch/>
          </p:blipFill>
          <p:spPr>
            <a:xfrm>
              <a:off x="623508" y="2001148"/>
              <a:ext cx="237162" cy="237162"/>
            </a:xfrm>
            <a:prstGeom prst="rect">
              <a:avLst/>
            </a:prstGeom>
          </p:spPr>
        </p:pic>
      </p:grpSp>
      <p:grpSp>
        <p:nvGrpSpPr>
          <p:cNvPr id="85" name="!! 更多连接">
            <a:extLst>
              <a:ext uri="{FF2B5EF4-FFF2-40B4-BE49-F238E27FC236}">
                <a16:creationId xmlns:a16="http://schemas.microsoft.com/office/drawing/2014/main" id="{A5BD6FFC-D0FA-AE05-2CC9-C2F595EBB070}"/>
              </a:ext>
            </a:extLst>
          </p:cNvPr>
          <p:cNvGrpSpPr/>
          <p:nvPr/>
        </p:nvGrpSpPr>
        <p:grpSpPr>
          <a:xfrm>
            <a:off x="462454" y="3410531"/>
            <a:ext cx="2552892" cy="457924"/>
            <a:chOff x="462453" y="2623554"/>
            <a:chExt cx="2552892" cy="457924"/>
          </a:xfrm>
        </p:grpSpPr>
        <p:sp>
          <p:nvSpPr>
            <p:cNvPr id="86" name="!! 未选中">
              <a:hlinkClick r:id="rId39" action="ppaction://hlinksldjump"/>
              <a:extLst>
                <a:ext uri="{FF2B5EF4-FFF2-40B4-BE49-F238E27FC236}">
                  <a16:creationId xmlns:a16="http://schemas.microsoft.com/office/drawing/2014/main" id="{FB72CC01-4F8A-E4D9-156C-46E6EA762827}"/>
                </a:ext>
              </a:extLst>
            </p:cNvPr>
            <p:cNvSpPr/>
            <p:nvPr/>
          </p:nvSpPr>
          <p:spPr>
            <a:xfrm>
              <a:off x="462453" y="2623554"/>
              <a:ext cx="2552892" cy="457924"/>
            </a:xfrm>
            <a:prstGeom prst="roundRect">
              <a:avLst>
                <a:gd name="adj" fmla="val 22880"/>
              </a:avLst>
            </a:prstGeom>
            <a:solidFill>
              <a:schemeClr val="tx1">
                <a:lumMod val="10000"/>
                <a:lumOff val="90000"/>
              </a:schemeClr>
            </a:solidFill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1998" defTabSz="914377">
                <a:defRPr/>
              </a:pPr>
              <a:r>
                <a:rPr lang="zh-CN" altLang="en-US" sz="1400" dirty="0">
                  <a:solidFill>
                    <a:schemeClr val="tx1">
                      <a:lumMod val="90000"/>
                      <a:lumOff val="10000"/>
                    </a:schemeClr>
                  </a:solidFill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      更多连接</a:t>
              </a:r>
            </a:p>
          </p:txBody>
        </p:sp>
        <p:grpSp>
          <p:nvGrpSpPr>
            <p:cNvPr id="87" name="组合 86">
              <a:extLst>
                <a:ext uri="{FF2B5EF4-FFF2-40B4-BE49-F238E27FC236}">
                  <a16:creationId xmlns:a16="http://schemas.microsoft.com/office/drawing/2014/main" id="{025F0787-E0B8-153A-3393-4AC28C4CE5DF}"/>
                </a:ext>
              </a:extLst>
            </p:cNvPr>
            <p:cNvGrpSpPr/>
            <p:nvPr/>
          </p:nvGrpSpPr>
          <p:grpSpPr>
            <a:xfrm>
              <a:off x="600851" y="2735577"/>
              <a:ext cx="245090" cy="245090"/>
              <a:chOff x="3449581" y="2374787"/>
              <a:chExt cx="263638" cy="263638"/>
            </a:xfrm>
          </p:grpSpPr>
          <p:sp>
            <p:nvSpPr>
              <p:cNvPr id="88" name="椭圆 87">
                <a:extLst>
                  <a:ext uri="{FF2B5EF4-FFF2-40B4-BE49-F238E27FC236}">
                    <a16:creationId xmlns:a16="http://schemas.microsoft.com/office/drawing/2014/main" id="{13498ED4-0746-0C63-A851-0566B915C43C}"/>
                  </a:ext>
                </a:extLst>
              </p:cNvPr>
              <p:cNvSpPr/>
              <p:nvPr/>
            </p:nvSpPr>
            <p:spPr>
              <a:xfrm>
                <a:off x="3449581" y="2374787"/>
                <a:ext cx="263638" cy="263638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89" name="icon">
                <a:extLst>
                  <a:ext uri="{FF2B5EF4-FFF2-40B4-BE49-F238E27FC236}">
                    <a16:creationId xmlns:a16="http://schemas.microsoft.com/office/drawing/2014/main" id="{6CFC050C-DD9B-7F9B-2B18-96868E6D2A9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0">
                <a:extLst>
                  <a:ext uri="{96DAC541-7B7A-43D3-8B79-37D633B846F1}">
                    <asvg:svgBlip xmlns:asvg="http://schemas.microsoft.com/office/drawing/2016/SVG/main" r:embed="rId41"/>
                  </a:ext>
                </a:extLst>
              </a:blip>
              <a:srcRect/>
              <a:stretch/>
            </p:blipFill>
            <p:spPr>
              <a:xfrm>
                <a:off x="3513774" y="2433849"/>
                <a:ext cx="143060" cy="143060"/>
              </a:xfrm>
              <a:prstGeom prst="rect">
                <a:avLst/>
              </a:prstGeom>
            </p:spPr>
          </p:pic>
        </p:grpSp>
      </p:grpSp>
      <p:sp>
        <p:nvSpPr>
          <p:cNvPr id="90" name="!! 更多">
            <a:extLst>
              <a:ext uri="{FF2B5EF4-FFF2-40B4-BE49-F238E27FC236}">
                <a16:creationId xmlns:a16="http://schemas.microsoft.com/office/drawing/2014/main" id="{93F6DA8C-4453-40AA-5EB2-3D38F5A1DCD9}"/>
              </a:ext>
            </a:extLst>
          </p:cNvPr>
          <p:cNvSpPr txBox="1"/>
          <p:nvPr/>
        </p:nvSpPr>
        <p:spPr>
          <a:xfrm>
            <a:off x="1310353" y="6016666"/>
            <a:ext cx="85443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100" dirty="0">
                <a:solidFill>
                  <a:schemeClr val="accent1"/>
                </a:solidFill>
              </a:rPr>
              <a:t>下一页</a:t>
            </a:r>
          </a:p>
        </p:txBody>
      </p:sp>
      <p:grpSp>
        <p:nvGrpSpPr>
          <p:cNvPr id="91" name="!! 蓝牙">
            <a:extLst>
              <a:ext uri="{FF2B5EF4-FFF2-40B4-BE49-F238E27FC236}">
                <a16:creationId xmlns:a16="http://schemas.microsoft.com/office/drawing/2014/main" id="{DAD77E55-11F3-84C2-DD9D-6B3479D007FC}"/>
              </a:ext>
            </a:extLst>
          </p:cNvPr>
          <p:cNvGrpSpPr/>
          <p:nvPr/>
        </p:nvGrpSpPr>
        <p:grpSpPr>
          <a:xfrm>
            <a:off x="462453" y="2846581"/>
            <a:ext cx="2552892" cy="457924"/>
            <a:chOff x="462452" y="2059603"/>
            <a:chExt cx="2552892" cy="457924"/>
          </a:xfrm>
        </p:grpSpPr>
        <p:sp>
          <p:nvSpPr>
            <p:cNvPr id="92" name="!! 未选中">
              <a:hlinkClick r:id="rId42" action="ppaction://hlinksldjump"/>
              <a:extLst>
                <a:ext uri="{FF2B5EF4-FFF2-40B4-BE49-F238E27FC236}">
                  <a16:creationId xmlns:a16="http://schemas.microsoft.com/office/drawing/2014/main" id="{F04A79FC-D70F-E242-904D-8C7B2638D9D9}"/>
                </a:ext>
              </a:extLst>
            </p:cNvPr>
            <p:cNvSpPr/>
            <p:nvPr/>
          </p:nvSpPr>
          <p:spPr>
            <a:xfrm>
              <a:off x="462452" y="2059603"/>
              <a:ext cx="2552892" cy="457924"/>
            </a:xfrm>
            <a:prstGeom prst="roundRect">
              <a:avLst>
                <a:gd name="adj" fmla="val 22880"/>
              </a:avLst>
            </a:prstGeom>
            <a:solidFill>
              <a:schemeClr val="bg2"/>
            </a:solidFill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1998" defTabSz="914377">
                <a:defRPr/>
              </a:pPr>
              <a:r>
                <a:rPr lang="zh-CN" altLang="en-US" sz="1400" dirty="0">
                  <a:solidFill>
                    <a:schemeClr val="tx1">
                      <a:lumMod val="90000"/>
                      <a:lumOff val="10000"/>
                    </a:schemeClr>
                  </a:solidFill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      蓝牙</a:t>
              </a:r>
            </a:p>
          </p:txBody>
        </p:sp>
        <p:pic>
          <p:nvPicPr>
            <p:cNvPr id="93" name="图形 92">
              <a:extLst>
                <a:ext uri="{FF2B5EF4-FFF2-40B4-BE49-F238E27FC236}">
                  <a16:creationId xmlns:a16="http://schemas.microsoft.com/office/drawing/2014/main" id="{4EDF3BB8-B8C6-6158-7CC7-F01C7BA6AF24}"/>
                </a:ext>
              </a:extLst>
            </p:cNvPr>
            <p:cNvPicPr>
              <a:picLocks noChangeAspect="1"/>
            </p:cNvPicPr>
            <p:nvPr/>
          </p:nvPicPr>
          <p:blipFill>
            <a:blip r:embed="rId43">
              <a:extLst>
                <a:ext uri="{96DAC541-7B7A-43D3-8B79-37D633B846F1}">
                  <asvg:svgBlip xmlns:asvg="http://schemas.microsoft.com/office/drawing/2016/SVG/main" r:embed="rId44"/>
                </a:ext>
              </a:extLst>
            </a:blip>
            <a:stretch>
              <a:fillRect/>
            </a:stretch>
          </p:blipFill>
          <p:spPr>
            <a:xfrm>
              <a:off x="600851" y="2174279"/>
              <a:ext cx="237166" cy="237166"/>
            </a:xfrm>
            <a:prstGeom prst="rect">
              <a:avLst/>
            </a:prstGeom>
          </p:spPr>
        </p:pic>
      </p:grpSp>
      <p:grpSp>
        <p:nvGrpSpPr>
          <p:cNvPr id="94" name="!! WLAN">
            <a:extLst>
              <a:ext uri="{FF2B5EF4-FFF2-40B4-BE49-F238E27FC236}">
                <a16:creationId xmlns:a16="http://schemas.microsoft.com/office/drawing/2014/main" id="{6136E7C7-9487-416B-7563-CA826B5040F2}"/>
              </a:ext>
            </a:extLst>
          </p:cNvPr>
          <p:cNvGrpSpPr/>
          <p:nvPr/>
        </p:nvGrpSpPr>
        <p:grpSpPr>
          <a:xfrm>
            <a:off x="462453" y="2282631"/>
            <a:ext cx="2552892" cy="457924"/>
            <a:chOff x="462452" y="1495653"/>
            <a:chExt cx="2552892" cy="457924"/>
          </a:xfrm>
        </p:grpSpPr>
        <p:grpSp>
          <p:nvGrpSpPr>
            <p:cNvPr id="95" name="!! WLAN">
              <a:extLst>
                <a:ext uri="{FF2B5EF4-FFF2-40B4-BE49-F238E27FC236}">
                  <a16:creationId xmlns:a16="http://schemas.microsoft.com/office/drawing/2014/main" id="{86368E16-A745-B60C-9E12-87A42A112A7D}"/>
                </a:ext>
              </a:extLst>
            </p:cNvPr>
            <p:cNvGrpSpPr/>
            <p:nvPr/>
          </p:nvGrpSpPr>
          <p:grpSpPr>
            <a:xfrm>
              <a:off x="462452" y="1495653"/>
              <a:ext cx="2552892" cy="457924"/>
              <a:chOff x="462452" y="1495653"/>
              <a:chExt cx="2552892" cy="457924"/>
            </a:xfrm>
          </p:grpSpPr>
          <p:sp>
            <p:nvSpPr>
              <p:cNvPr id="97" name="!! 未选中">
                <a:hlinkClick r:id="rId45" action="ppaction://hlinksldjump"/>
                <a:extLst>
                  <a:ext uri="{FF2B5EF4-FFF2-40B4-BE49-F238E27FC236}">
                    <a16:creationId xmlns:a16="http://schemas.microsoft.com/office/drawing/2014/main" id="{A90ABCFD-2D34-2029-9674-FF53DBF0B6B6}"/>
                  </a:ext>
                </a:extLst>
              </p:cNvPr>
              <p:cNvSpPr/>
              <p:nvPr/>
            </p:nvSpPr>
            <p:spPr>
              <a:xfrm>
                <a:off x="462452" y="1495653"/>
                <a:ext cx="2552892" cy="457924"/>
              </a:xfrm>
              <a:prstGeom prst="roundRect">
                <a:avLst>
                  <a:gd name="adj" fmla="val 22880"/>
                </a:avLst>
              </a:prstGeom>
              <a:solidFill>
                <a:schemeClr val="bg2"/>
              </a:solidFill>
              <a:ln w="6350"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71998" defTabSz="914377">
                  <a:defRPr/>
                </a:pPr>
                <a:r>
                  <a:rPr lang="zh-CN" altLang="en-US" sz="1400" dirty="0">
                    <a:solidFill>
                      <a:schemeClr val="tx1">
                        <a:lumMod val="90000"/>
                        <a:lumOff val="10000"/>
                      </a:schemeClr>
                    </a:solidFill>
                    <a:latin typeface="vivo Sans Light" panose="02000400000000000000" pitchFamily="2" charset="-122"/>
                    <a:ea typeface="vivo Sans Light" panose="02000400000000000000" pitchFamily="2" charset="-122"/>
                    <a:cs typeface="vivo Sans Light" panose="02000400000000000000" pitchFamily="2" charset="-122"/>
                  </a:rPr>
                  <a:t>      无线局域网</a:t>
                </a:r>
              </a:p>
            </p:txBody>
          </p:sp>
          <p:pic>
            <p:nvPicPr>
              <p:cNvPr id="98" name="icon">
                <a:extLst>
                  <a:ext uri="{FF2B5EF4-FFF2-40B4-BE49-F238E27FC236}">
                    <a16:creationId xmlns:a16="http://schemas.microsoft.com/office/drawing/2014/main" id="{ADB71F77-AC42-D0D2-60AE-1CC0ED71F65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6">
                <a:extLst>
                  <a:ext uri="{96DAC541-7B7A-43D3-8B79-37D633B846F1}">
                    <asvg:svgBlip xmlns:asvg="http://schemas.microsoft.com/office/drawing/2016/SVG/main" r:embed="rId47"/>
                  </a:ext>
                </a:extLst>
              </a:blip>
              <a:srcRect/>
              <a:stretch/>
            </p:blipFill>
            <p:spPr>
              <a:xfrm>
                <a:off x="638475" y="1636367"/>
                <a:ext cx="169842" cy="169842"/>
              </a:xfrm>
              <a:prstGeom prst="rect">
                <a:avLst/>
              </a:prstGeom>
            </p:spPr>
          </p:pic>
        </p:grpSp>
        <p:pic>
          <p:nvPicPr>
            <p:cNvPr id="96" name="图形 95">
              <a:extLst>
                <a:ext uri="{FF2B5EF4-FFF2-40B4-BE49-F238E27FC236}">
                  <a16:creationId xmlns:a16="http://schemas.microsoft.com/office/drawing/2014/main" id="{67114A9A-E4E3-3A2F-E765-170629B47B09}"/>
                </a:ext>
              </a:extLst>
            </p:cNvPr>
            <p:cNvPicPr>
              <a:picLocks noChangeAspect="1"/>
            </p:cNvPicPr>
            <p:nvPr/>
          </p:nvPicPr>
          <p:blipFill>
            <a:blip r:embed="rId48">
              <a:extLst>
                <a:ext uri="{96DAC541-7B7A-43D3-8B79-37D633B846F1}">
                  <asvg:svgBlip xmlns:asvg="http://schemas.microsoft.com/office/drawing/2016/SVG/main" r:embed="rId49"/>
                </a:ext>
              </a:extLst>
            </a:blip>
            <a:stretch>
              <a:fillRect/>
            </a:stretch>
          </p:blipFill>
          <p:spPr>
            <a:xfrm>
              <a:off x="600489" y="1593839"/>
              <a:ext cx="245452" cy="245452"/>
            </a:xfrm>
            <a:prstGeom prst="rect">
              <a:avLst/>
            </a:prstGeom>
          </p:spPr>
        </p:pic>
      </p:grpSp>
      <p:grpSp>
        <p:nvGrpSpPr>
          <p:cNvPr id="99" name="!! 关于">
            <a:extLst>
              <a:ext uri="{FF2B5EF4-FFF2-40B4-BE49-F238E27FC236}">
                <a16:creationId xmlns:a16="http://schemas.microsoft.com/office/drawing/2014/main" id="{273F108F-78B2-EE47-41BF-6D763A7AB76B}"/>
              </a:ext>
            </a:extLst>
          </p:cNvPr>
          <p:cNvGrpSpPr/>
          <p:nvPr/>
        </p:nvGrpSpPr>
        <p:grpSpPr>
          <a:xfrm>
            <a:off x="461126" y="5442791"/>
            <a:ext cx="2552892" cy="457924"/>
            <a:chOff x="453977" y="4076722"/>
            <a:chExt cx="2552892" cy="457924"/>
          </a:xfrm>
        </p:grpSpPr>
        <p:sp>
          <p:nvSpPr>
            <p:cNvPr id="100" name="!! 未选中">
              <a:hlinkClick r:id="rId50" action="ppaction://hlinksldjump"/>
              <a:extLst>
                <a:ext uri="{FF2B5EF4-FFF2-40B4-BE49-F238E27FC236}">
                  <a16:creationId xmlns:a16="http://schemas.microsoft.com/office/drawing/2014/main" id="{668205A1-2F64-EB80-3BD2-B1564230F8A5}"/>
                </a:ext>
              </a:extLst>
            </p:cNvPr>
            <p:cNvSpPr/>
            <p:nvPr/>
          </p:nvSpPr>
          <p:spPr>
            <a:xfrm>
              <a:off x="453977" y="4076722"/>
              <a:ext cx="2552892" cy="457924"/>
            </a:xfrm>
            <a:prstGeom prst="roundRect">
              <a:avLst>
                <a:gd name="adj" fmla="val 22880"/>
              </a:avLst>
            </a:prstGeom>
            <a:solidFill>
              <a:schemeClr val="bg2"/>
            </a:solidFill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1998" defTabSz="914377">
                <a:defRPr/>
              </a:pPr>
              <a:r>
                <a:rPr lang="zh-CN" altLang="en-US" sz="1400" dirty="0">
                  <a:solidFill>
                    <a:schemeClr val="tx1">
                      <a:lumMod val="90000"/>
                      <a:lumOff val="10000"/>
                    </a:schemeClr>
                  </a:solidFill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      关于此</a:t>
              </a:r>
              <a:r>
                <a:rPr lang="en-US" altLang="zh-CN" sz="1400" dirty="0">
                  <a:solidFill>
                    <a:schemeClr val="tx1">
                      <a:lumMod val="90000"/>
                      <a:lumOff val="10000"/>
                    </a:schemeClr>
                  </a:solidFill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Pad</a:t>
              </a:r>
              <a:endParaRPr lang="zh-CN" altLang="en-US" sz="1400" dirty="0">
                <a:solidFill>
                  <a:schemeClr val="tx1">
                    <a:lumMod val="90000"/>
                    <a:lumOff val="10000"/>
                  </a:schemeClr>
                </a:solidFill>
                <a:latin typeface="vivo Sans Light" panose="02000400000000000000" pitchFamily="2" charset="-122"/>
                <a:ea typeface="vivo Sans Light" panose="02000400000000000000" pitchFamily="2" charset="-122"/>
                <a:cs typeface="vivo Sans Light" panose="02000400000000000000" pitchFamily="2" charset="-122"/>
              </a:endParaRPr>
            </a:p>
          </p:txBody>
        </p:sp>
        <p:pic>
          <p:nvPicPr>
            <p:cNvPr id="101" name="图形 100">
              <a:extLst>
                <a:ext uri="{FF2B5EF4-FFF2-40B4-BE49-F238E27FC236}">
                  <a16:creationId xmlns:a16="http://schemas.microsoft.com/office/drawing/2014/main" id="{F2C26871-BF2E-B08D-7E2F-7ACC637A505E}"/>
                </a:ext>
              </a:extLst>
            </p:cNvPr>
            <p:cNvPicPr>
              <a:picLocks noChangeAspect="1"/>
            </p:cNvPicPr>
            <p:nvPr/>
          </p:nvPicPr>
          <p:blipFill>
            <a:blip r:embed="rId51">
              <a:extLst>
                <a:ext uri="{96DAC541-7B7A-43D3-8B79-37D633B846F1}">
                  <asvg:svgBlip xmlns:asvg="http://schemas.microsoft.com/office/drawing/2016/SVG/main" r:embed="rId52"/>
                </a:ext>
              </a:extLst>
            </a:blip>
            <a:stretch>
              <a:fillRect/>
            </a:stretch>
          </p:blipFill>
          <p:spPr>
            <a:xfrm flipV="1">
              <a:off x="599323" y="4190280"/>
              <a:ext cx="238694" cy="238694"/>
            </a:xfrm>
            <a:prstGeom prst="rect">
              <a:avLst/>
            </a:prstGeom>
          </p:spPr>
        </p:pic>
      </p:grpSp>
      <p:grpSp>
        <p:nvGrpSpPr>
          <p:cNvPr id="102" name="!! 保护">
            <a:extLst>
              <a:ext uri="{FF2B5EF4-FFF2-40B4-BE49-F238E27FC236}">
                <a16:creationId xmlns:a16="http://schemas.microsoft.com/office/drawing/2014/main" id="{ECFC1DA8-9191-4C7A-D306-BD4DD144D8CE}"/>
              </a:ext>
            </a:extLst>
          </p:cNvPr>
          <p:cNvGrpSpPr/>
          <p:nvPr/>
        </p:nvGrpSpPr>
        <p:grpSpPr>
          <a:xfrm>
            <a:off x="461126" y="4868915"/>
            <a:ext cx="2552892" cy="457924"/>
            <a:chOff x="462453" y="2623554"/>
            <a:chExt cx="2552892" cy="457924"/>
          </a:xfrm>
        </p:grpSpPr>
        <p:sp>
          <p:nvSpPr>
            <p:cNvPr id="103" name="!! 未选中">
              <a:hlinkClick r:id="rId53" action="ppaction://hlinksldjump"/>
              <a:extLst>
                <a:ext uri="{FF2B5EF4-FFF2-40B4-BE49-F238E27FC236}">
                  <a16:creationId xmlns:a16="http://schemas.microsoft.com/office/drawing/2014/main" id="{F6D96673-E55F-4728-5757-C4D5F04D179A}"/>
                </a:ext>
              </a:extLst>
            </p:cNvPr>
            <p:cNvSpPr/>
            <p:nvPr/>
          </p:nvSpPr>
          <p:spPr>
            <a:xfrm>
              <a:off x="462453" y="2623554"/>
              <a:ext cx="2552892" cy="457924"/>
            </a:xfrm>
            <a:prstGeom prst="roundRect">
              <a:avLst>
                <a:gd name="adj" fmla="val 22880"/>
              </a:avLst>
            </a:prstGeom>
            <a:solidFill>
              <a:schemeClr val="bg2"/>
            </a:solidFill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1998" defTabSz="914377">
                <a:defRPr/>
              </a:pPr>
              <a:r>
                <a:rPr lang="zh-CN" altLang="en-US" sz="1400" dirty="0">
                  <a:solidFill>
                    <a:schemeClr val="tx1">
                      <a:lumMod val="90000"/>
                      <a:lumOff val="10000"/>
                    </a:schemeClr>
                  </a:solidFill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      设备安全性</a:t>
              </a:r>
            </a:p>
          </p:txBody>
        </p:sp>
        <p:grpSp>
          <p:nvGrpSpPr>
            <p:cNvPr id="104" name="组合 103">
              <a:extLst>
                <a:ext uri="{FF2B5EF4-FFF2-40B4-BE49-F238E27FC236}">
                  <a16:creationId xmlns:a16="http://schemas.microsoft.com/office/drawing/2014/main" id="{3E9A395C-BCEB-2EC0-B35B-9FA1D4D88CAE}"/>
                </a:ext>
              </a:extLst>
            </p:cNvPr>
            <p:cNvGrpSpPr/>
            <p:nvPr/>
          </p:nvGrpSpPr>
          <p:grpSpPr>
            <a:xfrm>
              <a:off x="600851" y="2735577"/>
              <a:ext cx="245090" cy="245090"/>
              <a:chOff x="3449581" y="2374787"/>
              <a:chExt cx="263638" cy="263638"/>
            </a:xfrm>
          </p:grpSpPr>
          <p:sp>
            <p:nvSpPr>
              <p:cNvPr id="105" name="椭圆 104">
                <a:extLst>
                  <a:ext uri="{FF2B5EF4-FFF2-40B4-BE49-F238E27FC236}">
                    <a16:creationId xmlns:a16="http://schemas.microsoft.com/office/drawing/2014/main" id="{AB3F8BEF-5B41-3DCC-1E14-FF70D64A6CEC}"/>
                  </a:ext>
                </a:extLst>
              </p:cNvPr>
              <p:cNvSpPr/>
              <p:nvPr/>
            </p:nvSpPr>
            <p:spPr>
              <a:xfrm>
                <a:off x="3449581" y="2374787"/>
                <a:ext cx="263638" cy="263638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106" name="icon">
                <a:extLst>
                  <a:ext uri="{FF2B5EF4-FFF2-40B4-BE49-F238E27FC236}">
                    <a16:creationId xmlns:a16="http://schemas.microsoft.com/office/drawing/2014/main" id="{6913F9DB-8A59-DAE8-0C98-A353AE03A54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4">
                <a:extLst>
                  <a:ext uri="{96DAC541-7B7A-43D3-8B79-37D633B846F1}">
                    <asvg:svgBlip xmlns:asvg="http://schemas.microsoft.com/office/drawing/2016/SVG/main" r:embed="rId55"/>
                  </a:ext>
                </a:extLst>
              </a:blip>
              <a:srcRect/>
              <a:stretch/>
            </p:blipFill>
            <p:spPr>
              <a:xfrm>
                <a:off x="3513869" y="2435878"/>
                <a:ext cx="143060" cy="143060"/>
              </a:xfrm>
              <a:prstGeom prst="rect">
                <a:avLst/>
              </a:prstGeom>
            </p:spPr>
          </p:pic>
        </p:grpSp>
      </p:grpSp>
      <p:grpSp>
        <p:nvGrpSpPr>
          <p:cNvPr id="107" name="组合 106">
            <a:extLst>
              <a:ext uri="{FF2B5EF4-FFF2-40B4-BE49-F238E27FC236}">
                <a16:creationId xmlns:a16="http://schemas.microsoft.com/office/drawing/2014/main" id="{AE2B9EDF-A4AE-0ADB-BCAD-646412D46ED7}"/>
              </a:ext>
            </a:extLst>
          </p:cNvPr>
          <p:cNvGrpSpPr/>
          <p:nvPr/>
        </p:nvGrpSpPr>
        <p:grpSpPr>
          <a:xfrm>
            <a:off x="461126" y="1123111"/>
            <a:ext cx="2552892" cy="756471"/>
            <a:chOff x="461125" y="1123110"/>
            <a:chExt cx="2552892" cy="756471"/>
          </a:xfrm>
        </p:grpSpPr>
        <p:sp>
          <p:nvSpPr>
            <p:cNvPr id="108" name="矩形: 圆角 107">
              <a:hlinkClick r:id="rId56" action="ppaction://hlinksldjump"/>
              <a:extLst>
                <a:ext uri="{FF2B5EF4-FFF2-40B4-BE49-F238E27FC236}">
                  <a16:creationId xmlns:a16="http://schemas.microsoft.com/office/drawing/2014/main" id="{0AA90AF5-16C2-1BE0-C4AB-5BACA6BFA409}"/>
                </a:ext>
              </a:extLst>
            </p:cNvPr>
            <p:cNvSpPr/>
            <p:nvPr/>
          </p:nvSpPr>
          <p:spPr>
            <a:xfrm>
              <a:off x="461125" y="1123110"/>
              <a:ext cx="2552892" cy="756471"/>
            </a:xfrm>
            <a:prstGeom prst="roundRect">
              <a:avLst>
                <a:gd name="adj" fmla="val 13695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9" name="文本框 108">
              <a:extLst>
                <a:ext uri="{FF2B5EF4-FFF2-40B4-BE49-F238E27FC236}">
                  <a16:creationId xmlns:a16="http://schemas.microsoft.com/office/drawing/2014/main" id="{CDCCAC38-3C4E-6EAC-EF98-8164BA5BD0C9}"/>
                </a:ext>
              </a:extLst>
            </p:cNvPr>
            <p:cNvSpPr txBox="1"/>
            <p:nvPr/>
          </p:nvSpPr>
          <p:spPr>
            <a:xfrm>
              <a:off x="1119456" y="1283470"/>
              <a:ext cx="161993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dirty="0">
                  <a:latin typeface="+mn-ea"/>
                  <a:cs typeface="vivo Sans Light" panose="02000400000000000000" pitchFamily="2" charset="-122"/>
                </a:rPr>
                <a:t>雨夌</a:t>
              </a:r>
            </a:p>
          </p:txBody>
        </p:sp>
        <p:sp>
          <p:nvSpPr>
            <p:cNvPr id="110" name="文本框 109">
              <a:extLst>
                <a:ext uri="{FF2B5EF4-FFF2-40B4-BE49-F238E27FC236}">
                  <a16:creationId xmlns:a16="http://schemas.microsoft.com/office/drawing/2014/main" id="{513DBC88-E1D9-8C43-BCD1-69550DE6885C}"/>
                </a:ext>
              </a:extLst>
            </p:cNvPr>
            <p:cNvSpPr txBox="1"/>
            <p:nvPr/>
          </p:nvSpPr>
          <p:spPr>
            <a:xfrm>
              <a:off x="1119456" y="1497658"/>
              <a:ext cx="161993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000" dirty="0">
                  <a:solidFill>
                    <a:schemeClr val="bg1">
                      <a:lumMod val="75000"/>
                    </a:schemeClr>
                  </a:solidFill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管理你的云账户</a:t>
              </a:r>
            </a:p>
          </p:txBody>
        </p:sp>
        <p:sp>
          <p:nvSpPr>
            <p:cNvPr id="111" name="!! 头像框">
              <a:extLst>
                <a:ext uri="{FF2B5EF4-FFF2-40B4-BE49-F238E27FC236}">
                  <a16:creationId xmlns:a16="http://schemas.microsoft.com/office/drawing/2014/main" id="{56CE3E9B-8056-34B5-5CB4-7DA52D77259D}"/>
                </a:ext>
              </a:extLst>
            </p:cNvPr>
            <p:cNvSpPr/>
            <p:nvPr/>
          </p:nvSpPr>
          <p:spPr>
            <a:xfrm>
              <a:off x="638475" y="1267548"/>
              <a:ext cx="463636" cy="463636"/>
            </a:xfrm>
            <a:prstGeom prst="ellipse">
              <a:avLst/>
            </a:prstGeom>
            <a:blipFill>
              <a:blip r:embed="rId57"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77">
                <a:defRPr/>
              </a:pPr>
              <a:endParaRPr lang="zh-CN" altLang="en-US">
                <a:solidFill>
                  <a:srgbClr val="F5F5F5"/>
                </a:solidFill>
                <a:latin typeface="vivo Sans"/>
                <a:ea typeface="vivo San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043585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9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1" nodeType="clickEffect">
                                  <p:stCondLst>
                                    <p:cond delay="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15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15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xit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15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0" presetClass="exit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15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0" presetClass="exit" presetSubtype="0" fill="hold" grpId="1" nodeType="withEffect">
                                  <p:stCondLst>
                                    <p:cond delay="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15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0" presetClass="exit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15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0" presetClass="exit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15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0" presetClass="exit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15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35" presetClass="path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30" dur="33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1" presetID="35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32" dur="33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3" presetID="35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34" dur="33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5" presetID="35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36" dur="33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7" presetID="35" presetClass="path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38" dur="33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9" presetID="35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40" dur="33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1" presetID="35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42" dur="33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35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44" dur="33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5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5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5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63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5 0 E" pathEditMode="fixed" ptsTypes="">
                                      <p:cBhvr>
                                        <p:cTn id="58" dur="330" spd="-1000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9" presetID="63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5 0 E" pathEditMode="fixed" ptsTypes="">
                                      <p:cBhvr>
                                        <p:cTn id="60" dur="330" spd="-100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1" presetID="63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5 0 E" pathEditMode="fixed" ptsTypes="">
                                      <p:cBhvr>
                                        <p:cTn id="62" dur="330" spd="-100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3" presetID="63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5 0 E" pathEditMode="fixed" ptsTypes="">
                                      <p:cBhvr>
                                        <p:cTn id="64" dur="330" spd="-100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3" nodeType="click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5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5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15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15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3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15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5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15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15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35" presetClass="path" presetSubtype="0" decel="10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92" dur="330" spd="-1000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3" presetID="35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94" dur="330" spd="-1000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5" presetID="35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96" dur="330" spd="-1000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7" presetID="35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98" dur="330" spd="-1000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9" presetID="35" presetClass="path" presetSubtype="0" decel="10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100" dur="330" spd="-1000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1" presetID="35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102" dur="330" spd="-1000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3" presetID="35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104" dur="330" spd="-1000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5" presetID="35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106" dur="330" spd="-1000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7" presetID="10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8" dur="15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1" dur="15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4" dur="15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7" dur="1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63" presetClass="path" presetSubtype="0" decel="10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5 0 E" pathEditMode="relative" ptsTypes="">
                                      <p:cBhvr>
                                        <p:cTn id="120" dur="33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1" presetID="63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5 0 E" pathEditMode="relative" ptsTypes="">
                                      <p:cBhvr>
                                        <p:cTn id="122" dur="33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3" presetID="63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5 0 E" pathEditMode="relative" ptsTypes="">
                                      <p:cBhvr>
                                        <p:cTn id="124" dur="33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5" presetID="63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5 0 E" pathEditMode="relative" ptsTypes="">
                                      <p:cBhvr>
                                        <p:cTn id="126" dur="33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0"/>
                  </p:tgtEl>
                </p:cond>
              </p:nextCondLst>
            </p:seq>
          </p:childTnLst>
        </p:cTn>
      </p:par>
    </p:tnLst>
    <p:bldLst>
      <p:bldP spid="79" grpId="0"/>
      <p:bldP spid="79" grpId="1"/>
      <p:bldP spid="79" grpId="2"/>
      <p:bldP spid="79" grpId="3"/>
      <p:bldP spid="80" grpId="0"/>
      <p:bldP spid="80" grpId="1"/>
      <p:bldP spid="80" grpId="2"/>
      <p:bldP spid="80" grpId="3"/>
      <p:bldP spid="81" grpId="0"/>
      <p:bldP spid="81" grpId="1"/>
      <p:bldP spid="81" grpId="2"/>
      <p:bldP spid="81" grpId="3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012F13-B8BF-1F01-753D-3C1DF11793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!! 背景板">
            <a:extLst>
              <a:ext uri="{FF2B5EF4-FFF2-40B4-BE49-F238E27FC236}">
                <a16:creationId xmlns:a16="http://schemas.microsoft.com/office/drawing/2014/main" id="{74C7CDC2-3A70-0FB8-FC5C-3AB863A1F19F}"/>
              </a:ext>
            </a:extLst>
          </p:cNvPr>
          <p:cNvSpPr/>
          <p:nvPr/>
        </p:nvSpPr>
        <p:spPr>
          <a:xfrm>
            <a:off x="-10160" y="0"/>
            <a:ext cx="12192000" cy="6858000"/>
          </a:xfrm>
          <a:prstGeom prst="rect">
            <a:avLst/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>
              <a:defRPr/>
            </a:pPr>
            <a:endParaRPr lang="zh-CN" altLang="en-US" dirty="0">
              <a:solidFill>
                <a:srgbClr val="F5F5F5"/>
              </a:solidFill>
              <a:latin typeface="vivo Sans"/>
              <a:ea typeface="vivo Sans"/>
            </a:endParaRPr>
          </a:p>
        </p:txBody>
      </p:sp>
      <p:grpSp>
        <p:nvGrpSpPr>
          <p:cNvPr id="25" name="!! 大标题">
            <a:extLst>
              <a:ext uri="{FF2B5EF4-FFF2-40B4-BE49-F238E27FC236}">
                <a16:creationId xmlns:a16="http://schemas.microsoft.com/office/drawing/2014/main" id="{FF611148-89D3-825C-523D-EDB6AFDA1400}"/>
              </a:ext>
            </a:extLst>
          </p:cNvPr>
          <p:cNvGrpSpPr/>
          <p:nvPr/>
        </p:nvGrpSpPr>
        <p:grpSpPr>
          <a:xfrm>
            <a:off x="462457" y="484334"/>
            <a:ext cx="796551" cy="461665"/>
            <a:chOff x="3079753" y="1375827"/>
            <a:chExt cx="673782" cy="461665"/>
          </a:xfrm>
        </p:grpSpPr>
        <p:sp>
          <p:nvSpPr>
            <p:cNvPr id="27" name="!! 标题符">
              <a:extLst>
                <a:ext uri="{FF2B5EF4-FFF2-40B4-BE49-F238E27FC236}">
                  <a16:creationId xmlns:a16="http://schemas.microsoft.com/office/drawing/2014/main" id="{AA227571-0CF2-F0DD-5017-4C480B907732}"/>
                </a:ext>
              </a:extLst>
            </p:cNvPr>
            <p:cNvSpPr/>
            <p:nvPr/>
          </p:nvSpPr>
          <p:spPr>
            <a:xfrm>
              <a:off x="3146905" y="1685496"/>
              <a:ext cx="551700" cy="1255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defTabSz="457189">
                <a:defRPr/>
              </a:pPr>
              <a:endParaRPr lang="zh-CN" altLang="en-US">
                <a:solidFill>
                  <a:srgbClr val="FFFFFF"/>
                </a:solidFill>
                <a:latin typeface="OPPOSans R"/>
                <a:ea typeface="OPPOSans R"/>
              </a:endParaRPr>
            </a:p>
          </p:txBody>
        </p:sp>
        <p:sp>
          <p:nvSpPr>
            <p:cNvPr id="28" name="!! 标题">
              <a:extLst>
                <a:ext uri="{FF2B5EF4-FFF2-40B4-BE49-F238E27FC236}">
                  <a16:creationId xmlns:a16="http://schemas.microsoft.com/office/drawing/2014/main" id="{78E3673D-FE6F-0766-C42A-186A0D4D4FF3}"/>
                </a:ext>
              </a:extLst>
            </p:cNvPr>
            <p:cNvSpPr txBox="1"/>
            <p:nvPr/>
          </p:nvSpPr>
          <p:spPr>
            <a:xfrm>
              <a:off x="3079753" y="1375827"/>
              <a:ext cx="67378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457189">
                <a:defRPr/>
              </a:pPr>
              <a:r>
                <a:rPr lang="zh-CN" altLang="en-US" sz="2400" dirty="0">
                  <a:solidFill>
                    <a:srgbClr val="000000">
                      <a:lumMod val="75000"/>
                      <a:lumOff val="25000"/>
                    </a:srgbClr>
                  </a:solidFill>
                  <a:latin typeface="vivo Sans Medium"/>
                  <a:ea typeface="vivo Sans Medium"/>
                </a:rPr>
                <a:t>设置</a:t>
              </a:r>
            </a:p>
          </p:txBody>
        </p:sp>
      </p:grpSp>
      <p:sp>
        <p:nvSpPr>
          <p:cNvPr id="2" name="!! 二级背景">
            <a:extLst>
              <a:ext uri="{FF2B5EF4-FFF2-40B4-BE49-F238E27FC236}">
                <a16:creationId xmlns:a16="http://schemas.microsoft.com/office/drawing/2014/main" id="{705B6BBE-6F8B-DB9C-2621-A2399D4C1C59}"/>
              </a:ext>
            </a:extLst>
          </p:cNvPr>
          <p:cNvSpPr/>
          <p:nvPr/>
        </p:nvSpPr>
        <p:spPr>
          <a:xfrm>
            <a:off x="3594541" y="0"/>
            <a:ext cx="8597460" cy="6858000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>
              <a:defRPr/>
            </a:pPr>
            <a:endParaRPr lang="zh-CN" altLang="en-US">
              <a:solidFill>
                <a:srgbClr val="F5F5F5"/>
              </a:solidFill>
              <a:latin typeface="vivo Sans"/>
              <a:ea typeface="vivo Sans"/>
            </a:endParaRPr>
          </a:p>
        </p:txBody>
      </p:sp>
      <p:grpSp>
        <p:nvGrpSpPr>
          <p:cNvPr id="3" name="!! 关闭按钮">
            <a:extLst>
              <a:ext uri="{FF2B5EF4-FFF2-40B4-BE49-F238E27FC236}">
                <a16:creationId xmlns:a16="http://schemas.microsoft.com/office/drawing/2014/main" id="{20A1EC13-0438-AC0A-EC9B-4159749C4400}"/>
              </a:ext>
            </a:extLst>
          </p:cNvPr>
          <p:cNvGrpSpPr/>
          <p:nvPr/>
        </p:nvGrpSpPr>
        <p:grpSpPr>
          <a:xfrm>
            <a:off x="2757496" y="569913"/>
            <a:ext cx="290511" cy="290511"/>
            <a:chOff x="2328464" y="3107859"/>
            <a:chExt cx="583223" cy="583223"/>
          </a:xfrm>
        </p:grpSpPr>
        <p:sp>
          <p:nvSpPr>
            <p:cNvPr id="4" name="矩形: 圆角 3">
              <a:hlinkClick r:id="rId3" action="ppaction://hlinksldjump"/>
              <a:extLst>
                <a:ext uri="{FF2B5EF4-FFF2-40B4-BE49-F238E27FC236}">
                  <a16:creationId xmlns:a16="http://schemas.microsoft.com/office/drawing/2014/main" id="{13AC2A35-688F-D747-C1EB-E4A59C431FCB}"/>
                </a:ext>
              </a:extLst>
            </p:cNvPr>
            <p:cNvSpPr/>
            <p:nvPr/>
          </p:nvSpPr>
          <p:spPr>
            <a:xfrm>
              <a:off x="2328464" y="3107859"/>
              <a:ext cx="583223" cy="583223"/>
            </a:xfrm>
            <a:prstGeom prst="roundRect">
              <a:avLst>
                <a:gd name="adj" fmla="val 20771"/>
              </a:avLst>
            </a:prstGeom>
            <a:solidFill>
              <a:schemeClr val="bg2"/>
            </a:solidFill>
            <a:ln>
              <a:noFill/>
            </a:ln>
            <a:effectLst>
              <a:outerShdw blurRad="127000" sx="101000" sy="101000" algn="c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77">
                <a:defRPr/>
              </a:pPr>
              <a:endParaRPr lang="zh-CN" altLang="en-US">
                <a:solidFill>
                  <a:srgbClr val="F5F5F5"/>
                </a:solidFill>
                <a:latin typeface="vivo Sans"/>
                <a:ea typeface="vivo Sans"/>
              </a:endParaRPr>
            </a:p>
          </p:txBody>
        </p:sp>
        <p:pic>
          <p:nvPicPr>
            <p:cNvPr id="5" name="图形 4">
              <a:extLst>
                <a:ext uri="{FF2B5EF4-FFF2-40B4-BE49-F238E27FC236}">
                  <a16:creationId xmlns:a16="http://schemas.microsoft.com/office/drawing/2014/main" id="{048E61A0-B74B-4817-B560-47EC309D9EF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/>
          </p:blipFill>
          <p:spPr>
            <a:xfrm>
              <a:off x="2375480" y="3154875"/>
              <a:ext cx="489196" cy="489196"/>
            </a:xfrm>
            <a:prstGeom prst="rect">
              <a:avLst/>
            </a:prstGeom>
          </p:spPr>
        </p:pic>
      </p:grpSp>
      <p:sp>
        <p:nvSpPr>
          <p:cNvPr id="6" name="!! 以太网1按钮">
            <a:extLst>
              <a:ext uri="{FF2B5EF4-FFF2-40B4-BE49-F238E27FC236}">
                <a16:creationId xmlns:a16="http://schemas.microsoft.com/office/drawing/2014/main" id="{351B3F44-DE00-4C5B-8F79-9D350D4B4A57}"/>
              </a:ext>
            </a:extLst>
          </p:cNvPr>
          <p:cNvSpPr/>
          <p:nvPr/>
        </p:nvSpPr>
        <p:spPr>
          <a:xfrm>
            <a:off x="4178597" y="1095207"/>
            <a:ext cx="7429351" cy="545100"/>
          </a:xfrm>
          <a:prstGeom prst="roundRect">
            <a:avLst>
              <a:gd name="adj" fmla="val 14376"/>
            </a:avLst>
          </a:prstGeom>
          <a:solidFill>
            <a:schemeClr val="bg2"/>
          </a:solidFill>
          <a:ln w="3175">
            <a:solidFill>
              <a:schemeClr val="bg1">
                <a:lumMod val="90000"/>
              </a:schemeClr>
            </a:solidFill>
          </a:ln>
          <a:effectLst>
            <a:outerShdw blurRad="190500" algn="ctr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07997" defTabSz="914377">
              <a:defRPr/>
            </a:pPr>
            <a:r>
              <a:rPr lang="zh-CN" altLang="en-US" sz="1400" dirty="0">
                <a:solidFill>
                  <a:srgbClr val="181818"/>
                </a:solidFill>
                <a:latin typeface="vivo Sans"/>
                <a:ea typeface="vivo Sans"/>
              </a:rPr>
              <a:t>以太网</a:t>
            </a:r>
            <a:r>
              <a:rPr lang="en-US" altLang="zh-CN" sz="1400" dirty="0">
                <a:solidFill>
                  <a:srgbClr val="181818"/>
                </a:solidFill>
                <a:latin typeface="vivo Sans"/>
                <a:ea typeface="vivo Sans"/>
              </a:rPr>
              <a:t> 1</a:t>
            </a:r>
            <a:endParaRPr lang="zh-CN" altLang="en-US" sz="1400" dirty="0">
              <a:solidFill>
                <a:srgbClr val="181818"/>
              </a:solidFill>
              <a:latin typeface="vivo Sans"/>
              <a:ea typeface="vivo Sans"/>
            </a:endParaRPr>
          </a:p>
        </p:txBody>
      </p:sp>
      <p:grpSp>
        <p:nvGrpSpPr>
          <p:cNvPr id="24" name="!! 网1属性">
            <a:extLst>
              <a:ext uri="{FF2B5EF4-FFF2-40B4-BE49-F238E27FC236}">
                <a16:creationId xmlns:a16="http://schemas.microsoft.com/office/drawing/2014/main" id="{41186419-79F8-320F-8BBE-CCA5DB882D51}"/>
              </a:ext>
            </a:extLst>
          </p:cNvPr>
          <p:cNvGrpSpPr/>
          <p:nvPr/>
        </p:nvGrpSpPr>
        <p:grpSpPr>
          <a:xfrm>
            <a:off x="4178597" y="1792729"/>
            <a:ext cx="7429351" cy="545100"/>
            <a:chOff x="4590270" y="2115623"/>
            <a:chExt cx="6606000" cy="545100"/>
          </a:xfrm>
        </p:grpSpPr>
        <p:sp>
          <p:nvSpPr>
            <p:cNvPr id="11" name="按钮">
              <a:hlinkClick r:id="rId6" action="ppaction://hlinksldjump"/>
              <a:extLst>
                <a:ext uri="{FF2B5EF4-FFF2-40B4-BE49-F238E27FC236}">
                  <a16:creationId xmlns:a16="http://schemas.microsoft.com/office/drawing/2014/main" id="{3F8A05B4-1A78-EEF8-2B06-D0956AA052D9}"/>
                </a:ext>
              </a:extLst>
            </p:cNvPr>
            <p:cNvSpPr/>
            <p:nvPr/>
          </p:nvSpPr>
          <p:spPr>
            <a:xfrm>
              <a:off x="4590270" y="2115623"/>
              <a:ext cx="6606000" cy="545100"/>
            </a:xfrm>
            <a:prstGeom prst="roundRect">
              <a:avLst>
                <a:gd name="adj" fmla="val 14376"/>
              </a:avLst>
            </a:prstGeom>
            <a:solidFill>
              <a:schemeClr val="bg2"/>
            </a:solidFill>
            <a:ln w="3175">
              <a:solidFill>
                <a:schemeClr val="bg1">
                  <a:lumMod val="90000"/>
                </a:schemeClr>
              </a:solidFill>
            </a:ln>
            <a:effectLst>
              <a:outerShdw blurRad="190500" algn="ctr" rotWithShape="0">
                <a:prstClr val="black">
                  <a:alpha val="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07997" defTabSz="914377">
                <a:defRPr/>
              </a:pPr>
              <a:r>
                <a:rPr lang="zh-CN" altLang="en-US" sz="1400" dirty="0">
                  <a:solidFill>
                    <a:srgbClr val="181818"/>
                  </a:solidFill>
                  <a:latin typeface="vivo Sans"/>
                  <a:ea typeface="vivo Sans"/>
                </a:rPr>
                <a:t>以太网 </a:t>
              </a:r>
              <a:r>
                <a:rPr lang="en-US" altLang="zh-CN" sz="1400" dirty="0">
                  <a:solidFill>
                    <a:srgbClr val="181818"/>
                  </a:solidFill>
                  <a:latin typeface="vivo Sans"/>
                  <a:ea typeface="vivo Sans"/>
                </a:rPr>
                <a:t>1 - </a:t>
              </a:r>
              <a:r>
                <a:rPr lang="zh-CN" altLang="en-US" sz="1400" dirty="0">
                  <a:solidFill>
                    <a:srgbClr val="181818"/>
                  </a:solidFill>
                  <a:latin typeface="vivo Sans"/>
                  <a:ea typeface="vivo Sans"/>
                </a:rPr>
                <a:t>属性</a:t>
              </a:r>
            </a:p>
          </p:txBody>
        </p:sp>
        <p:pic>
          <p:nvPicPr>
            <p:cNvPr id="23" name="图形 22">
              <a:extLst>
                <a:ext uri="{FF2B5EF4-FFF2-40B4-BE49-F238E27FC236}">
                  <a16:creationId xmlns:a16="http://schemas.microsoft.com/office/drawing/2014/main" id="{180772E6-61AF-4683-606B-BFD0EF619A3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10854346" y="2298247"/>
              <a:ext cx="150972" cy="152400"/>
            </a:xfrm>
            <a:prstGeom prst="rect">
              <a:avLst/>
            </a:prstGeom>
          </p:spPr>
        </p:pic>
      </p:grpSp>
      <p:grpSp>
        <p:nvGrpSpPr>
          <p:cNvPr id="41" name="!! 关闭按钮">
            <a:extLst>
              <a:ext uri="{FF2B5EF4-FFF2-40B4-BE49-F238E27FC236}">
                <a16:creationId xmlns:a16="http://schemas.microsoft.com/office/drawing/2014/main" id="{2CBF60E0-B6BF-1073-E47E-40605F05E6A4}"/>
              </a:ext>
            </a:extLst>
          </p:cNvPr>
          <p:cNvGrpSpPr/>
          <p:nvPr/>
        </p:nvGrpSpPr>
        <p:grpSpPr>
          <a:xfrm>
            <a:off x="2333440" y="569913"/>
            <a:ext cx="290511" cy="290511"/>
            <a:chOff x="2328464" y="3107859"/>
            <a:chExt cx="583223" cy="583223"/>
          </a:xfrm>
        </p:grpSpPr>
        <p:sp>
          <p:nvSpPr>
            <p:cNvPr id="42" name="矩形: 圆角 41">
              <a:hlinkClick r:id="rId9" action="ppaction://hlinksldjump"/>
              <a:extLst>
                <a:ext uri="{FF2B5EF4-FFF2-40B4-BE49-F238E27FC236}">
                  <a16:creationId xmlns:a16="http://schemas.microsoft.com/office/drawing/2014/main" id="{B3C7AE1E-69E5-E95D-5F27-DA4755E58A77}"/>
                </a:ext>
              </a:extLst>
            </p:cNvPr>
            <p:cNvSpPr/>
            <p:nvPr/>
          </p:nvSpPr>
          <p:spPr>
            <a:xfrm>
              <a:off x="2328464" y="3107859"/>
              <a:ext cx="583223" cy="583223"/>
            </a:xfrm>
            <a:prstGeom prst="roundRect">
              <a:avLst>
                <a:gd name="adj" fmla="val 20771"/>
              </a:avLst>
            </a:prstGeom>
            <a:solidFill>
              <a:schemeClr val="bg2"/>
            </a:solidFill>
            <a:ln>
              <a:noFill/>
            </a:ln>
            <a:effectLst>
              <a:outerShdw blurRad="127000" sx="101000" sy="101000" algn="c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77">
                <a:defRPr/>
              </a:pPr>
              <a:endParaRPr lang="zh-CN" altLang="en-US">
                <a:solidFill>
                  <a:srgbClr val="F5F5F5"/>
                </a:solidFill>
                <a:latin typeface="vivo Sans"/>
                <a:ea typeface="vivo Sans"/>
              </a:endParaRPr>
            </a:p>
          </p:txBody>
        </p:sp>
        <p:pic>
          <p:nvPicPr>
            <p:cNvPr id="43" name="图形 42">
              <a:extLst>
                <a:ext uri="{FF2B5EF4-FFF2-40B4-BE49-F238E27FC236}">
                  <a16:creationId xmlns:a16="http://schemas.microsoft.com/office/drawing/2014/main" id="{F8C6DA11-1F05-C648-851A-4363A5132486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rcRect/>
            <a:stretch/>
          </p:blipFill>
          <p:spPr>
            <a:xfrm>
              <a:off x="2449200" y="3228595"/>
              <a:ext cx="341755" cy="341755"/>
            </a:xfrm>
            <a:prstGeom prst="rect">
              <a:avLst/>
            </a:prstGeom>
          </p:spPr>
        </p:pic>
      </p:grpSp>
      <p:grpSp>
        <p:nvGrpSpPr>
          <p:cNvPr id="8" name="返回">
            <a:extLst>
              <a:ext uri="{FF2B5EF4-FFF2-40B4-BE49-F238E27FC236}">
                <a16:creationId xmlns:a16="http://schemas.microsoft.com/office/drawing/2014/main" id="{4101ECD7-A90E-908B-6B24-6FD1C6A0D042}"/>
              </a:ext>
            </a:extLst>
          </p:cNvPr>
          <p:cNvGrpSpPr/>
          <p:nvPr/>
        </p:nvGrpSpPr>
        <p:grpSpPr>
          <a:xfrm>
            <a:off x="4133691" y="519573"/>
            <a:ext cx="2667863" cy="369332"/>
            <a:chOff x="4133687" y="519573"/>
            <a:chExt cx="2667863" cy="369331"/>
          </a:xfrm>
        </p:grpSpPr>
        <p:sp>
          <p:nvSpPr>
            <p:cNvPr id="9" name="!! 副标题">
              <a:extLst>
                <a:ext uri="{FF2B5EF4-FFF2-40B4-BE49-F238E27FC236}">
                  <a16:creationId xmlns:a16="http://schemas.microsoft.com/office/drawing/2014/main" id="{16A7E3BB-4AD6-C62D-34CC-5636CC862A60}"/>
                </a:ext>
              </a:extLst>
            </p:cNvPr>
            <p:cNvSpPr txBox="1"/>
            <p:nvPr/>
          </p:nvSpPr>
          <p:spPr>
            <a:xfrm>
              <a:off x="4393644" y="519573"/>
              <a:ext cx="2407906" cy="369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/>
                <a:t>以太网</a:t>
              </a:r>
            </a:p>
          </p:txBody>
        </p:sp>
        <p:pic>
          <p:nvPicPr>
            <p:cNvPr id="19" name="图形 18">
              <a:hlinkClick r:id="rId12" action="ppaction://hlinksldjump"/>
              <a:extLst>
                <a:ext uri="{FF2B5EF4-FFF2-40B4-BE49-F238E27FC236}">
                  <a16:creationId xmlns:a16="http://schemas.microsoft.com/office/drawing/2014/main" id="{17E3D315-7B7E-E75E-5B22-6B0DF0E68EF0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4133687" y="584302"/>
              <a:ext cx="241776" cy="241776"/>
            </a:xfrm>
            <a:prstGeom prst="rect">
              <a:avLst/>
            </a:prstGeom>
          </p:spPr>
        </p:pic>
      </p:grpSp>
      <p:grpSp>
        <p:nvGrpSpPr>
          <p:cNvPr id="10" name="!! dock右">
            <a:extLst>
              <a:ext uri="{FF2B5EF4-FFF2-40B4-BE49-F238E27FC236}">
                <a16:creationId xmlns:a16="http://schemas.microsoft.com/office/drawing/2014/main" id="{E91FE5A9-8B69-4C2B-9938-D69FA9D42284}"/>
              </a:ext>
            </a:extLst>
          </p:cNvPr>
          <p:cNvGrpSpPr/>
          <p:nvPr/>
        </p:nvGrpSpPr>
        <p:grpSpPr>
          <a:xfrm>
            <a:off x="4869920" y="7119572"/>
            <a:ext cx="2452159" cy="574899"/>
            <a:chOff x="7408333" y="5780624"/>
            <a:chExt cx="2452159" cy="704838"/>
          </a:xfrm>
        </p:grpSpPr>
        <p:sp useBgFill="1">
          <p:nvSpPr>
            <p:cNvPr id="12" name="!! 模糊">
              <a:extLst>
                <a:ext uri="{FF2B5EF4-FFF2-40B4-BE49-F238E27FC236}">
                  <a16:creationId xmlns:a16="http://schemas.microsoft.com/office/drawing/2014/main" id="{E149FD9E-F88F-DD24-B9FF-8BCE825D8985}"/>
                </a:ext>
              </a:extLst>
            </p:cNvPr>
            <p:cNvSpPr>
              <a:spLocks/>
            </p:cNvSpPr>
            <p:nvPr/>
          </p:nvSpPr>
          <p:spPr>
            <a:xfrm>
              <a:off x="7408333" y="5780624"/>
              <a:ext cx="2452159" cy="704838"/>
            </a:xfrm>
            <a:prstGeom prst="roundRect">
              <a:avLst>
                <a:gd name="adj" fmla="val 15000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189">
                <a:defRPr/>
              </a:pPr>
              <a:endParaRPr lang="zh-CN" altLang="en-US">
                <a:solidFill>
                  <a:srgbClr val="FFFFFF"/>
                </a:solidFill>
                <a:latin typeface="OPPOSans R"/>
                <a:ea typeface="OPPOSans R"/>
              </a:endParaRPr>
            </a:p>
          </p:txBody>
        </p:sp>
        <p:sp>
          <p:nvSpPr>
            <p:cNvPr id="14" name="!! 颜色遮罩">
              <a:extLst>
                <a:ext uri="{FF2B5EF4-FFF2-40B4-BE49-F238E27FC236}">
                  <a16:creationId xmlns:a16="http://schemas.microsoft.com/office/drawing/2014/main" id="{4281733C-BF96-1BEC-CF35-5589B1997294}"/>
                </a:ext>
              </a:extLst>
            </p:cNvPr>
            <p:cNvSpPr>
              <a:spLocks/>
            </p:cNvSpPr>
            <p:nvPr/>
          </p:nvSpPr>
          <p:spPr>
            <a:xfrm>
              <a:off x="7408333" y="5780624"/>
              <a:ext cx="2452159" cy="704838"/>
            </a:xfrm>
            <a:prstGeom prst="roundRect">
              <a:avLst>
                <a:gd name="adj" fmla="val 15000"/>
              </a:avLst>
            </a:prstGeom>
            <a:solidFill>
              <a:schemeClr val="bg2">
                <a:alpha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189">
                <a:defRPr/>
              </a:pPr>
              <a:endParaRPr lang="zh-CN" altLang="en-US" dirty="0">
                <a:solidFill>
                  <a:srgbClr val="FFFFFF"/>
                </a:solidFill>
                <a:latin typeface="OPPOSans R"/>
                <a:ea typeface="OPPOSans R"/>
              </a:endParaRPr>
            </a:p>
          </p:txBody>
        </p:sp>
        <p:pic>
          <p:nvPicPr>
            <p:cNvPr id="15" name="!! 信号">
              <a:extLst>
                <a:ext uri="{FF2B5EF4-FFF2-40B4-BE49-F238E27FC236}">
                  <a16:creationId xmlns:a16="http://schemas.microsoft.com/office/drawing/2014/main" id="{59E021CA-5ECA-A918-A1D9-8D5E9B32B721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7638254" y="5893986"/>
              <a:ext cx="221460" cy="221458"/>
            </a:xfrm>
            <a:prstGeom prst="rect">
              <a:avLst/>
            </a:prstGeom>
          </p:spPr>
        </p:pic>
        <p:sp>
          <p:nvSpPr>
            <p:cNvPr id="16" name="!! 运营商">
              <a:extLst>
                <a:ext uri="{FF2B5EF4-FFF2-40B4-BE49-F238E27FC236}">
                  <a16:creationId xmlns:a16="http://schemas.microsoft.com/office/drawing/2014/main" id="{587DF311-95F4-6932-BC67-524E6D860527}"/>
                </a:ext>
              </a:extLst>
            </p:cNvPr>
            <p:cNvSpPr txBox="1"/>
            <p:nvPr/>
          </p:nvSpPr>
          <p:spPr>
            <a:xfrm>
              <a:off x="7813676" y="5913455"/>
              <a:ext cx="1114424" cy="2830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457189">
                <a:defRPr/>
              </a:pPr>
              <a:r>
                <a:rPr lang="en-US" altLang="zh-CN" sz="900" dirty="0">
                  <a:latin typeface="OPPOSans M"/>
                  <a:ea typeface="OPPOSans M"/>
                </a:rPr>
                <a:t>Virtual Net</a:t>
              </a:r>
              <a:endParaRPr lang="zh-CN" altLang="en-US" sz="900" dirty="0">
                <a:latin typeface="OPPOSans M"/>
                <a:ea typeface="OPPOSans M"/>
              </a:endParaRPr>
            </a:p>
          </p:txBody>
        </p:sp>
        <p:pic>
          <p:nvPicPr>
            <p:cNvPr id="17" name="!! 通知">
              <a:extLst>
                <a:ext uri="{FF2B5EF4-FFF2-40B4-BE49-F238E27FC236}">
                  <a16:creationId xmlns:a16="http://schemas.microsoft.com/office/drawing/2014/main" id="{7BA78A58-E70B-C921-3A4B-82D75604315A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9287931" y="5948436"/>
              <a:ext cx="152400" cy="152400"/>
            </a:xfrm>
            <a:prstGeom prst="rect">
              <a:avLst/>
            </a:prstGeom>
          </p:spPr>
        </p:pic>
        <p:pic>
          <p:nvPicPr>
            <p:cNvPr id="18" name="!! 电池">
              <a:extLst>
                <a:ext uri="{FF2B5EF4-FFF2-40B4-BE49-F238E27FC236}">
                  <a16:creationId xmlns:a16="http://schemas.microsoft.com/office/drawing/2014/main" id="{CCA81034-DEAB-844B-9325-AD293C0A6441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p:blipFill>
          <p:spPr>
            <a:xfrm>
              <a:off x="7637460" y="6171965"/>
              <a:ext cx="191558" cy="191558"/>
            </a:xfrm>
            <a:prstGeom prst="rect">
              <a:avLst/>
            </a:prstGeom>
          </p:spPr>
        </p:pic>
        <p:sp>
          <p:nvSpPr>
            <p:cNvPr id="21" name="!! 时间">
              <a:extLst>
                <a:ext uri="{FF2B5EF4-FFF2-40B4-BE49-F238E27FC236}">
                  <a16:creationId xmlns:a16="http://schemas.microsoft.com/office/drawing/2014/main" id="{F1801D3D-9D56-246D-837F-9272E69BCCFE}"/>
                </a:ext>
              </a:extLst>
            </p:cNvPr>
            <p:cNvSpPr txBox="1"/>
            <p:nvPr/>
          </p:nvSpPr>
          <p:spPr>
            <a:xfrm>
              <a:off x="8982607" y="6148520"/>
              <a:ext cx="773641" cy="3114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defTabSz="457189">
                <a:defRPr/>
              </a:pPr>
              <a:r>
                <a:rPr lang="en-US" altLang="zh-CN" sz="1051" dirty="0">
                  <a:latin typeface="OPPOSans R"/>
                  <a:ea typeface="OPPOSans R"/>
                </a:rPr>
                <a:t>16:34</a:t>
              </a:r>
              <a:endParaRPr lang="zh-CN" altLang="en-US" sz="1051" dirty="0">
                <a:latin typeface="OPPOSans R"/>
                <a:ea typeface="OPPOSans R"/>
              </a:endParaRPr>
            </a:p>
          </p:txBody>
        </p:sp>
        <p:sp>
          <p:nvSpPr>
            <p:cNvPr id="26" name="!! AC">
              <a:extLst>
                <a:ext uri="{FF2B5EF4-FFF2-40B4-BE49-F238E27FC236}">
                  <a16:creationId xmlns:a16="http://schemas.microsoft.com/office/drawing/2014/main" id="{9B4B08FE-0B4D-4435-B9F1-1A15E8B74886}"/>
                </a:ext>
              </a:extLst>
            </p:cNvPr>
            <p:cNvSpPr txBox="1"/>
            <p:nvPr/>
          </p:nvSpPr>
          <p:spPr>
            <a:xfrm>
              <a:off x="7766842" y="6152328"/>
              <a:ext cx="434183" cy="2830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457189">
                <a:defRPr/>
              </a:pPr>
              <a:r>
                <a:rPr lang="en-US" altLang="zh-CN" sz="900" dirty="0">
                  <a:latin typeface="OPPOSans R"/>
                  <a:ea typeface="OPPOSans R"/>
                </a:rPr>
                <a:t>49%</a:t>
              </a:r>
              <a:endParaRPr lang="zh-CN" altLang="en-US" sz="900" dirty="0">
                <a:latin typeface="OPPOSans R"/>
                <a:ea typeface="OPPOSans R"/>
              </a:endParaRPr>
            </a:p>
          </p:txBody>
        </p:sp>
        <p:pic>
          <p:nvPicPr>
            <p:cNvPr id="29" name="!! 声音">
              <a:extLst>
                <a:ext uri="{FF2B5EF4-FFF2-40B4-BE49-F238E27FC236}">
                  <a16:creationId xmlns:a16="http://schemas.microsoft.com/office/drawing/2014/main" id="{A1232547-EF57-AAEB-0DAB-F4AE69793D08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p:blipFill>
          <p:spPr>
            <a:xfrm>
              <a:off x="9048732" y="5934670"/>
              <a:ext cx="179932" cy="179932"/>
            </a:xfrm>
            <a:prstGeom prst="rect">
              <a:avLst/>
            </a:prstGeom>
          </p:spPr>
        </p:pic>
        <p:pic>
          <p:nvPicPr>
            <p:cNvPr id="30" name="!! 电源">
              <a:hlinkClick r:id="rId23" action="ppaction://hlinksldjump"/>
              <a:extLst>
                <a:ext uri="{FF2B5EF4-FFF2-40B4-BE49-F238E27FC236}">
                  <a16:creationId xmlns:a16="http://schemas.microsoft.com/office/drawing/2014/main" id="{476ADCD0-AE27-EE68-3352-1697FFE86244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/>
            </a:stretch>
          </p:blipFill>
          <p:spPr>
            <a:xfrm>
              <a:off x="9489000" y="5925331"/>
              <a:ext cx="208372" cy="208370"/>
            </a:xfrm>
            <a:prstGeom prst="rect">
              <a:avLst/>
            </a:prstGeom>
          </p:spPr>
        </p:pic>
      </p:grpSp>
      <p:sp>
        <p:nvSpPr>
          <p:cNvPr id="31" name="!! 小白条">
            <a:hlinkClick r:id="rId3" action="ppaction://hlinksldjump"/>
            <a:extLst>
              <a:ext uri="{FF2B5EF4-FFF2-40B4-BE49-F238E27FC236}">
                <a16:creationId xmlns:a16="http://schemas.microsoft.com/office/drawing/2014/main" id="{CFD7657A-2658-52DE-64AD-6CED1210ED01}"/>
              </a:ext>
            </a:extLst>
          </p:cNvPr>
          <p:cNvSpPr/>
          <p:nvPr/>
        </p:nvSpPr>
        <p:spPr>
          <a:xfrm>
            <a:off x="5177623" y="6706376"/>
            <a:ext cx="1836752" cy="45719"/>
          </a:xfrm>
          <a:prstGeom prst="roundRect">
            <a:avLst>
              <a:gd name="adj" fmla="val 50000"/>
            </a:avLst>
          </a:prstGeom>
          <a:solidFill>
            <a:schemeClr val="tx1">
              <a:alpha val="90000"/>
            </a:schemeClr>
          </a:solidFill>
          <a:ln>
            <a:noFill/>
          </a:ln>
          <a:effectLst>
            <a:outerShdw blurRad="1016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8" name="!! 显示">
            <a:extLst>
              <a:ext uri="{FF2B5EF4-FFF2-40B4-BE49-F238E27FC236}">
                <a16:creationId xmlns:a16="http://schemas.microsoft.com/office/drawing/2014/main" id="{E75628FC-164E-2F32-83F1-0B3954673024}"/>
              </a:ext>
            </a:extLst>
          </p:cNvPr>
          <p:cNvGrpSpPr/>
          <p:nvPr/>
        </p:nvGrpSpPr>
        <p:grpSpPr>
          <a:xfrm>
            <a:off x="470871" y="3706575"/>
            <a:ext cx="2552892" cy="457924"/>
            <a:chOff x="462453" y="2623554"/>
            <a:chExt cx="2552892" cy="457924"/>
          </a:xfrm>
        </p:grpSpPr>
        <p:sp>
          <p:nvSpPr>
            <p:cNvPr id="39" name="!! 未选中">
              <a:hlinkClick r:id="rId26" action="ppaction://hlinksldjump"/>
              <a:extLst>
                <a:ext uri="{FF2B5EF4-FFF2-40B4-BE49-F238E27FC236}">
                  <a16:creationId xmlns:a16="http://schemas.microsoft.com/office/drawing/2014/main" id="{44889470-71FD-6321-62A5-E30DADACFCC2}"/>
                </a:ext>
              </a:extLst>
            </p:cNvPr>
            <p:cNvSpPr/>
            <p:nvPr/>
          </p:nvSpPr>
          <p:spPr>
            <a:xfrm>
              <a:off x="462453" y="2623554"/>
              <a:ext cx="2552892" cy="457924"/>
            </a:xfrm>
            <a:prstGeom prst="roundRect">
              <a:avLst>
                <a:gd name="adj" fmla="val 22880"/>
              </a:avLst>
            </a:prstGeom>
            <a:solidFill>
              <a:schemeClr val="bg2"/>
            </a:solidFill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1998" defTabSz="914377">
                <a:defRPr/>
              </a:pPr>
              <a:r>
                <a:rPr lang="zh-CN" altLang="en-US" sz="1400" dirty="0">
                  <a:solidFill>
                    <a:schemeClr val="tx1">
                      <a:lumMod val="90000"/>
                      <a:lumOff val="10000"/>
                    </a:schemeClr>
                  </a:solidFill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      显示</a:t>
              </a:r>
            </a:p>
          </p:txBody>
        </p:sp>
        <p:grpSp>
          <p:nvGrpSpPr>
            <p:cNvPr id="40" name="组合 39">
              <a:extLst>
                <a:ext uri="{FF2B5EF4-FFF2-40B4-BE49-F238E27FC236}">
                  <a16:creationId xmlns:a16="http://schemas.microsoft.com/office/drawing/2014/main" id="{01D266DD-2C45-4582-B4DB-BA51EFFED389}"/>
                </a:ext>
              </a:extLst>
            </p:cNvPr>
            <p:cNvGrpSpPr/>
            <p:nvPr/>
          </p:nvGrpSpPr>
          <p:grpSpPr>
            <a:xfrm>
              <a:off x="600851" y="2735577"/>
              <a:ext cx="245090" cy="245090"/>
              <a:chOff x="3449581" y="2374787"/>
              <a:chExt cx="263638" cy="263638"/>
            </a:xfrm>
          </p:grpSpPr>
          <p:sp>
            <p:nvSpPr>
              <p:cNvPr id="67" name="椭圆 66">
                <a:extLst>
                  <a:ext uri="{FF2B5EF4-FFF2-40B4-BE49-F238E27FC236}">
                    <a16:creationId xmlns:a16="http://schemas.microsoft.com/office/drawing/2014/main" id="{BE492FB0-6DE2-DE47-FEA5-4C14AAFB1887}"/>
                  </a:ext>
                </a:extLst>
              </p:cNvPr>
              <p:cNvSpPr/>
              <p:nvPr/>
            </p:nvSpPr>
            <p:spPr>
              <a:xfrm>
                <a:off x="3449581" y="2374787"/>
                <a:ext cx="263638" cy="263638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68" name="icon">
                <a:extLst>
                  <a:ext uri="{FF2B5EF4-FFF2-40B4-BE49-F238E27FC236}">
                    <a16:creationId xmlns:a16="http://schemas.microsoft.com/office/drawing/2014/main" id="{24E536AF-6AF9-C089-ED57-4EA4D5C4681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7">
                <a:extLst>
                  <a:ext uri="{96DAC541-7B7A-43D3-8B79-37D633B846F1}">
                    <asvg:svgBlip xmlns:asvg="http://schemas.microsoft.com/office/drawing/2016/SVG/main" r:embed="rId28"/>
                  </a:ext>
                </a:extLst>
              </a:blip>
              <a:srcRect/>
              <a:stretch/>
            </p:blipFill>
            <p:spPr>
              <a:xfrm>
                <a:off x="3513869" y="2435878"/>
                <a:ext cx="143060" cy="143060"/>
              </a:xfrm>
              <a:prstGeom prst="rect">
                <a:avLst/>
              </a:prstGeom>
            </p:spPr>
          </p:pic>
        </p:grpSp>
      </p:grpSp>
      <p:grpSp>
        <p:nvGrpSpPr>
          <p:cNvPr id="69" name="!! App">
            <a:extLst>
              <a:ext uri="{FF2B5EF4-FFF2-40B4-BE49-F238E27FC236}">
                <a16:creationId xmlns:a16="http://schemas.microsoft.com/office/drawing/2014/main" id="{5CB37195-648F-7486-44BC-66DAE75C3D95}"/>
              </a:ext>
            </a:extLst>
          </p:cNvPr>
          <p:cNvGrpSpPr/>
          <p:nvPr/>
        </p:nvGrpSpPr>
        <p:grpSpPr>
          <a:xfrm>
            <a:off x="476549" y="2282681"/>
            <a:ext cx="2552892" cy="457924"/>
            <a:chOff x="462453" y="2623554"/>
            <a:chExt cx="2552892" cy="457924"/>
          </a:xfrm>
        </p:grpSpPr>
        <p:sp>
          <p:nvSpPr>
            <p:cNvPr id="70" name="!! 未选中">
              <a:hlinkClick r:id="rId29" action="ppaction://hlinksldjump"/>
              <a:extLst>
                <a:ext uri="{FF2B5EF4-FFF2-40B4-BE49-F238E27FC236}">
                  <a16:creationId xmlns:a16="http://schemas.microsoft.com/office/drawing/2014/main" id="{98B91861-3443-18A0-BC16-C6EF872A6577}"/>
                </a:ext>
              </a:extLst>
            </p:cNvPr>
            <p:cNvSpPr/>
            <p:nvPr/>
          </p:nvSpPr>
          <p:spPr>
            <a:xfrm>
              <a:off x="462453" y="2623554"/>
              <a:ext cx="2552892" cy="457924"/>
            </a:xfrm>
            <a:prstGeom prst="roundRect">
              <a:avLst>
                <a:gd name="adj" fmla="val 22880"/>
              </a:avLst>
            </a:prstGeom>
            <a:solidFill>
              <a:schemeClr val="bg2"/>
            </a:solidFill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1998" defTabSz="914377">
                <a:defRPr/>
              </a:pPr>
              <a:r>
                <a:rPr lang="zh-CN" altLang="en-US" sz="1400" dirty="0">
                  <a:solidFill>
                    <a:schemeClr val="tx1">
                      <a:lumMod val="90000"/>
                      <a:lumOff val="10000"/>
                    </a:schemeClr>
                  </a:solidFill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      应用与模块</a:t>
              </a:r>
            </a:p>
          </p:txBody>
        </p:sp>
        <p:grpSp>
          <p:nvGrpSpPr>
            <p:cNvPr id="71" name="组合 70">
              <a:extLst>
                <a:ext uri="{FF2B5EF4-FFF2-40B4-BE49-F238E27FC236}">
                  <a16:creationId xmlns:a16="http://schemas.microsoft.com/office/drawing/2014/main" id="{D7E2EEDD-DC1B-46A1-F02C-59CD69704895}"/>
                </a:ext>
              </a:extLst>
            </p:cNvPr>
            <p:cNvGrpSpPr/>
            <p:nvPr/>
          </p:nvGrpSpPr>
          <p:grpSpPr>
            <a:xfrm>
              <a:off x="600851" y="2735577"/>
              <a:ext cx="245090" cy="245090"/>
              <a:chOff x="3449581" y="2374787"/>
              <a:chExt cx="263638" cy="263638"/>
            </a:xfrm>
          </p:grpSpPr>
          <p:sp>
            <p:nvSpPr>
              <p:cNvPr id="72" name="椭圆 71">
                <a:extLst>
                  <a:ext uri="{FF2B5EF4-FFF2-40B4-BE49-F238E27FC236}">
                    <a16:creationId xmlns:a16="http://schemas.microsoft.com/office/drawing/2014/main" id="{16846119-0C85-BF3D-2617-8B882A87C150}"/>
                  </a:ext>
                </a:extLst>
              </p:cNvPr>
              <p:cNvSpPr/>
              <p:nvPr/>
            </p:nvSpPr>
            <p:spPr>
              <a:xfrm>
                <a:off x="3449581" y="2374787"/>
                <a:ext cx="263638" cy="263638"/>
              </a:xfrm>
              <a:prstGeom prst="ellipse">
                <a:avLst/>
              </a:prstGeom>
              <a:solidFill>
                <a:schemeClr val="accent3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73" name="icon">
                <a:extLst>
                  <a:ext uri="{FF2B5EF4-FFF2-40B4-BE49-F238E27FC236}">
                    <a16:creationId xmlns:a16="http://schemas.microsoft.com/office/drawing/2014/main" id="{EF0614F8-F781-59F1-871F-E1DF0E6C1A5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0">
                <a:extLst>
                  <a:ext uri="{96DAC541-7B7A-43D3-8B79-37D633B846F1}">
                    <asvg:svgBlip xmlns:asvg="http://schemas.microsoft.com/office/drawing/2016/SVG/main" r:embed="rId31"/>
                  </a:ext>
                </a:extLst>
              </a:blip>
              <a:srcRect/>
              <a:stretch/>
            </p:blipFill>
            <p:spPr>
              <a:xfrm>
                <a:off x="3513869" y="2435878"/>
                <a:ext cx="143060" cy="143060"/>
              </a:xfrm>
              <a:prstGeom prst="rect">
                <a:avLst/>
              </a:prstGeom>
            </p:spPr>
          </p:pic>
        </p:grpSp>
      </p:grpSp>
      <p:grpSp>
        <p:nvGrpSpPr>
          <p:cNvPr id="74" name="!! 电池">
            <a:extLst>
              <a:ext uri="{FF2B5EF4-FFF2-40B4-BE49-F238E27FC236}">
                <a16:creationId xmlns:a16="http://schemas.microsoft.com/office/drawing/2014/main" id="{99136BA0-6422-1A04-4FE5-DD1F494B6E07}"/>
              </a:ext>
            </a:extLst>
          </p:cNvPr>
          <p:cNvGrpSpPr/>
          <p:nvPr/>
        </p:nvGrpSpPr>
        <p:grpSpPr>
          <a:xfrm>
            <a:off x="470871" y="2852627"/>
            <a:ext cx="2552892" cy="457924"/>
            <a:chOff x="462453" y="2623554"/>
            <a:chExt cx="2552892" cy="457924"/>
          </a:xfrm>
        </p:grpSpPr>
        <p:sp>
          <p:nvSpPr>
            <p:cNvPr id="75" name="!! 未选中">
              <a:hlinkClick r:id="rId32" action="ppaction://hlinksldjump"/>
              <a:extLst>
                <a:ext uri="{FF2B5EF4-FFF2-40B4-BE49-F238E27FC236}">
                  <a16:creationId xmlns:a16="http://schemas.microsoft.com/office/drawing/2014/main" id="{E8F2AC0B-FF5F-5A35-C6F0-7D394CDD19D6}"/>
                </a:ext>
              </a:extLst>
            </p:cNvPr>
            <p:cNvSpPr/>
            <p:nvPr/>
          </p:nvSpPr>
          <p:spPr>
            <a:xfrm>
              <a:off x="462453" y="2623554"/>
              <a:ext cx="2552892" cy="457924"/>
            </a:xfrm>
            <a:prstGeom prst="roundRect">
              <a:avLst>
                <a:gd name="adj" fmla="val 22880"/>
              </a:avLst>
            </a:prstGeom>
            <a:solidFill>
              <a:schemeClr val="bg2"/>
            </a:solidFill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1998" defTabSz="914377">
                <a:defRPr/>
              </a:pPr>
              <a:r>
                <a:rPr lang="zh-CN" altLang="en-US" sz="1400" dirty="0">
                  <a:solidFill>
                    <a:schemeClr val="tx1">
                      <a:lumMod val="90000"/>
                      <a:lumOff val="10000"/>
                    </a:schemeClr>
                  </a:solidFill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      电池</a:t>
              </a:r>
            </a:p>
          </p:txBody>
        </p:sp>
        <p:grpSp>
          <p:nvGrpSpPr>
            <p:cNvPr id="76" name="组合 75">
              <a:extLst>
                <a:ext uri="{FF2B5EF4-FFF2-40B4-BE49-F238E27FC236}">
                  <a16:creationId xmlns:a16="http://schemas.microsoft.com/office/drawing/2014/main" id="{20BF48D1-D904-021F-2735-465BCDC6454C}"/>
                </a:ext>
              </a:extLst>
            </p:cNvPr>
            <p:cNvGrpSpPr/>
            <p:nvPr/>
          </p:nvGrpSpPr>
          <p:grpSpPr>
            <a:xfrm>
              <a:off x="600851" y="2735577"/>
              <a:ext cx="245090" cy="245090"/>
              <a:chOff x="3449581" y="2374787"/>
              <a:chExt cx="263638" cy="263638"/>
            </a:xfrm>
          </p:grpSpPr>
          <p:sp>
            <p:nvSpPr>
              <p:cNvPr id="77" name="椭圆 76">
                <a:extLst>
                  <a:ext uri="{FF2B5EF4-FFF2-40B4-BE49-F238E27FC236}">
                    <a16:creationId xmlns:a16="http://schemas.microsoft.com/office/drawing/2014/main" id="{837522B0-5C74-6278-CB4D-4964CD641489}"/>
                  </a:ext>
                </a:extLst>
              </p:cNvPr>
              <p:cNvSpPr/>
              <p:nvPr/>
            </p:nvSpPr>
            <p:spPr>
              <a:xfrm>
                <a:off x="3449581" y="2374787"/>
                <a:ext cx="263638" cy="263638"/>
              </a:xfrm>
              <a:prstGeom prst="ellipse">
                <a:avLst/>
              </a:prstGeom>
              <a:solidFill>
                <a:srgbClr val="3ADE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78" name="icon">
                <a:extLst>
                  <a:ext uri="{FF2B5EF4-FFF2-40B4-BE49-F238E27FC236}">
                    <a16:creationId xmlns:a16="http://schemas.microsoft.com/office/drawing/2014/main" id="{32494E59-6563-02F1-41CD-0250AB42713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3">
                <a:extLst>
                  <a:ext uri="{96DAC541-7B7A-43D3-8B79-37D633B846F1}">
                    <asvg:svgBlip xmlns:asvg="http://schemas.microsoft.com/office/drawing/2016/SVG/main" r:embed="rId34"/>
                  </a:ext>
                </a:extLst>
              </a:blip>
              <a:srcRect/>
              <a:stretch/>
            </p:blipFill>
            <p:spPr>
              <a:xfrm>
                <a:off x="3513869" y="2435878"/>
                <a:ext cx="143060" cy="143060"/>
              </a:xfrm>
              <a:prstGeom prst="rect">
                <a:avLst/>
              </a:prstGeom>
            </p:spPr>
          </p:pic>
        </p:grpSp>
      </p:grpSp>
      <p:sp>
        <p:nvSpPr>
          <p:cNvPr id="79" name="!! 个性化">
            <a:extLst>
              <a:ext uri="{FF2B5EF4-FFF2-40B4-BE49-F238E27FC236}">
                <a16:creationId xmlns:a16="http://schemas.microsoft.com/office/drawing/2014/main" id="{BF5236A4-6B63-4711-2F31-874A44E7D533}"/>
              </a:ext>
            </a:extLst>
          </p:cNvPr>
          <p:cNvSpPr txBox="1"/>
          <p:nvPr/>
        </p:nvSpPr>
        <p:spPr>
          <a:xfrm>
            <a:off x="470872" y="3444966"/>
            <a:ext cx="11113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dirty="0">
                <a:solidFill>
                  <a:schemeClr val="bg1">
                    <a:lumMod val="50000"/>
                  </a:schemeClr>
                </a:solidFill>
              </a:rPr>
              <a:t>个性化</a:t>
            </a:r>
          </a:p>
        </p:txBody>
      </p:sp>
      <p:sp>
        <p:nvSpPr>
          <p:cNvPr id="80" name="文本框 79">
            <a:extLst>
              <a:ext uri="{FF2B5EF4-FFF2-40B4-BE49-F238E27FC236}">
                <a16:creationId xmlns:a16="http://schemas.microsoft.com/office/drawing/2014/main" id="{05C01F31-8DED-2870-C774-6013E4EEA312}"/>
              </a:ext>
            </a:extLst>
          </p:cNvPr>
          <p:cNvSpPr txBox="1"/>
          <p:nvPr/>
        </p:nvSpPr>
        <p:spPr>
          <a:xfrm>
            <a:off x="462454" y="2020809"/>
            <a:ext cx="11113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dirty="0">
                <a:solidFill>
                  <a:schemeClr val="bg1">
                    <a:lumMod val="50000"/>
                  </a:schemeClr>
                </a:solidFill>
              </a:rPr>
              <a:t>网络与连接</a:t>
            </a:r>
          </a:p>
        </p:txBody>
      </p:sp>
      <p:sp>
        <p:nvSpPr>
          <p:cNvPr id="81" name="文本框 80">
            <a:extLst>
              <a:ext uri="{FF2B5EF4-FFF2-40B4-BE49-F238E27FC236}">
                <a16:creationId xmlns:a16="http://schemas.microsoft.com/office/drawing/2014/main" id="{3547F42E-3156-6530-1C17-FB136D81586B}"/>
              </a:ext>
            </a:extLst>
          </p:cNvPr>
          <p:cNvSpPr txBox="1"/>
          <p:nvPr/>
        </p:nvSpPr>
        <p:spPr>
          <a:xfrm>
            <a:off x="462455" y="4033431"/>
            <a:ext cx="11113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dirty="0">
                <a:solidFill>
                  <a:schemeClr val="bg1">
                    <a:lumMod val="50000"/>
                  </a:schemeClr>
                </a:solidFill>
              </a:rPr>
              <a:t>系统与安全</a:t>
            </a:r>
          </a:p>
        </p:txBody>
      </p:sp>
      <p:grpSp>
        <p:nvGrpSpPr>
          <p:cNvPr id="82" name="!! 软件更新">
            <a:extLst>
              <a:ext uri="{FF2B5EF4-FFF2-40B4-BE49-F238E27FC236}">
                <a16:creationId xmlns:a16="http://schemas.microsoft.com/office/drawing/2014/main" id="{0E26C189-3B0E-2B97-0C07-C257DB55AEF8}"/>
              </a:ext>
            </a:extLst>
          </p:cNvPr>
          <p:cNvGrpSpPr/>
          <p:nvPr/>
        </p:nvGrpSpPr>
        <p:grpSpPr>
          <a:xfrm>
            <a:off x="462455" y="4299750"/>
            <a:ext cx="2552892" cy="457924"/>
            <a:chOff x="481145" y="1890767"/>
            <a:chExt cx="2552892" cy="457924"/>
          </a:xfrm>
        </p:grpSpPr>
        <p:sp>
          <p:nvSpPr>
            <p:cNvPr id="83" name="!! 未选中">
              <a:hlinkClick r:id="rId35" action="ppaction://hlinksldjump"/>
              <a:extLst>
                <a:ext uri="{FF2B5EF4-FFF2-40B4-BE49-F238E27FC236}">
                  <a16:creationId xmlns:a16="http://schemas.microsoft.com/office/drawing/2014/main" id="{2F2C416E-6EE4-B621-C6EA-1FD138C3A5C4}"/>
                </a:ext>
              </a:extLst>
            </p:cNvPr>
            <p:cNvSpPr/>
            <p:nvPr/>
          </p:nvSpPr>
          <p:spPr>
            <a:xfrm>
              <a:off x="481145" y="1890767"/>
              <a:ext cx="2552892" cy="457924"/>
            </a:xfrm>
            <a:prstGeom prst="roundRect">
              <a:avLst>
                <a:gd name="adj" fmla="val 22880"/>
              </a:avLst>
            </a:prstGeom>
            <a:solidFill>
              <a:schemeClr val="bg2"/>
            </a:solidFill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1998" defTabSz="914377">
                <a:defRPr/>
              </a:pPr>
              <a:r>
                <a:rPr lang="zh-CN" altLang="en-US" sz="1400" dirty="0">
                  <a:solidFill>
                    <a:schemeClr val="tx1"/>
                  </a:solidFill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      系统更新</a:t>
              </a:r>
            </a:p>
          </p:txBody>
        </p:sp>
        <p:pic>
          <p:nvPicPr>
            <p:cNvPr id="84" name="icon">
              <a:extLst>
                <a:ext uri="{FF2B5EF4-FFF2-40B4-BE49-F238E27FC236}">
                  <a16:creationId xmlns:a16="http://schemas.microsoft.com/office/drawing/2014/main" id="{673A68C3-0E8D-076B-1BE1-589EDA753B19}"/>
                </a:ext>
              </a:extLst>
            </p:cNvPr>
            <p:cNvPicPr>
              <a:picLocks noChangeAspect="1"/>
            </p:cNvPicPr>
            <p:nvPr/>
          </p:nvPicPr>
          <p:blipFill>
            <a:blip r:embed="rId36"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rcRect/>
            <a:stretch/>
          </p:blipFill>
          <p:spPr>
            <a:xfrm>
              <a:off x="623508" y="2001148"/>
              <a:ext cx="237162" cy="237162"/>
            </a:xfrm>
            <a:prstGeom prst="rect">
              <a:avLst/>
            </a:prstGeom>
          </p:spPr>
        </p:pic>
      </p:grpSp>
      <p:grpSp>
        <p:nvGrpSpPr>
          <p:cNvPr id="85" name="!! 更多连接">
            <a:extLst>
              <a:ext uri="{FF2B5EF4-FFF2-40B4-BE49-F238E27FC236}">
                <a16:creationId xmlns:a16="http://schemas.microsoft.com/office/drawing/2014/main" id="{54AEEA5C-5B55-1591-EB3B-B065AE345812}"/>
              </a:ext>
            </a:extLst>
          </p:cNvPr>
          <p:cNvGrpSpPr/>
          <p:nvPr/>
        </p:nvGrpSpPr>
        <p:grpSpPr>
          <a:xfrm>
            <a:off x="462454" y="3410531"/>
            <a:ext cx="2552892" cy="457924"/>
            <a:chOff x="462453" y="2623554"/>
            <a:chExt cx="2552892" cy="457924"/>
          </a:xfrm>
        </p:grpSpPr>
        <p:sp>
          <p:nvSpPr>
            <p:cNvPr id="86" name="!! 未选中">
              <a:hlinkClick r:id="rId12" action="ppaction://hlinksldjump"/>
              <a:extLst>
                <a:ext uri="{FF2B5EF4-FFF2-40B4-BE49-F238E27FC236}">
                  <a16:creationId xmlns:a16="http://schemas.microsoft.com/office/drawing/2014/main" id="{2E240191-A430-3FC0-8BE1-0126916D05D3}"/>
                </a:ext>
              </a:extLst>
            </p:cNvPr>
            <p:cNvSpPr/>
            <p:nvPr/>
          </p:nvSpPr>
          <p:spPr>
            <a:xfrm>
              <a:off x="462453" y="2623554"/>
              <a:ext cx="2552892" cy="457924"/>
            </a:xfrm>
            <a:prstGeom prst="roundRect">
              <a:avLst>
                <a:gd name="adj" fmla="val 22880"/>
              </a:avLst>
            </a:prstGeom>
            <a:solidFill>
              <a:schemeClr val="tx1">
                <a:lumMod val="10000"/>
                <a:lumOff val="90000"/>
              </a:schemeClr>
            </a:solidFill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1998" defTabSz="914377">
                <a:defRPr/>
              </a:pPr>
              <a:r>
                <a:rPr lang="zh-CN" altLang="en-US" sz="1400" dirty="0">
                  <a:solidFill>
                    <a:schemeClr val="tx1">
                      <a:lumMod val="90000"/>
                      <a:lumOff val="10000"/>
                    </a:schemeClr>
                  </a:solidFill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      更多连接</a:t>
              </a:r>
            </a:p>
          </p:txBody>
        </p:sp>
        <p:grpSp>
          <p:nvGrpSpPr>
            <p:cNvPr id="87" name="组合 86">
              <a:extLst>
                <a:ext uri="{FF2B5EF4-FFF2-40B4-BE49-F238E27FC236}">
                  <a16:creationId xmlns:a16="http://schemas.microsoft.com/office/drawing/2014/main" id="{538A8173-252F-5AAE-AC56-E26535C2284A}"/>
                </a:ext>
              </a:extLst>
            </p:cNvPr>
            <p:cNvGrpSpPr/>
            <p:nvPr/>
          </p:nvGrpSpPr>
          <p:grpSpPr>
            <a:xfrm>
              <a:off x="600851" y="2735577"/>
              <a:ext cx="245090" cy="245090"/>
              <a:chOff x="3449581" y="2374787"/>
              <a:chExt cx="263638" cy="263638"/>
            </a:xfrm>
          </p:grpSpPr>
          <p:sp>
            <p:nvSpPr>
              <p:cNvPr id="88" name="椭圆 87">
                <a:extLst>
                  <a:ext uri="{FF2B5EF4-FFF2-40B4-BE49-F238E27FC236}">
                    <a16:creationId xmlns:a16="http://schemas.microsoft.com/office/drawing/2014/main" id="{D578B1CE-559D-8A53-6F71-D2D67D389BA4}"/>
                  </a:ext>
                </a:extLst>
              </p:cNvPr>
              <p:cNvSpPr/>
              <p:nvPr/>
            </p:nvSpPr>
            <p:spPr>
              <a:xfrm>
                <a:off x="3449581" y="2374787"/>
                <a:ext cx="263638" cy="263638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89" name="icon">
                <a:extLst>
                  <a:ext uri="{FF2B5EF4-FFF2-40B4-BE49-F238E27FC236}">
                    <a16:creationId xmlns:a16="http://schemas.microsoft.com/office/drawing/2014/main" id="{F416663B-FF10-2C20-32B8-E4FC57B2355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8">
                <a:extLst>
                  <a:ext uri="{96DAC541-7B7A-43D3-8B79-37D633B846F1}">
                    <asvg:svgBlip xmlns:asvg="http://schemas.microsoft.com/office/drawing/2016/SVG/main" r:embed="rId39"/>
                  </a:ext>
                </a:extLst>
              </a:blip>
              <a:srcRect/>
              <a:stretch/>
            </p:blipFill>
            <p:spPr>
              <a:xfrm>
                <a:off x="3513774" y="2433849"/>
                <a:ext cx="143060" cy="143060"/>
              </a:xfrm>
              <a:prstGeom prst="rect">
                <a:avLst/>
              </a:prstGeom>
            </p:spPr>
          </p:pic>
        </p:grpSp>
      </p:grpSp>
      <p:sp>
        <p:nvSpPr>
          <p:cNvPr id="90" name="!! 更多">
            <a:extLst>
              <a:ext uri="{FF2B5EF4-FFF2-40B4-BE49-F238E27FC236}">
                <a16:creationId xmlns:a16="http://schemas.microsoft.com/office/drawing/2014/main" id="{2AA4966C-C382-C089-1C17-C452695080D8}"/>
              </a:ext>
            </a:extLst>
          </p:cNvPr>
          <p:cNvSpPr txBox="1"/>
          <p:nvPr/>
        </p:nvSpPr>
        <p:spPr>
          <a:xfrm>
            <a:off x="1310353" y="6016666"/>
            <a:ext cx="85443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100" dirty="0">
                <a:solidFill>
                  <a:schemeClr val="accent1"/>
                </a:solidFill>
              </a:rPr>
              <a:t>下一页</a:t>
            </a:r>
          </a:p>
        </p:txBody>
      </p:sp>
      <p:grpSp>
        <p:nvGrpSpPr>
          <p:cNvPr id="91" name="!! 蓝牙">
            <a:extLst>
              <a:ext uri="{FF2B5EF4-FFF2-40B4-BE49-F238E27FC236}">
                <a16:creationId xmlns:a16="http://schemas.microsoft.com/office/drawing/2014/main" id="{B0ADB510-9123-BB1F-BE07-5FE0B1CF0312}"/>
              </a:ext>
            </a:extLst>
          </p:cNvPr>
          <p:cNvGrpSpPr/>
          <p:nvPr/>
        </p:nvGrpSpPr>
        <p:grpSpPr>
          <a:xfrm>
            <a:off x="462453" y="2846581"/>
            <a:ext cx="2552892" cy="457924"/>
            <a:chOff x="462452" y="2059603"/>
            <a:chExt cx="2552892" cy="457924"/>
          </a:xfrm>
        </p:grpSpPr>
        <p:sp>
          <p:nvSpPr>
            <p:cNvPr id="92" name="!! 未选中">
              <a:hlinkClick r:id="rId40" action="ppaction://hlinksldjump"/>
              <a:extLst>
                <a:ext uri="{FF2B5EF4-FFF2-40B4-BE49-F238E27FC236}">
                  <a16:creationId xmlns:a16="http://schemas.microsoft.com/office/drawing/2014/main" id="{89391D2B-EAEF-6175-A72A-2841CD77F73F}"/>
                </a:ext>
              </a:extLst>
            </p:cNvPr>
            <p:cNvSpPr/>
            <p:nvPr/>
          </p:nvSpPr>
          <p:spPr>
            <a:xfrm>
              <a:off x="462452" y="2059603"/>
              <a:ext cx="2552892" cy="457924"/>
            </a:xfrm>
            <a:prstGeom prst="roundRect">
              <a:avLst>
                <a:gd name="adj" fmla="val 22880"/>
              </a:avLst>
            </a:prstGeom>
            <a:solidFill>
              <a:schemeClr val="bg2"/>
            </a:solidFill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1998" defTabSz="914377">
                <a:defRPr/>
              </a:pPr>
              <a:r>
                <a:rPr lang="zh-CN" altLang="en-US" sz="1400" dirty="0">
                  <a:solidFill>
                    <a:schemeClr val="tx1">
                      <a:lumMod val="90000"/>
                      <a:lumOff val="10000"/>
                    </a:schemeClr>
                  </a:solidFill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      蓝牙</a:t>
              </a:r>
            </a:p>
          </p:txBody>
        </p:sp>
        <p:pic>
          <p:nvPicPr>
            <p:cNvPr id="93" name="图形 92">
              <a:extLst>
                <a:ext uri="{FF2B5EF4-FFF2-40B4-BE49-F238E27FC236}">
                  <a16:creationId xmlns:a16="http://schemas.microsoft.com/office/drawing/2014/main" id="{59AE67C7-272A-3D8E-B102-7D7AFA88C838}"/>
                </a:ext>
              </a:extLst>
            </p:cNvPr>
            <p:cNvPicPr>
              <a:picLocks noChangeAspect="1"/>
            </p:cNvPicPr>
            <p:nvPr/>
          </p:nvPicPr>
          <p:blipFill>
            <a:blip r:embed="rId41">
              <a:extLst>
                <a:ext uri="{96DAC541-7B7A-43D3-8B79-37D633B846F1}">
                  <asvg:svgBlip xmlns:asvg="http://schemas.microsoft.com/office/drawing/2016/SVG/main" r:embed="rId42"/>
                </a:ext>
              </a:extLst>
            </a:blip>
            <a:stretch>
              <a:fillRect/>
            </a:stretch>
          </p:blipFill>
          <p:spPr>
            <a:xfrm>
              <a:off x="600851" y="2174279"/>
              <a:ext cx="237166" cy="237166"/>
            </a:xfrm>
            <a:prstGeom prst="rect">
              <a:avLst/>
            </a:prstGeom>
          </p:spPr>
        </p:pic>
      </p:grpSp>
      <p:grpSp>
        <p:nvGrpSpPr>
          <p:cNvPr id="94" name="!! WLAN">
            <a:extLst>
              <a:ext uri="{FF2B5EF4-FFF2-40B4-BE49-F238E27FC236}">
                <a16:creationId xmlns:a16="http://schemas.microsoft.com/office/drawing/2014/main" id="{71660BC5-AA68-813B-C330-F5870EB4A355}"/>
              </a:ext>
            </a:extLst>
          </p:cNvPr>
          <p:cNvGrpSpPr/>
          <p:nvPr/>
        </p:nvGrpSpPr>
        <p:grpSpPr>
          <a:xfrm>
            <a:off x="462453" y="2282631"/>
            <a:ext cx="2552892" cy="457924"/>
            <a:chOff x="462452" y="1495653"/>
            <a:chExt cx="2552892" cy="457924"/>
          </a:xfrm>
        </p:grpSpPr>
        <p:grpSp>
          <p:nvGrpSpPr>
            <p:cNvPr id="95" name="!! WLAN">
              <a:extLst>
                <a:ext uri="{FF2B5EF4-FFF2-40B4-BE49-F238E27FC236}">
                  <a16:creationId xmlns:a16="http://schemas.microsoft.com/office/drawing/2014/main" id="{8BFB0575-FFD8-C9EF-9715-631F2773FBA2}"/>
                </a:ext>
              </a:extLst>
            </p:cNvPr>
            <p:cNvGrpSpPr/>
            <p:nvPr/>
          </p:nvGrpSpPr>
          <p:grpSpPr>
            <a:xfrm>
              <a:off x="462452" y="1495653"/>
              <a:ext cx="2552892" cy="457924"/>
              <a:chOff x="462452" y="1495653"/>
              <a:chExt cx="2552892" cy="457924"/>
            </a:xfrm>
          </p:grpSpPr>
          <p:sp>
            <p:nvSpPr>
              <p:cNvPr id="97" name="!! 未选中">
                <a:hlinkClick r:id="rId43" action="ppaction://hlinksldjump"/>
                <a:extLst>
                  <a:ext uri="{FF2B5EF4-FFF2-40B4-BE49-F238E27FC236}">
                    <a16:creationId xmlns:a16="http://schemas.microsoft.com/office/drawing/2014/main" id="{736DCDCC-387D-C76F-37EB-C1C103315043}"/>
                  </a:ext>
                </a:extLst>
              </p:cNvPr>
              <p:cNvSpPr/>
              <p:nvPr/>
            </p:nvSpPr>
            <p:spPr>
              <a:xfrm>
                <a:off x="462452" y="1495653"/>
                <a:ext cx="2552892" cy="457924"/>
              </a:xfrm>
              <a:prstGeom prst="roundRect">
                <a:avLst>
                  <a:gd name="adj" fmla="val 22880"/>
                </a:avLst>
              </a:prstGeom>
              <a:solidFill>
                <a:schemeClr val="bg2"/>
              </a:solidFill>
              <a:ln w="6350"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71998" defTabSz="914377">
                  <a:defRPr/>
                </a:pPr>
                <a:r>
                  <a:rPr lang="zh-CN" altLang="en-US" sz="1400" dirty="0">
                    <a:solidFill>
                      <a:schemeClr val="tx1">
                        <a:lumMod val="90000"/>
                        <a:lumOff val="10000"/>
                      </a:schemeClr>
                    </a:solidFill>
                    <a:latin typeface="vivo Sans Light" panose="02000400000000000000" pitchFamily="2" charset="-122"/>
                    <a:ea typeface="vivo Sans Light" panose="02000400000000000000" pitchFamily="2" charset="-122"/>
                    <a:cs typeface="vivo Sans Light" panose="02000400000000000000" pitchFamily="2" charset="-122"/>
                  </a:rPr>
                  <a:t>      无线局域网</a:t>
                </a:r>
              </a:p>
            </p:txBody>
          </p:sp>
          <p:pic>
            <p:nvPicPr>
              <p:cNvPr id="98" name="icon">
                <a:extLst>
                  <a:ext uri="{FF2B5EF4-FFF2-40B4-BE49-F238E27FC236}">
                    <a16:creationId xmlns:a16="http://schemas.microsoft.com/office/drawing/2014/main" id="{C6EC0ABE-1EF0-3073-331C-0164EFCD4F6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4">
                <a:extLst>
                  <a:ext uri="{96DAC541-7B7A-43D3-8B79-37D633B846F1}">
                    <asvg:svgBlip xmlns:asvg="http://schemas.microsoft.com/office/drawing/2016/SVG/main" r:embed="rId45"/>
                  </a:ext>
                </a:extLst>
              </a:blip>
              <a:srcRect/>
              <a:stretch/>
            </p:blipFill>
            <p:spPr>
              <a:xfrm>
                <a:off x="638475" y="1636367"/>
                <a:ext cx="169842" cy="169842"/>
              </a:xfrm>
              <a:prstGeom prst="rect">
                <a:avLst/>
              </a:prstGeom>
            </p:spPr>
          </p:pic>
        </p:grpSp>
        <p:pic>
          <p:nvPicPr>
            <p:cNvPr id="96" name="图形 95">
              <a:extLst>
                <a:ext uri="{FF2B5EF4-FFF2-40B4-BE49-F238E27FC236}">
                  <a16:creationId xmlns:a16="http://schemas.microsoft.com/office/drawing/2014/main" id="{9EAC5F70-1E91-4B7B-49EF-4D302BC810D9}"/>
                </a:ext>
              </a:extLst>
            </p:cNvPr>
            <p:cNvPicPr>
              <a:picLocks noChangeAspect="1"/>
            </p:cNvPicPr>
            <p:nvPr/>
          </p:nvPicPr>
          <p:blipFill>
            <a:blip r:embed="rId46">
              <a:extLst>
                <a:ext uri="{96DAC541-7B7A-43D3-8B79-37D633B846F1}">
                  <asvg:svgBlip xmlns:asvg="http://schemas.microsoft.com/office/drawing/2016/SVG/main" r:embed="rId47"/>
                </a:ext>
              </a:extLst>
            </a:blip>
            <a:stretch>
              <a:fillRect/>
            </a:stretch>
          </p:blipFill>
          <p:spPr>
            <a:xfrm>
              <a:off x="600489" y="1593839"/>
              <a:ext cx="245452" cy="245452"/>
            </a:xfrm>
            <a:prstGeom prst="rect">
              <a:avLst/>
            </a:prstGeom>
          </p:spPr>
        </p:pic>
      </p:grpSp>
      <p:grpSp>
        <p:nvGrpSpPr>
          <p:cNvPr id="99" name="!! 关于">
            <a:extLst>
              <a:ext uri="{FF2B5EF4-FFF2-40B4-BE49-F238E27FC236}">
                <a16:creationId xmlns:a16="http://schemas.microsoft.com/office/drawing/2014/main" id="{F8A5B3B7-EBDF-6FFE-6E26-BE4BE1866061}"/>
              </a:ext>
            </a:extLst>
          </p:cNvPr>
          <p:cNvGrpSpPr/>
          <p:nvPr/>
        </p:nvGrpSpPr>
        <p:grpSpPr>
          <a:xfrm>
            <a:off x="461126" y="5442791"/>
            <a:ext cx="2552892" cy="457924"/>
            <a:chOff x="453977" y="4076722"/>
            <a:chExt cx="2552892" cy="457924"/>
          </a:xfrm>
        </p:grpSpPr>
        <p:sp>
          <p:nvSpPr>
            <p:cNvPr id="100" name="!! 未选中">
              <a:hlinkClick r:id="rId48" action="ppaction://hlinksldjump"/>
              <a:extLst>
                <a:ext uri="{FF2B5EF4-FFF2-40B4-BE49-F238E27FC236}">
                  <a16:creationId xmlns:a16="http://schemas.microsoft.com/office/drawing/2014/main" id="{3C93B54F-63AB-DAB7-B388-2DE8C9111A4C}"/>
                </a:ext>
              </a:extLst>
            </p:cNvPr>
            <p:cNvSpPr/>
            <p:nvPr/>
          </p:nvSpPr>
          <p:spPr>
            <a:xfrm>
              <a:off x="453977" y="4076722"/>
              <a:ext cx="2552892" cy="457924"/>
            </a:xfrm>
            <a:prstGeom prst="roundRect">
              <a:avLst>
                <a:gd name="adj" fmla="val 22880"/>
              </a:avLst>
            </a:prstGeom>
            <a:solidFill>
              <a:schemeClr val="bg2"/>
            </a:solidFill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1998" defTabSz="914377">
                <a:defRPr/>
              </a:pPr>
              <a:r>
                <a:rPr lang="zh-CN" altLang="en-US" sz="1400" dirty="0">
                  <a:solidFill>
                    <a:schemeClr val="tx1">
                      <a:lumMod val="90000"/>
                      <a:lumOff val="10000"/>
                    </a:schemeClr>
                  </a:solidFill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      关于此</a:t>
              </a:r>
              <a:r>
                <a:rPr lang="en-US" altLang="zh-CN" sz="1400" dirty="0">
                  <a:solidFill>
                    <a:schemeClr val="tx1">
                      <a:lumMod val="90000"/>
                      <a:lumOff val="10000"/>
                    </a:schemeClr>
                  </a:solidFill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Pad</a:t>
              </a:r>
              <a:endParaRPr lang="zh-CN" altLang="en-US" sz="1400" dirty="0">
                <a:solidFill>
                  <a:schemeClr val="tx1">
                    <a:lumMod val="90000"/>
                    <a:lumOff val="10000"/>
                  </a:schemeClr>
                </a:solidFill>
                <a:latin typeface="vivo Sans Light" panose="02000400000000000000" pitchFamily="2" charset="-122"/>
                <a:ea typeface="vivo Sans Light" panose="02000400000000000000" pitchFamily="2" charset="-122"/>
                <a:cs typeface="vivo Sans Light" panose="02000400000000000000" pitchFamily="2" charset="-122"/>
              </a:endParaRPr>
            </a:p>
          </p:txBody>
        </p:sp>
        <p:pic>
          <p:nvPicPr>
            <p:cNvPr id="101" name="图形 100">
              <a:extLst>
                <a:ext uri="{FF2B5EF4-FFF2-40B4-BE49-F238E27FC236}">
                  <a16:creationId xmlns:a16="http://schemas.microsoft.com/office/drawing/2014/main" id="{BE3C7242-B937-C0CE-ABB8-DF843A10462D}"/>
                </a:ext>
              </a:extLst>
            </p:cNvPr>
            <p:cNvPicPr>
              <a:picLocks noChangeAspect="1"/>
            </p:cNvPicPr>
            <p:nvPr/>
          </p:nvPicPr>
          <p:blipFill>
            <a:blip r:embed="rId49">
              <a:extLst>
                <a:ext uri="{96DAC541-7B7A-43D3-8B79-37D633B846F1}">
                  <asvg:svgBlip xmlns:asvg="http://schemas.microsoft.com/office/drawing/2016/SVG/main" r:embed="rId50"/>
                </a:ext>
              </a:extLst>
            </a:blip>
            <a:stretch>
              <a:fillRect/>
            </a:stretch>
          </p:blipFill>
          <p:spPr>
            <a:xfrm flipV="1">
              <a:off x="599323" y="4190280"/>
              <a:ext cx="238694" cy="238694"/>
            </a:xfrm>
            <a:prstGeom prst="rect">
              <a:avLst/>
            </a:prstGeom>
          </p:spPr>
        </p:pic>
      </p:grpSp>
      <p:grpSp>
        <p:nvGrpSpPr>
          <p:cNvPr id="102" name="!! 保护">
            <a:extLst>
              <a:ext uri="{FF2B5EF4-FFF2-40B4-BE49-F238E27FC236}">
                <a16:creationId xmlns:a16="http://schemas.microsoft.com/office/drawing/2014/main" id="{58F5CFD3-9416-0D91-F09F-29444337F31B}"/>
              </a:ext>
            </a:extLst>
          </p:cNvPr>
          <p:cNvGrpSpPr/>
          <p:nvPr/>
        </p:nvGrpSpPr>
        <p:grpSpPr>
          <a:xfrm>
            <a:off x="461126" y="4868915"/>
            <a:ext cx="2552892" cy="457924"/>
            <a:chOff x="462453" y="2623554"/>
            <a:chExt cx="2552892" cy="457924"/>
          </a:xfrm>
        </p:grpSpPr>
        <p:sp>
          <p:nvSpPr>
            <p:cNvPr id="103" name="!! 未选中">
              <a:hlinkClick r:id="rId51" action="ppaction://hlinksldjump"/>
              <a:extLst>
                <a:ext uri="{FF2B5EF4-FFF2-40B4-BE49-F238E27FC236}">
                  <a16:creationId xmlns:a16="http://schemas.microsoft.com/office/drawing/2014/main" id="{A7ECEAF3-6425-ED9A-353E-C0131A50059E}"/>
                </a:ext>
              </a:extLst>
            </p:cNvPr>
            <p:cNvSpPr/>
            <p:nvPr/>
          </p:nvSpPr>
          <p:spPr>
            <a:xfrm>
              <a:off x="462453" y="2623554"/>
              <a:ext cx="2552892" cy="457924"/>
            </a:xfrm>
            <a:prstGeom prst="roundRect">
              <a:avLst>
                <a:gd name="adj" fmla="val 22880"/>
              </a:avLst>
            </a:prstGeom>
            <a:solidFill>
              <a:schemeClr val="bg2"/>
            </a:solidFill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1998" defTabSz="914377">
                <a:defRPr/>
              </a:pPr>
              <a:r>
                <a:rPr lang="zh-CN" altLang="en-US" sz="1400" dirty="0">
                  <a:solidFill>
                    <a:schemeClr val="tx1">
                      <a:lumMod val="90000"/>
                      <a:lumOff val="10000"/>
                    </a:schemeClr>
                  </a:solidFill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      设备安全性</a:t>
              </a:r>
            </a:p>
          </p:txBody>
        </p:sp>
        <p:grpSp>
          <p:nvGrpSpPr>
            <p:cNvPr id="104" name="组合 103">
              <a:extLst>
                <a:ext uri="{FF2B5EF4-FFF2-40B4-BE49-F238E27FC236}">
                  <a16:creationId xmlns:a16="http://schemas.microsoft.com/office/drawing/2014/main" id="{72F9E772-75C3-C730-CA17-82AAFD29F87D}"/>
                </a:ext>
              </a:extLst>
            </p:cNvPr>
            <p:cNvGrpSpPr/>
            <p:nvPr/>
          </p:nvGrpSpPr>
          <p:grpSpPr>
            <a:xfrm>
              <a:off x="600851" y="2735577"/>
              <a:ext cx="245090" cy="245090"/>
              <a:chOff x="3449581" y="2374787"/>
              <a:chExt cx="263638" cy="263638"/>
            </a:xfrm>
          </p:grpSpPr>
          <p:sp>
            <p:nvSpPr>
              <p:cNvPr id="105" name="椭圆 104">
                <a:extLst>
                  <a:ext uri="{FF2B5EF4-FFF2-40B4-BE49-F238E27FC236}">
                    <a16:creationId xmlns:a16="http://schemas.microsoft.com/office/drawing/2014/main" id="{3F42BECB-1BFE-3743-D450-BC1854B7E2C0}"/>
                  </a:ext>
                </a:extLst>
              </p:cNvPr>
              <p:cNvSpPr/>
              <p:nvPr/>
            </p:nvSpPr>
            <p:spPr>
              <a:xfrm>
                <a:off x="3449581" y="2374787"/>
                <a:ext cx="263638" cy="263638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106" name="icon">
                <a:extLst>
                  <a:ext uri="{FF2B5EF4-FFF2-40B4-BE49-F238E27FC236}">
                    <a16:creationId xmlns:a16="http://schemas.microsoft.com/office/drawing/2014/main" id="{B1CF0C67-1C9E-FDE6-B6CA-BF59FAEE3E9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2">
                <a:extLst>
                  <a:ext uri="{96DAC541-7B7A-43D3-8B79-37D633B846F1}">
                    <asvg:svgBlip xmlns:asvg="http://schemas.microsoft.com/office/drawing/2016/SVG/main" r:embed="rId53"/>
                  </a:ext>
                </a:extLst>
              </a:blip>
              <a:srcRect/>
              <a:stretch/>
            </p:blipFill>
            <p:spPr>
              <a:xfrm>
                <a:off x="3513869" y="2435878"/>
                <a:ext cx="143060" cy="143060"/>
              </a:xfrm>
              <a:prstGeom prst="rect">
                <a:avLst/>
              </a:prstGeom>
            </p:spPr>
          </p:pic>
        </p:grpSp>
      </p:grpSp>
      <p:grpSp>
        <p:nvGrpSpPr>
          <p:cNvPr id="107" name="组合 106">
            <a:extLst>
              <a:ext uri="{FF2B5EF4-FFF2-40B4-BE49-F238E27FC236}">
                <a16:creationId xmlns:a16="http://schemas.microsoft.com/office/drawing/2014/main" id="{4F11BBDB-8AFC-727E-7E24-3DDBA687656C}"/>
              </a:ext>
            </a:extLst>
          </p:cNvPr>
          <p:cNvGrpSpPr/>
          <p:nvPr/>
        </p:nvGrpSpPr>
        <p:grpSpPr>
          <a:xfrm>
            <a:off x="461126" y="1123111"/>
            <a:ext cx="2552892" cy="756471"/>
            <a:chOff x="461125" y="1123110"/>
            <a:chExt cx="2552892" cy="756471"/>
          </a:xfrm>
        </p:grpSpPr>
        <p:sp>
          <p:nvSpPr>
            <p:cNvPr id="108" name="矩形: 圆角 107">
              <a:hlinkClick r:id="rId54" action="ppaction://hlinksldjump"/>
              <a:extLst>
                <a:ext uri="{FF2B5EF4-FFF2-40B4-BE49-F238E27FC236}">
                  <a16:creationId xmlns:a16="http://schemas.microsoft.com/office/drawing/2014/main" id="{F0BC4A1C-9ABE-1F8F-32F2-7885558A3598}"/>
                </a:ext>
              </a:extLst>
            </p:cNvPr>
            <p:cNvSpPr/>
            <p:nvPr/>
          </p:nvSpPr>
          <p:spPr>
            <a:xfrm>
              <a:off x="461125" y="1123110"/>
              <a:ext cx="2552892" cy="756471"/>
            </a:xfrm>
            <a:prstGeom prst="roundRect">
              <a:avLst>
                <a:gd name="adj" fmla="val 13695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9" name="文本框 108">
              <a:extLst>
                <a:ext uri="{FF2B5EF4-FFF2-40B4-BE49-F238E27FC236}">
                  <a16:creationId xmlns:a16="http://schemas.microsoft.com/office/drawing/2014/main" id="{9A38B007-B74D-11E8-69A0-2941DB0228FA}"/>
                </a:ext>
              </a:extLst>
            </p:cNvPr>
            <p:cNvSpPr txBox="1"/>
            <p:nvPr/>
          </p:nvSpPr>
          <p:spPr>
            <a:xfrm>
              <a:off x="1119456" y="1283470"/>
              <a:ext cx="161993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dirty="0">
                  <a:latin typeface="+mn-ea"/>
                  <a:cs typeface="vivo Sans Light" panose="02000400000000000000" pitchFamily="2" charset="-122"/>
                </a:rPr>
                <a:t>雨夌</a:t>
              </a:r>
            </a:p>
          </p:txBody>
        </p:sp>
        <p:sp>
          <p:nvSpPr>
            <p:cNvPr id="110" name="文本框 109">
              <a:extLst>
                <a:ext uri="{FF2B5EF4-FFF2-40B4-BE49-F238E27FC236}">
                  <a16:creationId xmlns:a16="http://schemas.microsoft.com/office/drawing/2014/main" id="{46711E2E-75F8-C0D5-646C-8E23440355FB}"/>
                </a:ext>
              </a:extLst>
            </p:cNvPr>
            <p:cNvSpPr txBox="1"/>
            <p:nvPr/>
          </p:nvSpPr>
          <p:spPr>
            <a:xfrm>
              <a:off x="1119456" y="1497658"/>
              <a:ext cx="161993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000" dirty="0">
                  <a:solidFill>
                    <a:schemeClr val="bg1">
                      <a:lumMod val="75000"/>
                    </a:schemeClr>
                  </a:solidFill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管理你的云账户</a:t>
              </a:r>
            </a:p>
          </p:txBody>
        </p:sp>
        <p:sp>
          <p:nvSpPr>
            <p:cNvPr id="111" name="!! 头像框">
              <a:extLst>
                <a:ext uri="{FF2B5EF4-FFF2-40B4-BE49-F238E27FC236}">
                  <a16:creationId xmlns:a16="http://schemas.microsoft.com/office/drawing/2014/main" id="{5E474141-D449-04E0-83F1-42F8ADD6CC24}"/>
                </a:ext>
              </a:extLst>
            </p:cNvPr>
            <p:cNvSpPr/>
            <p:nvPr/>
          </p:nvSpPr>
          <p:spPr>
            <a:xfrm>
              <a:off x="638475" y="1267548"/>
              <a:ext cx="463636" cy="463636"/>
            </a:xfrm>
            <a:prstGeom prst="ellipse">
              <a:avLst/>
            </a:prstGeom>
            <a:blipFill>
              <a:blip r:embed="rId55"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77">
                <a:defRPr/>
              </a:pPr>
              <a:endParaRPr lang="zh-CN" altLang="en-US">
                <a:solidFill>
                  <a:srgbClr val="F5F5F5"/>
                </a:solidFill>
                <a:latin typeface="vivo Sans"/>
                <a:ea typeface="vivo San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63576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9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1" nodeType="clickEffect">
                                  <p:stCondLst>
                                    <p:cond delay="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15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15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xit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15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0" presetClass="exit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15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0" presetClass="exit" presetSubtype="0" fill="hold" grpId="1" nodeType="withEffect">
                                  <p:stCondLst>
                                    <p:cond delay="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15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0" presetClass="exit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15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0" presetClass="exit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15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0" presetClass="exit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15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35" presetClass="path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30" dur="33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1" presetID="35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32" dur="33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3" presetID="35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34" dur="33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5" presetID="35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36" dur="33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7" presetID="35" presetClass="path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38" dur="33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9" presetID="35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40" dur="33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1" presetID="35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42" dur="33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35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44" dur="33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5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5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5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63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5 0 E" pathEditMode="fixed" ptsTypes="">
                                      <p:cBhvr>
                                        <p:cTn id="58" dur="330" spd="-1000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9" presetID="63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5 0 E" pathEditMode="fixed" ptsTypes="">
                                      <p:cBhvr>
                                        <p:cTn id="60" dur="330" spd="-100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1" presetID="63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5 0 E" pathEditMode="fixed" ptsTypes="">
                                      <p:cBhvr>
                                        <p:cTn id="62" dur="330" spd="-100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3" presetID="63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5 0 E" pathEditMode="fixed" ptsTypes="">
                                      <p:cBhvr>
                                        <p:cTn id="64" dur="330" spd="-100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3" nodeType="click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5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5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15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15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3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15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5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15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15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35" presetClass="path" presetSubtype="0" decel="10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92" dur="330" spd="-1000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3" presetID="35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94" dur="330" spd="-1000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5" presetID="35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96" dur="330" spd="-1000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7" presetID="35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98" dur="330" spd="-1000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9" presetID="35" presetClass="path" presetSubtype="0" decel="10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100" dur="330" spd="-1000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1" presetID="35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102" dur="330" spd="-1000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3" presetID="35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104" dur="330" spd="-1000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5" presetID="35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106" dur="330" spd="-1000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7" presetID="10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8" dur="15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1" dur="15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4" dur="15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7" dur="1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63" presetClass="path" presetSubtype="0" decel="10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5 0 E" pathEditMode="relative" ptsTypes="">
                                      <p:cBhvr>
                                        <p:cTn id="120" dur="33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1" presetID="63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5 0 E" pathEditMode="relative" ptsTypes="">
                                      <p:cBhvr>
                                        <p:cTn id="122" dur="33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3" presetID="63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5 0 E" pathEditMode="relative" ptsTypes="">
                                      <p:cBhvr>
                                        <p:cTn id="124" dur="33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5" presetID="63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5 0 E" pathEditMode="relative" ptsTypes="">
                                      <p:cBhvr>
                                        <p:cTn id="126" dur="33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0"/>
                  </p:tgtEl>
                </p:cond>
              </p:nextCondLst>
            </p:seq>
          </p:childTnLst>
        </p:cTn>
      </p:par>
    </p:tnLst>
    <p:bldLst>
      <p:bldP spid="79" grpId="0"/>
      <p:bldP spid="79" grpId="1"/>
      <p:bldP spid="79" grpId="2"/>
      <p:bldP spid="79" grpId="3"/>
      <p:bldP spid="80" grpId="0"/>
      <p:bldP spid="80" grpId="1"/>
      <p:bldP spid="80" grpId="2"/>
      <p:bldP spid="80" grpId="3"/>
      <p:bldP spid="81" grpId="0"/>
      <p:bldP spid="81" grpId="1"/>
      <p:bldP spid="81" grpId="2"/>
      <p:bldP spid="81" grpId="3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B421DD-97C7-978C-7D0A-024084B04B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!! 背景板">
            <a:extLst>
              <a:ext uri="{FF2B5EF4-FFF2-40B4-BE49-F238E27FC236}">
                <a16:creationId xmlns:a16="http://schemas.microsoft.com/office/drawing/2014/main" id="{A56BAF14-1D4A-E8F6-AD0F-C40EF16D6780}"/>
              </a:ext>
            </a:extLst>
          </p:cNvPr>
          <p:cNvSpPr/>
          <p:nvPr/>
        </p:nvSpPr>
        <p:spPr>
          <a:xfrm>
            <a:off x="-10160" y="0"/>
            <a:ext cx="12192000" cy="6858000"/>
          </a:xfrm>
          <a:prstGeom prst="rect">
            <a:avLst/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>
              <a:defRPr/>
            </a:pPr>
            <a:endParaRPr lang="zh-CN" altLang="en-US" dirty="0">
              <a:solidFill>
                <a:srgbClr val="F5F5F5"/>
              </a:solidFill>
              <a:latin typeface="vivo Sans"/>
              <a:ea typeface="vivo Sans"/>
            </a:endParaRPr>
          </a:p>
        </p:txBody>
      </p:sp>
      <p:grpSp>
        <p:nvGrpSpPr>
          <p:cNvPr id="25" name="!! 大标题">
            <a:extLst>
              <a:ext uri="{FF2B5EF4-FFF2-40B4-BE49-F238E27FC236}">
                <a16:creationId xmlns:a16="http://schemas.microsoft.com/office/drawing/2014/main" id="{9382B56B-9E34-FE94-3BC5-CCFFB282F78B}"/>
              </a:ext>
            </a:extLst>
          </p:cNvPr>
          <p:cNvGrpSpPr/>
          <p:nvPr/>
        </p:nvGrpSpPr>
        <p:grpSpPr>
          <a:xfrm>
            <a:off x="462457" y="484334"/>
            <a:ext cx="796551" cy="461665"/>
            <a:chOff x="3079753" y="1375827"/>
            <a:chExt cx="673782" cy="461665"/>
          </a:xfrm>
        </p:grpSpPr>
        <p:sp>
          <p:nvSpPr>
            <p:cNvPr id="27" name="!! 标题符">
              <a:extLst>
                <a:ext uri="{FF2B5EF4-FFF2-40B4-BE49-F238E27FC236}">
                  <a16:creationId xmlns:a16="http://schemas.microsoft.com/office/drawing/2014/main" id="{63E57AD6-490F-377D-54D5-237FFA359CA8}"/>
                </a:ext>
              </a:extLst>
            </p:cNvPr>
            <p:cNvSpPr/>
            <p:nvPr/>
          </p:nvSpPr>
          <p:spPr>
            <a:xfrm>
              <a:off x="3146905" y="1685496"/>
              <a:ext cx="551700" cy="1255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defTabSz="457189">
                <a:defRPr/>
              </a:pPr>
              <a:endParaRPr lang="zh-CN" altLang="en-US">
                <a:solidFill>
                  <a:srgbClr val="FFFFFF"/>
                </a:solidFill>
                <a:latin typeface="OPPOSans R"/>
                <a:ea typeface="OPPOSans R"/>
              </a:endParaRPr>
            </a:p>
          </p:txBody>
        </p:sp>
        <p:sp>
          <p:nvSpPr>
            <p:cNvPr id="28" name="!! 标题">
              <a:extLst>
                <a:ext uri="{FF2B5EF4-FFF2-40B4-BE49-F238E27FC236}">
                  <a16:creationId xmlns:a16="http://schemas.microsoft.com/office/drawing/2014/main" id="{180C5EE0-8C6B-43E4-BA93-38D12FC63B72}"/>
                </a:ext>
              </a:extLst>
            </p:cNvPr>
            <p:cNvSpPr txBox="1"/>
            <p:nvPr/>
          </p:nvSpPr>
          <p:spPr>
            <a:xfrm>
              <a:off x="3079753" y="1375827"/>
              <a:ext cx="67378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457189">
                <a:defRPr/>
              </a:pPr>
              <a:r>
                <a:rPr lang="zh-CN" altLang="en-US" sz="2400" dirty="0">
                  <a:solidFill>
                    <a:srgbClr val="000000">
                      <a:lumMod val="75000"/>
                      <a:lumOff val="25000"/>
                    </a:srgbClr>
                  </a:solidFill>
                  <a:latin typeface="vivo Sans Medium"/>
                  <a:ea typeface="vivo Sans Medium"/>
                </a:rPr>
                <a:t>设置</a:t>
              </a:r>
            </a:p>
          </p:txBody>
        </p:sp>
      </p:grpSp>
      <p:sp>
        <p:nvSpPr>
          <p:cNvPr id="2" name="!! 二级背景">
            <a:extLst>
              <a:ext uri="{FF2B5EF4-FFF2-40B4-BE49-F238E27FC236}">
                <a16:creationId xmlns:a16="http://schemas.microsoft.com/office/drawing/2014/main" id="{F130E5F1-A2AA-3574-B6C4-7E166BDCD16B}"/>
              </a:ext>
            </a:extLst>
          </p:cNvPr>
          <p:cNvSpPr/>
          <p:nvPr/>
        </p:nvSpPr>
        <p:spPr>
          <a:xfrm>
            <a:off x="3594541" y="0"/>
            <a:ext cx="8597460" cy="6858000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>
              <a:defRPr/>
            </a:pPr>
            <a:endParaRPr lang="zh-CN" altLang="en-US">
              <a:solidFill>
                <a:srgbClr val="F5F5F5"/>
              </a:solidFill>
              <a:latin typeface="vivo Sans"/>
              <a:ea typeface="vivo Sans"/>
            </a:endParaRPr>
          </a:p>
        </p:txBody>
      </p:sp>
      <p:grpSp>
        <p:nvGrpSpPr>
          <p:cNvPr id="3" name="!! 关闭按钮">
            <a:extLst>
              <a:ext uri="{FF2B5EF4-FFF2-40B4-BE49-F238E27FC236}">
                <a16:creationId xmlns:a16="http://schemas.microsoft.com/office/drawing/2014/main" id="{2026EEC2-2D4A-9ADC-123F-4414E55500B9}"/>
              </a:ext>
            </a:extLst>
          </p:cNvPr>
          <p:cNvGrpSpPr/>
          <p:nvPr/>
        </p:nvGrpSpPr>
        <p:grpSpPr>
          <a:xfrm>
            <a:off x="2757496" y="569913"/>
            <a:ext cx="290511" cy="290511"/>
            <a:chOff x="2328464" y="3107859"/>
            <a:chExt cx="583223" cy="583223"/>
          </a:xfrm>
        </p:grpSpPr>
        <p:sp>
          <p:nvSpPr>
            <p:cNvPr id="4" name="矩形: 圆角 3">
              <a:hlinkClick r:id="rId3" action="ppaction://hlinksldjump"/>
              <a:extLst>
                <a:ext uri="{FF2B5EF4-FFF2-40B4-BE49-F238E27FC236}">
                  <a16:creationId xmlns:a16="http://schemas.microsoft.com/office/drawing/2014/main" id="{35BC2EB2-1E52-E147-3D74-B18B028A529F}"/>
                </a:ext>
              </a:extLst>
            </p:cNvPr>
            <p:cNvSpPr/>
            <p:nvPr/>
          </p:nvSpPr>
          <p:spPr>
            <a:xfrm>
              <a:off x="2328464" y="3107859"/>
              <a:ext cx="583223" cy="583223"/>
            </a:xfrm>
            <a:prstGeom prst="roundRect">
              <a:avLst>
                <a:gd name="adj" fmla="val 20771"/>
              </a:avLst>
            </a:prstGeom>
            <a:solidFill>
              <a:schemeClr val="bg2"/>
            </a:solidFill>
            <a:ln>
              <a:noFill/>
            </a:ln>
            <a:effectLst>
              <a:outerShdw blurRad="127000" sx="101000" sy="101000" algn="c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77">
                <a:defRPr/>
              </a:pPr>
              <a:endParaRPr lang="zh-CN" altLang="en-US">
                <a:solidFill>
                  <a:srgbClr val="F5F5F5"/>
                </a:solidFill>
                <a:latin typeface="vivo Sans"/>
                <a:ea typeface="vivo Sans"/>
              </a:endParaRPr>
            </a:p>
          </p:txBody>
        </p:sp>
        <p:pic>
          <p:nvPicPr>
            <p:cNvPr id="5" name="图形 4">
              <a:extLst>
                <a:ext uri="{FF2B5EF4-FFF2-40B4-BE49-F238E27FC236}">
                  <a16:creationId xmlns:a16="http://schemas.microsoft.com/office/drawing/2014/main" id="{6F4B07EE-2D05-959D-E765-26290531B63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/>
          </p:blipFill>
          <p:spPr>
            <a:xfrm>
              <a:off x="2375480" y="3154875"/>
              <a:ext cx="489196" cy="489196"/>
            </a:xfrm>
            <a:prstGeom prst="rect">
              <a:avLst/>
            </a:prstGeom>
          </p:spPr>
        </p:pic>
      </p:grpSp>
      <p:grpSp>
        <p:nvGrpSpPr>
          <p:cNvPr id="22" name="!! 关闭按钮">
            <a:extLst>
              <a:ext uri="{FF2B5EF4-FFF2-40B4-BE49-F238E27FC236}">
                <a16:creationId xmlns:a16="http://schemas.microsoft.com/office/drawing/2014/main" id="{D8C33E5D-FAF0-AF05-E67A-8EE236CD4B59}"/>
              </a:ext>
            </a:extLst>
          </p:cNvPr>
          <p:cNvGrpSpPr/>
          <p:nvPr/>
        </p:nvGrpSpPr>
        <p:grpSpPr>
          <a:xfrm>
            <a:off x="2333440" y="569913"/>
            <a:ext cx="290511" cy="290511"/>
            <a:chOff x="2328464" y="3107859"/>
            <a:chExt cx="583223" cy="583223"/>
          </a:xfrm>
        </p:grpSpPr>
        <p:sp>
          <p:nvSpPr>
            <p:cNvPr id="23" name="矩形: 圆角 22">
              <a:hlinkClick r:id="rId6" action="ppaction://hlinksldjump"/>
              <a:extLst>
                <a:ext uri="{FF2B5EF4-FFF2-40B4-BE49-F238E27FC236}">
                  <a16:creationId xmlns:a16="http://schemas.microsoft.com/office/drawing/2014/main" id="{00480CBA-74BF-F384-FDCA-1CEEE916026E}"/>
                </a:ext>
              </a:extLst>
            </p:cNvPr>
            <p:cNvSpPr/>
            <p:nvPr/>
          </p:nvSpPr>
          <p:spPr>
            <a:xfrm>
              <a:off x="2328464" y="3107859"/>
              <a:ext cx="583223" cy="583223"/>
            </a:xfrm>
            <a:prstGeom prst="roundRect">
              <a:avLst>
                <a:gd name="adj" fmla="val 20771"/>
              </a:avLst>
            </a:prstGeom>
            <a:solidFill>
              <a:schemeClr val="bg2"/>
            </a:solidFill>
            <a:ln>
              <a:noFill/>
            </a:ln>
            <a:effectLst>
              <a:outerShdw blurRad="127000" sx="101000" sy="101000" algn="c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77">
                <a:defRPr/>
              </a:pPr>
              <a:endParaRPr lang="zh-CN" altLang="en-US">
                <a:solidFill>
                  <a:srgbClr val="F5F5F5"/>
                </a:solidFill>
                <a:latin typeface="vivo Sans"/>
                <a:ea typeface="vivo Sans"/>
              </a:endParaRPr>
            </a:p>
          </p:txBody>
        </p:sp>
        <p:pic>
          <p:nvPicPr>
            <p:cNvPr id="24" name="图形 23">
              <a:extLst>
                <a:ext uri="{FF2B5EF4-FFF2-40B4-BE49-F238E27FC236}">
                  <a16:creationId xmlns:a16="http://schemas.microsoft.com/office/drawing/2014/main" id="{B76A91C1-20AC-04C8-81E8-54B3581E308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/>
          </p:blipFill>
          <p:spPr>
            <a:xfrm>
              <a:off x="2449200" y="3228595"/>
              <a:ext cx="341755" cy="341755"/>
            </a:xfrm>
            <a:prstGeom prst="rect">
              <a:avLst/>
            </a:prstGeom>
          </p:spPr>
        </p:pic>
      </p:grpSp>
      <p:grpSp>
        <p:nvGrpSpPr>
          <p:cNvPr id="49" name="返回">
            <a:extLst>
              <a:ext uri="{FF2B5EF4-FFF2-40B4-BE49-F238E27FC236}">
                <a16:creationId xmlns:a16="http://schemas.microsoft.com/office/drawing/2014/main" id="{A4A0EBBD-7BA8-2150-6E97-565F7730F280}"/>
              </a:ext>
            </a:extLst>
          </p:cNvPr>
          <p:cNvGrpSpPr/>
          <p:nvPr/>
        </p:nvGrpSpPr>
        <p:grpSpPr>
          <a:xfrm>
            <a:off x="4133691" y="519573"/>
            <a:ext cx="2667863" cy="369332"/>
            <a:chOff x="4133687" y="519573"/>
            <a:chExt cx="2667863" cy="369331"/>
          </a:xfrm>
        </p:grpSpPr>
        <p:sp>
          <p:nvSpPr>
            <p:cNvPr id="50" name="!! 副标题">
              <a:extLst>
                <a:ext uri="{FF2B5EF4-FFF2-40B4-BE49-F238E27FC236}">
                  <a16:creationId xmlns:a16="http://schemas.microsoft.com/office/drawing/2014/main" id="{F197BDE5-8202-6109-4BA6-EAECBC6246FB}"/>
                </a:ext>
              </a:extLst>
            </p:cNvPr>
            <p:cNvSpPr txBox="1"/>
            <p:nvPr/>
          </p:nvSpPr>
          <p:spPr>
            <a:xfrm>
              <a:off x="4393644" y="519573"/>
              <a:ext cx="2407906" cy="369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914377">
                <a:defRPr/>
              </a:pPr>
              <a:r>
                <a:rPr lang="zh-CN" altLang="en-US" dirty="0">
                  <a:solidFill>
                    <a:srgbClr val="181818"/>
                  </a:solidFill>
                  <a:latin typeface="vivo Sans"/>
                  <a:ea typeface="vivo Sans"/>
                </a:rPr>
                <a:t>更多连接</a:t>
              </a:r>
            </a:p>
          </p:txBody>
        </p:sp>
        <p:pic>
          <p:nvPicPr>
            <p:cNvPr id="51" name="图形 50">
              <a:extLst>
                <a:ext uri="{FF2B5EF4-FFF2-40B4-BE49-F238E27FC236}">
                  <a16:creationId xmlns:a16="http://schemas.microsoft.com/office/drawing/2014/main" id="{36E0911B-EDC7-1E00-483B-F0BFE80EDB91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4133687" y="584302"/>
              <a:ext cx="241776" cy="241776"/>
            </a:xfrm>
            <a:prstGeom prst="rect">
              <a:avLst/>
            </a:prstGeom>
          </p:spPr>
        </p:pic>
      </p:grpSp>
      <p:grpSp>
        <p:nvGrpSpPr>
          <p:cNvPr id="6" name="!! dock右">
            <a:extLst>
              <a:ext uri="{FF2B5EF4-FFF2-40B4-BE49-F238E27FC236}">
                <a16:creationId xmlns:a16="http://schemas.microsoft.com/office/drawing/2014/main" id="{30D4304C-7802-64C2-6F8E-69EF2521AD4C}"/>
              </a:ext>
            </a:extLst>
          </p:cNvPr>
          <p:cNvGrpSpPr/>
          <p:nvPr/>
        </p:nvGrpSpPr>
        <p:grpSpPr>
          <a:xfrm>
            <a:off x="4869920" y="7119572"/>
            <a:ext cx="2452159" cy="574899"/>
            <a:chOff x="7408333" y="5780624"/>
            <a:chExt cx="2452159" cy="704838"/>
          </a:xfrm>
        </p:grpSpPr>
        <p:sp useBgFill="1">
          <p:nvSpPr>
            <p:cNvPr id="11" name="!! 模糊">
              <a:extLst>
                <a:ext uri="{FF2B5EF4-FFF2-40B4-BE49-F238E27FC236}">
                  <a16:creationId xmlns:a16="http://schemas.microsoft.com/office/drawing/2014/main" id="{351E069D-BDE7-0C30-354D-6E8287E4C53D}"/>
                </a:ext>
              </a:extLst>
            </p:cNvPr>
            <p:cNvSpPr>
              <a:spLocks/>
            </p:cNvSpPr>
            <p:nvPr/>
          </p:nvSpPr>
          <p:spPr>
            <a:xfrm>
              <a:off x="7408333" y="5780624"/>
              <a:ext cx="2452159" cy="704838"/>
            </a:xfrm>
            <a:prstGeom prst="roundRect">
              <a:avLst>
                <a:gd name="adj" fmla="val 15000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189">
                <a:defRPr/>
              </a:pPr>
              <a:endParaRPr lang="zh-CN" altLang="en-US">
                <a:solidFill>
                  <a:srgbClr val="FFFFFF"/>
                </a:solidFill>
                <a:latin typeface="OPPOSans R"/>
                <a:ea typeface="OPPOSans R"/>
              </a:endParaRPr>
            </a:p>
          </p:txBody>
        </p:sp>
        <p:sp>
          <p:nvSpPr>
            <p:cNvPr id="12" name="!! 颜色遮罩">
              <a:extLst>
                <a:ext uri="{FF2B5EF4-FFF2-40B4-BE49-F238E27FC236}">
                  <a16:creationId xmlns:a16="http://schemas.microsoft.com/office/drawing/2014/main" id="{75384BE6-7B32-D281-AC66-72F48C72550B}"/>
                </a:ext>
              </a:extLst>
            </p:cNvPr>
            <p:cNvSpPr>
              <a:spLocks/>
            </p:cNvSpPr>
            <p:nvPr/>
          </p:nvSpPr>
          <p:spPr>
            <a:xfrm>
              <a:off x="7408333" y="5780624"/>
              <a:ext cx="2452159" cy="704838"/>
            </a:xfrm>
            <a:prstGeom prst="roundRect">
              <a:avLst>
                <a:gd name="adj" fmla="val 15000"/>
              </a:avLst>
            </a:prstGeom>
            <a:solidFill>
              <a:schemeClr val="bg2">
                <a:alpha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189">
                <a:defRPr/>
              </a:pPr>
              <a:endParaRPr lang="zh-CN" altLang="en-US" dirty="0">
                <a:solidFill>
                  <a:srgbClr val="FFFFFF"/>
                </a:solidFill>
                <a:latin typeface="OPPOSans R"/>
                <a:ea typeface="OPPOSans R"/>
              </a:endParaRPr>
            </a:p>
          </p:txBody>
        </p:sp>
        <p:pic>
          <p:nvPicPr>
            <p:cNvPr id="14" name="!! 信号">
              <a:extLst>
                <a:ext uri="{FF2B5EF4-FFF2-40B4-BE49-F238E27FC236}">
                  <a16:creationId xmlns:a16="http://schemas.microsoft.com/office/drawing/2014/main" id="{654CF225-1192-A411-4AB6-C2A0F5B0D6EA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7638254" y="5893986"/>
              <a:ext cx="221460" cy="221458"/>
            </a:xfrm>
            <a:prstGeom prst="rect">
              <a:avLst/>
            </a:prstGeom>
          </p:spPr>
        </p:pic>
        <p:sp>
          <p:nvSpPr>
            <p:cNvPr id="17" name="!! 运营商">
              <a:extLst>
                <a:ext uri="{FF2B5EF4-FFF2-40B4-BE49-F238E27FC236}">
                  <a16:creationId xmlns:a16="http://schemas.microsoft.com/office/drawing/2014/main" id="{02FEBC5E-9552-F264-CA9D-D742E415C633}"/>
                </a:ext>
              </a:extLst>
            </p:cNvPr>
            <p:cNvSpPr txBox="1"/>
            <p:nvPr/>
          </p:nvSpPr>
          <p:spPr>
            <a:xfrm>
              <a:off x="7813676" y="5913455"/>
              <a:ext cx="1114424" cy="2830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457189">
                <a:defRPr/>
              </a:pPr>
              <a:r>
                <a:rPr lang="en-US" altLang="zh-CN" sz="900" dirty="0">
                  <a:latin typeface="OPPOSans M"/>
                  <a:ea typeface="OPPOSans M"/>
                </a:rPr>
                <a:t>Virtual Net</a:t>
              </a:r>
              <a:endParaRPr lang="zh-CN" altLang="en-US" sz="900" dirty="0">
                <a:latin typeface="OPPOSans M"/>
                <a:ea typeface="OPPOSans M"/>
              </a:endParaRPr>
            </a:p>
          </p:txBody>
        </p:sp>
        <p:pic>
          <p:nvPicPr>
            <p:cNvPr id="18" name="!! 通知">
              <a:extLst>
                <a:ext uri="{FF2B5EF4-FFF2-40B4-BE49-F238E27FC236}">
                  <a16:creationId xmlns:a16="http://schemas.microsoft.com/office/drawing/2014/main" id="{5F4DA78C-8986-55C1-5156-43F3AD1B0152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9287931" y="5948436"/>
              <a:ext cx="152400" cy="152400"/>
            </a:xfrm>
            <a:prstGeom prst="rect">
              <a:avLst/>
            </a:prstGeom>
          </p:spPr>
        </p:pic>
        <p:pic>
          <p:nvPicPr>
            <p:cNvPr id="19" name="!! 电池">
              <a:extLst>
                <a:ext uri="{FF2B5EF4-FFF2-40B4-BE49-F238E27FC236}">
                  <a16:creationId xmlns:a16="http://schemas.microsoft.com/office/drawing/2014/main" id="{09D25B8C-2A65-2C83-25B1-AB954C9F735D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7637460" y="6171965"/>
              <a:ext cx="191558" cy="191558"/>
            </a:xfrm>
            <a:prstGeom prst="rect">
              <a:avLst/>
            </a:prstGeom>
          </p:spPr>
        </p:pic>
        <p:sp>
          <p:nvSpPr>
            <p:cNvPr id="20" name="!! 时间">
              <a:extLst>
                <a:ext uri="{FF2B5EF4-FFF2-40B4-BE49-F238E27FC236}">
                  <a16:creationId xmlns:a16="http://schemas.microsoft.com/office/drawing/2014/main" id="{A82C4B64-1642-1088-3CC2-9F750E316FDB}"/>
                </a:ext>
              </a:extLst>
            </p:cNvPr>
            <p:cNvSpPr txBox="1"/>
            <p:nvPr/>
          </p:nvSpPr>
          <p:spPr>
            <a:xfrm>
              <a:off x="8982607" y="6148520"/>
              <a:ext cx="773641" cy="3114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defTabSz="457189">
                <a:defRPr/>
              </a:pPr>
              <a:r>
                <a:rPr lang="en-US" altLang="zh-CN" sz="1051" dirty="0">
                  <a:latin typeface="OPPOSans R"/>
                  <a:ea typeface="OPPOSans R"/>
                </a:rPr>
                <a:t>16:34</a:t>
              </a:r>
              <a:endParaRPr lang="zh-CN" altLang="en-US" sz="1051" dirty="0">
                <a:latin typeface="OPPOSans R"/>
                <a:ea typeface="OPPOSans R"/>
              </a:endParaRPr>
            </a:p>
          </p:txBody>
        </p:sp>
        <p:sp>
          <p:nvSpPr>
            <p:cNvPr id="26" name="!! AC">
              <a:extLst>
                <a:ext uri="{FF2B5EF4-FFF2-40B4-BE49-F238E27FC236}">
                  <a16:creationId xmlns:a16="http://schemas.microsoft.com/office/drawing/2014/main" id="{934D5493-7CE0-ECA7-EF14-94255E7BFAD1}"/>
                </a:ext>
              </a:extLst>
            </p:cNvPr>
            <p:cNvSpPr txBox="1"/>
            <p:nvPr/>
          </p:nvSpPr>
          <p:spPr>
            <a:xfrm>
              <a:off x="7766842" y="6152328"/>
              <a:ext cx="434183" cy="2830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457189">
                <a:defRPr/>
              </a:pPr>
              <a:r>
                <a:rPr lang="en-US" altLang="zh-CN" sz="900" dirty="0">
                  <a:latin typeface="OPPOSans R"/>
                  <a:ea typeface="OPPOSans R"/>
                </a:rPr>
                <a:t>49%</a:t>
              </a:r>
              <a:endParaRPr lang="zh-CN" altLang="en-US" sz="900" dirty="0">
                <a:latin typeface="OPPOSans R"/>
                <a:ea typeface="OPPOSans R"/>
              </a:endParaRPr>
            </a:p>
          </p:txBody>
        </p:sp>
        <p:pic>
          <p:nvPicPr>
            <p:cNvPr id="29" name="!! 声音">
              <a:extLst>
                <a:ext uri="{FF2B5EF4-FFF2-40B4-BE49-F238E27FC236}">
                  <a16:creationId xmlns:a16="http://schemas.microsoft.com/office/drawing/2014/main" id="{D162E665-253F-DC87-33D5-969C5A7049C5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9048732" y="5934670"/>
              <a:ext cx="179932" cy="179932"/>
            </a:xfrm>
            <a:prstGeom prst="rect">
              <a:avLst/>
            </a:prstGeom>
          </p:spPr>
        </p:pic>
        <p:pic>
          <p:nvPicPr>
            <p:cNvPr id="30" name="!! 电源">
              <a:hlinkClick r:id="rId19" action="ppaction://hlinksldjump"/>
              <a:extLst>
                <a:ext uri="{FF2B5EF4-FFF2-40B4-BE49-F238E27FC236}">
                  <a16:creationId xmlns:a16="http://schemas.microsoft.com/office/drawing/2014/main" id="{ABAC0E55-27B1-BFAA-8E89-35A752933DC7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p:blipFill>
          <p:spPr>
            <a:xfrm>
              <a:off x="9489000" y="5925331"/>
              <a:ext cx="208372" cy="208370"/>
            </a:xfrm>
            <a:prstGeom prst="rect">
              <a:avLst/>
            </a:prstGeom>
          </p:spPr>
        </p:pic>
      </p:grpSp>
      <p:sp>
        <p:nvSpPr>
          <p:cNvPr id="31" name="!! 以太网1按钮">
            <a:extLst>
              <a:ext uri="{FF2B5EF4-FFF2-40B4-BE49-F238E27FC236}">
                <a16:creationId xmlns:a16="http://schemas.microsoft.com/office/drawing/2014/main" id="{AA3F1AF7-7F4B-6A08-A8DC-8638AA48FF42}"/>
              </a:ext>
            </a:extLst>
          </p:cNvPr>
          <p:cNvSpPr/>
          <p:nvPr/>
        </p:nvSpPr>
        <p:spPr>
          <a:xfrm>
            <a:off x="4178597" y="1095207"/>
            <a:ext cx="7429351" cy="545100"/>
          </a:xfrm>
          <a:prstGeom prst="roundRect">
            <a:avLst>
              <a:gd name="adj" fmla="val 14376"/>
            </a:avLst>
          </a:prstGeom>
          <a:solidFill>
            <a:schemeClr val="bg2"/>
          </a:solidFill>
          <a:ln w="3175">
            <a:solidFill>
              <a:schemeClr val="bg1">
                <a:lumMod val="90000"/>
              </a:schemeClr>
            </a:solidFill>
          </a:ln>
          <a:effectLst>
            <a:outerShdw blurRad="190500" algn="ctr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07997" defTabSz="914377">
              <a:defRPr/>
            </a:pPr>
            <a:r>
              <a:rPr lang="zh-CN" altLang="en-US" sz="1400" dirty="0">
                <a:solidFill>
                  <a:srgbClr val="181818"/>
                </a:solidFill>
                <a:latin typeface="vivo Sans"/>
                <a:ea typeface="vivo Sans"/>
              </a:rPr>
              <a:t>以太网</a:t>
            </a:r>
            <a:r>
              <a:rPr lang="en-US" altLang="zh-CN" sz="1400" dirty="0">
                <a:solidFill>
                  <a:srgbClr val="181818"/>
                </a:solidFill>
                <a:latin typeface="vivo Sans"/>
                <a:ea typeface="vivo Sans"/>
              </a:rPr>
              <a:t> 1</a:t>
            </a:r>
            <a:endParaRPr lang="zh-CN" altLang="en-US" sz="1400" dirty="0">
              <a:solidFill>
                <a:srgbClr val="181818"/>
              </a:solidFill>
              <a:latin typeface="vivo Sans"/>
              <a:ea typeface="vivo Sans"/>
            </a:endParaRPr>
          </a:p>
        </p:txBody>
      </p:sp>
      <p:grpSp>
        <p:nvGrpSpPr>
          <p:cNvPr id="32" name="!! 网1属性">
            <a:extLst>
              <a:ext uri="{FF2B5EF4-FFF2-40B4-BE49-F238E27FC236}">
                <a16:creationId xmlns:a16="http://schemas.microsoft.com/office/drawing/2014/main" id="{521D9B4A-1D12-327F-7F7A-6FF454CDB540}"/>
              </a:ext>
            </a:extLst>
          </p:cNvPr>
          <p:cNvGrpSpPr/>
          <p:nvPr/>
        </p:nvGrpSpPr>
        <p:grpSpPr>
          <a:xfrm>
            <a:off x="4178597" y="1792729"/>
            <a:ext cx="7429351" cy="545100"/>
            <a:chOff x="4590270" y="2115623"/>
            <a:chExt cx="6606000" cy="545100"/>
          </a:xfrm>
        </p:grpSpPr>
        <p:sp>
          <p:nvSpPr>
            <p:cNvPr id="33" name="按钮">
              <a:hlinkClick r:id="rId22" action="ppaction://hlinksldjump"/>
              <a:extLst>
                <a:ext uri="{FF2B5EF4-FFF2-40B4-BE49-F238E27FC236}">
                  <a16:creationId xmlns:a16="http://schemas.microsoft.com/office/drawing/2014/main" id="{01F6F8C4-CFE6-76C1-6BAA-32A96C358E29}"/>
                </a:ext>
              </a:extLst>
            </p:cNvPr>
            <p:cNvSpPr/>
            <p:nvPr/>
          </p:nvSpPr>
          <p:spPr>
            <a:xfrm>
              <a:off x="4590270" y="2115623"/>
              <a:ext cx="6606000" cy="545100"/>
            </a:xfrm>
            <a:prstGeom prst="roundRect">
              <a:avLst>
                <a:gd name="adj" fmla="val 14376"/>
              </a:avLst>
            </a:prstGeom>
            <a:solidFill>
              <a:schemeClr val="bg2"/>
            </a:solidFill>
            <a:ln w="3175">
              <a:solidFill>
                <a:schemeClr val="bg1">
                  <a:lumMod val="90000"/>
                </a:schemeClr>
              </a:solidFill>
            </a:ln>
            <a:effectLst>
              <a:outerShdw blurRad="190500" algn="ctr" rotWithShape="0">
                <a:prstClr val="black">
                  <a:alpha val="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07997" defTabSz="914377">
                <a:defRPr/>
              </a:pPr>
              <a:r>
                <a:rPr lang="zh-CN" altLang="en-US" sz="1400" dirty="0">
                  <a:solidFill>
                    <a:srgbClr val="181818"/>
                  </a:solidFill>
                  <a:latin typeface="vivo Sans"/>
                  <a:ea typeface="vivo Sans"/>
                </a:rPr>
                <a:t>以太网 </a:t>
              </a:r>
              <a:r>
                <a:rPr lang="en-US" altLang="zh-CN" sz="1400" dirty="0">
                  <a:solidFill>
                    <a:srgbClr val="181818"/>
                  </a:solidFill>
                  <a:latin typeface="vivo Sans"/>
                  <a:ea typeface="vivo Sans"/>
                </a:rPr>
                <a:t>1 - </a:t>
              </a:r>
              <a:r>
                <a:rPr lang="zh-CN" altLang="en-US" sz="1400" dirty="0">
                  <a:solidFill>
                    <a:srgbClr val="181818"/>
                  </a:solidFill>
                  <a:latin typeface="vivo Sans"/>
                  <a:ea typeface="vivo Sans"/>
                </a:rPr>
                <a:t>属性</a:t>
              </a:r>
            </a:p>
          </p:txBody>
        </p:sp>
        <p:pic>
          <p:nvPicPr>
            <p:cNvPr id="34" name="图形 33">
              <a:extLst>
                <a:ext uri="{FF2B5EF4-FFF2-40B4-BE49-F238E27FC236}">
                  <a16:creationId xmlns:a16="http://schemas.microsoft.com/office/drawing/2014/main" id="{9AB6565B-CC29-2136-216D-D977FA157A88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/>
            </a:stretch>
          </p:blipFill>
          <p:spPr>
            <a:xfrm>
              <a:off x="10854346" y="2298247"/>
              <a:ext cx="150972" cy="152400"/>
            </a:xfrm>
            <a:prstGeom prst="rect">
              <a:avLst/>
            </a:prstGeom>
          </p:spPr>
        </p:pic>
      </p:grpSp>
      <p:grpSp>
        <p:nvGrpSpPr>
          <p:cNvPr id="35" name="!! 显示">
            <a:extLst>
              <a:ext uri="{FF2B5EF4-FFF2-40B4-BE49-F238E27FC236}">
                <a16:creationId xmlns:a16="http://schemas.microsoft.com/office/drawing/2014/main" id="{C63E7F5C-12F8-2F4D-EFFA-4EA2F76E3271}"/>
              </a:ext>
            </a:extLst>
          </p:cNvPr>
          <p:cNvGrpSpPr/>
          <p:nvPr/>
        </p:nvGrpSpPr>
        <p:grpSpPr>
          <a:xfrm>
            <a:off x="470871" y="3706575"/>
            <a:ext cx="2552892" cy="457924"/>
            <a:chOff x="462453" y="2623554"/>
            <a:chExt cx="2552892" cy="457924"/>
          </a:xfrm>
        </p:grpSpPr>
        <p:sp>
          <p:nvSpPr>
            <p:cNvPr id="36" name="!! 未选中">
              <a:hlinkClick r:id="rId25" action="ppaction://hlinksldjump"/>
              <a:extLst>
                <a:ext uri="{FF2B5EF4-FFF2-40B4-BE49-F238E27FC236}">
                  <a16:creationId xmlns:a16="http://schemas.microsoft.com/office/drawing/2014/main" id="{5CDF8C05-BBB9-159A-3FD2-07AE9FE75257}"/>
                </a:ext>
              </a:extLst>
            </p:cNvPr>
            <p:cNvSpPr/>
            <p:nvPr/>
          </p:nvSpPr>
          <p:spPr>
            <a:xfrm>
              <a:off x="462453" y="2623554"/>
              <a:ext cx="2552892" cy="457924"/>
            </a:xfrm>
            <a:prstGeom prst="roundRect">
              <a:avLst>
                <a:gd name="adj" fmla="val 22880"/>
              </a:avLst>
            </a:prstGeom>
            <a:solidFill>
              <a:schemeClr val="bg2"/>
            </a:solidFill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1998" defTabSz="914377">
                <a:defRPr/>
              </a:pPr>
              <a:r>
                <a:rPr lang="zh-CN" altLang="en-US" sz="1400" dirty="0">
                  <a:solidFill>
                    <a:schemeClr val="tx1">
                      <a:lumMod val="90000"/>
                      <a:lumOff val="10000"/>
                    </a:schemeClr>
                  </a:solidFill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      显示</a:t>
              </a:r>
            </a:p>
          </p:txBody>
        </p:sp>
        <p:grpSp>
          <p:nvGrpSpPr>
            <p:cNvPr id="37" name="组合 36">
              <a:extLst>
                <a:ext uri="{FF2B5EF4-FFF2-40B4-BE49-F238E27FC236}">
                  <a16:creationId xmlns:a16="http://schemas.microsoft.com/office/drawing/2014/main" id="{F14E0114-76D0-DDAE-36E0-83018B7E9557}"/>
                </a:ext>
              </a:extLst>
            </p:cNvPr>
            <p:cNvGrpSpPr/>
            <p:nvPr/>
          </p:nvGrpSpPr>
          <p:grpSpPr>
            <a:xfrm>
              <a:off x="600851" y="2735577"/>
              <a:ext cx="245090" cy="245090"/>
              <a:chOff x="3449581" y="2374787"/>
              <a:chExt cx="263638" cy="263638"/>
            </a:xfrm>
          </p:grpSpPr>
          <p:sp>
            <p:nvSpPr>
              <p:cNvPr id="38" name="椭圆 37">
                <a:extLst>
                  <a:ext uri="{FF2B5EF4-FFF2-40B4-BE49-F238E27FC236}">
                    <a16:creationId xmlns:a16="http://schemas.microsoft.com/office/drawing/2014/main" id="{BD8EC27F-865A-96C7-A5E7-429407B00094}"/>
                  </a:ext>
                </a:extLst>
              </p:cNvPr>
              <p:cNvSpPr/>
              <p:nvPr/>
            </p:nvSpPr>
            <p:spPr>
              <a:xfrm>
                <a:off x="3449581" y="2374787"/>
                <a:ext cx="263638" cy="263638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39" name="icon">
                <a:extLst>
                  <a:ext uri="{FF2B5EF4-FFF2-40B4-BE49-F238E27FC236}">
                    <a16:creationId xmlns:a16="http://schemas.microsoft.com/office/drawing/2014/main" id="{A37DFAC1-F21D-50E8-FCD5-90962C1C628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6">
                <a:extLst>
                  <a:ext uri="{96DAC541-7B7A-43D3-8B79-37D633B846F1}">
                    <asvg:svgBlip xmlns:asvg="http://schemas.microsoft.com/office/drawing/2016/SVG/main" r:embed="rId27"/>
                  </a:ext>
                </a:extLst>
              </a:blip>
              <a:srcRect/>
              <a:stretch/>
            </p:blipFill>
            <p:spPr>
              <a:xfrm>
                <a:off x="3513869" y="2435878"/>
                <a:ext cx="143060" cy="143060"/>
              </a:xfrm>
              <a:prstGeom prst="rect">
                <a:avLst/>
              </a:prstGeom>
            </p:spPr>
          </p:pic>
        </p:grpSp>
      </p:grpSp>
      <p:grpSp>
        <p:nvGrpSpPr>
          <p:cNvPr id="40" name="!! App">
            <a:extLst>
              <a:ext uri="{FF2B5EF4-FFF2-40B4-BE49-F238E27FC236}">
                <a16:creationId xmlns:a16="http://schemas.microsoft.com/office/drawing/2014/main" id="{3DDE81C1-B0D1-C3E1-748C-E9A7B0BEB6AA}"/>
              </a:ext>
            </a:extLst>
          </p:cNvPr>
          <p:cNvGrpSpPr/>
          <p:nvPr/>
        </p:nvGrpSpPr>
        <p:grpSpPr>
          <a:xfrm>
            <a:off x="476549" y="2282681"/>
            <a:ext cx="2552892" cy="457924"/>
            <a:chOff x="462453" y="2623554"/>
            <a:chExt cx="2552892" cy="457924"/>
          </a:xfrm>
        </p:grpSpPr>
        <p:sp>
          <p:nvSpPr>
            <p:cNvPr id="41" name="!! 未选中">
              <a:hlinkClick r:id="rId28" action="ppaction://hlinksldjump"/>
              <a:extLst>
                <a:ext uri="{FF2B5EF4-FFF2-40B4-BE49-F238E27FC236}">
                  <a16:creationId xmlns:a16="http://schemas.microsoft.com/office/drawing/2014/main" id="{2D8C19DD-6393-6ECA-8F30-CABDF1CB9868}"/>
                </a:ext>
              </a:extLst>
            </p:cNvPr>
            <p:cNvSpPr/>
            <p:nvPr/>
          </p:nvSpPr>
          <p:spPr>
            <a:xfrm>
              <a:off x="462453" y="2623554"/>
              <a:ext cx="2552892" cy="457924"/>
            </a:xfrm>
            <a:prstGeom prst="roundRect">
              <a:avLst>
                <a:gd name="adj" fmla="val 22880"/>
              </a:avLst>
            </a:prstGeom>
            <a:solidFill>
              <a:schemeClr val="bg2"/>
            </a:solidFill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1998" defTabSz="914377">
                <a:defRPr/>
              </a:pPr>
              <a:r>
                <a:rPr lang="zh-CN" altLang="en-US" sz="1400" dirty="0">
                  <a:solidFill>
                    <a:schemeClr val="tx1">
                      <a:lumMod val="90000"/>
                      <a:lumOff val="10000"/>
                    </a:schemeClr>
                  </a:solidFill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      应用与模块</a:t>
              </a:r>
            </a:p>
          </p:txBody>
        </p:sp>
        <p:grpSp>
          <p:nvGrpSpPr>
            <p:cNvPr id="42" name="组合 41">
              <a:extLst>
                <a:ext uri="{FF2B5EF4-FFF2-40B4-BE49-F238E27FC236}">
                  <a16:creationId xmlns:a16="http://schemas.microsoft.com/office/drawing/2014/main" id="{62F862F9-79AF-3BDC-2EE5-84F4F4CCAFE5}"/>
                </a:ext>
              </a:extLst>
            </p:cNvPr>
            <p:cNvGrpSpPr/>
            <p:nvPr/>
          </p:nvGrpSpPr>
          <p:grpSpPr>
            <a:xfrm>
              <a:off x="600851" y="2735577"/>
              <a:ext cx="245090" cy="245090"/>
              <a:chOff x="3449581" y="2374787"/>
              <a:chExt cx="263638" cy="263638"/>
            </a:xfrm>
          </p:grpSpPr>
          <p:sp>
            <p:nvSpPr>
              <p:cNvPr id="43" name="椭圆 42">
                <a:extLst>
                  <a:ext uri="{FF2B5EF4-FFF2-40B4-BE49-F238E27FC236}">
                    <a16:creationId xmlns:a16="http://schemas.microsoft.com/office/drawing/2014/main" id="{923937E8-9022-414F-474C-8B8358778784}"/>
                  </a:ext>
                </a:extLst>
              </p:cNvPr>
              <p:cNvSpPr/>
              <p:nvPr/>
            </p:nvSpPr>
            <p:spPr>
              <a:xfrm>
                <a:off x="3449581" y="2374787"/>
                <a:ext cx="263638" cy="263638"/>
              </a:xfrm>
              <a:prstGeom prst="ellipse">
                <a:avLst/>
              </a:prstGeom>
              <a:solidFill>
                <a:schemeClr val="accent3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44" name="icon">
                <a:extLst>
                  <a:ext uri="{FF2B5EF4-FFF2-40B4-BE49-F238E27FC236}">
                    <a16:creationId xmlns:a16="http://schemas.microsoft.com/office/drawing/2014/main" id="{E68B3729-E459-0250-90BE-FD5481BA20B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9">
                <a:extLst>
                  <a:ext uri="{96DAC541-7B7A-43D3-8B79-37D633B846F1}">
                    <asvg:svgBlip xmlns:asvg="http://schemas.microsoft.com/office/drawing/2016/SVG/main" r:embed="rId30"/>
                  </a:ext>
                </a:extLst>
              </a:blip>
              <a:srcRect/>
              <a:stretch/>
            </p:blipFill>
            <p:spPr>
              <a:xfrm>
                <a:off x="3513869" y="2435878"/>
                <a:ext cx="143060" cy="143060"/>
              </a:xfrm>
              <a:prstGeom prst="rect">
                <a:avLst/>
              </a:prstGeom>
            </p:spPr>
          </p:pic>
        </p:grpSp>
      </p:grpSp>
      <p:grpSp>
        <p:nvGrpSpPr>
          <p:cNvPr id="45" name="!! 电池">
            <a:extLst>
              <a:ext uri="{FF2B5EF4-FFF2-40B4-BE49-F238E27FC236}">
                <a16:creationId xmlns:a16="http://schemas.microsoft.com/office/drawing/2014/main" id="{0766551F-4EC6-009E-7FE3-E1E511BAAD03}"/>
              </a:ext>
            </a:extLst>
          </p:cNvPr>
          <p:cNvGrpSpPr/>
          <p:nvPr/>
        </p:nvGrpSpPr>
        <p:grpSpPr>
          <a:xfrm>
            <a:off x="470871" y="2852627"/>
            <a:ext cx="2552892" cy="457924"/>
            <a:chOff x="462453" y="2623554"/>
            <a:chExt cx="2552892" cy="457924"/>
          </a:xfrm>
        </p:grpSpPr>
        <p:sp>
          <p:nvSpPr>
            <p:cNvPr id="46" name="!! 未选中">
              <a:hlinkClick r:id="rId31" action="ppaction://hlinksldjump"/>
              <a:extLst>
                <a:ext uri="{FF2B5EF4-FFF2-40B4-BE49-F238E27FC236}">
                  <a16:creationId xmlns:a16="http://schemas.microsoft.com/office/drawing/2014/main" id="{4FBCDC17-B24A-BEDB-1E9D-B658C49B2CF9}"/>
                </a:ext>
              </a:extLst>
            </p:cNvPr>
            <p:cNvSpPr/>
            <p:nvPr/>
          </p:nvSpPr>
          <p:spPr>
            <a:xfrm>
              <a:off x="462453" y="2623554"/>
              <a:ext cx="2552892" cy="457924"/>
            </a:xfrm>
            <a:prstGeom prst="roundRect">
              <a:avLst>
                <a:gd name="adj" fmla="val 22880"/>
              </a:avLst>
            </a:prstGeom>
            <a:solidFill>
              <a:schemeClr val="bg2"/>
            </a:solidFill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1998" defTabSz="914377">
                <a:defRPr/>
              </a:pPr>
              <a:r>
                <a:rPr lang="zh-CN" altLang="en-US" sz="1400" dirty="0">
                  <a:solidFill>
                    <a:schemeClr val="tx1">
                      <a:lumMod val="90000"/>
                      <a:lumOff val="10000"/>
                    </a:schemeClr>
                  </a:solidFill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      电池</a:t>
              </a:r>
            </a:p>
          </p:txBody>
        </p:sp>
        <p:grpSp>
          <p:nvGrpSpPr>
            <p:cNvPr id="47" name="组合 46">
              <a:extLst>
                <a:ext uri="{FF2B5EF4-FFF2-40B4-BE49-F238E27FC236}">
                  <a16:creationId xmlns:a16="http://schemas.microsoft.com/office/drawing/2014/main" id="{222301C4-591E-4B08-CC15-43402CCD6C86}"/>
                </a:ext>
              </a:extLst>
            </p:cNvPr>
            <p:cNvGrpSpPr/>
            <p:nvPr/>
          </p:nvGrpSpPr>
          <p:grpSpPr>
            <a:xfrm>
              <a:off x="600851" y="2735577"/>
              <a:ext cx="245090" cy="245090"/>
              <a:chOff x="3449581" y="2374787"/>
              <a:chExt cx="263638" cy="263638"/>
            </a:xfrm>
          </p:grpSpPr>
          <p:sp>
            <p:nvSpPr>
              <p:cNvPr id="48" name="椭圆 47">
                <a:extLst>
                  <a:ext uri="{FF2B5EF4-FFF2-40B4-BE49-F238E27FC236}">
                    <a16:creationId xmlns:a16="http://schemas.microsoft.com/office/drawing/2014/main" id="{3956F4D6-4C5B-3C91-50F9-6E67BB4D1B35}"/>
                  </a:ext>
                </a:extLst>
              </p:cNvPr>
              <p:cNvSpPr/>
              <p:nvPr/>
            </p:nvSpPr>
            <p:spPr>
              <a:xfrm>
                <a:off x="3449581" y="2374787"/>
                <a:ext cx="263638" cy="263638"/>
              </a:xfrm>
              <a:prstGeom prst="ellipse">
                <a:avLst/>
              </a:prstGeom>
              <a:solidFill>
                <a:srgbClr val="3ADE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52" name="icon">
                <a:extLst>
                  <a:ext uri="{FF2B5EF4-FFF2-40B4-BE49-F238E27FC236}">
                    <a16:creationId xmlns:a16="http://schemas.microsoft.com/office/drawing/2014/main" id="{2593C1B3-5581-1F95-AFAB-7A10D68F521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2">
                <a:extLst>
                  <a:ext uri="{96DAC541-7B7A-43D3-8B79-37D633B846F1}">
                    <asvg:svgBlip xmlns:asvg="http://schemas.microsoft.com/office/drawing/2016/SVG/main" r:embed="rId33"/>
                  </a:ext>
                </a:extLst>
              </a:blip>
              <a:srcRect/>
              <a:stretch/>
            </p:blipFill>
            <p:spPr>
              <a:xfrm>
                <a:off x="3513869" y="2435878"/>
                <a:ext cx="143060" cy="143060"/>
              </a:xfrm>
              <a:prstGeom prst="rect">
                <a:avLst/>
              </a:prstGeom>
            </p:spPr>
          </p:pic>
        </p:grpSp>
      </p:grpSp>
      <p:sp>
        <p:nvSpPr>
          <p:cNvPr id="53" name="!! 个性化">
            <a:extLst>
              <a:ext uri="{FF2B5EF4-FFF2-40B4-BE49-F238E27FC236}">
                <a16:creationId xmlns:a16="http://schemas.microsoft.com/office/drawing/2014/main" id="{9B38DAD8-6FA3-88D9-4A11-DF878F1ED8CF}"/>
              </a:ext>
            </a:extLst>
          </p:cNvPr>
          <p:cNvSpPr txBox="1"/>
          <p:nvPr/>
        </p:nvSpPr>
        <p:spPr>
          <a:xfrm>
            <a:off x="470872" y="3444966"/>
            <a:ext cx="11113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dirty="0">
                <a:solidFill>
                  <a:schemeClr val="bg1">
                    <a:lumMod val="50000"/>
                  </a:schemeClr>
                </a:solidFill>
              </a:rPr>
              <a:t>个性化</a:t>
            </a: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1641A792-56F7-C604-2792-A10C021921EB}"/>
              </a:ext>
            </a:extLst>
          </p:cNvPr>
          <p:cNvSpPr txBox="1"/>
          <p:nvPr/>
        </p:nvSpPr>
        <p:spPr>
          <a:xfrm>
            <a:off x="462454" y="2020809"/>
            <a:ext cx="11113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dirty="0">
                <a:solidFill>
                  <a:schemeClr val="bg1">
                    <a:lumMod val="50000"/>
                  </a:schemeClr>
                </a:solidFill>
              </a:rPr>
              <a:t>网络与连接</a:t>
            </a: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B6EC2F35-A2E1-5707-FB6A-437B7D5B3393}"/>
              </a:ext>
            </a:extLst>
          </p:cNvPr>
          <p:cNvSpPr txBox="1"/>
          <p:nvPr/>
        </p:nvSpPr>
        <p:spPr>
          <a:xfrm>
            <a:off x="462455" y="4033431"/>
            <a:ext cx="11113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dirty="0">
                <a:solidFill>
                  <a:schemeClr val="bg1">
                    <a:lumMod val="50000"/>
                  </a:schemeClr>
                </a:solidFill>
              </a:rPr>
              <a:t>系统与安全</a:t>
            </a:r>
          </a:p>
        </p:txBody>
      </p:sp>
      <p:grpSp>
        <p:nvGrpSpPr>
          <p:cNvPr id="56" name="!! 软件更新">
            <a:extLst>
              <a:ext uri="{FF2B5EF4-FFF2-40B4-BE49-F238E27FC236}">
                <a16:creationId xmlns:a16="http://schemas.microsoft.com/office/drawing/2014/main" id="{50EFC19F-A14F-5809-587C-1A98A54A9964}"/>
              </a:ext>
            </a:extLst>
          </p:cNvPr>
          <p:cNvGrpSpPr/>
          <p:nvPr/>
        </p:nvGrpSpPr>
        <p:grpSpPr>
          <a:xfrm>
            <a:off x="462455" y="4299750"/>
            <a:ext cx="2552892" cy="457924"/>
            <a:chOff x="481145" y="1890767"/>
            <a:chExt cx="2552892" cy="457924"/>
          </a:xfrm>
        </p:grpSpPr>
        <p:sp>
          <p:nvSpPr>
            <p:cNvPr id="57" name="!! 未选中">
              <a:hlinkClick r:id="rId34" action="ppaction://hlinksldjump"/>
              <a:extLst>
                <a:ext uri="{FF2B5EF4-FFF2-40B4-BE49-F238E27FC236}">
                  <a16:creationId xmlns:a16="http://schemas.microsoft.com/office/drawing/2014/main" id="{F5B4CC71-9A09-3BF6-888D-50254016D262}"/>
                </a:ext>
              </a:extLst>
            </p:cNvPr>
            <p:cNvSpPr/>
            <p:nvPr/>
          </p:nvSpPr>
          <p:spPr>
            <a:xfrm>
              <a:off x="481145" y="1890767"/>
              <a:ext cx="2552892" cy="457924"/>
            </a:xfrm>
            <a:prstGeom prst="roundRect">
              <a:avLst>
                <a:gd name="adj" fmla="val 22880"/>
              </a:avLst>
            </a:prstGeom>
            <a:solidFill>
              <a:schemeClr val="bg2"/>
            </a:solidFill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1998" defTabSz="914377">
                <a:defRPr/>
              </a:pPr>
              <a:r>
                <a:rPr lang="zh-CN" altLang="en-US" sz="1400" dirty="0">
                  <a:solidFill>
                    <a:schemeClr val="tx1"/>
                  </a:solidFill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      系统更新</a:t>
              </a:r>
            </a:p>
          </p:txBody>
        </p:sp>
        <p:pic>
          <p:nvPicPr>
            <p:cNvPr id="58" name="icon">
              <a:extLst>
                <a:ext uri="{FF2B5EF4-FFF2-40B4-BE49-F238E27FC236}">
                  <a16:creationId xmlns:a16="http://schemas.microsoft.com/office/drawing/2014/main" id="{5B5E6AB5-1571-DA31-96EC-BE252B3FCEE6}"/>
                </a:ext>
              </a:extLst>
            </p:cNvPr>
            <p:cNvPicPr>
              <a:picLocks noChangeAspect="1"/>
            </p:cNvPicPr>
            <p:nvPr/>
          </p:nvPicPr>
          <p:blipFill>
            <a:blip r:embed="rId35">
              <a:extLst>
                <a:ext uri="{96DAC541-7B7A-43D3-8B79-37D633B846F1}">
                  <asvg:svgBlip xmlns:asvg="http://schemas.microsoft.com/office/drawing/2016/SVG/main" r:embed="rId36"/>
                </a:ext>
              </a:extLst>
            </a:blip>
            <a:srcRect/>
            <a:stretch/>
          </p:blipFill>
          <p:spPr>
            <a:xfrm>
              <a:off x="623508" y="2001148"/>
              <a:ext cx="237162" cy="237162"/>
            </a:xfrm>
            <a:prstGeom prst="rect">
              <a:avLst/>
            </a:prstGeom>
          </p:spPr>
        </p:pic>
      </p:grpSp>
      <p:grpSp>
        <p:nvGrpSpPr>
          <p:cNvPr id="59" name="!! 更多连接">
            <a:extLst>
              <a:ext uri="{FF2B5EF4-FFF2-40B4-BE49-F238E27FC236}">
                <a16:creationId xmlns:a16="http://schemas.microsoft.com/office/drawing/2014/main" id="{984494D9-3B08-667E-B96B-D55CA2B45076}"/>
              </a:ext>
            </a:extLst>
          </p:cNvPr>
          <p:cNvGrpSpPr/>
          <p:nvPr/>
        </p:nvGrpSpPr>
        <p:grpSpPr>
          <a:xfrm>
            <a:off x="462454" y="3410531"/>
            <a:ext cx="2552892" cy="457924"/>
            <a:chOff x="462453" y="2623554"/>
            <a:chExt cx="2552892" cy="457924"/>
          </a:xfrm>
        </p:grpSpPr>
        <p:sp>
          <p:nvSpPr>
            <p:cNvPr id="60" name="!! 未选中">
              <a:hlinkClick r:id="rId37" action="ppaction://hlinksldjump"/>
              <a:extLst>
                <a:ext uri="{FF2B5EF4-FFF2-40B4-BE49-F238E27FC236}">
                  <a16:creationId xmlns:a16="http://schemas.microsoft.com/office/drawing/2014/main" id="{70584B69-AE07-E934-CF07-40E502A371DE}"/>
                </a:ext>
              </a:extLst>
            </p:cNvPr>
            <p:cNvSpPr/>
            <p:nvPr/>
          </p:nvSpPr>
          <p:spPr>
            <a:xfrm>
              <a:off x="462453" y="2623554"/>
              <a:ext cx="2552892" cy="457924"/>
            </a:xfrm>
            <a:prstGeom prst="roundRect">
              <a:avLst>
                <a:gd name="adj" fmla="val 22880"/>
              </a:avLst>
            </a:prstGeom>
            <a:solidFill>
              <a:schemeClr val="tx1">
                <a:lumMod val="10000"/>
                <a:lumOff val="90000"/>
              </a:schemeClr>
            </a:solidFill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1998" defTabSz="914377">
                <a:defRPr/>
              </a:pPr>
              <a:r>
                <a:rPr lang="zh-CN" altLang="en-US" sz="1400" dirty="0">
                  <a:solidFill>
                    <a:schemeClr val="tx1">
                      <a:lumMod val="90000"/>
                      <a:lumOff val="10000"/>
                    </a:schemeClr>
                  </a:solidFill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      更多连接</a:t>
              </a:r>
            </a:p>
          </p:txBody>
        </p:sp>
        <p:grpSp>
          <p:nvGrpSpPr>
            <p:cNvPr id="61" name="组合 60">
              <a:extLst>
                <a:ext uri="{FF2B5EF4-FFF2-40B4-BE49-F238E27FC236}">
                  <a16:creationId xmlns:a16="http://schemas.microsoft.com/office/drawing/2014/main" id="{BA2B8D59-7A83-8F72-110C-F8A415EA5523}"/>
                </a:ext>
              </a:extLst>
            </p:cNvPr>
            <p:cNvGrpSpPr/>
            <p:nvPr/>
          </p:nvGrpSpPr>
          <p:grpSpPr>
            <a:xfrm>
              <a:off x="600851" y="2735577"/>
              <a:ext cx="245090" cy="245090"/>
              <a:chOff x="3449581" y="2374787"/>
              <a:chExt cx="263638" cy="263638"/>
            </a:xfrm>
          </p:grpSpPr>
          <p:sp>
            <p:nvSpPr>
              <p:cNvPr id="62" name="椭圆 61">
                <a:extLst>
                  <a:ext uri="{FF2B5EF4-FFF2-40B4-BE49-F238E27FC236}">
                    <a16:creationId xmlns:a16="http://schemas.microsoft.com/office/drawing/2014/main" id="{D1B0A4A8-178C-6E2F-32E4-5EB79D880D2C}"/>
                  </a:ext>
                </a:extLst>
              </p:cNvPr>
              <p:cNvSpPr/>
              <p:nvPr/>
            </p:nvSpPr>
            <p:spPr>
              <a:xfrm>
                <a:off x="3449581" y="2374787"/>
                <a:ext cx="263638" cy="263638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63" name="icon">
                <a:extLst>
                  <a:ext uri="{FF2B5EF4-FFF2-40B4-BE49-F238E27FC236}">
                    <a16:creationId xmlns:a16="http://schemas.microsoft.com/office/drawing/2014/main" id="{87EDF14E-EB64-916D-F4A1-B19587D09DB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8">
                <a:extLst>
                  <a:ext uri="{96DAC541-7B7A-43D3-8B79-37D633B846F1}">
                    <asvg:svgBlip xmlns:asvg="http://schemas.microsoft.com/office/drawing/2016/SVG/main" r:embed="rId39"/>
                  </a:ext>
                </a:extLst>
              </a:blip>
              <a:srcRect/>
              <a:stretch/>
            </p:blipFill>
            <p:spPr>
              <a:xfrm>
                <a:off x="3513774" y="2433849"/>
                <a:ext cx="143060" cy="143060"/>
              </a:xfrm>
              <a:prstGeom prst="rect">
                <a:avLst/>
              </a:prstGeom>
            </p:spPr>
          </p:pic>
        </p:grpSp>
      </p:grpSp>
      <p:sp>
        <p:nvSpPr>
          <p:cNvPr id="64" name="!! 更多">
            <a:extLst>
              <a:ext uri="{FF2B5EF4-FFF2-40B4-BE49-F238E27FC236}">
                <a16:creationId xmlns:a16="http://schemas.microsoft.com/office/drawing/2014/main" id="{B0E9D787-E410-26E1-744B-7DF2FED8F922}"/>
              </a:ext>
            </a:extLst>
          </p:cNvPr>
          <p:cNvSpPr txBox="1"/>
          <p:nvPr/>
        </p:nvSpPr>
        <p:spPr>
          <a:xfrm>
            <a:off x="1310353" y="6016666"/>
            <a:ext cx="85443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100" dirty="0">
                <a:solidFill>
                  <a:schemeClr val="accent1"/>
                </a:solidFill>
              </a:rPr>
              <a:t>下一页</a:t>
            </a:r>
          </a:p>
        </p:txBody>
      </p:sp>
      <p:grpSp>
        <p:nvGrpSpPr>
          <p:cNvPr id="65" name="!! 蓝牙">
            <a:extLst>
              <a:ext uri="{FF2B5EF4-FFF2-40B4-BE49-F238E27FC236}">
                <a16:creationId xmlns:a16="http://schemas.microsoft.com/office/drawing/2014/main" id="{CEE483FD-627F-2302-A504-B19EE8901CD0}"/>
              </a:ext>
            </a:extLst>
          </p:cNvPr>
          <p:cNvGrpSpPr/>
          <p:nvPr/>
        </p:nvGrpSpPr>
        <p:grpSpPr>
          <a:xfrm>
            <a:off x="462453" y="2846581"/>
            <a:ext cx="2552892" cy="457924"/>
            <a:chOff x="462452" y="2059603"/>
            <a:chExt cx="2552892" cy="457924"/>
          </a:xfrm>
        </p:grpSpPr>
        <p:sp>
          <p:nvSpPr>
            <p:cNvPr id="66" name="!! 未选中">
              <a:hlinkClick r:id="rId40" action="ppaction://hlinksldjump"/>
              <a:extLst>
                <a:ext uri="{FF2B5EF4-FFF2-40B4-BE49-F238E27FC236}">
                  <a16:creationId xmlns:a16="http://schemas.microsoft.com/office/drawing/2014/main" id="{30B2D732-E614-609D-D6BA-F34770771F73}"/>
                </a:ext>
              </a:extLst>
            </p:cNvPr>
            <p:cNvSpPr/>
            <p:nvPr/>
          </p:nvSpPr>
          <p:spPr>
            <a:xfrm>
              <a:off x="462452" y="2059603"/>
              <a:ext cx="2552892" cy="457924"/>
            </a:xfrm>
            <a:prstGeom prst="roundRect">
              <a:avLst>
                <a:gd name="adj" fmla="val 22880"/>
              </a:avLst>
            </a:prstGeom>
            <a:solidFill>
              <a:schemeClr val="bg2"/>
            </a:solidFill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1998" defTabSz="914377">
                <a:defRPr/>
              </a:pPr>
              <a:r>
                <a:rPr lang="zh-CN" altLang="en-US" sz="1400" dirty="0">
                  <a:solidFill>
                    <a:schemeClr val="tx1">
                      <a:lumMod val="90000"/>
                      <a:lumOff val="10000"/>
                    </a:schemeClr>
                  </a:solidFill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      蓝牙</a:t>
              </a:r>
            </a:p>
          </p:txBody>
        </p:sp>
        <p:pic>
          <p:nvPicPr>
            <p:cNvPr id="67" name="图形 66">
              <a:extLst>
                <a:ext uri="{FF2B5EF4-FFF2-40B4-BE49-F238E27FC236}">
                  <a16:creationId xmlns:a16="http://schemas.microsoft.com/office/drawing/2014/main" id="{83BEEFDC-4B2F-980C-D10E-20FC2F64F4B7}"/>
                </a:ext>
              </a:extLst>
            </p:cNvPr>
            <p:cNvPicPr>
              <a:picLocks noChangeAspect="1"/>
            </p:cNvPicPr>
            <p:nvPr/>
          </p:nvPicPr>
          <p:blipFill>
            <a:blip r:embed="rId41">
              <a:extLst>
                <a:ext uri="{96DAC541-7B7A-43D3-8B79-37D633B846F1}">
                  <asvg:svgBlip xmlns:asvg="http://schemas.microsoft.com/office/drawing/2016/SVG/main" r:embed="rId42"/>
                </a:ext>
              </a:extLst>
            </a:blip>
            <a:stretch>
              <a:fillRect/>
            </a:stretch>
          </p:blipFill>
          <p:spPr>
            <a:xfrm>
              <a:off x="600851" y="2174279"/>
              <a:ext cx="237166" cy="237166"/>
            </a:xfrm>
            <a:prstGeom prst="rect">
              <a:avLst/>
            </a:prstGeom>
          </p:spPr>
        </p:pic>
      </p:grpSp>
      <p:grpSp>
        <p:nvGrpSpPr>
          <p:cNvPr id="68" name="!! WLAN">
            <a:extLst>
              <a:ext uri="{FF2B5EF4-FFF2-40B4-BE49-F238E27FC236}">
                <a16:creationId xmlns:a16="http://schemas.microsoft.com/office/drawing/2014/main" id="{33E0876C-15F3-6F32-4AC5-0FE00953F195}"/>
              </a:ext>
            </a:extLst>
          </p:cNvPr>
          <p:cNvGrpSpPr/>
          <p:nvPr/>
        </p:nvGrpSpPr>
        <p:grpSpPr>
          <a:xfrm>
            <a:off x="462453" y="2282631"/>
            <a:ext cx="2552892" cy="457924"/>
            <a:chOff x="462452" y="1495653"/>
            <a:chExt cx="2552892" cy="457924"/>
          </a:xfrm>
        </p:grpSpPr>
        <p:grpSp>
          <p:nvGrpSpPr>
            <p:cNvPr id="69" name="!! WLAN">
              <a:extLst>
                <a:ext uri="{FF2B5EF4-FFF2-40B4-BE49-F238E27FC236}">
                  <a16:creationId xmlns:a16="http://schemas.microsoft.com/office/drawing/2014/main" id="{E49B4EEB-7617-6D93-6278-4960F953C1FD}"/>
                </a:ext>
              </a:extLst>
            </p:cNvPr>
            <p:cNvGrpSpPr/>
            <p:nvPr/>
          </p:nvGrpSpPr>
          <p:grpSpPr>
            <a:xfrm>
              <a:off x="462452" y="1495653"/>
              <a:ext cx="2552892" cy="457924"/>
              <a:chOff x="462452" y="1495653"/>
              <a:chExt cx="2552892" cy="457924"/>
            </a:xfrm>
          </p:grpSpPr>
          <p:sp>
            <p:nvSpPr>
              <p:cNvPr id="71" name="!! 未选中">
                <a:hlinkClick r:id="rId43" action="ppaction://hlinksldjump"/>
                <a:extLst>
                  <a:ext uri="{FF2B5EF4-FFF2-40B4-BE49-F238E27FC236}">
                    <a16:creationId xmlns:a16="http://schemas.microsoft.com/office/drawing/2014/main" id="{78E37E72-DE32-C6F5-FB57-6974F0138BB8}"/>
                  </a:ext>
                </a:extLst>
              </p:cNvPr>
              <p:cNvSpPr/>
              <p:nvPr/>
            </p:nvSpPr>
            <p:spPr>
              <a:xfrm>
                <a:off x="462452" y="1495653"/>
                <a:ext cx="2552892" cy="457924"/>
              </a:xfrm>
              <a:prstGeom prst="roundRect">
                <a:avLst>
                  <a:gd name="adj" fmla="val 22880"/>
                </a:avLst>
              </a:prstGeom>
              <a:solidFill>
                <a:schemeClr val="bg2"/>
              </a:solidFill>
              <a:ln w="6350"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71998" defTabSz="914377">
                  <a:defRPr/>
                </a:pPr>
                <a:r>
                  <a:rPr lang="zh-CN" altLang="en-US" sz="1400" dirty="0">
                    <a:solidFill>
                      <a:schemeClr val="tx1">
                        <a:lumMod val="90000"/>
                        <a:lumOff val="10000"/>
                      </a:schemeClr>
                    </a:solidFill>
                    <a:latin typeface="vivo Sans Light" panose="02000400000000000000" pitchFamily="2" charset="-122"/>
                    <a:ea typeface="vivo Sans Light" panose="02000400000000000000" pitchFamily="2" charset="-122"/>
                    <a:cs typeface="vivo Sans Light" panose="02000400000000000000" pitchFamily="2" charset="-122"/>
                  </a:rPr>
                  <a:t>      无线局域网</a:t>
                </a:r>
              </a:p>
            </p:txBody>
          </p:sp>
          <p:pic>
            <p:nvPicPr>
              <p:cNvPr id="72" name="icon">
                <a:extLst>
                  <a:ext uri="{FF2B5EF4-FFF2-40B4-BE49-F238E27FC236}">
                    <a16:creationId xmlns:a16="http://schemas.microsoft.com/office/drawing/2014/main" id="{F2D8E517-A954-B569-16BD-73B41EBD39F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4">
                <a:extLst>
                  <a:ext uri="{96DAC541-7B7A-43D3-8B79-37D633B846F1}">
                    <asvg:svgBlip xmlns:asvg="http://schemas.microsoft.com/office/drawing/2016/SVG/main" r:embed="rId45"/>
                  </a:ext>
                </a:extLst>
              </a:blip>
              <a:srcRect/>
              <a:stretch/>
            </p:blipFill>
            <p:spPr>
              <a:xfrm>
                <a:off x="638475" y="1636367"/>
                <a:ext cx="169842" cy="169842"/>
              </a:xfrm>
              <a:prstGeom prst="rect">
                <a:avLst/>
              </a:prstGeom>
            </p:spPr>
          </p:pic>
        </p:grpSp>
        <p:pic>
          <p:nvPicPr>
            <p:cNvPr id="70" name="图形 69">
              <a:extLst>
                <a:ext uri="{FF2B5EF4-FFF2-40B4-BE49-F238E27FC236}">
                  <a16:creationId xmlns:a16="http://schemas.microsoft.com/office/drawing/2014/main" id="{35E1B024-FD95-6BBC-81B1-382B0533591C}"/>
                </a:ext>
              </a:extLst>
            </p:cNvPr>
            <p:cNvPicPr>
              <a:picLocks noChangeAspect="1"/>
            </p:cNvPicPr>
            <p:nvPr/>
          </p:nvPicPr>
          <p:blipFill>
            <a:blip r:embed="rId46">
              <a:extLst>
                <a:ext uri="{96DAC541-7B7A-43D3-8B79-37D633B846F1}">
                  <asvg:svgBlip xmlns:asvg="http://schemas.microsoft.com/office/drawing/2016/SVG/main" r:embed="rId47"/>
                </a:ext>
              </a:extLst>
            </a:blip>
            <a:stretch>
              <a:fillRect/>
            </a:stretch>
          </p:blipFill>
          <p:spPr>
            <a:xfrm>
              <a:off x="600489" y="1593839"/>
              <a:ext cx="245452" cy="245452"/>
            </a:xfrm>
            <a:prstGeom prst="rect">
              <a:avLst/>
            </a:prstGeom>
          </p:spPr>
        </p:pic>
      </p:grpSp>
      <p:grpSp>
        <p:nvGrpSpPr>
          <p:cNvPr id="73" name="!! 关于">
            <a:extLst>
              <a:ext uri="{FF2B5EF4-FFF2-40B4-BE49-F238E27FC236}">
                <a16:creationId xmlns:a16="http://schemas.microsoft.com/office/drawing/2014/main" id="{991236D9-D32E-FAA8-AE2E-B83C2FF5A2D0}"/>
              </a:ext>
            </a:extLst>
          </p:cNvPr>
          <p:cNvGrpSpPr/>
          <p:nvPr/>
        </p:nvGrpSpPr>
        <p:grpSpPr>
          <a:xfrm>
            <a:off x="461126" y="5442791"/>
            <a:ext cx="2552892" cy="457924"/>
            <a:chOff x="453977" y="4076722"/>
            <a:chExt cx="2552892" cy="457924"/>
          </a:xfrm>
        </p:grpSpPr>
        <p:sp>
          <p:nvSpPr>
            <p:cNvPr id="74" name="!! 未选中">
              <a:hlinkClick r:id="rId48" action="ppaction://hlinksldjump"/>
              <a:extLst>
                <a:ext uri="{FF2B5EF4-FFF2-40B4-BE49-F238E27FC236}">
                  <a16:creationId xmlns:a16="http://schemas.microsoft.com/office/drawing/2014/main" id="{627A5A0E-8938-61AC-A455-659DC0406858}"/>
                </a:ext>
              </a:extLst>
            </p:cNvPr>
            <p:cNvSpPr/>
            <p:nvPr/>
          </p:nvSpPr>
          <p:spPr>
            <a:xfrm>
              <a:off x="453977" y="4076722"/>
              <a:ext cx="2552892" cy="457924"/>
            </a:xfrm>
            <a:prstGeom prst="roundRect">
              <a:avLst>
                <a:gd name="adj" fmla="val 22880"/>
              </a:avLst>
            </a:prstGeom>
            <a:solidFill>
              <a:schemeClr val="bg2"/>
            </a:solidFill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1998" defTabSz="914377">
                <a:defRPr/>
              </a:pPr>
              <a:r>
                <a:rPr lang="zh-CN" altLang="en-US" sz="1400" dirty="0">
                  <a:solidFill>
                    <a:schemeClr val="tx1">
                      <a:lumMod val="90000"/>
                      <a:lumOff val="10000"/>
                    </a:schemeClr>
                  </a:solidFill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      关于此</a:t>
              </a:r>
              <a:r>
                <a:rPr lang="en-US" altLang="zh-CN" sz="1400" dirty="0">
                  <a:solidFill>
                    <a:schemeClr val="tx1">
                      <a:lumMod val="90000"/>
                      <a:lumOff val="10000"/>
                    </a:schemeClr>
                  </a:solidFill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Pad</a:t>
              </a:r>
              <a:endParaRPr lang="zh-CN" altLang="en-US" sz="1400" dirty="0">
                <a:solidFill>
                  <a:schemeClr val="tx1">
                    <a:lumMod val="90000"/>
                    <a:lumOff val="10000"/>
                  </a:schemeClr>
                </a:solidFill>
                <a:latin typeface="vivo Sans Light" panose="02000400000000000000" pitchFamily="2" charset="-122"/>
                <a:ea typeface="vivo Sans Light" panose="02000400000000000000" pitchFamily="2" charset="-122"/>
                <a:cs typeface="vivo Sans Light" panose="02000400000000000000" pitchFamily="2" charset="-122"/>
              </a:endParaRPr>
            </a:p>
          </p:txBody>
        </p:sp>
        <p:pic>
          <p:nvPicPr>
            <p:cNvPr id="75" name="图形 74">
              <a:extLst>
                <a:ext uri="{FF2B5EF4-FFF2-40B4-BE49-F238E27FC236}">
                  <a16:creationId xmlns:a16="http://schemas.microsoft.com/office/drawing/2014/main" id="{E684E39F-2EEA-6A98-0534-B0B8D4C2FAA3}"/>
                </a:ext>
              </a:extLst>
            </p:cNvPr>
            <p:cNvPicPr>
              <a:picLocks noChangeAspect="1"/>
            </p:cNvPicPr>
            <p:nvPr/>
          </p:nvPicPr>
          <p:blipFill>
            <a:blip r:embed="rId49">
              <a:extLst>
                <a:ext uri="{96DAC541-7B7A-43D3-8B79-37D633B846F1}">
                  <asvg:svgBlip xmlns:asvg="http://schemas.microsoft.com/office/drawing/2016/SVG/main" r:embed="rId50"/>
                </a:ext>
              </a:extLst>
            </a:blip>
            <a:stretch>
              <a:fillRect/>
            </a:stretch>
          </p:blipFill>
          <p:spPr>
            <a:xfrm flipV="1">
              <a:off x="599323" y="4190280"/>
              <a:ext cx="238694" cy="238694"/>
            </a:xfrm>
            <a:prstGeom prst="rect">
              <a:avLst/>
            </a:prstGeom>
          </p:spPr>
        </p:pic>
      </p:grpSp>
      <p:grpSp>
        <p:nvGrpSpPr>
          <p:cNvPr id="102" name="!! 保护">
            <a:extLst>
              <a:ext uri="{FF2B5EF4-FFF2-40B4-BE49-F238E27FC236}">
                <a16:creationId xmlns:a16="http://schemas.microsoft.com/office/drawing/2014/main" id="{73076CDB-1C26-7986-4A2B-47DEE9EFB7BC}"/>
              </a:ext>
            </a:extLst>
          </p:cNvPr>
          <p:cNvGrpSpPr/>
          <p:nvPr/>
        </p:nvGrpSpPr>
        <p:grpSpPr>
          <a:xfrm>
            <a:off x="461126" y="4868915"/>
            <a:ext cx="2552892" cy="457924"/>
            <a:chOff x="462453" y="2623554"/>
            <a:chExt cx="2552892" cy="457924"/>
          </a:xfrm>
        </p:grpSpPr>
        <p:sp>
          <p:nvSpPr>
            <p:cNvPr id="103" name="!! 未选中">
              <a:hlinkClick r:id="rId51" action="ppaction://hlinksldjump"/>
              <a:extLst>
                <a:ext uri="{FF2B5EF4-FFF2-40B4-BE49-F238E27FC236}">
                  <a16:creationId xmlns:a16="http://schemas.microsoft.com/office/drawing/2014/main" id="{7FAB2FA7-0745-39B8-CE9F-19BF69E0F852}"/>
                </a:ext>
              </a:extLst>
            </p:cNvPr>
            <p:cNvSpPr/>
            <p:nvPr/>
          </p:nvSpPr>
          <p:spPr>
            <a:xfrm>
              <a:off x="462453" y="2623554"/>
              <a:ext cx="2552892" cy="457924"/>
            </a:xfrm>
            <a:prstGeom prst="roundRect">
              <a:avLst>
                <a:gd name="adj" fmla="val 22880"/>
              </a:avLst>
            </a:prstGeom>
            <a:solidFill>
              <a:schemeClr val="bg2"/>
            </a:solidFill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1998" defTabSz="914377">
                <a:defRPr/>
              </a:pPr>
              <a:r>
                <a:rPr lang="zh-CN" altLang="en-US" sz="1400" dirty="0">
                  <a:solidFill>
                    <a:schemeClr val="tx1">
                      <a:lumMod val="90000"/>
                      <a:lumOff val="10000"/>
                    </a:schemeClr>
                  </a:solidFill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      设备安全性</a:t>
              </a:r>
            </a:p>
          </p:txBody>
        </p:sp>
        <p:grpSp>
          <p:nvGrpSpPr>
            <p:cNvPr id="104" name="组合 103">
              <a:extLst>
                <a:ext uri="{FF2B5EF4-FFF2-40B4-BE49-F238E27FC236}">
                  <a16:creationId xmlns:a16="http://schemas.microsoft.com/office/drawing/2014/main" id="{470626C3-B635-B850-2D85-FDD1DE636E96}"/>
                </a:ext>
              </a:extLst>
            </p:cNvPr>
            <p:cNvGrpSpPr/>
            <p:nvPr/>
          </p:nvGrpSpPr>
          <p:grpSpPr>
            <a:xfrm>
              <a:off x="600851" y="2735577"/>
              <a:ext cx="245090" cy="245090"/>
              <a:chOff x="3449581" y="2374787"/>
              <a:chExt cx="263638" cy="263638"/>
            </a:xfrm>
          </p:grpSpPr>
          <p:sp>
            <p:nvSpPr>
              <p:cNvPr id="105" name="椭圆 104">
                <a:extLst>
                  <a:ext uri="{FF2B5EF4-FFF2-40B4-BE49-F238E27FC236}">
                    <a16:creationId xmlns:a16="http://schemas.microsoft.com/office/drawing/2014/main" id="{CF92AD47-6711-1BD5-E692-0C1DA884DBD3}"/>
                  </a:ext>
                </a:extLst>
              </p:cNvPr>
              <p:cNvSpPr/>
              <p:nvPr/>
            </p:nvSpPr>
            <p:spPr>
              <a:xfrm>
                <a:off x="3449581" y="2374787"/>
                <a:ext cx="263638" cy="263638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106" name="icon">
                <a:extLst>
                  <a:ext uri="{FF2B5EF4-FFF2-40B4-BE49-F238E27FC236}">
                    <a16:creationId xmlns:a16="http://schemas.microsoft.com/office/drawing/2014/main" id="{6DB3E4E1-8721-9C9D-3686-C1DA35DA693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2">
                <a:extLst>
                  <a:ext uri="{96DAC541-7B7A-43D3-8B79-37D633B846F1}">
                    <asvg:svgBlip xmlns:asvg="http://schemas.microsoft.com/office/drawing/2016/SVG/main" r:embed="rId53"/>
                  </a:ext>
                </a:extLst>
              </a:blip>
              <a:srcRect/>
              <a:stretch/>
            </p:blipFill>
            <p:spPr>
              <a:xfrm>
                <a:off x="3513869" y="2435878"/>
                <a:ext cx="143060" cy="143060"/>
              </a:xfrm>
              <a:prstGeom prst="rect">
                <a:avLst/>
              </a:prstGeom>
            </p:spPr>
          </p:pic>
        </p:grpSp>
      </p:grpSp>
      <p:grpSp>
        <p:nvGrpSpPr>
          <p:cNvPr id="107" name="组合 106">
            <a:extLst>
              <a:ext uri="{FF2B5EF4-FFF2-40B4-BE49-F238E27FC236}">
                <a16:creationId xmlns:a16="http://schemas.microsoft.com/office/drawing/2014/main" id="{3600FDB6-AC87-BE52-09EC-A1CB079AA711}"/>
              </a:ext>
            </a:extLst>
          </p:cNvPr>
          <p:cNvGrpSpPr/>
          <p:nvPr/>
        </p:nvGrpSpPr>
        <p:grpSpPr>
          <a:xfrm>
            <a:off x="461126" y="1123111"/>
            <a:ext cx="2552892" cy="756471"/>
            <a:chOff x="461125" y="1123110"/>
            <a:chExt cx="2552892" cy="756471"/>
          </a:xfrm>
        </p:grpSpPr>
        <p:sp>
          <p:nvSpPr>
            <p:cNvPr id="108" name="矩形: 圆角 107">
              <a:hlinkClick r:id="rId54" action="ppaction://hlinksldjump"/>
              <a:extLst>
                <a:ext uri="{FF2B5EF4-FFF2-40B4-BE49-F238E27FC236}">
                  <a16:creationId xmlns:a16="http://schemas.microsoft.com/office/drawing/2014/main" id="{68ADA9DC-92EA-D605-C48D-AA36BA423C53}"/>
                </a:ext>
              </a:extLst>
            </p:cNvPr>
            <p:cNvSpPr/>
            <p:nvPr/>
          </p:nvSpPr>
          <p:spPr>
            <a:xfrm>
              <a:off x="461125" y="1123110"/>
              <a:ext cx="2552892" cy="756471"/>
            </a:xfrm>
            <a:prstGeom prst="roundRect">
              <a:avLst>
                <a:gd name="adj" fmla="val 13695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9" name="文本框 108">
              <a:extLst>
                <a:ext uri="{FF2B5EF4-FFF2-40B4-BE49-F238E27FC236}">
                  <a16:creationId xmlns:a16="http://schemas.microsoft.com/office/drawing/2014/main" id="{D08010ED-D7FE-A216-1FAF-4A55FADFFA59}"/>
                </a:ext>
              </a:extLst>
            </p:cNvPr>
            <p:cNvSpPr txBox="1"/>
            <p:nvPr/>
          </p:nvSpPr>
          <p:spPr>
            <a:xfrm>
              <a:off x="1119456" y="1283470"/>
              <a:ext cx="161993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dirty="0">
                  <a:latin typeface="+mn-ea"/>
                  <a:cs typeface="vivo Sans Light" panose="02000400000000000000" pitchFamily="2" charset="-122"/>
                </a:rPr>
                <a:t>雨夌</a:t>
              </a:r>
            </a:p>
          </p:txBody>
        </p:sp>
        <p:sp>
          <p:nvSpPr>
            <p:cNvPr id="110" name="文本框 109">
              <a:extLst>
                <a:ext uri="{FF2B5EF4-FFF2-40B4-BE49-F238E27FC236}">
                  <a16:creationId xmlns:a16="http://schemas.microsoft.com/office/drawing/2014/main" id="{EAC063FB-6B81-89E5-EE18-AED5A62E1B33}"/>
                </a:ext>
              </a:extLst>
            </p:cNvPr>
            <p:cNvSpPr txBox="1"/>
            <p:nvPr/>
          </p:nvSpPr>
          <p:spPr>
            <a:xfrm>
              <a:off x="1119456" y="1497658"/>
              <a:ext cx="161993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000" dirty="0">
                  <a:solidFill>
                    <a:schemeClr val="bg1">
                      <a:lumMod val="75000"/>
                    </a:schemeClr>
                  </a:solidFill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管理你的云账户</a:t>
              </a:r>
            </a:p>
          </p:txBody>
        </p:sp>
        <p:sp>
          <p:nvSpPr>
            <p:cNvPr id="111" name="!! 头像框">
              <a:extLst>
                <a:ext uri="{FF2B5EF4-FFF2-40B4-BE49-F238E27FC236}">
                  <a16:creationId xmlns:a16="http://schemas.microsoft.com/office/drawing/2014/main" id="{50433B93-B42F-BBA7-3192-A3CFC1789500}"/>
                </a:ext>
              </a:extLst>
            </p:cNvPr>
            <p:cNvSpPr/>
            <p:nvPr/>
          </p:nvSpPr>
          <p:spPr>
            <a:xfrm>
              <a:off x="638475" y="1267548"/>
              <a:ext cx="463636" cy="463636"/>
            </a:xfrm>
            <a:prstGeom prst="ellipse">
              <a:avLst/>
            </a:prstGeom>
            <a:blipFill>
              <a:blip r:embed="rId55"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77">
                <a:defRPr/>
              </a:pPr>
              <a:endParaRPr lang="zh-CN" altLang="en-US">
                <a:solidFill>
                  <a:srgbClr val="F5F5F5"/>
                </a:solidFill>
                <a:latin typeface="vivo Sans"/>
                <a:ea typeface="vivo Sans"/>
              </a:endParaRPr>
            </a:p>
          </p:txBody>
        </p:sp>
      </p:grpSp>
      <p:sp>
        <p:nvSpPr>
          <p:cNvPr id="7" name="!! 遮罩2">
            <a:extLst>
              <a:ext uri="{FF2B5EF4-FFF2-40B4-BE49-F238E27FC236}">
                <a16:creationId xmlns:a16="http://schemas.microsoft.com/office/drawing/2014/main" id="{3AED4DE6-EC41-5B5E-8AFB-77A49DDB9EBB}"/>
              </a:ext>
            </a:extLst>
          </p:cNvPr>
          <p:cNvSpPr/>
          <p:nvPr/>
        </p:nvSpPr>
        <p:spPr>
          <a:xfrm>
            <a:off x="-10160" y="0"/>
            <a:ext cx="12192000" cy="6857999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>
              <a:defRPr/>
            </a:pPr>
            <a:endParaRPr lang="zh-CN" altLang="en-US" dirty="0">
              <a:solidFill>
                <a:srgbClr val="F5F5F5"/>
              </a:solidFill>
              <a:latin typeface="vivo Sans"/>
              <a:ea typeface="vivo Sans"/>
            </a:endParaRPr>
          </a:p>
        </p:txBody>
      </p:sp>
    </p:spTree>
    <p:extLst>
      <p:ext uri="{BB962C8B-B14F-4D97-AF65-F5344CB8AC3E}">
        <p14:creationId xmlns:p14="http://schemas.microsoft.com/office/powerpoint/2010/main" val="35971799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 advClick="0" advTm="0">
        <p:fade/>
      </p:transition>
    </mc:Choice>
    <mc:Fallback xmlns="">
      <p:transition advClick="0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1" nodeType="clickEffect">
                                  <p:stCondLst>
                                    <p:cond delay="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15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15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xit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15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0" presetClass="exit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15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0" presetClass="exit" presetSubtype="0" fill="hold" grpId="1" nodeType="withEffect">
                                  <p:stCondLst>
                                    <p:cond delay="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15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0" presetClass="exit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15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0" presetClass="exit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15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0" presetClass="exit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15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35" presetClass="path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30" dur="33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1" presetID="35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32" dur="33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3" presetID="35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34" dur="33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5" presetID="35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36" dur="33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7" presetID="35" presetClass="path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38" dur="33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9" presetID="35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40" dur="33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1" presetID="35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42" dur="33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35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44" dur="33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5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5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63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5 0 E" pathEditMode="fixed" ptsTypes="">
                                      <p:cBhvr>
                                        <p:cTn id="58" dur="330" spd="-100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9" presetID="63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5 0 E" pathEditMode="fixed" ptsTypes="">
                                      <p:cBhvr>
                                        <p:cTn id="60" dur="330" spd="-100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1" presetID="63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5 0 E" pathEditMode="fixed" ptsTypes="">
                                      <p:cBhvr>
                                        <p:cTn id="62" dur="330" spd="-100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3" presetID="63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5 0 E" pathEditMode="fixed" ptsTypes="">
                                      <p:cBhvr>
                                        <p:cTn id="64" dur="330" spd="-100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3" nodeType="click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5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5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15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15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3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15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5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15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15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35" presetClass="path" presetSubtype="0" decel="10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92" dur="330" spd="-100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3" presetID="35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94" dur="330" spd="-100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5" presetID="35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96" dur="330" spd="-100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7" presetID="35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98" dur="330" spd="-100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9" presetID="35" presetClass="path" presetSubtype="0" decel="10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100" dur="330" spd="-100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1" presetID="35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102" dur="330" spd="-100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3" presetID="35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104" dur="330" spd="-1000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5" presetID="35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106" dur="330" spd="-100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7" presetID="10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8" dur="15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1" dur="15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4" dur="1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7" dur="1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63" presetClass="path" presetSubtype="0" decel="10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5 0 E" pathEditMode="relative" ptsTypes="">
                                      <p:cBhvr>
                                        <p:cTn id="120" dur="33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1" presetID="63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5 0 E" pathEditMode="relative" ptsTypes="">
                                      <p:cBhvr>
                                        <p:cTn id="122" dur="33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3" presetID="63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5 0 E" pathEditMode="relative" ptsTypes="">
                                      <p:cBhvr>
                                        <p:cTn id="124" dur="33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5" presetID="63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5 0 E" pathEditMode="relative" ptsTypes="">
                                      <p:cBhvr>
                                        <p:cTn id="126" dur="33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4"/>
                  </p:tgtEl>
                </p:cond>
              </p:nextCondLst>
            </p:seq>
          </p:childTnLst>
        </p:cTn>
      </p:par>
    </p:tnLst>
    <p:bldLst>
      <p:bldP spid="53" grpId="0"/>
      <p:bldP spid="53" grpId="1"/>
      <p:bldP spid="53" grpId="2"/>
      <p:bldP spid="53" grpId="3"/>
      <p:bldP spid="54" grpId="0"/>
      <p:bldP spid="54" grpId="1"/>
      <p:bldP spid="54" grpId="2"/>
      <p:bldP spid="54" grpId="3"/>
      <p:bldP spid="55" grpId="0"/>
      <p:bldP spid="55" grpId="1"/>
      <p:bldP spid="55" grpId="2"/>
      <p:bldP spid="55" grpId="3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AC615A-8A73-363C-F605-00D4252193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!! 背景板">
            <a:extLst>
              <a:ext uri="{FF2B5EF4-FFF2-40B4-BE49-F238E27FC236}">
                <a16:creationId xmlns:a16="http://schemas.microsoft.com/office/drawing/2014/main" id="{48CD24C3-EBCC-D7A7-CE8A-E3149304A269}"/>
              </a:ext>
            </a:extLst>
          </p:cNvPr>
          <p:cNvSpPr/>
          <p:nvPr/>
        </p:nvSpPr>
        <p:spPr>
          <a:xfrm>
            <a:off x="-10160" y="0"/>
            <a:ext cx="12192000" cy="6858000"/>
          </a:xfrm>
          <a:prstGeom prst="rect">
            <a:avLst/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>
              <a:defRPr/>
            </a:pPr>
            <a:endParaRPr lang="zh-CN" altLang="en-US" dirty="0">
              <a:solidFill>
                <a:srgbClr val="F5F5F5"/>
              </a:solidFill>
              <a:latin typeface="vivo Sans"/>
              <a:ea typeface="vivo Sans"/>
            </a:endParaRPr>
          </a:p>
        </p:txBody>
      </p:sp>
      <p:grpSp>
        <p:nvGrpSpPr>
          <p:cNvPr id="25" name="!! 大标题">
            <a:extLst>
              <a:ext uri="{FF2B5EF4-FFF2-40B4-BE49-F238E27FC236}">
                <a16:creationId xmlns:a16="http://schemas.microsoft.com/office/drawing/2014/main" id="{97046869-9D8C-7252-8E81-F5E7AD86F999}"/>
              </a:ext>
            </a:extLst>
          </p:cNvPr>
          <p:cNvGrpSpPr/>
          <p:nvPr/>
        </p:nvGrpSpPr>
        <p:grpSpPr>
          <a:xfrm>
            <a:off x="462457" y="484334"/>
            <a:ext cx="796551" cy="461665"/>
            <a:chOff x="3079753" y="1375827"/>
            <a:chExt cx="673782" cy="461665"/>
          </a:xfrm>
        </p:grpSpPr>
        <p:sp>
          <p:nvSpPr>
            <p:cNvPr id="27" name="!! 标题符">
              <a:extLst>
                <a:ext uri="{FF2B5EF4-FFF2-40B4-BE49-F238E27FC236}">
                  <a16:creationId xmlns:a16="http://schemas.microsoft.com/office/drawing/2014/main" id="{2A396FE3-9707-6C5F-EFFD-C861CF8E8F30}"/>
                </a:ext>
              </a:extLst>
            </p:cNvPr>
            <p:cNvSpPr/>
            <p:nvPr/>
          </p:nvSpPr>
          <p:spPr>
            <a:xfrm>
              <a:off x="3146905" y="1685496"/>
              <a:ext cx="551700" cy="1255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defTabSz="457189">
                <a:defRPr/>
              </a:pPr>
              <a:endParaRPr lang="zh-CN" altLang="en-US">
                <a:solidFill>
                  <a:srgbClr val="FFFFFF"/>
                </a:solidFill>
                <a:latin typeface="OPPOSans R"/>
                <a:ea typeface="OPPOSans R"/>
              </a:endParaRPr>
            </a:p>
          </p:txBody>
        </p:sp>
        <p:sp>
          <p:nvSpPr>
            <p:cNvPr id="28" name="!! 标题">
              <a:extLst>
                <a:ext uri="{FF2B5EF4-FFF2-40B4-BE49-F238E27FC236}">
                  <a16:creationId xmlns:a16="http://schemas.microsoft.com/office/drawing/2014/main" id="{2E56A69F-89E7-F796-2B5C-5B7EAA89E134}"/>
                </a:ext>
              </a:extLst>
            </p:cNvPr>
            <p:cNvSpPr txBox="1"/>
            <p:nvPr/>
          </p:nvSpPr>
          <p:spPr>
            <a:xfrm>
              <a:off x="3079753" y="1375827"/>
              <a:ext cx="67378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457189">
                <a:defRPr/>
              </a:pPr>
              <a:r>
                <a:rPr lang="zh-CN" altLang="en-US" sz="2400" dirty="0">
                  <a:solidFill>
                    <a:srgbClr val="000000">
                      <a:lumMod val="75000"/>
                      <a:lumOff val="25000"/>
                    </a:srgbClr>
                  </a:solidFill>
                  <a:latin typeface="vivo Sans Medium"/>
                  <a:ea typeface="vivo Sans Medium"/>
                </a:rPr>
                <a:t>设置</a:t>
              </a:r>
            </a:p>
          </p:txBody>
        </p:sp>
      </p:grpSp>
      <p:sp>
        <p:nvSpPr>
          <p:cNvPr id="2" name="!! 二级背景">
            <a:extLst>
              <a:ext uri="{FF2B5EF4-FFF2-40B4-BE49-F238E27FC236}">
                <a16:creationId xmlns:a16="http://schemas.microsoft.com/office/drawing/2014/main" id="{497A0F60-3618-2D70-3F27-C1C70A10020F}"/>
              </a:ext>
            </a:extLst>
          </p:cNvPr>
          <p:cNvSpPr/>
          <p:nvPr/>
        </p:nvSpPr>
        <p:spPr>
          <a:xfrm>
            <a:off x="3594541" y="0"/>
            <a:ext cx="8597460" cy="6858000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>
              <a:defRPr/>
            </a:pPr>
            <a:endParaRPr lang="zh-CN" altLang="en-US">
              <a:solidFill>
                <a:srgbClr val="F5F5F5"/>
              </a:solidFill>
              <a:latin typeface="vivo Sans"/>
              <a:ea typeface="vivo Sans"/>
            </a:endParaRPr>
          </a:p>
        </p:txBody>
      </p:sp>
      <p:grpSp>
        <p:nvGrpSpPr>
          <p:cNvPr id="3" name="!! 关闭按钮">
            <a:extLst>
              <a:ext uri="{FF2B5EF4-FFF2-40B4-BE49-F238E27FC236}">
                <a16:creationId xmlns:a16="http://schemas.microsoft.com/office/drawing/2014/main" id="{6C9D6273-D864-AEE5-0DE3-F5CE48738E4A}"/>
              </a:ext>
            </a:extLst>
          </p:cNvPr>
          <p:cNvGrpSpPr/>
          <p:nvPr/>
        </p:nvGrpSpPr>
        <p:grpSpPr>
          <a:xfrm>
            <a:off x="2757496" y="569913"/>
            <a:ext cx="290511" cy="290511"/>
            <a:chOff x="2328464" y="3107859"/>
            <a:chExt cx="583223" cy="583223"/>
          </a:xfrm>
        </p:grpSpPr>
        <p:sp>
          <p:nvSpPr>
            <p:cNvPr id="4" name="矩形: 圆角 3">
              <a:hlinkClick r:id="rId3" action="ppaction://hlinksldjump"/>
              <a:extLst>
                <a:ext uri="{FF2B5EF4-FFF2-40B4-BE49-F238E27FC236}">
                  <a16:creationId xmlns:a16="http://schemas.microsoft.com/office/drawing/2014/main" id="{3B884073-0322-8E77-9999-AEC4419E32F6}"/>
                </a:ext>
              </a:extLst>
            </p:cNvPr>
            <p:cNvSpPr/>
            <p:nvPr/>
          </p:nvSpPr>
          <p:spPr>
            <a:xfrm>
              <a:off x="2328464" y="3107859"/>
              <a:ext cx="583223" cy="583223"/>
            </a:xfrm>
            <a:prstGeom prst="roundRect">
              <a:avLst>
                <a:gd name="adj" fmla="val 20771"/>
              </a:avLst>
            </a:prstGeom>
            <a:solidFill>
              <a:schemeClr val="bg2"/>
            </a:solidFill>
            <a:ln>
              <a:noFill/>
            </a:ln>
            <a:effectLst>
              <a:outerShdw blurRad="127000" sx="101000" sy="101000" algn="c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77">
                <a:defRPr/>
              </a:pPr>
              <a:endParaRPr lang="zh-CN" altLang="en-US">
                <a:solidFill>
                  <a:srgbClr val="F5F5F5"/>
                </a:solidFill>
                <a:latin typeface="vivo Sans"/>
                <a:ea typeface="vivo Sans"/>
              </a:endParaRPr>
            </a:p>
          </p:txBody>
        </p:sp>
        <p:pic>
          <p:nvPicPr>
            <p:cNvPr id="5" name="图形 4">
              <a:extLst>
                <a:ext uri="{FF2B5EF4-FFF2-40B4-BE49-F238E27FC236}">
                  <a16:creationId xmlns:a16="http://schemas.microsoft.com/office/drawing/2014/main" id="{BC1F5A62-A45A-EDD9-225A-57E074FC0F6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/>
          </p:blipFill>
          <p:spPr>
            <a:xfrm>
              <a:off x="2375480" y="3154875"/>
              <a:ext cx="489196" cy="489196"/>
            </a:xfrm>
            <a:prstGeom prst="rect">
              <a:avLst/>
            </a:prstGeom>
          </p:spPr>
        </p:pic>
      </p:grpSp>
      <p:grpSp>
        <p:nvGrpSpPr>
          <p:cNvPr id="22" name="!! 关闭按钮">
            <a:extLst>
              <a:ext uri="{FF2B5EF4-FFF2-40B4-BE49-F238E27FC236}">
                <a16:creationId xmlns:a16="http://schemas.microsoft.com/office/drawing/2014/main" id="{4AADA6BB-9488-FF60-00B8-EE3E71CD91AC}"/>
              </a:ext>
            </a:extLst>
          </p:cNvPr>
          <p:cNvGrpSpPr/>
          <p:nvPr/>
        </p:nvGrpSpPr>
        <p:grpSpPr>
          <a:xfrm>
            <a:off x="2333440" y="569913"/>
            <a:ext cx="290511" cy="290511"/>
            <a:chOff x="2328464" y="3107859"/>
            <a:chExt cx="583223" cy="583223"/>
          </a:xfrm>
        </p:grpSpPr>
        <p:sp>
          <p:nvSpPr>
            <p:cNvPr id="23" name="矩形: 圆角 22">
              <a:hlinkClick r:id="rId6" action="ppaction://hlinksldjump"/>
              <a:extLst>
                <a:ext uri="{FF2B5EF4-FFF2-40B4-BE49-F238E27FC236}">
                  <a16:creationId xmlns:a16="http://schemas.microsoft.com/office/drawing/2014/main" id="{7674C798-D0B1-1493-1FF2-79DB4286DAB7}"/>
                </a:ext>
              </a:extLst>
            </p:cNvPr>
            <p:cNvSpPr/>
            <p:nvPr/>
          </p:nvSpPr>
          <p:spPr>
            <a:xfrm>
              <a:off x="2328464" y="3107859"/>
              <a:ext cx="583223" cy="583223"/>
            </a:xfrm>
            <a:prstGeom prst="roundRect">
              <a:avLst>
                <a:gd name="adj" fmla="val 20771"/>
              </a:avLst>
            </a:prstGeom>
            <a:solidFill>
              <a:schemeClr val="bg2"/>
            </a:solidFill>
            <a:ln>
              <a:noFill/>
            </a:ln>
            <a:effectLst>
              <a:outerShdw blurRad="127000" sx="101000" sy="101000" algn="c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77">
                <a:defRPr/>
              </a:pPr>
              <a:endParaRPr lang="zh-CN" altLang="en-US">
                <a:solidFill>
                  <a:srgbClr val="F5F5F5"/>
                </a:solidFill>
                <a:latin typeface="vivo Sans"/>
                <a:ea typeface="vivo Sans"/>
              </a:endParaRPr>
            </a:p>
          </p:txBody>
        </p:sp>
        <p:pic>
          <p:nvPicPr>
            <p:cNvPr id="24" name="图形 23">
              <a:extLst>
                <a:ext uri="{FF2B5EF4-FFF2-40B4-BE49-F238E27FC236}">
                  <a16:creationId xmlns:a16="http://schemas.microsoft.com/office/drawing/2014/main" id="{29DEDE88-D2BC-1CED-89EB-E18CBEC7667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/>
          </p:blipFill>
          <p:spPr>
            <a:xfrm>
              <a:off x="2449200" y="3228595"/>
              <a:ext cx="341755" cy="341755"/>
            </a:xfrm>
            <a:prstGeom prst="rect">
              <a:avLst/>
            </a:prstGeom>
          </p:spPr>
        </p:pic>
      </p:grpSp>
      <p:grpSp>
        <p:nvGrpSpPr>
          <p:cNvPr id="49" name="返回">
            <a:extLst>
              <a:ext uri="{FF2B5EF4-FFF2-40B4-BE49-F238E27FC236}">
                <a16:creationId xmlns:a16="http://schemas.microsoft.com/office/drawing/2014/main" id="{BD9B10B0-5DE9-89D0-09CA-360106CC7B82}"/>
              </a:ext>
            </a:extLst>
          </p:cNvPr>
          <p:cNvGrpSpPr/>
          <p:nvPr/>
        </p:nvGrpSpPr>
        <p:grpSpPr>
          <a:xfrm>
            <a:off x="4133691" y="519573"/>
            <a:ext cx="2667863" cy="369332"/>
            <a:chOff x="4133687" y="519573"/>
            <a:chExt cx="2667863" cy="369331"/>
          </a:xfrm>
        </p:grpSpPr>
        <p:sp>
          <p:nvSpPr>
            <p:cNvPr id="50" name="!! 副标题">
              <a:extLst>
                <a:ext uri="{FF2B5EF4-FFF2-40B4-BE49-F238E27FC236}">
                  <a16:creationId xmlns:a16="http://schemas.microsoft.com/office/drawing/2014/main" id="{B0B37232-50DB-4877-FDFF-4B5AE03AE8E1}"/>
                </a:ext>
              </a:extLst>
            </p:cNvPr>
            <p:cNvSpPr txBox="1"/>
            <p:nvPr/>
          </p:nvSpPr>
          <p:spPr>
            <a:xfrm>
              <a:off x="4393644" y="519573"/>
              <a:ext cx="2407906" cy="369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/>
                <a:t>更多连接</a:t>
              </a:r>
            </a:p>
          </p:txBody>
        </p:sp>
        <p:pic>
          <p:nvPicPr>
            <p:cNvPr id="51" name="图形 50">
              <a:extLst>
                <a:ext uri="{FF2B5EF4-FFF2-40B4-BE49-F238E27FC236}">
                  <a16:creationId xmlns:a16="http://schemas.microsoft.com/office/drawing/2014/main" id="{32F10A2A-9665-11C0-93D1-711002B986FD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4133687" y="584302"/>
              <a:ext cx="241776" cy="241776"/>
            </a:xfrm>
            <a:prstGeom prst="rect">
              <a:avLst/>
            </a:prstGeom>
          </p:spPr>
        </p:pic>
      </p:grpSp>
      <p:grpSp>
        <p:nvGrpSpPr>
          <p:cNvPr id="6" name="!! dock右">
            <a:extLst>
              <a:ext uri="{FF2B5EF4-FFF2-40B4-BE49-F238E27FC236}">
                <a16:creationId xmlns:a16="http://schemas.microsoft.com/office/drawing/2014/main" id="{8B03B8A9-EC8A-EC9D-59FA-986FDF4E5003}"/>
              </a:ext>
            </a:extLst>
          </p:cNvPr>
          <p:cNvGrpSpPr/>
          <p:nvPr/>
        </p:nvGrpSpPr>
        <p:grpSpPr>
          <a:xfrm>
            <a:off x="4869920" y="7119572"/>
            <a:ext cx="2452159" cy="574899"/>
            <a:chOff x="7408333" y="5780624"/>
            <a:chExt cx="2452159" cy="704838"/>
          </a:xfrm>
        </p:grpSpPr>
        <p:sp useBgFill="1">
          <p:nvSpPr>
            <p:cNvPr id="11" name="!! 模糊">
              <a:extLst>
                <a:ext uri="{FF2B5EF4-FFF2-40B4-BE49-F238E27FC236}">
                  <a16:creationId xmlns:a16="http://schemas.microsoft.com/office/drawing/2014/main" id="{BD2B4BFC-5E38-B64D-DCCA-6FC425A843DB}"/>
                </a:ext>
              </a:extLst>
            </p:cNvPr>
            <p:cNvSpPr>
              <a:spLocks/>
            </p:cNvSpPr>
            <p:nvPr/>
          </p:nvSpPr>
          <p:spPr>
            <a:xfrm>
              <a:off x="7408333" y="5780624"/>
              <a:ext cx="2452159" cy="704838"/>
            </a:xfrm>
            <a:prstGeom prst="roundRect">
              <a:avLst>
                <a:gd name="adj" fmla="val 15000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189">
                <a:defRPr/>
              </a:pPr>
              <a:endParaRPr lang="zh-CN" altLang="en-US">
                <a:solidFill>
                  <a:srgbClr val="FFFFFF"/>
                </a:solidFill>
                <a:latin typeface="OPPOSans R"/>
                <a:ea typeface="OPPOSans R"/>
              </a:endParaRPr>
            </a:p>
          </p:txBody>
        </p:sp>
        <p:sp>
          <p:nvSpPr>
            <p:cNvPr id="12" name="!! 颜色遮罩">
              <a:extLst>
                <a:ext uri="{FF2B5EF4-FFF2-40B4-BE49-F238E27FC236}">
                  <a16:creationId xmlns:a16="http://schemas.microsoft.com/office/drawing/2014/main" id="{2C53FB43-0FF6-F1BD-C958-FD62DD73D3D2}"/>
                </a:ext>
              </a:extLst>
            </p:cNvPr>
            <p:cNvSpPr>
              <a:spLocks/>
            </p:cNvSpPr>
            <p:nvPr/>
          </p:nvSpPr>
          <p:spPr>
            <a:xfrm>
              <a:off x="7408333" y="5780624"/>
              <a:ext cx="2452159" cy="704838"/>
            </a:xfrm>
            <a:prstGeom prst="roundRect">
              <a:avLst>
                <a:gd name="adj" fmla="val 15000"/>
              </a:avLst>
            </a:prstGeom>
            <a:solidFill>
              <a:schemeClr val="bg2">
                <a:alpha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189">
                <a:defRPr/>
              </a:pPr>
              <a:endParaRPr lang="zh-CN" altLang="en-US" dirty="0">
                <a:solidFill>
                  <a:srgbClr val="FFFFFF"/>
                </a:solidFill>
                <a:latin typeface="OPPOSans R"/>
                <a:ea typeface="OPPOSans R"/>
              </a:endParaRPr>
            </a:p>
          </p:txBody>
        </p:sp>
        <p:pic>
          <p:nvPicPr>
            <p:cNvPr id="14" name="!! 信号">
              <a:extLst>
                <a:ext uri="{FF2B5EF4-FFF2-40B4-BE49-F238E27FC236}">
                  <a16:creationId xmlns:a16="http://schemas.microsoft.com/office/drawing/2014/main" id="{BA962377-83F9-2420-FF39-1BC59DEB3EC4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7638254" y="5893986"/>
              <a:ext cx="221460" cy="221458"/>
            </a:xfrm>
            <a:prstGeom prst="rect">
              <a:avLst/>
            </a:prstGeom>
          </p:spPr>
        </p:pic>
        <p:sp>
          <p:nvSpPr>
            <p:cNvPr id="17" name="!! 运营商">
              <a:extLst>
                <a:ext uri="{FF2B5EF4-FFF2-40B4-BE49-F238E27FC236}">
                  <a16:creationId xmlns:a16="http://schemas.microsoft.com/office/drawing/2014/main" id="{1ED6A4EF-6906-AEBA-E33A-62514444211C}"/>
                </a:ext>
              </a:extLst>
            </p:cNvPr>
            <p:cNvSpPr txBox="1"/>
            <p:nvPr/>
          </p:nvSpPr>
          <p:spPr>
            <a:xfrm>
              <a:off x="7813676" y="5913455"/>
              <a:ext cx="1114424" cy="2830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457189">
                <a:defRPr/>
              </a:pPr>
              <a:r>
                <a:rPr lang="en-US" altLang="zh-CN" sz="900" dirty="0">
                  <a:latin typeface="OPPOSans M"/>
                  <a:ea typeface="OPPOSans M"/>
                </a:rPr>
                <a:t>Virtual Net</a:t>
              </a:r>
              <a:endParaRPr lang="zh-CN" altLang="en-US" sz="900" dirty="0">
                <a:latin typeface="OPPOSans M"/>
                <a:ea typeface="OPPOSans M"/>
              </a:endParaRPr>
            </a:p>
          </p:txBody>
        </p:sp>
        <p:pic>
          <p:nvPicPr>
            <p:cNvPr id="18" name="!! 通知">
              <a:extLst>
                <a:ext uri="{FF2B5EF4-FFF2-40B4-BE49-F238E27FC236}">
                  <a16:creationId xmlns:a16="http://schemas.microsoft.com/office/drawing/2014/main" id="{C089BEF4-0F97-183F-F449-A43095625652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9287931" y="5948436"/>
              <a:ext cx="152400" cy="152400"/>
            </a:xfrm>
            <a:prstGeom prst="rect">
              <a:avLst/>
            </a:prstGeom>
          </p:spPr>
        </p:pic>
        <p:pic>
          <p:nvPicPr>
            <p:cNvPr id="19" name="!! 电池">
              <a:extLst>
                <a:ext uri="{FF2B5EF4-FFF2-40B4-BE49-F238E27FC236}">
                  <a16:creationId xmlns:a16="http://schemas.microsoft.com/office/drawing/2014/main" id="{8ED84664-F6A5-1AE7-F620-CD39DE510F91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7637460" y="6171965"/>
              <a:ext cx="191558" cy="191558"/>
            </a:xfrm>
            <a:prstGeom prst="rect">
              <a:avLst/>
            </a:prstGeom>
          </p:spPr>
        </p:pic>
        <p:sp>
          <p:nvSpPr>
            <p:cNvPr id="20" name="!! 时间">
              <a:extLst>
                <a:ext uri="{FF2B5EF4-FFF2-40B4-BE49-F238E27FC236}">
                  <a16:creationId xmlns:a16="http://schemas.microsoft.com/office/drawing/2014/main" id="{84EEB0A7-C588-3C96-F8E4-94A5B9844E50}"/>
                </a:ext>
              </a:extLst>
            </p:cNvPr>
            <p:cNvSpPr txBox="1"/>
            <p:nvPr/>
          </p:nvSpPr>
          <p:spPr>
            <a:xfrm>
              <a:off x="8982607" y="6148520"/>
              <a:ext cx="773641" cy="3114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defTabSz="457189">
                <a:defRPr/>
              </a:pPr>
              <a:r>
                <a:rPr lang="en-US" altLang="zh-CN" sz="1051" dirty="0">
                  <a:latin typeface="OPPOSans R"/>
                  <a:ea typeface="OPPOSans R"/>
                </a:rPr>
                <a:t>16:34</a:t>
              </a:r>
              <a:endParaRPr lang="zh-CN" altLang="en-US" sz="1051" dirty="0">
                <a:latin typeface="OPPOSans R"/>
                <a:ea typeface="OPPOSans R"/>
              </a:endParaRPr>
            </a:p>
          </p:txBody>
        </p:sp>
        <p:sp>
          <p:nvSpPr>
            <p:cNvPr id="26" name="!! AC">
              <a:extLst>
                <a:ext uri="{FF2B5EF4-FFF2-40B4-BE49-F238E27FC236}">
                  <a16:creationId xmlns:a16="http://schemas.microsoft.com/office/drawing/2014/main" id="{183A5E89-98F1-CDAA-40BB-FA15E8B9B312}"/>
                </a:ext>
              </a:extLst>
            </p:cNvPr>
            <p:cNvSpPr txBox="1"/>
            <p:nvPr/>
          </p:nvSpPr>
          <p:spPr>
            <a:xfrm>
              <a:off x="7766842" y="6152328"/>
              <a:ext cx="434183" cy="2830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457189">
                <a:defRPr/>
              </a:pPr>
              <a:r>
                <a:rPr lang="en-US" altLang="zh-CN" sz="900" dirty="0">
                  <a:latin typeface="OPPOSans R"/>
                  <a:ea typeface="OPPOSans R"/>
                </a:rPr>
                <a:t>49%</a:t>
              </a:r>
              <a:endParaRPr lang="zh-CN" altLang="en-US" sz="900" dirty="0">
                <a:latin typeface="OPPOSans R"/>
                <a:ea typeface="OPPOSans R"/>
              </a:endParaRPr>
            </a:p>
          </p:txBody>
        </p:sp>
        <p:pic>
          <p:nvPicPr>
            <p:cNvPr id="29" name="!! 声音">
              <a:extLst>
                <a:ext uri="{FF2B5EF4-FFF2-40B4-BE49-F238E27FC236}">
                  <a16:creationId xmlns:a16="http://schemas.microsoft.com/office/drawing/2014/main" id="{0F180FBC-FCB6-5589-5990-0683CE805E1A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9048732" y="5934670"/>
              <a:ext cx="179932" cy="179932"/>
            </a:xfrm>
            <a:prstGeom prst="rect">
              <a:avLst/>
            </a:prstGeom>
          </p:spPr>
        </p:pic>
        <p:pic>
          <p:nvPicPr>
            <p:cNvPr id="30" name="!! 电源">
              <a:hlinkClick r:id="rId19" action="ppaction://hlinksldjump"/>
              <a:extLst>
                <a:ext uri="{FF2B5EF4-FFF2-40B4-BE49-F238E27FC236}">
                  <a16:creationId xmlns:a16="http://schemas.microsoft.com/office/drawing/2014/main" id="{335AA90D-41A1-620D-4FA9-C6C1E2E33A0F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p:blipFill>
          <p:spPr>
            <a:xfrm>
              <a:off x="9489000" y="5925331"/>
              <a:ext cx="208372" cy="208370"/>
            </a:xfrm>
            <a:prstGeom prst="rect">
              <a:avLst/>
            </a:prstGeom>
          </p:spPr>
        </p:pic>
      </p:grpSp>
      <p:sp>
        <p:nvSpPr>
          <p:cNvPr id="42" name="!! 以太网1按钮">
            <a:extLst>
              <a:ext uri="{FF2B5EF4-FFF2-40B4-BE49-F238E27FC236}">
                <a16:creationId xmlns:a16="http://schemas.microsoft.com/office/drawing/2014/main" id="{52E4F8E3-EAC1-26E2-D4FE-FED7B5E08C22}"/>
              </a:ext>
            </a:extLst>
          </p:cNvPr>
          <p:cNvSpPr/>
          <p:nvPr/>
        </p:nvSpPr>
        <p:spPr>
          <a:xfrm>
            <a:off x="4178597" y="1095207"/>
            <a:ext cx="7429351" cy="545100"/>
          </a:xfrm>
          <a:prstGeom prst="roundRect">
            <a:avLst>
              <a:gd name="adj" fmla="val 14376"/>
            </a:avLst>
          </a:prstGeom>
          <a:solidFill>
            <a:schemeClr val="bg2"/>
          </a:solidFill>
          <a:ln w="3175">
            <a:solidFill>
              <a:schemeClr val="bg1">
                <a:lumMod val="90000"/>
              </a:schemeClr>
            </a:solidFill>
          </a:ln>
          <a:effectLst>
            <a:outerShdw blurRad="190500" algn="ctr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07997" defTabSz="914377">
              <a:defRPr/>
            </a:pPr>
            <a:r>
              <a:rPr lang="zh-CN" altLang="en-US" sz="1400" dirty="0">
                <a:solidFill>
                  <a:srgbClr val="181818"/>
                </a:solidFill>
                <a:latin typeface="vivo Sans"/>
                <a:ea typeface="vivo Sans"/>
              </a:rPr>
              <a:t>以太网</a:t>
            </a:r>
            <a:r>
              <a:rPr lang="en-US" altLang="zh-CN" sz="1400" dirty="0">
                <a:solidFill>
                  <a:srgbClr val="181818"/>
                </a:solidFill>
                <a:latin typeface="vivo Sans"/>
                <a:ea typeface="vivo Sans"/>
              </a:rPr>
              <a:t> 1</a:t>
            </a:r>
            <a:endParaRPr lang="zh-CN" altLang="en-US" sz="1400" dirty="0">
              <a:solidFill>
                <a:srgbClr val="181818"/>
              </a:solidFill>
              <a:latin typeface="vivo Sans"/>
              <a:ea typeface="vivo Sans"/>
            </a:endParaRPr>
          </a:p>
        </p:txBody>
      </p:sp>
      <p:grpSp>
        <p:nvGrpSpPr>
          <p:cNvPr id="43" name="!! 网1属性">
            <a:extLst>
              <a:ext uri="{FF2B5EF4-FFF2-40B4-BE49-F238E27FC236}">
                <a16:creationId xmlns:a16="http://schemas.microsoft.com/office/drawing/2014/main" id="{20AB6643-FC31-FC35-4F0D-2F54A2B0B82C}"/>
              </a:ext>
            </a:extLst>
          </p:cNvPr>
          <p:cNvGrpSpPr/>
          <p:nvPr/>
        </p:nvGrpSpPr>
        <p:grpSpPr>
          <a:xfrm>
            <a:off x="4178597" y="1792729"/>
            <a:ext cx="7429351" cy="545100"/>
            <a:chOff x="4590270" y="2115623"/>
            <a:chExt cx="6606000" cy="545100"/>
          </a:xfrm>
        </p:grpSpPr>
        <p:sp>
          <p:nvSpPr>
            <p:cNvPr id="44" name="按钮">
              <a:hlinkClick r:id="rId22" action="ppaction://hlinksldjump"/>
              <a:extLst>
                <a:ext uri="{FF2B5EF4-FFF2-40B4-BE49-F238E27FC236}">
                  <a16:creationId xmlns:a16="http://schemas.microsoft.com/office/drawing/2014/main" id="{94EA2F21-FAFB-D578-5B86-9A344EDA9687}"/>
                </a:ext>
              </a:extLst>
            </p:cNvPr>
            <p:cNvSpPr/>
            <p:nvPr/>
          </p:nvSpPr>
          <p:spPr>
            <a:xfrm>
              <a:off x="4590270" y="2115623"/>
              <a:ext cx="6606000" cy="545100"/>
            </a:xfrm>
            <a:prstGeom prst="roundRect">
              <a:avLst>
                <a:gd name="adj" fmla="val 14376"/>
              </a:avLst>
            </a:prstGeom>
            <a:solidFill>
              <a:schemeClr val="bg2"/>
            </a:solidFill>
            <a:ln w="3175">
              <a:solidFill>
                <a:schemeClr val="bg1">
                  <a:lumMod val="90000"/>
                </a:schemeClr>
              </a:solidFill>
            </a:ln>
            <a:effectLst>
              <a:outerShdw blurRad="190500" algn="ctr" rotWithShape="0">
                <a:prstClr val="black">
                  <a:alpha val="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07997" defTabSz="914377">
                <a:defRPr/>
              </a:pPr>
              <a:r>
                <a:rPr lang="zh-CN" altLang="en-US" sz="1400" dirty="0">
                  <a:solidFill>
                    <a:srgbClr val="181818"/>
                  </a:solidFill>
                  <a:latin typeface="vivo Sans"/>
                  <a:ea typeface="vivo Sans"/>
                </a:rPr>
                <a:t>以太网 </a:t>
              </a:r>
              <a:r>
                <a:rPr lang="en-US" altLang="zh-CN" sz="1400" dirty="0">
                  <a:solidFill>
                    <a:srgbClr val="181818"/>
                  </a:solidFill>
                  <a:latin typeface="vivo Sans"/>
                  <a:ea typeface="vivo Sans"/>
                </a:rPr>
                <a:t>1 - </a:t>
              </a:r>
              <a:r>
                <a:rPr lang="zh-CN" altLang="en-US" sz="1400" dirty="0">
                  <a:solidFill>
                    <a:srgbClr val="181818"/>
                  </a:solidFill>
                  <a:latin typeface="vivo Sans"/>
                  <a:ea typeface="vivo Sans"/>
                </a:rPr>
                <a:t>属性</a:t>
              </a:r>
            </a:p>
          </p:txBody>
        </p:sp>
        <p:pic>
          <p:nvPicPr>
            <p:cNvPr id="45" name="图形 44">
              <a:extLst>
                <a:ext uri="{FF2B5EF4-FFF2-40B4-BE49-F238E27FC236}">
                  <a16:creationId xmlns:a16="http://schemas.microsoft.com/office/drawing/2014/main" id="{4D964FC4-80D3-E5EF-EB81-178EE2ACAE46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/>
            </a:stretch>
          </p:blipFill>
          <p:spPr>
            <a:xfrm>
              <a:off x="10854346" y="2298247"/>
              <a:ext cx="150972" cy="152400"/>
            </a:xfrm>
            <a:prstGeom prst="rect">
              <a:avLst/>
            </a:prstGeom>
          </p:spPr>
        </p:pic>
      </p:grpSp>
      <p:grpSp>
        <p:nvGrpSpPr>
          <p:cNvPr id="46" name="!! 显示">
            <a:extLst>
              <a:ext uri="{FF2B5EF4-FFF2-40B4-BE49-F238E27FC236}">
                <a16:creationId xmlns:a16="http://schemas.microsoft.com/office/drawing/2014/main" id="{D5B48BF7-C1ED-86E9-1560-A80F17DADF2F}"/>
              </a:ext>
            </a:extLst>
          </p:cNvPr>
          <p:cNvGrpSpPr/>
          <p:nvPr/>
        </p:nvGrpSpPr>
        <p:grpSpPr>
          <a:xfrm>
            <a:off x="470871" y="3706575"/>
            <a:ext cx="2552892" cy="457924"/>
            <a:chOff x="462453" y="2623554"/>
            <a:chExt cx="2552892" cy="457924"/>
          </a:xfrm>
        </p:grpSpPr>
        <p:sp>
          <p:nvSpPr>
            <p:cNvPr id="47" name="!! 未选中">
              <a:hlinkClick r:id="rId25" action="ppaction://hlinksldjump"/>
              <a:extLst>
                <a:ext uri="{FF2B5EF4-FFF2-40B4-BE49-F238E27FC236}">
                  <a16:creationId xmlns:a16="http://schemas.microsoft.com/office/drawing/2014/main" id="{4B6992EB-978B-EA74-82BE-B7975E24CC96}"/>
                </a:ext>
              </a:extLst>
            </p:cNvPr>
            <p:cNvSpPr/>
            <p:nvPr/>
          </p:nvSpPr>
          <p:spPr>
            <a:xfrm>
              <a:off x="462453" y="2623554"/>
              <a:ext cx="2552892" cy="457924"/>
            </a:xfrm>
            <a:prstGeom prst="roundRect">
              <a:avLst>
                <a:gd name="adj" fmla="val 22880"/>
              </a:avLst>
            </a:prstGeom>
            <a:solidFill>
              <a:schemeClr val="bg2"/>
            </a:solidFill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1998" defTabSz="914377">
                <a:defRPr/>
              </a:pPr>
              <a:r>
                <a:rPr lang="zh-CN" altLang="en-US" sz="1400" dirty="0">
                  <a:solidFill>
                    <a:schemeClr val="tx1">
                      <a:lumMod val="90000"/>
                      <a:lumOff val="10000"/>
                    </a:schemeClr>
                  </a:solidFill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      显示</a:t>
              </a:r>
            </a:p>
          </p:txBody>
        </p:sp>
        <p:grpSp>
          <p:nvGrpSpPr>
            <p:cNvPr id="77" name="组合 76">
              <a:extLst>
                <a:ext uri="{FF2B5EF4-FFF2-40B4-BE49-F238E27FC236}">
                  <a16:creationId xmlns:a16="http://schemas.microsoft.com/office/drawing/2014/main" id="{2AC14FD3-6C54-3136-E3D9-D60DBA8BA719}"/>
                </a:ext>
              </a:extLst>
            </p:cNvPr>
            <p:cNvGrpSpPr/>
            <p:nvPr/>
          </p:nvGrpSpPr>
          <p:grpSpPr>
            <a:xfrm>
              <a:off x="600851" y="2735577"/>
              <a:ext cx="245090" cy="245090"/>
              <a:chOff x="3449581" y="2374787"/>
              <a:chExt cx="263638" cy="263638"/>
            </a:xfrm>
          </p:grpSpPr>
          <p:sp>
            <p:nvSpPr>
              <p:cNvPr id="78" name="椭圆 77">
                <a:extLst>
                  <a:ext uri="{FF2B5EF4-FFF2-40B4-BE49-F238E27FC236}">
                    <a16:creationId xmlns:a16="http://schemas.microsoft.com/office/drawing/2014/main" id="{C7728B97-7860-34E8-2D8C-5C959DADE7DB}"/>
                  </a:ext>
                </a:extLst>
              </p:cNvPr>
              <p:cNvSpPr/>
              <p:nvPr/>
            </p:nvSpPr>
            <p:spPr>
              <a:xfrm>
                <a:off x="3449581" y="2374787"/>
                <a:ext cx="263638" cy="263638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79" name="icon">
                <a:extLst>
                  <a:ext uri="{FF2B5EF4-FFF2-40B4-BE49-F238E27FC236}">
                    <a16:creationId xmlns:a16="http://schemas.microsoft.com/office/drawing/2014/main" id="{EF2DB745-189F-F3DB-EA08-FB1C16343D7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6">
                <a:extLst>
                  <a:ext uri="{96DAC541-7B7A-43D3-8B79-37D633B846F1}">
                    <asvg:svgBlip xmlns:asvg="http://schemas.microsoft.com/office/drawing/2016/SVG/main" r:embed="rId27"/>
                  </a:ext>
                </a:extLst>
              </a:blip>
              <a:srcRect/>
              <a:stretch/>
            </p:blipFill>
            <p:spPr>
              <a:xfrm>
                <a:off x="3513869" y="2435878"/>
                <a:ext cx="143060" cy="143060"/>
              </a:xfrm>
              <a:prstGeom prst="rect">
                <a:avLst/>
              </a:prstGeom>
            </p:spPr>
          </p:pic>
        </p:grpSp>
      </p:grpSp>
      <p:grpSp>
        <p:nvGrpSpPr>
          <p:cNvPr id="80" name="!! App">
            <a:extLst>
              <a:ext uri="{FF2B5EF4-FFF2-40B4-BE49-F238E27FC236}">
                <a16:creationId xmlns:a16="http://schemas.microsoft.com/office/drawing/2014/main" id="{4A664722-79E7-ACD2-5F89-9FED1BEC3A21}"/>
              </a:ext>
            </a:extLst>
          </p:cNvPr>
          <p:cNvGrpSpPr/>
          <p:nvPr/>
        </p:nvGrpSpPr>
        <p:grpSpPr>
          <a:xfrm>
            <a:off x="476549" y="2282681"/>
            <a:ext cx="2552892" cy="457924"/>
            <a:chOff x="462453" y="2623554"/>
            <a:chExt cx="2552892" cy="457924"/>
          </a:xfrm>
        </p:grpSpPr>
        <p:sp>
          <p:nvSpPr>
            <p:cNvPr id="81" name="!! 未选中">
              <a:hlinkClick r:id="rId28" action="ppaction://hlinksldjump"/>
              <a:extLst>
                <a:ext uri="{FF2B5EF4-FFF2-40B4-BE49-F238E27FC236}">
                  <a16:creationId xmlns:a16="http://schemas.microsoft.com/office/drawing/2014/main" id="{28DF5702-25F2-DBC5-A932-CEA59779C0C5}"/>
                </a:ext>
              </a:extLst>
            </p:cNvPr>
            <p:cNvSpPr/>
            <p:nvPr/>
          </p:nvSpPr>
          <p:spPr>
            <a:xfrm>
              <a:off x="462453" y="2623554"/>
              <a:ext cx="2552892" cy="457924"/>
            </a:xfrm>
            <a:prstGeom prst="roundRect">
              <a:avLst>
                <a:gd name="adj" fmla="val 22880"/>
              </a:avLst>
            </a:prstGeom>
            <a:solidFill>
              <a:schemeClr val="bg2"/>
            </a:solidFill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1998" defTabSz="914377">
                <a:defRPr/>
              </a:pPr>
              <a:r>
                <a:rPr lang="zh-CN" altLang="en-US" sz="1400" dirty="0">
                  <a:solidFill>
                    <a:schemeClr val="tx1">
                      <a:lumMod val="90000"/>
                      <a:lumOff val="10000"/>
                    </a:schemeClr>
                  </a:solidFill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      应用与模块</a:t>
              </a:r>
            </a:p>
          </p:txBody>
        </p:sp>
        <p:grpSp>
          <p:nvGrpSpPr>
            <p:cNvPr id="82" name="组合 81">
              <a:extLst>
                <a:ext uri="{FF2B5EF4-FFF2-40B4-BE49-F238E27FC236}">
                  <a16:creationId xmlns:a16="http://schemas.microsoft.com/office/drawing/2014/main" id="{3E83D781-B8B6-B697-A60A-796DB6595195}"/>
                </a:ext>
              </a:extLst>
            </p:cNvPr>
            <p:cNvGrpSpPr/>
            <p:nvPr/>
          </p:nvGrpSpPr>
          <p:grpSpPr>
            <a:xfrm>
              <a:off x="600851" y="2735577"/>
              <a:ext cx="245090" cy="245090"/>
              <a:chOff x="3449581" y="2374787"/>
              <a:chExt cx="263638" cy="263638"/>
            </a:xfrm>
          </p:grpSpPr>
          <p:sp>
            <p:nvSpPr>
              <p:cNvPr id="83" name="椭圆 82">
                <a:extLst>
                  <a:ext uri="{FF2B5EF4-FFF2-40B4-BE49-F238E27FC236}">
                    <a16:creationId xmlns:a16="http://schemas.microsoft.com/office/drawing/2014/main" id="{5FC7CE69-9D0B-D29A-DDA9-E77BBC4CB8C2}"/>
                  </a:ext>
                </a:extLst>
              </p:cNvPr>
              <p:cNvSpPr/>
              <p:nvPr/>
            </p:nvSpPr>
            <p:spPr>
              <a:xfrm>
                <a:off x="3449581" y="2374787"/>
                <a:ext cx="263638" cy="263638"/>
              </a:xfrm>
              <a:prstGeom prst="ellipse">
                <a:avLst/>
              </a:prstGeom>
              <a:solidFill>
                <a:schemeClr val="accent3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84" name="icon">
                <a:extLst>
                  <a:ext uri="{FF2B5EF4-FFF2-40B4-BE49-F238E27FC236}">
                    <a16:creationId xmlns:a16="http://schemas.microsoft.com/office/drawing/2014/main" id="{B74DDE55-1FB5-A451-B06F-1120D10C07F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9">
                <a:extLst>
                  <a:ext uri="{96DAC541-7B7A-43D3-8B79-37D633B846F1}">
                    <asvg:svgBlip xmlns:asvg="http://schemas.microsoft.com/office/drawing/2016/SVG/main" r:embed="rId30"/>
                  </a:ext>
                </a:extLst>
              </a:blip>
              <a:srcRect/>
              <a:stretch/>
            </p:blipFill>
            <p:spPr>
              <a:xfrm>
                <a:off x="3513869" y="2435878"/>
                <a:ext cx="143060" cy="143060"/>
              </a:xfrm>
              <a:prstGeom prst="rect">
                <a:avLst/>
              </a:prstGeom>
            </p:spPr>
          </p:pic>
        </p:grpSp>
      </p:grpSp>
      <p:grpSp>
        <p:nvGrpSpPr>
          <p:cNvPr id="85" name="!! 电池">
            <a:extLst>
              <a:ext uri="{FF2B5EF4-FFF2-40B4-BE49-F238E27FC236}">
                <a16:creationId xmlns:a16="http://schemas.microsoft.com/office/drawing/2014/main" id="{649994C6-73BB-DDB4-5589-D74668F4C8A1}"/>
              </a:ext>
            </a:extLst>
          </p:cNvPr>
          <p:cNvGrpSpPr/>
          <p:nvPr/>
        </p:nvGrpSpPr>
        <p:grpSpPr>
          <a:xfrm>
            <a:off x="470871" y="2852627"/>
            <a:ext cx="2552892" cy="457924"/>
            <a:chOff x="462453" y="2623554"/>
            <a:chExt cx="2552892" cy="457924"/>
          </a:xfrm>
        </p:grpSpPr>
        <p:sp>
          <p:nvSpPr>
            <p:cNvPr id="86" name="!! 未选中">
              <a:hlinkClick r:id="rId31" action="ppaction://hlinksldjump"/>
              <a:extLst>
                <a:ext uri="{FF2B5EF4-FFF2-40B4-BE49-F238E27FC236}">
                  <a16:creationId xmlns:a16="http://schemas.microsoft.com/office/drawing/2014/main" id="{CFBB673E-52BF-4504-06CD-D9DBAFCA9A36}"/>
                </a:ext>
              </a:extLst>
            </p:cNvPr>
            <p:cNvSpPr/>
            <p:nvPr/>
          </p:nvSpPr>
          <p:spPr>
            <a:xfrm>
              <a:off x="462453" y="2623554"/>
              <a:ext cx="2552892" cy="457924"/>
            </a:xfrm>
            <a:prstGeom prst="roundRect">
              <a:avLst>
                <a:gd name="adj" fmla="val 22880"/>
              </a:avLst>
            </a:prstGeom>
            <a:solidFill>
              <a:schemeClr val="bg2"/>
            </a:solidFill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1998" defTabSz="914377">
                <a:defRPr/>
              </a:pPr>
              <a:r>
                <a:rPr lang="zh-CN" altLang="en-US" sz="1400" dirty="0">
                  <a:solidFill>
                    <a:schemeClr val="tx1">
                      <a:lumMod val="90000"/>
                      <a:lumOff val="10000"/>
                    </a:schemeClr>
                  </a:solidFill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      电池</a:t>
              </a:r>
            </a:p>
          </p:txBody>
        </p:sp>
        <p:grpSp>
          <p:nvGrpSpPr>
            <p:cNvPr id="87" name="组合 86">
              <a:extLst>
                <a:ext uri="{FF2B5EF4-FFF2-40B4-BE49-F238E27FC236}">
                  <a16:creationId xmlns:a16="http://schemas.microsoft.com/office/drawing/2014/main" id="{420C86D4-0EC7-73C7-B608-C99CCAE4CF7B}"/>
                </a:ext>
              </a:extLst>
            </p:cNvPr>
            <p:cNvGrpSpPr/>
            <p:nvPr/>
          </p:nvGrpSpPr>
          <p:grpSpPr>
            <a:xfrm>
              <a:off x="600851" y="2735577"/>
              <a:ext cx="245090" cy="245090"/>
              <a:chOff x="3449581" y="2374787"/>
              <a:chExt cx="263638" cy="263638"/>
            </a:xfrm>
          </p:grpSpPr>
          <p:sp>
            <p:nvSpPr>
              <p:cNvPr id="88" name="椭圆 87">
                <a:extLst>
                  <a:ext uri="{FF2B5EF4-FFF2-40B4-BE49-F238E27FC236}">
                    <a16:creationId xmlns:a16="http://schemas.microsoft.com/office/drawing/2014/main" id="{0134DEB7-51C6-21D2-75E9-4BCC01FD4DF1}"/>
                  </a:ext>
                </a:extLst>
              </p:cNvPr>
              <p:cNvSpPr/>
              <p:nvPr/>
            </p:nvSpPr>
            <p:spPr>
              <a:xfrm>
                <a:off x="3449581" y="2374787"/>
                <a:ext cx="263638" cy="263638"/>
              </a:xfrm>
              <a:prstGeom prst="ellipse">
                <a:avLst/>
              </a:prstGeom>
              <a:solidFill>
                <a:srgbClr val="3ADE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89" name="icon">
                <a:extLst>
                  <a:ext uri="{FF2B5EF4-FFF2-40B4-BE49-F238E27FC236}">
                    <a16:creationId xmlns:a16="http://schemas.microsoft.com/office/drawing/2014/main" id="{0BB647B2-8B5C-38AE-7EA1-5BB9A993D92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2">
                <a:extLst>
                  <a:ext uri="{96DAC541-7B7A-43D3-8B79-37D633B846F1}">
                    <asvg:svgBlip xmlns:asvg="http://schemas.microsoft.com/office/drawing/2016/SVG/main" r:embed="rId33"/>
                  </a:ext>
                </a:extLst>
              </a:blip>
              <a:srcRect/>
              <a:stretch/>
            </p:blipFill>
            <p:spPr>
              <a:xfrm>
                <a:off x="3513869" y="2435878"/>
                <a:ext cx="143060" cy="143060"/>
              </a:xfrm>
              <a:prstGeom prst="rect">
                <a:avLst/>
              </a:prstGeom>
            </p:spPr>
          </p:pic>
        </p:grpSp>
      </p:grpSp>
      <p:sp>
        <p:nvSpPr>
          <p:cNvPr id="90" name="!! 个性化">
            <a:extLst>
              <a:ext uri="{FF2B5EF4-FFF2-40B4-BE49-F238E27FC236}">
                <a16:creationId xmlns:a16="http://schemas.microsoft.com/office/drawing/2014/main" id="{52C9ECE9-5C33-78AF-8FE6-A4D59A897666}"/>
              </a:ext>
            </a:extLst>
          </p:cNvPr>
          <p:cNvSpPr txBox="1"/>
          <p:nvPr/>
        </p:nvSpPr>
        <p:spPr>
          <a:xfrm>
            <a:off x="470872" y="3444966"/>
            <a:ext cx="11113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dirty="0">
                <a:solidFill>
                  <a:schemeClr val="bg1">
                    <a:lumMod val="50000"/>
                  </a:schemeClr>
                </a:solidFill>
              </a:rPr>
              <a:t>个性化</a:t>
            </a:r>
          </a:p>
        </p:txBody>
      </p:sp>
      <p:sp>
        <p:nvSpPr>
          <p:cNvPr id="91" name="文本框 90">
            <a:extLst>
              <a:ext uri="{FF2B5EF4-FFF2-40B4-BE49-F238E27FC236}">
                <a16:creationId xmlns:a16="http://schemas.microsoft.com/office/drawing/2014/main" id="{36983B44-F3A1-2BF3-1040-522068F37A37}"/>
              </a:ext>
            </a:extLst>
          </p:cNvPr>
          <p:cNvSpPr txBox="1"/>
          <p:nvPr/>
        </p:nvSpPr>
        <p:spPr>
          <a:xfrm>
            <a:off x="462454" y="2020809"/>
            <a:ext cx="11113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dirty="0">
                <a:solidFill>
                  <a:schemeClr val="bg1">
                    <a:lumMod val="50000"/>
                  </a:schemeClr>
                </a:solidFill>
              </a:rPr>
              <a:t>网络与连接</a:t>
            </a: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FCC4A717-6B90-ACF5-9046-3213789098A9}"/>
              </a:ext>
            </a:extLst>
          </p:cNvPr>
          <p:cNvSpPr txBox="1"/>
          <p:nvPr/>
        </p:nvSpPr>
        <p:spPr>
          <a:xfrm>
            <a:off x="462455" y="4033431"/>
            <a:ext cx="11113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dirty="0">
                <a:solidFill>
                  <a:schemeClr val="bg1">
                    <a:lumMod val="50000"/>
                  </a:schemeClr>
                </a:solidFill>
              </a:rPr>
              <a:t>系统与安全</a:t>
            </a:r>
          </a:p>
        </p:txBody>
      </p:sp>
      <p:grpSp>
        <p:nvGrpSpPr>
          <p:cNvPr id="93" name="!! 软件更新">
            <a:extLst>
              <a:ext uri="{FF2B5EF4-FFF2-40B4-BE49-F238E27FC236}">
                <a16:creationId xmlns:a16="http://schemas.microsoft.com/office/drawing/2014/main" id="{4333C16A-659E-0BC1-D3F7-6386A89A6AB2}"/>
              </a:ext>
            </a:extLst>
          </p:cNvPr>
          <p:cNvGrpSpPr/>
          <p:nvPr/>
        </p:nvGrpSpPr>
        <p:grpSpPr>
          <a:xfrm>
            <a:off x="462455" y="4299750"/>
            <a:ext cx="2552892" cy="457924"/>
            <a:chOff x="481145" y="1890767"/>
            <a:chExt cx="2552892" cy="457924"/>
          </a:xfrm>
        </p:grpSpPr>
        <p:sp>
          <p:nvSpPr>
            <p:cNvPr id="94" name="!! 未选中">
              <a:hlinkClick r:id="rId34" action="ppaction://hlinksldjump"/>
              <a:extLst>
                <a:ext uri="{FF2B5EF4-FFF2-40B4-BE49-F238E27FC236}">
                  <a16:creationId xmlns:a16="http://schemas.microsoft.com/office/drawing/2014/main" id="{8AEC688C-1893-1454-D770-F3046C96BAD8}"/>
                </a:ext>
              </a:extLst>
            </p:cNvPr>
            <p:cNvSpPr/>
            <p:nvPr/>
          </p:nvSpPr>
          <p:spPr>
            <a:xfrm>
              <a:off x="481145" y="1890767"/>
              <a:ext cx="2552892" cy="457924"/>
            </a:xfrm>
            <a:prstGeom prst="roundRect">
              <a:avLst>
                <a:gd name="adj" fmla="val 22880"/>
              </a:avLst>
            </a:prstGeom>
            <a:solidFill>
              <a:schemeClr val="bg2"/>
            </a:solidFill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1998" defTabSz="914377">
                <a:defRPr/>
              </a:pPr>
              <a:r>
                <a:rPr lang="zh-CN" altLang="en-US" sz="1400" dirty="0">
                  <a:solidFill>
                    <a:schemeClr val="tx1"/>
                  </a:solidFill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      系统更新</a:t>
              </a:r>
            </a:p>
          </p:txBody>
        </p:sp>
        <p:pic>
          <p:nvPicPr>
            <p:cNvPr id="95" name="icon">
              <a:extLst>
                <a:ext uri="{FF2B5EF4-FFF2-40B4-BE49-F238E27FC236}">
                  <a16:creationId xmlns:a16="http://schemas.microsoft.com/office/drawing/2014/main" id="{62560321-E467-F5FA-CA8B-BE41D2EA75A0}"/>
                </a:ext>
              </a:extLst>
            </p:cNvPr>
            <p:cNvPicPr>
              <a:picLocks noChangeAspect="1"/>
            </p:cNvPicPr>
            <p:nvPr/>
          </p:nvPicPr>
          <p:blipFill>
            <a:blip r:embed="rId35">
              <a:extLst>
                <a:ext uri="{96DAC541-7B7A-43D3-8B79-37D633B846F1}">
                  <asvg:svgBlip xmlns:asvg="http://schemas.microsoft.com/office/drawing/2016/SVG/main" r:embed="rId36"/>
                </a:ext>
              </a:extLst>
            </a:blip>
            <a:srcRect/>
            <a:stretch/>
          </p:blipFill>
          <p:spPr>
            <a:xfrm>
              <a:off x="623508" y="2001148"/>
              <a:ext cx="237162" cy="237162"/>
            </a:xfrm>
            <a:prstGeom prst="rect">
              <a:avLst/>
            </a:prstGeom>
          </p:spPr>
        </p:pic>
      </p:grpSp>
      <p:grpSp>
        <p:nvGrpSpPr>
          <p:cNvPr id="96" name="!! 更多连接">
            <a:extLst>
              <a:ext uri="{FF2B5EF4-FFF2-40B4-BE49-F238E27FC236}">
                <a16:creationId xmlns:a16="http://schemas.microsoft.com/office/drawing/2014/main" id="{04497F6E-9138-7FF2-5202-14C3A12DCC9A}"/>
              </a:ext>
            </a:extLst>
          </p:cNvPr>
          <p:cNvGrpSpPr/>
          <p:nvPr/>
        </p:nvGrpSpPr>
        <p:grpSpPr>
          <a:xfrm>
            <a:off x="462454" y="3410531"/>
            <a:ext cx="2552892" cy="457924"/>
            <a:chOff x="462453" y="2623554"/>
            <a:chExt cx="2552892" cy="457924"/>
          </a:xfrm>
        </p:grpSpPr>
        <p:sp>
          <p:nvSpPr>
            <p:cNvPr id="97" name="!! 未选中">
              <a:hlinkClick r:id="rId37" action="ppaction://hlinksldjump"/>
              <a:extLst>
                <a:ext uri="{FF2B5EF4-FFF2-40B4-BE49-F238E27FC236}">
                  <a16:creationId xmlns:a16="http://schemas.microsoft.com/office/drawing/2014/main" id="{6BD57399-CD6C-1FA0-EFF4-9A95DBA577B6}"/>
                </a:ext>
              </a:extLst>
            </p:cNvPr>
            <p:cNvSpPr/>
            <p:nvPr/>
          </p:nvSpPr>
          <p:spPr>
            <a:xfrm>
              <a:off x="462453" y="2623554"/>
              <a:ext cx="2552892" cy="457924"/>
            </a:xfrm>
            <a:prstGeom prst="roundRect">
              <a:avLst>
                <a:gd name="adj" fmla="val 22880"/>
              </a:avLst>
            </a:prstGeom>
            <a:solidFill>
              <a:schemeClr val="tx1">
                <a:lumMod val="10000"/>
                <a:lumOff val="90000"/>
              </a:schemeClr>
            </a:solidFill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1998" defTabSz="914377">
                <a:defRPr/>
              </a:pPr>
              <a:r>
                <a:rPr lang="zh-CN" altLang="en-US" sz="1400" dirty="0">
                  <a:solidFill>
                    <a:schemeClr val="tx1">
                      <a:lumMod val="90000"/>
                      <a:lumOff val="10000"/>
                    </a:schemeClr>
                  </a:solidFill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      更多连接</a:t>
              </a:r>
            </a:p>
          </p:txBody>
        </p:sp>
        <p:grpSp>
          <p:nvGrpSpPr>
            <p:cNvPr id="98" name="组合 97">
              <a:extLst>
                <a:ext uri="{FF2B5EF4-FFF2-40B4-BE49-F238E27FC236}">
                  <a16:creationId xmlns:a16="http://schemas.microsoft.com/office/drawing/2014/main" id="{07DCCB3E-1ABB-D41E-4571-6C705A1CF01E}"/>
                </a:ext>
              </a:extLst>
            </p:cNvPr>
            <p:cNvGrpSpPr/>
            <p:nvPr/>
          </p:nvGrpSpPr>
          <p:grpSpPr>
            <a:xfrm>
              <a:off x="600851" y="2735577"/>
              <a:ext cx="245090" cy="245090"/>
              <a:chOff x="3449581" y="2374787"/>
              <a:chExt cx="263638" cy="263638"/>
            </a:xfrm>
          </p:grpSpPr>
          <p:sp>
            <p:nvSpPr>
              <p:cNvPr id="99" name="椭圆 98">
                <a:extLst>
                  <a:ext uri="{FF2B5EF4-FFF2-40B4-BE49-F238E27FC236}">
                    <a16:creationId xmlns:a16="http://schemas.microsoft.com/office/drawing/2014/main" id="{382C0983-3B0F-7AA5-70B8-28D41DEA9602}"/>
                  </a:ext>
                </a:extLst>
              </p:cNvPr>
              <p:cNvSpPr/>
              <p:nvPr/>
            </p:nvSpPr>
            <p:spPr>
              <a:xfrm>
                <a:off x="3449581" y="2374787"/>
                <a:ext cx="263638" cy="263638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100" name="icon">
                <a:extLst>
                  <a:ext uri="{FF2B5EF4-FFF2-40B4-BE49-F238E27FC236}">
                    <a16:creationId xmlns:a16="http://schemas.microsoft.com/office/drawing/2014/main" id="{4DCBB9D6-8425-C62C-3948-2F34F5EB310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8">
                <a:extLst>
                  <a:ext uri="{96DAC541-7B7A-43D3-8B79-37D633B846F1}">
                    <asvg:svgBlip xmlns:asvg="http://schemas.microsoft.com/office/drawing/2016/SVG/main" r:embed="rId39"/>
                  </a:ext>
                </a:extLst>
              </a:blip>
              <a:srcRect/>
              <a:stretch/>
            </p:blipFill>
            <p:spPr>
              <a:xfrm>
                <a:off x="3513774" y="2433849"/>
                <a:ext cx="143060" cy="143060"/>
              </a:xfrm>
              <a:prstGeom prst="rect">
                <a:avLst/>
              </a:prstGeom>
            </p:spPr>
          </p:pic>
        </p:grpSp>
      </p:grpSp>
      <p:sp>
        <p:nvSpPr>
          <p:cNvPr id="101" name="!! 更多">
            <a:extLst>
              <a:ext uri="{FF2B5EF4-FFF2-40B4-BE49-F238E27FC236}">
                <a16:creationId xmlns:a16="http://schemas.microsoft.com/office/drawing/2014/main" id="{C8E22F93-A198-C527-1071-2DD7A4637C91}"/>
              </a:ext>
            </a:extLst>
          </p:cNvPr>
          <p:cNvSpPr txBox="1"/>
          <p:nvPr/>
        </p:nvSpPr>
        <p:spPr>
          <a:xfrm>
            <a:off x="1310353" y="6016666"/>
            <a:ext cx="85443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100" dirty="0">
                <a:solidFill>
                  <a:schemeClr val="accent1"/>
                </a:solidFill>
              </a:rPr>
              <a:t>下一页</a:t>
            </a:r>
          </a:p>
        </p:txBody>
      </p:sp>
      <p:grpSp>
        <p:nvGrpSpPr>
          <p:cNvPr id="102" name="!! 蓝牙">
            <a:extLst>
              <a:ext uri="{FF2B5EF4-FFF2-40B4-BE49-F238E27FC236}">
                <a16:creationId xmlns:a16="http://schemas.microsoft.com/office/drawing/2014/main" id="{D29AE1B9-5944-D302-205B-FCBD295E52D7}"/>
              </a:ext>
            </a:extLst>
          </p:cNvPr>
          <p:cNvGrpSpPr/>
          <p:nvPr/>
        </p:nvGrpSpPr>
        <p:grpSpPr>
          <a:xfrm>
            <a:off x="462453" y="2846581"/>
            <a:ext cx="2552892" cy="457924"/>
            <a:chOff x="462452" y="2059603"/>
            <a:chExt cx="2552892" cy="457924"/>
          </a:xfrm>
        </p:grpSpPr>
        <p:sp>
          <p:nvSpPr>
            <p:cNvPr id="103" name="!! 未选中">
              <a:hlinkClick r:id="rId40" action="ppaction://hlinksldjump"/>
              <a:extLst>
                <a:ext uri="{FF2B5EF4-FFF2-40B4-BE49-F238E27FC236}">
                  <a16:creationId xmlns:a16="http://schemas.microsoft.com/office/drawing/2014/main" id="{0E564FFD-FEA2-A98A-D0CA-8C61863353E4}"/>
                </a:ext>
              </a:extLst>
            </p:cNvPr>
            <p:cNvSpPr/>
            <p:nvPr/>
          </p:nvSpPr>
          <p:spPr>
            <a:xfrm>
              <a:off x="462452" y="2059603"/>
              <a:ext cx="2552892" cy="457924"/>
            </a:xfrm>
            <a:prstGeom prst="roundRect">
              <a:avLst>
                <a:gd name="adj" fmla="val 22880"/>
              </a:avLst>
            </a:prstGeom>
            <a:solidFill>
              <a:schemeClr val="bg2"/>
            </a:solidFill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1998" defTabSz="914377">
                <a:defRPr/>
              </a:pPr>
              <a:r>
                <a:rPr lang="zh-CN" altLang="en-US" sz="1400" dirty="0">
                  <a:solidFill>
                    <a:schemeClr val="tx1">
                      <a:lumMod val="90000"/>
                      <a:lumOff val="10000"/>
                    </a:schemeClr>
                  </a:solidFill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      蓝牙</a:t>
              </a:r>
            </a:p>
          </p:txBody>
        </p:sp>
        <p:pic>
          <p:nvPicPr>
            <p:cNvPr id="104" name="图形 103">
              <a:extLst>
                <a:ext uri="{FF2B5EF4-FFF2-40B4-BE49-F238E27FC236}">
                  <a16:creationId xmlns:a16="http://schemas.microsoft.com/office/drawing/2014/main" id="{1DF09AFC-F7A4-91B0-07EF-BB7E70525C57}"/>
                </a:ext>
              </a:extLst>
            </p:cNvPr>
            <p:cNvPicPr>
              <a:picLocks noChangeAspect="1"/>
            </p:cNvPicPr>
            <p:nvPr/>
          </p:nvPicPr>
          <p:blipFill>
            <a:blip r:embed="rId41">
              <a:extLst>
                <a:ext uri="{96DAC541-7B7A-43D3-8B79-37D633B846F1}">
                  <asvg:svgBlip xmlns:asvg="http://schemas.microsoft.com/office/drawing/2016/SVG/main" r:embed="rId42"/>
                </a:ext>
              </a:extLst>
            </a:blip>
            <a:stretch>
              <a:fillRect/>
            </a:stretch>
          </p:blipFill>
          <p:spPr>
            <a:xfrm>
              <a:off x="600851" y="2174279"/>
              <a:ext cx="237166" cy="237166"/>
            </a:xfrm>
            <a:prstGeom prst="rect">
              <a:avLst/>
            </a:prstGeom>
          </p:spPr>
        </p:pic>
      </p:grpSp>
      <p:grpSp>
        <p:nvGrpSpPr>
          <p:cNvPr id="105" name="!! WLAN">
            <a:extLst>
              <a:ext uri="{FF2B5EF4-FFF2-40B4-BE49-F238E27FC236}">
                <a16:creationId xmlns:a16="http://schemas.microsoft.com/office/drawing/2014/main" id="{EC6FE42E-C81F-8742-F957-67BCFE57CF36}"/>
              </a:ext>
            </a:extLst>
          </p:cNvPr>
          <p:cNvGrpSpPr/>
          <p:nvPr/>
        </p:nvGrpSpPr>
        <p:grpSpPr>
          <a:xfrm>
            <a:off x="462453" y="2282631"/>
            <a:ext cx="2552892" cy="457924"/>
            <a:chOff x="462452" y="1495653"/>
            <a:chExt cx="2552892" cy="457924"/>
          </a:xfrm>
        </p:grpSpPr>
        <p:grpSp>
          <p:nvGrpSpPr>
            <p:cNvPr id="106" name="!! WLAN">
              <a:extLst>
                <a:ext uri="{FF2B5EF4-FFF2-40B4-BE49-F238E27FC236}">
                  <a16:creationId xmlns:a16="http://schemas.microsoft.com/office/drawing/2014/main" id="{42D72562-796C-2F27-1C4A-AAA61DE1F19C}"/>
                </a:ext>
              </a:extLst>
            </p:cNvPr>
            <p:cNvGrpSpPr/>
            <p:nvPr/>
          </p:nvGrpSpPr>
          <p:grpSpPr>
            <a:xfrm>
              <a:off x="462452" y="1495653"/>
              <a:ext cx="2552892" cy="457924"/>
              <a:chOff x="462452" y="1495653"/>
              <a:chExt cx="2552892" cy="457924"/>
            </a:xfrm>
          </p:grpSpPr>
          <p:sp>
            <p:nvSpPr>
              <p:cNvPr id="108" name="!! 未选中">
                <a:hlinkClick r:id="rId43" action="ppaction://hlinksldjump"/>
                <a:extLst>
                  <a:ext uri="{FF2B5EF4-FFF2-40B4-BE49-F238E27FC236}">
                    <a16:creationId xmlns:a16="http://schemas.microsoft.com/office/drawing/2014/main" id="{4B339922-7BB8-316B-6A0E-9FA422FB351F}"/>
                  </a:ext>
                </a:extLst>
              </p:cNvPr>
              <p:cNvSpPr/>
              <p:nvPr/>
            </p:nvSpPr>
            <p:spPr>
              <a:xfrm>
                <a:off x="462452" y="1495653"/>
                <a:ext cx="2552892" cy="457924"/>
              </a:xfrm>
              <a:prstGeom prst="roundRect">
                <a:avLst>
                  <a:gd name="adj" fmla="val 22880"/>
                </a:avLst>
              </a:prstGeom>
              <a:solidFill>
                <a:schemeClr val="bg2"/>
              </a:solidFill>
              <a:ln w="6350"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71998" defTabSz="914377">
                  <a:defRPr/>
                </a:pPr>
                <a:r>
                  <a:rPr lang="zh-CN" altLang="en-US" sz="1400" dirty="0">
                    <a:solidFill>
                      <a:schemeClr val="tx1">
                        <a:lumMod val="90000"/>
                        <a:lumOff val="10000"/>
                      </a:schemeClr>
                    </a:solidFill>
                    <a:latin typeface="vivo Sans Light" panose="02000400000000000000" pitchFamily="2" charset="-122"/>
                    <a:ea typeface="vivo Sans Light" panose="02000400000000000000" pitchFamily="2" charset="-122"/>
                    <a:cs typeface="vivo Sans Light" panose="02000400000000000000" pitchFamily="2" charset="-122"/>
                  </a:rPr>
                  <a:t>      无线局域网</a:t>
                </a:r>
              </a:p>
            </p:txBody>
          </p:sp>
          <p:pic>
            <p:nvPicPr>
              <p:cNvPr id="109" name="icon">
                <a:extLst>
                  <a:ext uri="{FF2B5EF4-FFF2-40B4-BE49-F238E27FC236}">
                    <a16:creationId xmlns:a16="http://schemas.microsoft.com/office/drawing/2014/main" id="{CB74BCEF-5364-C8C0-4EA6-F3C7A4167A7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4">
                <a:extLst>
                  <a:ext uri="{96DAC541-7B7A-43D3-8B79-37D633B846F1}">
                    <asvg:svgBlip xmlns:asvg="http://schemas.microsoft.com/office/drawing/2016/SVG/main" r:embed="rId45"/>
                  </a:ext>
                </a:extLst>
              </a:blip>
              <a:srcRect/>
              <a:stretch/>
            </p:blipFill>
            <p:spPr>
              <a:xfrm>
                <a:off x="638475" y="1636367"/>
                <a:ext cx="169842" cy="169842"/>
              </a:xfrm>
              <a:prstGeom prst="rect">
                <a:avLst/>
              </a:prstGeom>
            </p:spPr>
          </p:pic>
        </p:grpSp>
        <p:pic>
          <p:nvPicPr>
            <p:cNvPr id="107" name="图形 106">
              <a:extLst>
                <a:ext uri="{FF2B5EF4-FFF2-40B4-BE49-F238E27FC236}">
                  <a16:creationId xmlns:a16="http://schemas.microsoft.com/office/drawing/2014/main" id="{3D016629-DBC5-F468-AD58-9A40BF249F60}"/>
                </a:ext>
              </a:extLst>
            </p:cNvPr>
            <p:cNvPicPr>
              <a:picLocks noChangeAspect="1"/>
            </p:cNvPicPr>
            <p:nvPr/>
          </p:nvPicPr>
          <p:blipFill>
            <a:blip r:embed="rId46">
              <a:extLst>
                <a:ext uri="{96DAC541-7B7A-43D3-8B79-37D633B846F1}">
                  <asvg:svgBlip xmlns:asvg="http://schemas.microsoft.com/office/drawing/2016/SVG/main" r:embed="rId47"/>
                </a:ext>
              </a:extLst>
            </a:blip>
            <a:stretch>
              <a:fillRect/>
            </a:stretch>
          </p:blipFill>
          <p:spPr>
            <a:xfrm>
              <a:off x="600489" y="1593839"/>
              <a:ext cx="245452" cy="245452"/>
            </a:xfrm>
            <a:prstGeom prst="rect">
              <a:avLst/>
            </a:prstGeom>
          </p:spPr>
        </p:pic>
      </p:grpSp>
      <p:grpSp>
        <p:nvGrpSpPr>
          <p:cNvPr id="110" name="!! 关于">
            <a:extLst>
              <a:ext uri="{FF2B5EF4-FFF2-40B4-BE49-F238E27FC236}">
                <a16:creationId xmlns:a16="http://schemas.microsoft.com/office/drawing/2014/main" id="{C7FD53A8-A652-6F21-7EA1-AD4EDD5A51DC}"/>
              </a:ext>
            </a:extLst>
          </p:cNvPr>
          <p:cNvGrpSpPr/>
          <p:nvPr/>
        </p:nvGrpSpPr>
        <p:grpSpPr>
          <a:xfrm>
            <a:off x="461126" y="5442791"/>
            <a:ext cx="2552892" cy="457924"/>
            <a:chOff x="453977" y="4076722"/>
            <a:chExt cx="2552892" cy="457924"/>
          </a:xfrm>
        </p:grpSpPr>
        <p:sp>
          <p:nvSpPr>
            <p:cNvPr id="111" name="!! 未选中">
              <a:hlinkClick r:id="rId48" action="ppaction://hlinksldjump"/>
              <a:extLst>
                <a:ext uri="{FF2B5EF4-FFF2-40B4-BE49-F238E27FC236}">
                  <a16:creationId xmlns:a16="http://schemas.microsoft.com/office/drawing/2014/main" id="{3F1091EE-E30F-C9EC-08EB-7096A1E57DF1}"/>
                </a:ext>
              </a:extLst>
            </p:cNvPr>
            <p:cNvSpPr/>
            <p:nvPr/>
          </p:nvSpPr>
          <p:spPr>
            <a:xfrm>
              <a:off x="453977" y="4076722"/>
              <a:ext cx="2552892" cy="457924"/>
            </a:xfrm>
            <a:prstGeom prst="roundRect">
              <a:avLst>
                <a:gd name="adj" fmla="val 22880"/>
              </a:avLst>
            </a:prstGeom>
            <a:solidFill>
              <a:schemeClr val="bg2"/>
            </a:solidFill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1998" defTabSz="914377">
                <a:defRPr/>
              </a:pPr>
              <a:r>
                <a:rPr lang="zh-CN" altLang="en-US" sz="1400" dirty="0">
                  <a:solidFill>
                    <a:schemeClr val="tx1">
                      <a:lumMod val="90000"/>
                      <a:lumOff val="10000"/>
                    </a:schemeClr>
                  </a:solidFill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      关于此</a:t>
              </a:r>
              <a:r>
                <a:rPr lang="en-US" altLang="zh-CN" sz="1400" dirty="0">
                  <a:solidFill>
                    <a:schemeClr val="tx1">
                      <a:lumMod val="90000"/>
                      <a:lumOff val="10000"/>
                    </a:schemeClr>
                  </a:solidFill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Pad</a:t>
              </a:r>
              <a:endParaRPr lang="zh-CN" altLang="en-US" sz="1400" dirty="0">
                <a:solidFill>
                  <a:schemeClr val="tx1">
                    <a:lumMod val="90000"/>
                    <a:lumOff val="10000"/>
                  </a:schemeClr>
                </a:solidFill>
                <a:latin typeface="vivo Sans Light" panose="02000400000000000000" pitchFamily="2" charset="-122"/>
                <a:ea typeface="vivo Sans Light" panose="02000400000000000000" pitchFamily="2" charset="-122"/>
                <a:cs typeface="vivo Sans Light" panose="02000400000000000000" pitchFamily="2" charset="-122"/>
              </a:endParaRPr>
            </a:p>
          </p:txBody>
        </p:sp>
        <p:pic>
          <p:nvPicPr>
            <p:cNvPr id="112" name="图形 111">
              <a:extLst>
                <a:ext uri="{FF2B5EF4-FFF2-40B4-BE49-F238E27FC236}">
                  <a16:creationId xmlns:a16="http://schemas.microsoft.com/office/drawing/2014/main" id="{91308960-264A-40C6-AD04-439633682521}"/>
                </a:ext>
              </a:extLst>
            </p:cNvPr>
            <p:cNvPicPr>
              <a:picLocks noChangeAspect="1"/>
            </p:cNvPicPr>
            <p:nvPr/>
          </p:nvPicPr>
          <p:blipFill>
            <a:blip r:embed="rId49">
              <a:extLst>
                <a:ext uri="{96DAC541-7B7A-43D3-8B79-37D633B846F1}">
                  <asvg:svgBlip xmlns:asvg="http://schemas.microsoft.com/office/drawing/2016/SVG/main" r:embed="rId50"/>
                </a:ext>
              </a:extLst>
            </a:blip>
            <a:stretch>
              <a:fillRect/>
            </a:stretch>
          </p:blipFill>
          <p:spPr>
            <a:xfrm flipV="1">
              <a:off x="599323" y="4190280"/>
              <a:ext cx="238694" cy="238694"/>
            </a:xfrm>
            <a:prstGeom prst="rect">
              <a:avLst/>
            </a:prstGeom>
          </p:spPr>
        </p:pic>
      </p:grpSp>
      <p:grpSp>
        <p:nvGrpSpPr>
          <p:cNvPr id="113" name="!! 保护">
            <a:extLst>
              <a:ext uri="{FF2B5EF4-FFF2-40B4-BE49-F238E27FC236}">
                <a16:creationId xmlns:a16="http://schemas.microsoft.com/office/drawing/2014/main" id="{B8F6C438-6CF3-FBDF-76A7-4DEF6CF4A233}"/>
              </a:ext>
            </a:extLst>
          </p:cNvPr>
          <p:cNvGrpSpPr/>
          <p:nvPr/>
        </p:nvGrpSpPr>
        <p:grpSpPr>
          <a:xfrm>
            <a:off x="461126" y="4868915"/>
            <a:ext cx="2552892" cy="457924"/>
            <a:chOff x="462453" y="2623554"/>
            <a:chExt cx="2552892" cy="457924"/>
          </a:xfrm>
        </p:grpSpPr>
        <p:sp>
          <p:nvSpPr>
            <p:cNvPr id="114" name="!! 未选中">
              <a:hlinkClick r:id="rId51" action="ppaction://hlinksldjump"/>
              <a:extLst>
                <a:ext uri="{FF2B5EF4-FFF2-40B4-BE49-F238E27FC236}">
                  <a16:creationId xmlns:a16="http://schemas.microsoft.com/office/drawing/2014/main" id="{92FC994F-BA39-79EA-BBD6-433C4A609E2A}"/>
                </a:ext>
              </a:extLst>
            </p:cNvPr>
            <p:cNvSpPr/>
            <p:nvPr/>
          </p:nvSpPr>
          <p:spPr>
            <a:xfrm>
              <a:off x="462453" y="2623554"/>
              <a:ext cx="2552892" cy="457924"/>
            </a:xfrm>
            <a:prstGeom prst="roundRect">
              <a:avLst>
                <a:gd name="adj" fmla="val 22880"/>
              </a:avLst>
            </a:prstGeom>
            <a:solidFill>
              <a:schemeClr val="bg2"/>
            </a:solidFill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1998" defTabSz="914377">
                <a:defRPr/>
              </a:pPr>
              <a:r>
                <a:rPr lang="zh-CN" altLang="en-US" sz="1400" dirty="0">
                  <a:solidFill>
                    <a:schemeClr val="tx1">
                      <a:lumMod val="90000"/>
                      <a:lumOff val="10000"/>
                    </a:schemeClr>
                  </a:solidFill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      设备安全性</a:t>
              </a:r>
            </a:p>
          </p:txBody>
        </p:sp>
        <p:grpSp>
          <p:nvGrpSpPr>
            <p:cNvPr id="115" name="组合 114">
              <a:extLst>
                <a:ext uri="{FF2B5EF4-FFF2-40B4-BE49-F238E27FC236}">
                  <a16:creationId xmlns:a16="http://schemas.microsoft.com/office/drawing/2014/main" id="{C5472F0E-BA89-476A-7FF3-871C53DEA3C2}"/>
                </a:ext>
              </a:extLst>
            </p:cNvPr>
            <p:cNvGrpSpPr/>
            <p:nvPr/>
          </p:nvGrpSpPr>
          <p:grpSpPr>
            <a:xfrm>
              <a:off x="600851" y="2735577"/>
              <a:ext cx="245090" cy="245090"/>
              <a:chOff x="3449581" y="2374787"/>
              <a:chExt cx="263638" cy="263638"/>
            </a:xfrm>
          </p:grpSpPr>
          <p:sp>
            <p:nvSpPr>
              <p:cNvPr id="116" name="椭圆 115">
                <a:extLst>
                  <a:ext uri="{FF2B5EF4-FFF2-40B4-BE49-F238E27FC236}">
                    <a16:creationId xmlns:a16="http://schemas.microsoft.com/office/drawing/2014/main" id="{C1DABC6E-2611-E998-4E9D-E3DF4B5EAA0D}"/>
                  </a:ext>
                </a:extLst>
              </p:cNvPr>
              <p:cNvSpPr/>
              <p:nvPr/>
            </p:nvSpPr>
            <p:spPr>
              <a:xfrm>
                <a:off x="3449581" y="2374787"/>
                <a:ext cx="263638" cy="263638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117" name="icon">
                <a:extLst>
                  <a:ext uri="{FF2B5EF4-FFF2-40B4-BE49-F238E27FC236}">
                    <a16:creationId xmlns:a16="http://schemas.microsoft.com/office/drawing/2014/main" id="{F3CA0F6F-593F-3053-3BE6-87ABF264D07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2">
                <a:extLst>
                  <a:ext uri="{96DAC541-7B7A-43D3-8B79-37D633B846F1}">
                    <asvg:svgBlip xmlns:asvg="http://schemas.microsoft.com/office/drawing/2016/SVG/main" r:embed="rId53"/>
                  </a:ext>
                </a:extLst>
              </a:blip>
              <a:srcRect/>
              <a:stretch/>
            </p:blipFill>
            <p:spPr>
              <a:xfrm>
                <a:off x="3513869" y="2435878"/>
                <a:ext cx="143060" cy="143060"/>
              </a:xfrm>
              <a:prstGeom prst="rect">
                <a:avLst/>
              </a:prstGeom>
            </p:spPr>
          </p:pic>
        </p:grpSp>
      </p:grpSp>
      <p:grpSp>
        <p:nvGrpSpPr>
          <p:cNvPr id="118" name="组合 117">
            <a:extLst>
              <a:ext uri="{FF2B5EF4-FFF2-40B4-BE49-F238E27FC236}">
                <a16:creationId xmlns:a16="http://schemas.microsoft.com/office/drawing/2014/main" id="{70552B6F-7CC3-3A8A-8540-64EAC53A795E}"/>
              </a:ext>
            </a:extLst>
          </p:cNvPr>
          <p:cNvGrpSpPr/>
          <p:nvPr/>
        </p:nvGrpSpPr>
        <p:grpSpPr>
          <a:xfrm>
            <a:off x="461126" y="1123111"/>
            <a:ext cx="2552892" cy="756471"/>
            <a:chOff x="461125" y="1123110"/>
            <a:chExt cx="2552892" cy="756471"/>
          </a:xfrm>
        </p:grpSpPr>
        <p:sp>
          <p:nvSpPr>
            <p:cNvPr id="119" name="矩形: 圆角 118">
              <a:hlinkClick r:id="rId54" action="ppaction://hlinksldjump"/>
              <a:extLst>
                <a:ext uri="{FF2B5EF4-FFF2-40B4-BE49-F238E27FC236}">
                  <a16:creationId xmlns:a16="http://schemas.microsoft.com/office/drawing/2014/main" id="{3D1158A5-125C-33B2-B427-5F632F12CCDE}"/>
                </a:ext>
              </a:extLst>
            </p:cNvPr>
            <p:cNvSpPr/>
            <p:nvPr/>
          </p:nvSpPr>
          <p:spPr>
            <a:xfrm>
              <a:off x="461125" y="1123110"/>
              <a:ext cx="2552892" cy="756471"/>
            </a:xfrm>
            <a:prstGeom prst="roundRect">
              <a:avLst>
                <a:gd name="adj" fmla="val 13695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0" name="文本框 119">
              <a:extLst>
                <a:ext uri="{FF2B5EF4-FFF2-40B4-BE49-F238E27FC236}">
                  <a16:creationId xmlns:a16="http://schemas.microsoft.com/office/drawing/2014/main" id="{058BEA50-27BB-0552-7BB0-F76DDA26D621}"/>
                </a:ext>
              </a:extLst>
            </p:cNvPr>
            <p:cNvSpPr txBox="1"/>
            <p:nvPr/>
          </p:nvSpPr>
          <p:spPr>
            <a:xfrm>
              <a:off x="1119456" y="1283470"/>
              <a:ext cx="161993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dirty="0">
                  <a:latin typeface="+mn-ea"/>
                  <a:cs typeface="vivo Sans Light" panose="02000400000000000000" pitchFamily="2" charset="-122"/>
                </a:rPr>
                <a:t>雨夌</a:t>
              </a:r>
            </a:p>
          </p:txBody>
        </p:sp>
        <p:sp>
          <p:nvSpPr>
            <p:cNvPr id="121" name="文本框 120">
              <a:extLst>
                <a:ext uri="{FF2B5EF4-FFF2-40B4-BE49-F238E27FC236}">
                  <a16:creationId xmlns:a16="http://schemas.microsoft.com/office/drawing/2014/main" id="{7DC922C4-A167-75E7-0A94-A4D44B5E4C30}"/>
                </a:ext>
              </a:extLst>
            </p:cNvPr>
            <p:cNvSpPr txBox="1"/>
            <p:nvPr/>
          </p:nvSpPr>
          <p:spPr>
            <a:xfrm>
              <a:off x="1119456" y="1497658"/>
              <a:ext cx="161993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000" dirty="0">
                  <a:solidFill>
                    <a:schemeClr val="bg1">
                      <a:lumMod val="75000"/>
                    </a:schemeClr>
                  </a:solidFill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管理你的云账户</a:t>
              </a:r>
            </a:p>
          </p:txBody>
        </p:sp>
        <p:sp>
          <p:nvSpPr>
            <p:cNvPr id="122" name="!! 头像框">
              <a:extLst>
                <a:ext uri="{FF2B5EF4-FFF2-40B4-BE49-F238E27FC236}">
                  <a16:creationId xmlns:a16="http://schemas.microsoft.com/office/drawing/2014/main" id="{84DD41E5-8302-9568-9653-34D221FCEA93}"/>
                </a:ext>
              </a:extLst>
            </p:cNvPr>
            <p:cNvSpPr/>
            <p:nvPr/>
          </p:nvSpPr>
          <p:spPr>
            <a:xfrm>
              <a:off x="638475" y="1267548"/>
              <a:ext cx="463636" cy="463636"/>
            </a:xfrm>
            <a:prstGeom prst="ellipse">
              <a:avLst/>
            </a:prstGeom>
            <a:blipFill>
              <a:blip r:embed="rId55"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77">
                <a:defRPr/>
              </a:pPr>
              <a:endParaRPr lang="zh-CN" altLang="en-US">
                <a:solidFill>
                  <a:srgbClr val="F5F5F5"/>
                </a:solidFill>
                <a:latin typeface="vivo Sans"/>
                <a:ea typeface="vivo Sans"/>
              </a:endParaRPr>
            </a:p>
          </p:txBody>
        </p:sp>
      </p:grpSp>
      <p:sp>
        <p:nvSpPr>
          <p:cNvPr id="7" name="!! 遮罩2">
            <a:extLst>
              <a:ext uri="{FF2B5EF4-FFF2-40B4-BE49-F238E27FC236}">
                <a16:creationId xmlns:a16="http://schemas.microsoft.com/office/drawing/2014/main" id="{F5D1734D-E6D8-5E76-7BE7-ED22219B6132}"/>
              </a:ext>
            </a:extLst>
          </p:cNvPr>
          <p:cNvSpPr/>
          <p:nvPr/>
        </p:nvSpPr>
        <p:spPr>
          <a:xfrm>
            <a:off x="-10160" y="0"/>
            <a:ext cx="12202160" cy="6858000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>
              <a:defRPr/>
            </a:pPr>
            <a:endParaRPr lang="zh-CN" altLang="en-US" dirty="0">
              <a:solidFill>
                <a:srgbClr val="F5F5F5"/>
              </a:solidFill>
              <a:latin typeface="vivo Sans"/>
              <a:ea typeface="vivo Sans"/>
            </a:endParaRPr>
          </a:p>
        </p:txBody>
      </p:sp>
      <p:grpSp>
        <p:nvGrpSpPr>
          <p:cNvPr id="41" name="组合 40">
            <a:extLst>
              <a:ext uri="{FF2B5EF4-FFF2-40B4-BE49-F238E27FC236}">
                <a16:creationId xmlns:a16="http://schemas.microsoft.com/office/drawing/2014/main" id="{ED057DCC-8FDE-E151-FEC4-48F600CED1DB}"/>
              </a:ext>
            </a:extLst>
          </p:cNvPr>
          <p:cNvGrpSpPr/>
          <p:nvPr/>
        </p:nvGrpSpPr>
        <p:grpSpPr>
          <a:xfrm>
            <a:off x="3383400" y="715168"/>
            <a:ext cx="5404887" cy="5433239"/>
            <a:chOff x="3383397" y="715165"/>
            <a:chExt cx="5404886" cy="5433238"/>
          </a:xfrm>
        </p:grpSpPr>
        <p:pic>
          <p:nvPicPr>
            <p:cNvPr id="31" name="!! 背景2" descr="黑暗里有星球&#10;&#10;AI 生成的内容可能不正确。">
              <a:extLst>
                <a:ext uri="{FF2B5EF4-FFF2-40B4-BE49-F238E27FC236}">
                  <a16:creationId xmlns:a16="http://schemas.microsoft.com/office/drawing/2014/main" id="{0BDA3092-84F2-E0CE-9F8B-25C831157AA2}"/>
                </a:ext>
              </a:extLst>
            </p:cNvPr>
            <p:cNvPicPr/>
            <p:nvPr/>
          </p:nvPicPr>
          <p:blipFill>
            <a:blip r:embed="rId5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3114" t="12142" r="33240" b="27730"/>
            <a:stretch/>
          </p:blipFill>
          <p:spPr>
            <a:xfrm>
              <a:off x="3383397" y="715165"/>
              <a:ext cx="5404886" cy="5433238"/>
            </a:xfrm>
            <a:prstGeom prst="roundRect">
              <a:avLst>
                <a:gd name="adj" fmla="val 1913"/>
              </a:avLst>
            </a:prstGeom>
          </p:spPr>
        </p:pic>
        <p:sp>
          <p:nvSpPr>
            <p:cNvPr id="32" name="!! 按钮">
              <a:hlinkClick r:id="rId57" action="ppaction://hlinksldjump"/>
              <a:extLst>
                <a:ext uri="{FF2B5EF4-FFF2-40B4-BE49-F238E27FC236}">
                  <a16:creationId xmlns:a16="http://schemas.microsoft.com/office/drawing/2014/main" id="{CD4282D0-8825-949D-FCC2-6B24A9E3E863}"/>
                </a:ext>
              </a:extLst>
            </p:cNvPr>
            <p:cNvSpPr/>
            <p:nvPr/>
          </p:nvSpPr>
          <p:spPr>
            <a:xfrm>
              <a:off x="4409440" y="4739701"/>
              <a:ext cx="3352800" cy="408215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  <a:effectLst>
              <a:outerShdw blurRad="88900" sx="101000" sy="101000" algn="c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dirty="0">
                  <a:solidFill>
                    <a:schemeClr val="tx1"/>
                  </a:solidFill>
                </a:rPr>
                <a:t>启动卫星连接</a:t>
              </a:r>
            </a:p>
          </p:txBody>
        </p:sp>
        <p:sp>
          <p:nvSpPr>
            <p:cNvPr id="33" name="文本框 32">
              <a:extLst>
                <a:ext uri="{FF2B5EF4-FFF2-40B4-BE49-F238E27FC236}">
                  <a16:creationId xmlns:a16="http://schemas.microsoft.com/office/drawing/2014/main" id="{794FE75D-DF8D-BD51-5068-D9D91C1DC712}"/>
                </a:ext>
              </a:extLst>
            </p:cNvPr>
            <p:cNvSpPr txBox="1"/>
            <p:nvPr/>
          </p:nvSpPr>
          <p:spPr>
            <a:xfrm>
              <a:off x="5069958" y="3428999"/>
              <a:ext cx="205208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400" dirty="0">
                  <a:solidFill>
                    <a:schemeClr val="bg1"/>
                  </a:solidFill>
                  <a:latin typeface="+mj-ea"/>
                  <a:ea typeface="+mj-ea"/>
                </a:rPr>
                <a:t>卫星连接</a:t>
              </a:r>
            </a:p>
          </p:txBody>
        </p:sp>
        <p:sp>
          <p:nvSpPr>
            <p:cNvPr id="34" name="文本框 33">
              <a:extLst>
                <a:ext uri="{FF2B5EF4-FFF2-40B4-BE49-F238E27FC236}">
                  <a16:creationId xmlns:a16="http://schemas.microsoft.com/office/drawing/2014/main" id="{8FC03829-74A6-467A-C4F5-4207CF70A1DF}"/>
                </a:ext>
              </a:extLst>
            </p:cNvPr>
            <p:cNvSpPr txBox="1"/>
            <p:nvPr/>
          </p:nvSpPr>
          <p:spPr>
            <a:xfrm>
              <a:off x="4107994" y="3887619"/>
              <a:ext cx="397601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200" dirty="0">
                  <a:solidFill>
                    <a:schemeClr val="bg1">
                      <a:lumMod val="90000"/>
                    </a:schemeClr>
                  </a:solidFill>
                  <a:latin typeface="+mn-ea"/>
                </a:rPr>
                <a:t>连接卫星时，请确保设备处于户外</a:t>
              </a:r>
              <a:endParaRPr lang="en-US" altLang="zh-CN" sz="1200" dirty="0">
                <a:solidFill>
                  <a:schemeClr val="bg1">
                    <a:lumMod val="90000"/>
                  </a:schemeClr>
                </a:solidFill>
                <a:latin typeface="+mn-ea"/>
              </a:endParaRPr>
            </a:p>
            <a:p>
              <a:pPr algn="ctr"/>
              <a:r>
                <a:rPr lang="zh-CN" altLang="en-US" sz="1200" dirty="0">
                  <a:solidFill>
                    <a:schemeClr val="bg1">
                      <a:lumMod val="90000"/>
                    </a:schemeClr>
                  </a:solidFill>
                  <a:latin typeface="+mn-ea"/>
                </a:rPr>
                <a:t>所有网络连接（包括</a:t>
              </a:r>
              <a:r>
                <a:rPr lang="en-US" altLang="zh-CN" sz="1200" dirty="0">
                  <a:solidFill>
                    <a:schemeClr val="bg1">
                      <a:lumMod val="90000"/>
                    </a:schemeClr>
                  </a:solidFill>
                  <a:latin typeface="+mn-ea"/>
                </a:rPr>
                <a:t>WLAN</a:t>
              </a:r>
              <a:r>
                <a:rPr lang="zh-CN" altLang="en-US" sz="1200" dirty="0">
                  <a:solidFill>
                    <a:schemeClr val="bg1">
                      <a:lumMod val="90000"/>
                    </a:schemeClr>
                  </a:solidFill>
                  <a:latin typeface="+mn-ea"/>
                </a:rPr>
                <a:t>、蓝牙等）将会中断</a:t>
              </a:r>
            </a:p>
          </p:txBody>
        </p:sp>
        <p:sp>
          <p:nvSpPr>
            <p:cNvPr id="35" name="文本框 34">
              <a:hlinkClick r:id="rId37" action="ppaction://hlinksldjump"/>
              <a:extLst>
                <a:ext uri="{FF2B5EF4-FFF2-40B4-BE49-F238E27FC236}">
                  <a16:creationId xmlns:a16="http://schemas.microsoft.com/office/drawing/2014/main" id="{E62502AD-2304-284F-04FA-9958CFEECDA9}"/>
                </a:ext>
              </a:extLst>
            </p:cNvPr>
            <p:cNvSpPr txBox="1"/>
            <p:nvPr/>
          </p:nvSpPr>
          <p:spPr>
            <a:xfrm>
              <a:off x="5777495" y="5289618"/>
              <a:ext cx="61668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400" dirty="0">
                  <a:solidFill>
                    <a:schemeClr val="bg1"/>
                  </a:solidFill>
                </a:rPr>
                <a:t>返回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994750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path" presetSubtype="0" decel="9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.03218 " pathEditMode="relative" rAng="0" ptsTypes="AA">
                                      <p:cBhvr>
                                        <p:cTn id="9" dur="500" spd="-100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59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0" restart="whenNotActive" fill="hold" evtFilter="cancelBubble" nodeType="interactiveSeq">
                <p:stCondLst>
                  <p:cond evt="onClick" delay="0">
                    <p:tgtEl>
                      <p:spTgt spid="10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" fill="hold">
                      <p:stCondLst>
                        <p:cond delay="0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xit" presetSubtype="0" fill="hold" grpId="1" nodeType="clickEffect">
                                  <p:stCondLst>
                                    <p:cond delay="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15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15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0" presetClass="exit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15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0" presetClass="exit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15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0" presetClass="exit" presetSubtype="0" fill="hold" grpId="1" nodeType="withEffect">
                                  <p:stCondLst>
                                    <p:cond delay="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15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0" presetClass="exit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15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0" presetClass="exit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" dur="15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0" presetClass="exit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15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35" presetClass="path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38" dur="33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9" presetID="35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40" dur="33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1" presetID="35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42" dur="33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35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44" dur="33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5" presetID="35" presetClass="path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46" dur="33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7" presetID="35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48" dur="33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9" presetID="35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50" dur="33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1" presetID="35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52" dur="33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5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5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5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5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63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5 0 E" pathEditMode="fixed" ptsTypes="">
                                      <p:cBhvr>
                                        <p:cTn id="66" dur="330" spd="-1000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63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5 0 E" pathEditMode="fixed" ptsTypes="">
                                      <p:cBhvr>
                                        <p:cTn id="68" dur="330" spd="-1000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9" presetID="63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5 0 E" pathEditMode="fixed" ptsTypes="">
                                      <p:cBhvr>
                                        <p:cTn id="70" dur="330" spd="-1000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1" presetID="63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5 0 E" pathEditMode="fixed" ptsTypes="">
                                      <p:cBhvr>
                                        <p:cTn id="72" dur="330" spd="-100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3" nodeType="click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5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15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15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15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3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15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15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15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15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35" presetClass="path" presetSubtype="0" decel="10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100" dur="330" spd="-1000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1" presetID="35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102" dur="330" spd="-1000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3" presetID="35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104" dur="330" spd="-1000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5" presetID="35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106" dur="330" spd="-1000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7" presetID="35" presetClass="path" presetSubtype="0" decel="10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108" dur="330" spd="-1000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9" presetID="35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110" dur="330" spd="-1000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1" presetID="35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112" dur="330" spd="-1000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3" presetID="35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114" dur="330" spd="-1000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5" presetID="10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6" dur="15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9" dur="15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2" dur="15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5" dur="15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63" presetClass="path" presetSubtype="0" decel="10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5 0 E" pathEditMode="relative" ptsTypes="">
                                      <p:cBhvr>
                                        <p:cTn id="128" dur="33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9" presetID="63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5 0 E" pathEditMode="relative" ptsTypes="">
                                      <p:cBhvr>
                                        <p:cTn id="130" dur="33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1" presetID="63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5 0 E" pathEditMode="relative" ptsTypes="">
                                      <p:cBhvr>
                                        <p:cTn id="132" dur="33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3" presetID="63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5 0 E" pathEditMode="relative" ptsTypes="">
                                      <p:cBhvr>
                                        <p:cTn id="134" dur="33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1"/>
                  </p:tgtEl>
                </p:cond>
              </p:nextCondLst>
            </p:seq>
          </p:childTnLst>
        </p:cTn>
      </p:par>
    </p:tnLst>
    <p:bldLst>
      <p:bldP spid="90" grpId="0"/>
      <p:bldP spid="90" grpId="1"/>
      <p:bldP spid="90" grpId="2"/>
      <p:bldP spid="90" grpId="3"/>
      <p:bldP spid="91" grpId="0"/>
      <p:bldP spid="91" grpId="1"/>
      <p:bldP spid="91" grpId="2"/>
      <p:bldP spid="91" grpId="3"/>
      <p:bldP spid="92" grpId="0"/>
      <p:bldP spid="92" grpId="1"/>
      <p:bldP spid="92" grpId="2"/>
      <p:bldP spid="92" grpId="3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B210DF-6189-1142-F0AD-67D71627A7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!! 背景板">
            <a:extLst>
              <a:ext uri="{FF2B5EF4-FFF2-40B4-BE49-F238E27FC236}">
                <a16:creationId xmlns:a16="http://schemas.microsoft.com/office/drawing/2014/main" id="{4733ACA9-2266-7F1C-7D7B-281EEB708C34}"/>
              </a:ext>
            </a:extLst>
          </p:cNvPr>
          <p:cNvSpPr/>
          <p:nvPr/>
        </p:nvSpPr>
        <p:spPr>
          <a:xfrm>
            <a:off x="-10160" y="0"/>
            <a:ext cx="12192000" cy="6858000"/>
          </a:xfrm>
          <a:prstGeom prst="rect">
            <a:avLst/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>
              <a:defRPr/>
            </a:pPr>
            <a:endParaRPr lang="zh-CN" altLang="en-US" dirty="0">
              <a:solidFill>
                <a:srgbClr val="F5F5F5"/>
              </a:solidFill>
              <a:latin typeface="vivo Sans"/>
              <a:ea typeface="vivo Sans"/>
            </a:endParaRPr>
          </a:p>
        </p:txBody>
      </p:sp>
      <p:grpSp>
        <p:nvGrpSpPr>
          <p:cNvPr id="25" name="!! 大标题">
            <a:extLst>
              <a:ext uri="{FF2B5EF4-FFF2-40B4-BE49-F238E27FC236}">
                <a16:creationId xmlns:a16="http://schemas.microsoft.com/office/drawing/2014/main" id="{95F60BB2-A6E3-B518-DFE8-608627E59A6B}"/>
              </a:ext>
            </a:extLst>
          </p:cNvPr>
          <p:cNvGrpSpPr/>
          <p:nvPr/>
        </p:nvGrpSpPr>
        <p:grpSpPr>
          <a:xfrm>
            <a:off x="462457" y="484334"/>
            <a:ext cx="796551" cy="461665"/>
            <a:chOff x="3079753" y="1375827"/>
            <a:chExt cx="673782" cy="461665"/>
          </a:xfrm>
        </p:grpSpPr>
        <p:sp>
          <p:nvSpPr>
            <p:cNvPr id="27" name="!! 标题符">
              <a:extLst>
                <a:ext uri="{FF2B5EF4-FFF2-40B4-BE49-F238E27FC236}">
                  <a16:creationId xmlns:a16="http://schemas.microsoft.com/office/drawing/2014/main" id="{7A5AF200-AED9-91F8-A2CA-6D5D5922B542}"/>
                </a:ext>
              </a:extLst>
            </p:cNvPr>
            <p:cNvSpPr/>
            <p:nvPr/>
          </p:nvSpPr>
          <p:spPr>
            <a:xfrm>
              <a:off x="3146905" y="1685496"/>
              <a:ext cx="551700" cy="1255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defTabSz="457189">
                <a:defRPr/>
              </a:pPr>
              <a:endParaRPr lang="zh-CN" altLang="en-US">
                <a:solidFill>
                  <a:srgbClr val="FFFFFF"/>
                </a:solidFill>
                <a:latin typeface="OPPOSans R"/>
                <a:ea typeface="OPPOSans R"/>
              </a:endParaRPr>
            </a:p>
          </p:txBody>
        </p:sp>
        <p:sp>
          <p:nvSpPr>
            <p:cNvPr id="28" name="!! 标题">
              <a:extLst>
                <a:ext uri="{FF2B5EF4-FFF2-40B4-BE49-F238E27FC236}">
                  <a16:creationId xmlns:a16="http://schemas.microsoft.com/office/drawing/2014/main" id="{119DA8BD-1566-5C04-9B28-A696DE4C21FB}"/>
                </a:ext>
              </a:extLst>
            </p:cNvPr>
            <p:cNvSpPr txBox="1"/>
            <p:nvPr/>
          </p:nvSpPr>
          <p:spPr>
            <a:xfrm>
              <a:off x="3079753" y="1375827"/>
              <a:ext cx="67378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457189">
                <a:defRPr/>
              </a:pPr>
              <a:r>
                <a:rPr lang="zh-CN" altLang="en-US" sz="2400" dirty="0">
                  <a:solidFill>
                    <a:srgbClr val="000000">
                      <a:lumMod val="75000"/>
                      <a:lumOff val="25000"/>
                    </a:srgbClr>
                  </a:solidFill>
                  <a:latin typeface="vivo Sans Medium"/>
                  <a:ea typeface="vivo Sans Medium"/>
                </a:rPr>
                <a:t>设置</a:t>
              </a:r>
            </a:p>
          </p:txBody>
        </p:sp>
      </p:grpSp>
      <p:sp>
        <p:nvSpPr>
          <p:cNvPr id="2" name="!! 二级背景">
            <a:extLst>
              <a:ext uri="{FF2B5EF4-FFF2-40B4-BE49-F238E27FC236}">
                <a16:creationId xmlns:a16="http://schemas.microsoft.com/office/drawing/2014/main" id="{69A878EB-BD60-EF51-9445-99FB61BC6C9D}"/>
              </a:ext>
            </a:extLst>
          </p:cNvPr>
          <p:cNvSpPr/>
          <p:nvPr/>
        </p:nvSpPr>
        <p:spPr>
          <a:xfrm>
            <a:off x="3594541" y="0"/>
            <a:ext cx="8597460" cy="6858000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>
              <a:defRPr/>
            </a:pPr>
            <a:endParaRPr lang="zh-CN" altLang="en-US">
              <a:solidFill>
                <a:srgbClr val="F5F5F5"/>
              </a:solidFill>
              <a:latin typeface="vivo Sans"/>
              <a:ea typeface="vivo Sans"/>
            </a:endParaRPr>
          </a:p>
        </p:txBody>
      </p:sp>
      <p:grpSp>
        <p:nvGrpSpPr>
          <p:cNvPr id="3" name="!! 关闭按钮">
            <a:extLst>
              <a:ext uri="{FF2B5EF4-FFF2-40B4-BE49-F238E27FC236}">
                <a16:creationId xmlns:a16="http://schemas.microsoft.com/office/drawing/2014/main" id="{80AEF4E6-CC52-F486-0523-F773E7779DCD}"/>
              </a:ext>
            </a:extLst>
          </p:cNvPr>
          <p:cNvGrpSpPr/>
          <p:nvPr/>
        </p:nvGrpSpPr>
        <p:grpSpPr>
          <a:xfrm>
            <a:off x="2757496" y="569913"/>
            <a:ext cx="290511" cy="290511"/>
            <a:chOff x="2328464" y="3107859"/>
            <a:chExt cx="583223" cy="583223"/>
          </a:xfrm>
        </p:grpSpPr>
        <p:sp>
          <p:nvSpPr>
            <p:cNvPr id="4" name="矩形: 圆角 3">
              <a:hlinkClick r:id="rId3" action="ppaction://hlinksldjump"/>
              <a:extLst>
                <a:ext uri="{FF2B5EF4-FFF2-40B4-BE49-F238E27FC236}">
                  <a16:creationId xmlns:a16="http://schemas.microsoft.com/office/drawing/2014/main" id="{9BC6F790-0541-BBC5-5D78-4AAC2BDC1433}"/>
                </a:ext>
              </a:extLst>
            </p:cNvPr>
            <p:cNvSpPr/>
            <p:nvPr/>
          </p:nvSpPr>
          <p:spPr>
            <a:xfrm>
              <a:off x="2328464" y="3107859"/>
              <a:ext cx="583223" cy="583223"/>
            </a:xfrm>
            <a:prstGeom prst="roundRect">
              <a:avLst>
                <a:gd name="adj" fmla="val 20771"/>
              </a:avLst>
            </a:prstGeom>
            <a:solidFill>
              <a:schemeClr val="bg2"/>
            </a:solidFill>
            <a:ln>
              <a:noFill/>
            </a:ln>
            <a:effectLst>
              <a:outerShdw blurRad="127000" sx="101000" sy="101000" algn="c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77">
                <a:defRPr/>
              </a:pPr>
              <a:endParaRPr lang="zh-CN" altLang="en-US">
                <a:solidFill>
                  <a:srgbClr val="F5F5F5"/>
                </a:solidFill>
                <a:latin typeface="vivo Sans"/>
                <a:ea typeface="vivo Sans"/>
              </a:endParaRPr>
            </a:p>
          </p:txBody>
        </p:sp>
        <p:pic>
          <p:nvPicPr>
            <p:cNvPr id="5" name="图形 4">
              <a:extLst>
                <a:ext uri="{FF2B5EF4-FFF2-40B4-BE49-F238E27FC236}">
                  <a16:creationId xmlns:a16="http://schemas.microsoft.com/office/drawing/2014/main" id="{4117D58F-6222-5CF2-EA62-467C2B49343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/>
          </p:blipFill>
          <p:spPr>
            <a:xfrm>
              <a:off x="2375480" y="3154875"/>
              <a:ext cx="489196" cy="489196"/>
            </a:xfrm>
            <a:prstGeom prst="rect">
              <a:avLst/>
            </a:prstGeom>
          </p:spPr>
        </p:pic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37322D92-F909-502D-D05A-AB5CFA5B90FC}"/>
              </a:ext>
            </a:extLst>
          </p:cNvPr>
          <p:cNvGrpSpPr/>
          <p:nvPr/>
        </p:nvGrpSpPr>
        <p:grpSpPr>
          <a:xfrm>
            <a:off x="5194315" y="1442110"/>
            <a:ext cx="5397912" cy="3286355"/>
            <a:chOff x="5118505" y="1442107"/>
            <a:chExt cx="5397912" cy="3286354"/>
          </a:xfrm>
        </p:grpSpPr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B4122CD7-1D16-178D-1EE0-1CD250E46527}"/>
                </a:ext>
              </a:extLst>
            </p:cNvPr>
            <p:cNvSpPr txBox="1"/>
            <p:nvPr/>
          </p:nvSpPr>
          <p:spPr>
            <a:xfrm>
              <a:off x="5132740" y="1442107"/>
              <a:ext cx="137532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914377">
                <a:defRPr/>
              </a:pPr>
              <a:r>
                <a:rPr lang="zh-CN" altLang="en-US" sz="1200" dirty="0">
                  <a:solidFill>
                    <a:srgbClr val="F5F5F5">
                      <a:lumMod val="50000"/>
                    </a:srgbClr>
                  </a:solidFill>
                  <a:latin typeface="vivo Sans"/>
                  <a:ea typeface="vivo Sans"/>
                </a:rPr>
                <a:t>以太网</a:t>
              </a:r>
              <a:r>
                <a:rPr lang="en-US" altLang="zh-CN" sz="1200" dirty="0">
                  <a:solidFill>
                    <a:srgbClr val="F5F5F5">
                      <a:lumMod val="50000"/>
                    </a:srgbClr>
                  </a:solidFill>
                  <a:latin typeface="vivo Sans"/>
                  <a:ea typeface="vivo Sans"/>
                </a:rPr>
                <a:t>1 </a:t>
              </a:r>
              <a:r>
                <a:rPr lang="zh-CN" altLang="en-US" sz="1200" dirty="0">
                  <a:solidFill>
                    <a:srgbClr val="F5F5F5">
                      <a:lumMod val="50000"/>
                    </a:srgbClr>
                  </a:solidFill>
                  <a:latin typeface="vivo Sans"/>
                  <a:ea typeface="vivo Sans"/>
                </a:rPr>
                <a:t>属性</a:t>
              </a:r>
            </a:p>
          </p:txBody>
        </p:sp>
        <p:sp>
          <p:nvSpPr>
            <p:cNvPr id="8" name="!! 内容2">
              <a:extLst>
                <a:ext uri="{FF2B5EF4-FFF2-40B4-BE49-F238E27FC236}">
                  <a16:creationId xmlns:a16="http://schemas.microsoft.com/office/drawing/2014/main" id="{26DB0983-CF4A-4D2D-A1A2-906CED89C8F2}"/>
                </a:ext>
              </a:extLst>
            </p:cNvPr>
            <p:cNvSpPr txBox="1"/>
            <p:nvPr/>
          </p:nvSpPr>
          <p:spPr>
            <a:xfrm>
              <a:off x="5118505" y="1763611"/>
              <a:ext cx="1824951" cy="29648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网络名称：</a:t>
              </a:r>
              <a:endPara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状态：</a:t>
              </a:r>
              <a:endPara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传输速度</a:t>
              </a:r>
              <a:r>
                <a:rPr lang="en-US" altLang="zh-CN" sz="14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(D/U)</a:t>
              </a:r>
              <a:r>
                <a:rPr lang="zh-CN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：</a:t>
              </a:r>
              <a:endPara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14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IP</a:t>
              </a:r>
              <a:r>
                <a:rPr lang="zh-CN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分配：</a:t>
              </a:r>
              <a:endPara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14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DNS</a:t>
              </a:r>
              <a:r>
                <a:rPr lang="zh-CN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分配：</a:t>
              </a:r>
              <a:endPara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14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IPv4</a:t>
              </a:r>
              <a:r>
                <a:rPr lang="zh-CN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地址：</a:t>
              </a:r>
              <a:endPara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子网掩码：</a:t>
              </a:r>
              <a:endPara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14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MAC</a:t>
              </a:r>
              <a:r>
                <a:rPr lang="zh-CN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地址：</a:t>
              </a:r>
              <a:endPara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连接端口：</a:t>
              </a:r>
              <a:endPara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9" name="!! 内容1">
              <a:extLst>
                <a:ext uri="{FF2B5EF4-FFF2-40B4-BE49-F238E27FC236}">
                  <a16:creationId xmlns:a16="http://schemas.microsoft.com/office/drawing/2014/main" id="{F210B26D-B463-8480-5539-BB2CDF43CEE0}"/>
                </a:ext>
              </a:extLst>
            </p:cNvPr>
            <p:cNvSpPr txBox="1"/>
            <p:nvPr/>
          </p:nvSpPr>
          <p:spPr>
            <a:xfrm>
              <a:off x="7489993" y="1719106"/>
              <a:ext cx="2731823" cy="29648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14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Virtual Net</a:t>
              </a:r>
            </a:p>
            <a:p>
              <a:pPr>
                <a:lnSpc>
                  <a:spcPct val="150000"/>
                </a:lnSpc>
              </a:pPr>
              <a:r>
                <a:rPr lang="zh-CN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可能无互联网访问</a:t>
              </a:r>
              <a:endPara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14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1000/1000 Mbps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14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DHCP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14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DHCP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14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192.168.1.2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14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255.255.255.0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14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C6:01:FE:AC:00:91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14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Inside</a:t>
              </a:r>
            </a:p>
          </p:txBody>
        </p:sp>
        <p:cxnSp>
          <p:nvCxnSpPr>
            <p:cNvPr id="10" name="直接连接符 9">
              <a:extLst>
                <a:ext uri="{FF2B5EF4-FFF2-40B4-BE49-F238E27FC236}">
                  <a16:creationId xmlns:a16="http://schemas.microsoft.com/office/drawing/2014/main" id="{E6CBB3AD-81F2-CD7E-E0CB-707C3A7860CE}"/>
                </a:ext>
              </a:extLst>
            </p:cNvPr>
            <p:cNvCxnSpPr>
              <a:cxnSpLocks/>
            </p:cNvCxnSpPr>
            <p:nvPr/>
          </p:nvCxnSpPr>
          <p:spPr>
            <a:xfrm>
              <a:off x="5210770" y="1719106"/>
              <a:ext cx="5305647" cy="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</p:grpSp>
      <p:grpSp>
        <p:nvGrpSpPr>
          <p:cNvPr id="43" name="!! 关闭按钮">
            <a:extLst>
              <a:ext uri="{FF2B5EF4-FFF2-40B4-BE49-F238E27FC236}">
                <a16:creationId xmlns:a16="http://schemas.microsoft.com/office/drawing/2014/main" id="{37FFB9A4-24A5-B765-9845-5D24E1CB9A5A}"/>
              </a:ext>
            </a:extLst>
          </p:cNvPr>
          <p:cNvGrpSpPr/>
          <p:nvPr/>
        </p:nvGrpSpPr>
        <p:grpSpPr>
          <a:xfrm>
            <a:off x="2333440" y="569913"/>
            <a:ext cx="290511" cy="290511"/>
            <a:chOff x="2328464" y="3107859"/>
            <a:chExt cx="583223" cy="583223"/>
          </a:xfrm>
        </p:grpSpPr>
        <p:sp>
          <p:nvSpPr>
            <p:cNvPr id="44" name="矩形: 圆角 43">
              <a:hlinkClick r:id="rId6" action="ppaction://hlinksldjump"/>
              <a:extLst>
                <a:ext uri="{FF2B5EF4-FFF2-40B4-BE49-F238E27FC236}">
                  <a16:creationId xmlns:a16="http://schemas.microsoft.com/office/drawing/2014/main" id="{838905D4-B981-DA8F-B2D6-8F5214642C69}"/>
                </a:ext>
              </a:extLst>
            </p:cNvPr>
            <p:cNvSpPr/>
            <p:nvPr/>
          </p:nvSpPr>
          <p:spPr>
            <a:xfrm>
              <a:off x="2328464" y="3107859"/>
              <a:ext cx="583223" cy="583223"/>
            </a:xfrm>
            <a:prstGeom prst="roundRect">
              <a:avLst>
                <a:gd name="adj" fmla="val 20771"/>
              </a:avLst>
            </a:prstGeom>
            <a:solidFill>
              <a:schemeClr val="bg2"/>
            </a:solidFill>
            <a:ln>
              <a:noFill/>
            </a:ln>
            <a:effectLst>
              <a:outerShdw blurRad="127000" sx="101000" sy="101000" algn="c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77">
                <a:defRPr/>
              </a:pPr>
              <a:endParaRPr lang="zh-CN" altLang="en-US">
                <a:solidFill>
                  <a:srgbClr val="F5F5F5"/>
                </a:solidFill>
                <a:latin typeface="vivo Sans"/>
                <a:ea typeface="vivo Sans"/>
              </a:endParaRPr>
            </a:p>
          </p:txBody>
        </p:sp>
        <p:pic>
          <p:nvPicPr>
            <p:cNvPr id="45" name="图形 44">
              <a:extLst>
                <a:ext uri="{FF2B5EF4-FFF2-40B4-BE49-F238E27FC236}">
                  <a16:creationId xmlns:a16="http://schemas.microsoft.com/office/drawing/2014/main" id="{7FB91518-6BFB-946A-FFA8-6290F74CAFC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/>
          </p:blipFill>
          <p:spPr>
            <a:xfrm>
              <a:off x="2449200" y="3228595"/>
              <a:ext cx="341755" cy="341755"/>
            </a:xfrm>
            <a:prstGeom prst="rect">
              <a:avLst/>
            </a:prstGeom>
          </p:spPr>
        </p:pic>
      </p:grpSp>
      <p:grpSp>
        <p:nvGrpSpPr>
          <p:cNvPr id="6" name="返回">
            <a:extLst>
              <a:ext uri="{FF2B5EF4-FFF2-40B4-BE49-F238E27FC236}">
                <a16:creationId xmlns:a16="http://schemas.microsoft.com/office/drawing/2014/main" id="{7A1A8F2C-71DB-BC78-238B-71398FF6C78D}"/>
              </a:ext>
            </a:extLst>
          </p:cNvPr>
          <p:cNvGrpSpPr/>
          <p:nvPr/>
        </p:nvGrpSpPr>
        <p:grpSpPr>
          <a:xfrm>
            <a:off x="4133691" y="519573"/>
            <a:ext cx="2667863" cy="369332"/>
            <a:chOff x="4133687" y="519573"/>
            <a:chExt cx="2667863" cy="369331"/>
          </a:xfrm>
        </p:grpSpPr>
        <p:sp>
          <p:nvSpPr>
            <p:cNvPr id="11" name="!! 副标题">
              <a:hlinkClick r:id="rId9" action="ppaction://hlinksldjump"/>
              <a:extLst>
                <a:ext uri="{FF2B5EF4-FFF2-40B4-BE49-F238E27FC236}">
                  <a16:creationId xmlns:a16="http://schemas.microsoft.com/office/drawing/2014/main" id="{ACE152C0-7E56-5ABA-ABF5-C977985444E5}"/>
                </a:ext>
              </a:extLst>
            </p:cNvPr>
            <p:cNvSpPr txBox="1"/>
            <p:nvPr/>
          </p:nvSpPr>
          <p:spPr>
            <a:xfrm>
              <a:off x="4393644" y="519573"/>
              <a:ext cx="2407906" cy="369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/>
                <a:t>以太网</a:t>
              </a:r>
              <a:r>
                <a:rPr lang="en-US" altLang="zh-CN" dirty="0"/>
                <a:t> 1 - </a:t>
              </a:r>
              <a:r>
                <a:rPr lang="zh-CN" altLang="en-US" dirty="0"/>
                <a:t>属性</a:t>
              </a:r>
            </a:p>
          </p:txBody>
        </p:sp>
        <p:pic>
          <p:nvPicPr>
            <p:cNvPr id="14" name="图形 13">
              <a:hlinkClick r:id="rId9" action="ppaction://hlinksldjump"/>
              <a:extLst>
                <a:ext uri="{FF2B5EF4-FFF2-40B4-BE49-F238E27FC236}">
                  <a16:creationId xmlns:a16="http://schemas.microsoft.com/office/drawing/2014/main" id="{3D1AC9E0-29F5-19C5-8B71-E94C7758F0AB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4133687" y="584302"/>
              <a:ext cx="241776" cy="241776"/>
            </a:xfrm>
            <a:prstGeom prst="rect">
              <a:avLst/>
            </a:prstGeom>
          </p:spPr>
        </p:pic>
      </p:grpSp>
      <p:grpSp>
        <p:nvGrpSpPr>
          <p:cNvPr id="15" name="!! dock右">
            <a:extLst>
              <a:ext uri="{FF2B5EF4-FFF2-40B4-BE49-F238E27FC236}">
                <a16:creationId xmlns:a16="http://schemas.microsoft.com/office/drawing/2014/main" id="{F8B76CEF-15C7-260A-8EC3-5245BC907524}"/>
              </a:ext>
            </a:extLst>
          </p:cNvPr>
          <p:cNvGrpSpPr/>
          <p:nvPr/>
        </p:nvGrpSpPr>
        <p:grpSpPr>
          <a:xfrm>
            <a:off x="4869920" y="7119572"/>
            <a:ext cx="2452159" cy="574899"/>
            <a:chOff x="7408333" y="5780624"/>
            <a:chExt cx="2452159" cy="704838"/>
          </a:xfrm>
        </p:grpSpPr>
        <p:sp useBgFill="1">
          <p:nvSpPr>
            <p:cNvPr id="16" name="!! 模糊">
              <a:extLst>
                <a:ext uri="{FF2B5EF4-FFF2-40B4-BE49-F238E27FC236}">
                  <a16:creationId xmlns:a16="http://schemas.microsoft.com/office/drawing/2014/main" id="{61E9C80D-070D-80C5-634C-0CFF4735B55C}"/>
                </a:ext>
              </a:extLst>
            </p:cNvPr>
            <p:cNvSpPr>
              <a:spLocks/>
            </p:cNvSpPr>
            <p:nvPr/>
          </p:nvSpPr>
          <p:spPr>
            <a:xfrm>
              <a:off x="7408333" y="5780624"/>
              <a:ext cx="2452159" cy="704838"/>
            </a:xfrm>
            <a:prstGeom prst="roundRect">
              <a:avLst>
                <a:gd name="adj" fmla="val 15000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189">
                <a:defRPr/>
              </a:pPr>
              <a:endParaRPr lang="zh-CN" altLang="en-US">
                <a:solidFill>
                  <a:srgbClr val="FFFFFF"/>
                </a:solidFill>
                <a:latin typeface="OPPOSans R"/>
                <a:ea typeface="OPPOSans R"/>
              </a:endParaRPr>
            </a:p>
          </p:txBody>
        </p:sp>
        <p:sp>
          <p:nvSpPr>
            <p:cNvPr id="17" name="!! 颜色遮罩">
              <a:extLst>
                <a:ext uri="{FF2B5EF4-FFF2-40B4-BE49-F238E27FC236}">
                  <a16:creationId xmlns:a16="http://schemas.microsoft.com/office/drawing/2014/main" id="{45367218-C59A-1B88-D013-46E29B25D0DF}"/>
                </a:ext>
              </a:extLst>
            </p:cNvPr>
            <p:cNvSpPr>
              <a:spLocks/>
            </p:cNvSpPr>
            <p:nvPr/>
          </p:nvSpPr>
          <p:spPr>
            <a:xfrm>
              <a:off x="7408333" y="5780624"/>
              <a:ext cx="2452159" cy="704838"/>
            </a:xfrm>
            <a:prstGeom prst="roundRect">
              <a:avLst>
                <a:gd name="adj" fmla="val 15000"/>
              </a:avLst>
            </a:prstGeom>
            <a:solidFill>
              <a:schemeClr val="bg2">
                <a:alpha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189">
                <a:defRPr/>
              </a:pPr>
              <a:endParaRPr lang="zh-CN" altLang="en-US" dirty="0">
                <a:solidFill>
                  <a:srgbClr val="FFFFFF"/>
                </a:solidFill>
                <a:latin typeface="OPPOSans R"/>
                <a:ea typeface="OPPOSans R"/>
              </a:endParaRPr>
            </a:p>
          </p:txBody>
        </p:sp>
        <p:pic>
          <p:nvPicPr>
            <p:cNvPr id="18" name="!! 信号">
              <a:extLst>
                <a:ext uri="{FF2B5EF4-FFF2-40B4-BE49-F238E27FC236}">
                  <a16:creationId xmlns:a16="http://schemas.microsoft.com/office/drawing/2014/main" id="{5A04C465-8319-3948-1BEF-D6555C92461D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7638254" y="5893986"/>
              <a:ext cx="221460" cy="221458"/>
            </a:xfrm>
            <a:prstGeom prst="rect">
              <a:avLst/>
            </a:prstGeom>
          </p:spPr>
        </p:pic>
        <p:sp>
          <p:nvSpPr>
            <p:cNvPr id="23" name="!! 运营商">
              <a:extLst>
                <a:ext uri="{FF2B5EF4-FFF2-40B4-BE49-F238E27FC236}">
                  <a16:creationId xmlns:a16="http://schemas.microsoft.com/office/drawing/2014/main" id="{598416E7-31E2-937F-C925-CBC4968C56DC}"/>
                </a:ext>
              </a:extLst>
            </p:cNvPr>
            <p:cNvSpPr txBox="1"/>
            <p:nvPr/>
          </p:nvSpPr>
          <p:spPr>
            <a:xfrm>
              <a:off x="7813676" y="5913455"/>
              <a:ext cx="1114424" cy="2830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457189">
                <a:defRPr/>
              </a:pPr>
              <a:r>
                <a:rPr lang="en-US" altLang="zh-CN" sz="900" dirty="0">
                  <a:latin typeface="OPPOSans M"/>
                  <a:ea typeface="OPPOSans M"/>
                </a:rPr>
                <a:t>Virtual Net</a:t>
              </a:r>
              <a:endParaRPr lang="zh-CN" altLang="en-US" sz="900" dirty="0">
                <a:latin typeface="OPPOSans M"/>
                <a:ea typeface="OPPOSans M"/>
              </a:endParaRPr>
            </a:p>
          </p:txBody>
        </p:sp>
        <p:pic>
          <p:nvPicPr>
            <p:cNvPr id="24" name="!! 通知">
              <a:extLst>
                <a:ext uri="{FF2B5EF4-FFF2-40B4-BE49-F238E27FC236}">
                  <a16:creationId xmlns:a16="http://schemas.microsoft.com/office/drawing/2014/main" id="{515EEBE9-E686-7668-9E06-5A5E091DDBAC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9287931" y="5948436"/>
              <a:ext cx="152400" cy="152400"/>
            </a:xfrm>
            <a:prstGeom prst="rect">
              <a:avLst/>
            </a:prstGeom>
          </p:spPr>
        </p:pic>
        <p:pic>
          <p:nvPicPr>
            <p:cNvPr id="26" name="!! 电池">
              <a:extLst>
                <a:ext uri="{FF2B5EF4-FFF2-40B4-BE49-F238E27FC236}">
                  <a16:creationId xmlns:a16="http://schemas.microsoft.com/office/drawing/2014/main" id="{56CFB6B5-B731-F341-9025-99B40066455C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7637460" y="6171965"/>
              <a:ext cx="191558" cy="191558"/>
            </a:xfrm>
            <a:prstGeom prst="rect">
              <a:avLst/>
            </a:prstGeom>
          </p:spPr>
        </p:pic>
        <p:sp>
          <p:nvSpPr>
            <p:cNvPr id="29" name="!! 时间">
              <a:extLst>
                <a:ext uri="{FF2B5EF4-FFF2-40B4-BE49-F238E27FC236}">
                  <a16:creationId xmlns:a16="http://schemas.microsoft.com/office/drawing/2014/main" id="{7D440133-2BFA-BD8F-FDF2-C8DAA25273B2}"/>
                </a:ext>
              </a:extLst>
            </p:cNvPr>
            <p:cNvSpPr txBox="1"/>
            <p:nvPr/>
          </p:nvSpPr>
          <p:spPr>
            <a:xfrm>
              <a:off x="8982607" y="6148520"/>
              <a:ext cx="773641" cy="3114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defTabSz="457189">
                <a:defRPr/>
              </a:pPr>
              <a:r>
                <a:rPr lang="en-US" altLang="zh-CN" sz="1051" dirty="0">
                  <a:latin typeface="OPPOSans R"/>
                  <a:ea typeface="OPPOSans R"/>
                </a:rPr>
                <a:t>16:34</a:t>
              </a:r>
              <a:endParaRPr lang="zh-CN" altLang="en-US" sz="1051" dirty="0">
                <a:latin typeface="OPPOSans R"/>
                <a:ea typeface="OPPOSans R"/>
              </a:endParaRPr>
            </a:p>
          </p:txBody>
        </p:sp>
        <p:sp>
          <p:nvSpPr>
            <p:cNvPr id="30" name="!! AC">
              <a:extLst>
                <a:ext uri="{FF2B5EF4-FFF2-40B4-BE49-F238E27FC236}">
                  <a16:creationId xmlns:a16="http://schemas.microsoft.com/office/drawing/2014/main" id="{0F499FBE-DA3A-2AE2-C66F-018E95D8A6DE}"/>
                </a:ext>
              </a:extLst>
            </p:cNvPr>
            <p:cNvSpPr txBox="1"/>
            <p:nvPr/>
          </p:nvSpPr>
          <p:spPr>
            <a:xfrm>
              <a:off x="7766842" y="6152328"/>
              <a:ext cx="434183" cy="2830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457189">
                <a:defRPr/>
              </a:pPr>
              <a:r>
                <a:rPr lang="en-US" altLang="zh-CN" sz="900" dirty="0">
                  <a:latin typeface="OPPOSans R"/>
                  <a:ea typeface="OPPOSans R"/>
                </a:rPr>
                <a:t>49%</a:t>
              </a:r>
              <a:endParaRPr lang="zh-CN" altLang="en-US" sz="900" dirty="0">
                <a:latin typeface="OPPOSans R"/>
                <a:ea typeface="OPPOSans R"/>
              </a:endParaRPr>
            </a:p>
          </p:txBody>
        </p:sp>
        <p:pic>
          <p:nvPicPr>
            <p:cNvPr id="31" name="!! 声音">
              <a:extLst>
                <a:ext uri="{FF2B5EF4-FFF2-40B4-BE49-F238E27FC236}">
                  <a16:creationId xmlns:a16="http://schemas.microsoft.com/office/drawing/2014/main" id="{28483691-06E2-57BF-9D17-0AF6AA3EAC54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9048732" y="5934670"/>
              <a:ext cx="179932" cy="179932"/>
            </a:xfrm>
            <a:prstGeom prst="rect">
              <a:avLst/>
            </a:prstGeom>
          </p:spPr>
        </p:pic>
        <p:pic>
          <p:nvPicPr>
            <p:cNvPr id="32" name="!! 电源">
              <a:hlinkClick r:id="rId20" action="ppaction://hlinksldjump"/>
              <a:extLst>
                <a:ext uri="{FF2B5EF4-FFF2-40B4-BE49-F238E27FC236}">
                  <a16:creationId xmlns:a16="http://schemas.microsoft.com/office/drawing/2014/main" id="{5C02F85F-A47A-65D4-E5A7-153E7B3C5F55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p:blipFill>
          <p:spPr>
            <a:xfrm>
              <a:off x="9489000" y="5925331"/>
              <a:ext cx="208372" cy="208370"/>
            </a:xfrm>
            <a:prstGeom prst="rect">
              <a:avLst/>
            </a:prstGeom>
          </p:spPr>
        </p:pic>
      </p:grpSp>
      <p:sp>
        <p:nvSpPr>
          <p:cNvPr id="33" name="!! 小白条">
            <a:hlinkClick r:id="rId3" action="ppaction://hlinksldjump"/>
            <a:extLst>
              <a:ext uri="{FF2B5EF4-FFF2-40B4-BE49-F238E27FC236}">
                <a16:creationId xmlns:a16="http://schemas.microsoft.com/office/drawing/2014/main" id="{C7003C17-B96D-CE64-1C56-1E68780431D7}"/>
              </a:ext>
            </a:extLst>
          </p:cNvPr>
          <p:cNvSpPr/>
          <p:nvPr/>
        </p:nvSpPr>
        <p:spPr>
          <a:xfrm>
            <a:off x="5177623" y="6706376"/>
            <a:ext cx="1836752" cy="45719"/>
          </a:xfrm>
          <a:prstGeom prst="roundRect">
            <a:avLst>
              <a:gd name="adj" fmla="val 50000"/>
            </a:avLst>
          </a:prstGeom>
          <a:solidFill>
            <a:schemeClr val="tx1">
              <a:alpha val="90000"/>
            </a:schemeClr>
          </a:solidFill>
          <a:ln>
            <a:noFill/>
          </a:ln>
          <a:effectLst>
            <a:outerShdw blurRad="1016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69" name="!! 显示">
            <a:extLst>
              <a:ext uri="{FF2B5EF4-FFF2-40B4-BE49-F238E27FC236}">
                <a16:creationId xmlns:a16="http://schemas.microsoft.com/office/drawing/2014/main" id="{A766BFAA-1B0A-E8F5-FBB1-A1FAE12AC523}"/>
              </a:ext>
            </a:extLst>
          </p:cNvPr>
          <p:cNvGrpSpPr/>
          <p:nvPr/>
        </p:nvGrpSpPr>
        <p:grpSpPr>
          <a:xfrm>
            <a:off x="470871" y="3706575"/>
            <a:ext cx="2552892" cy="457924"/>
            <a:chOff x="462453" y="2623554"/>
            <a:chExt cx="2552892" cy="457924"/>
          </a:xfrm>
        </p:grpSpPr>
        <p:sp>
          <p:nvSpPr>
            <p:cNvPr id="70" name="!! 未选中">
              <a:hlinkClick r:id="rId23" action="ppaction://hlinksldjump"/>
              <a:extLst>
                <a:ext uri="{FF2B5EF4-FFF2-40B4-BE49-F238E27FC236}">
                  <a16:creationId xmlns:a16="http://schemas.microsoft.com/office/drawing/2014/main" id="{8DCB2429-BA21-6C22-961E-52EA4F4F99B8}"/>
                </a:ext>
              </a:extLst>
            </p:cNvPr>
            <p:cNvSpPr/>
            <p:nvPr/>
          </p:nvSpPr>
          <p:spPr>
            <a:xfrm>
              <a:off x="462453" y="2623554"/>
              <a:ext cx="2552892" cy="457924"/>
            </a:xfrm>
            <a:prstGeom prst="roundRect">
              <a:avLst>
                <a:gd name="adj" fmla="val 22880"/>
              </a:avLst>
            </a:prstGeom>
            <a:solidFill>
              <a:schemeClr val="bg2"/>
            </a:solidFill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1998" defTabSz="914377">
                <a:defRPr/>
              </a:pPr>
              <a:r>
                <a:rPr lang="zh-CN" altLang="en-US" sz="1400" dirty="0">
                  <a:solidFill>
                    <a:schemeClr val="tx1">
                      <a:lumMod val="90000"/>
                      <a:lumOff val="10000"/>
                    </a:schemeClr>
                  </a:solidFill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      显示</a:t>
              </a:r>
            </a:p>
          </p:txBody>
        </p:sp>
        <p:grpSp>
          <p:nvGrpSpPr>
            <p:cNvPr id="71" name="组合 70">
              <a:extLst>
                <a:ext uri="{FF2B5EF4-FFF2-40B4-BE49-F238E27FC236}">
                  <a16:creationId xmlns:a16="http://schemas.microsoft.com/office/drawing/2014/main" id="{6A68FDC5-89C7-AF6A-A7C7-7CF7EB8E4919}"/>
                </a:ext>
              </a:extLst>
            </p:cNvPr>
            <p:cNvGrpSpPr/>
            <p:nvPr/>
          </p:nvGrpSpPr>
          <p:grpSpPr>
            <a:xfrm>
              <a:off x="600851" y="2735577"/>
              <a:ext cx="245090" cy="245090"/>
              <a:chOff x="3449581" y="2374787"/>
              <a:chExt cx="263638" cy="263638"/>
            </a:xfrm>
          </p:grpSpPr>
          <p:sp>
            <p:nvSpPr>
              <p:cNvPr id="72" name="椭圆 71">
                <a:extLst>
                  <a:ext uri="{FF2B5EF4-FFF2-40B4-BE49-F238E27FC236}">
                    <a16:creationId xmlns:a16="http://schemas.microsoft.com/office/drawing/2014/main" id="{A3C1EF4E-DB82-1621-ED8B-91B7BA943678}"/>
                  </a:ext>
                </a:extLst>
              </p:cNvPr>
              <p:cNvSpPr/>
              <p:nvPr/>
            </p:nvSpPr>
            <p:spPr>
              <a:xfrm>
                <a:off x="3449581" y="2374787"/>
                <a:ext cx="263638" cy="263638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73" name="icon">
                <a:extLst>
                  <a:ext uri="{FF2B5EF4-FFF2-40B4-BE49-F238E27FC236}">
                    <a16:creationId xmlns:a16="http://schemas.microsoft.com/office/drawing/2014/main" id="{0C1F0D10-FD46-C774-EA89-C27D32CA985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4">
                <a:extLst>
                  <a:ext uri="{96DAC541-7B7A-43D3-8B79-37D633B846F1}">
                    <asvg:svgBlip xmlns:asvg="http://schemas.microsoft.com/office/drawing/2016/SVG/main" r:embed="rId25"/>
                  </a:ext>
                </a:extLst>
              </a:blip>
              <a:srcRect/>
              <a:stretch/>
            </p:blipFill>
            <p:spPr>
              <a:xfrm>
                <a:off x="3513869" y="2435878"/>
                <a:ext cx="143060" cy="143060"/>
              </a:xfrm>
              <a:prstGeom prst="rect">
                <a:avLst/>
              </a:prstGeom>
            </p:spPr>
          </p:pic>
        </p:grpSp>
      </p:grpSp>
      <p:grpSp>
        <p:nvGrpSpPr>
          <p:cNvPr id="74" name="!! App">
            <a:extLst>
              <a:ext uri="{FF2B5EF4-FFF2-40B4-BE49-F238E27FC236}">
                <a16:creationId xmlns:a16="http://schemas.microsoft.com/office/drawing/2014/main" id="{969287D6-E06C-DBBB-B66D-BD67CAA3506F}"/>
              </a:ext>
            </a:extLst>
          </p:cNvPr>
          <p:cNvGrpSpPr/>
          <p:nvPr/>
        </p:nvGrpSpPr>
        <p:grpSpPr>
          <a:xfrm>
            <a:off x="476549" y="2282681"/>
            <a:ext cx="2552892" cy="457924"/>
            <a:chOff x="462453" y="2623554"/>
            <a:chExt cx="2552892" cy="457924"/>
          </a:xfrm>
        </p:grpSpPr>
        <p:sp>
          <p:nvSpPr>
            <p:cNvPr id="75" name="!! 未选中">
              <a:hlinkClick r:id="rId26" action="ppaction://hlinksldjump"/>
              <a:extLst>
                <a:ext uri="{FF2B5EF4-FFF2-40B4-BE49-F238E27FC236}">
                  <a16:creationId xmlns:a16="http://schemas.microsoft.com/office/drawing/2014/main" id="{693D6299-D436-FDB5-D4BC-C1AF7F7A58BD}"/>
                </a:ext>
              </a:extLst>
            </p:cNvPr>
            <p:cNvSpPr/>
            <p:nvPr/>
          </p:nvSpPr>
          <p:spPr>
            <a:xfrm>
              <a:off x="462453" y="2623554"/>
              <a:ext cx="2552892" cy="457924"/>
            </a:xfrm>
            <a:prstGeom prst="roundRect">
              <a:avLst>
                <a:gd name="adj" fmla="val 22880"/>
              </a:avLst>
            </a:prstGeom>
            <a:solidFill>
              <a:schemeClr val="bg2"/>
            </a:solidFill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1998" defTabSz="914377">
                <a:defRPr/>
              </a:pPr>
              <a:r>
                <a:rPr lang="zh-CN" altLang="en-US" sz="1400" dirty="0">
                  <a:solidFill>
                    <a:schemeClr val="tx1">
                      <a:lumMod val="90000"/>
                      <a:lumOff val="10000"/>
                    </a:schemeClr>
                  </a:solidFill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      应用与模块</a:t>
              </a:r>
            </a:p>
          </p:txBody>
        </p:sp>
        <p:grpSp>
          <p:nvGrpSpPr>
            <p:cNvPr id="76" name="组合 75">
              <a:extLst>
                <a:ext uri="{FF2B5EF4-FFF2-40B4-BE49-F238E27FC236}">
                  <a16:creationId xmlns:a16="http://schemas.microsoft.com/office/drawing/2014/main" id="{52E5A1AF-4CAA-3ED8-6BF6-4C9B74B3B6E7}"/>
                </a:ext>
              </a:extLst>
            </p:cNvPr>
            <p:cNvGrpSpPr/>
            <p:nvPr/>
          </p:nvGrpSpPr>
          <p:grpSpPr>
            <a:xfrm>
              <a:off x="600851" y="2735577"/>
              <a:ext cx="245090" cy="245090"/>
              <a:chOff x="3449581" y="2374787"/>
              <a:chExt cx="263638" cy="263638"/>
            </a:xfrm>
          </p:grpSpPr>
          <p:sp>
            <p:nvSpPr>
              <p:cNvPr id="77" name="椭圆 76">
                <a:extLst>
                  <a:ext uri="{FF2B5EF4-FFF2-40B4-BE49-F238E27FC236}">
                    <a16:creationId xmlns:a16="http://schemas.microsoft.com/office/drawing/2014/main" id="{87C5F366-F509-B060-F6CE-385FEFA83200}"/>
                  </a:ext>
                </a:extLst>
              </p:cNvPr>
              <p:cNvSpPr/>
              <p:nvPr/>
            </p:nvSpPr>
            <p:spPr>
              <a:xfrm>
                <a:off x="3449581" y="2374787"/>
                <a:ext cx="263638" cy="263638"/>
              </a:xfrm>
              <a:prstGeom prst="ellipse">
                <a:avLst/>
              </a:prstGeom>
              <a:solidFill>
                <a:schemeClr val="accent3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78" name="icon">
                <a:extLst>
                  <a:ext uri="{FF2B5EF4-FFF2-40B4-BE49-F238E27FC236}">
                    <a16:creationId xmlns:a16="http://schemas.microsoft.com/office/drawing/2014/main" id="{A30C73AE-AE46-1AE6-5694-0B0570ADFC0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7">
                <a:extLst>
                  <a:ext uri="{96DAC541-7B7A-43D3-8B79-37D633B846F1}">
                    <asvg:svgBlip xmlns:asvg="http://schemas.microsoft.com/office/drawing/2016/SVG/main" r:embed="rId28"/>
                  </a:ext>
                </a:extLst>
              </a:blip>
              <a:srcRect/>
              <a:stretch/>
            </p:blipFill>
            <p:spPr>
              <a:xfrm>
                <a:off x="3513869" y="2435878"/>
                <a:ext cx="143060" cy="143060"/>
              </a:xfrm>
              <a:prstGeom prst="rect">
                <a:avLst/>
              </a:prstGeom>
            </p:spPr>
          </p:pic>
        </p:grpSp>
      </p:grpSp>
      <p:grpSp>
        <p:nvGrpSpPr>
          <p:cNvPr id="79" name="!! 电池">
            <a:extLst>
              <a:ext uri="{FF2B5EF4-FFF2-40B4-BE49-F238E27FC236}">
                <a16:creationId xmlns:a16="http://schemas.microsoft.com/office/drawing/2014/main" id="{6CEFE6B4-E36D-07AB-4AEB-91A7AC71F806}"/>
              </a:ext>
            </a:extLst>
          </p:cNvPr>
          <p:cNvGrpSpPr/>
          <p:nvPr/>
        </p:nvGrpSpPr>
        <p:grpSpPr>
          <a:xfrm>
            <a:off x="470871" y="2852627"/>
            <a:ext cx="2552892" cy="457924"/>
            <a:chOff x="462453" y="2623554"/>
            <a:chExt cx="2552892" cy="457924"/>
          </a:xfrm>
        </p:grpSpPr>
        <p:sp>
          <p:nvSpPr>
            <p:cNvPr id="80" name="!! 未选中">
              <a:hlinkClick r:id="rId29" action="ppaction://hlinksldjump"/>
              <a:extLst>
                <a:ext uri="{FF2B5EF4-FFF2-40B4-BE49-F238E27FC236}">
                  <a16:creationId xmlns:a16="http://schemas.microsoft.com/office/drawing/2014/main" id="{37FA2462-E572-861E-E6DA-79130E7D6CBF}"/>
                </a:ext>
              </a:extLst>
            </p:cNvPr>
            <p:cNvSpPr/>
            <p:nvPr/>
          </p:nvSpPr>
          <p:spPr>
            <a:xfrm>
              <a:off x="462453" y="2623554"/>
              <a:ext cx="2552892" cy="457924"/>
            </a:xfrm>
            <a:prstGeom prst="roundRect">
              <a:avLst>
                <a:gd name="adj" fmla="val 22880"/>
              </a:avLst>
            </a:prstGeom>
            <a:solidFill>
              <a:schemeClr val="bg2"/>
            </a:solidFill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1998" defTabSz="914377">
                <a:defRPr/>
              </a:pPr>
              <a:r>
                <a:rPr lang="zh-CN" altLang="en-US" sz="1400" dirty="0">
                  <a:solidFill>
                    <a:schemeClr val="tx1">
                      <a:lumMod val="90000"/>
                      <a:lumOff val="10000"/>
                    </a:schemeClr>
                  </a:solidFill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      电池</a:t>
              </a:r>
            </a:p>
          </p:txBody>
        </p:sp>
        <p:grpSp>
          <p:nvGrpSpPr>
            <p:cNvPr id="81" name="组合 80">
              <a:extLst>
                <a:ext uri="{FF2B5EF4-FFF2-40B4-BE49-F238E27FC236}">
                  <a16:creationId xmlns:a16="http://schemas.microsoft.com/office/drawing/2014/main" id="{3BBD795E-64E7-BEB1-CF7C-1BAD64543269}"/>
                </a:ext>
              </a:extLst>
            </p:cNvPr>
            <p:cNvGrpSpPr/>
            <p:nvPr/>
          </p:nvGrpSpPr>
          <p:grpSpPr>
            <a:xfrm>
              <a:off x="600851" y="2735577"/>
              <a:ext cx="245090" cy="245090"/>
              <a:chOff x="3449581" y="2374787"/>
              <a:chExt cx="263638" cy="263638"/>
            </a:xfrm>
          </p:grpSpPr>
          <p:sp>
            <p:nvSpPr>
              <p:cNvPr id="82" name="椭圆 81">
                <a:extLst>
                  <a:ext uri="{FF2B5EF4-FFF2-40B4-BE49-F238E27FC236}">
                    <a16:creationId xmlns:a16="http://schemas.microsoft.com/office/drawing/2014/main" id="{0C69475F-4B6B-21EC-1F3E-BECD73894308}"/>
                  </a:ext>
                </a:extLst>
              </p:cNvPr>
              <p:cNvSpPr/>
              <p:nvPr/>
            </p:nvSpPr>
            <p:spPr>
              <a:xfrm>
                <a:off x="3449581" y="2374787"/>
                <a:ext cx="263638" cy="263638"/>
              </a:xfrm>
              <a:prstGeom prst="ellipse">
                <a:avLst/>
              </a:prstGeom>
              <a:solidFill>
                <a:srgbClr val="3ADE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83" name="icon">
                <a:extLst>
                  <a:ext uri="{FF2B5EF4-FFF2-40B4-BE49-F238E27FC236}">
                    <a16:creationId xmlns:a16="http://schemas.microsoft.com/office/drawing/2014/main" id="{978F4C66-D9A7-A6F7-B6FF-7044EF8ED68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0">
                <a:extLst>
                  <a:ext uri="{96DAC541-7B7A-43D3-8B79-37D633B846F1}">
                    <asvg:svgBlip xmlns:asvg="http://schemas.microsoft.com/office/drawing/2016/SVG/main" r:embed="rId31"/>
                  </a:ext>
                </a:extLst>
              </a:blip>
              <a:srcRect/>
              <a:stretch/>
            </p:blipFill>
            <p:spPr>
              <a:xfrm>
                <a:off x="3513869" y="2435878"/>
                <a:ext cx="143060" cy="143060"/>
              </a:xfrm>
              <a:prstGeom prst="rect">
                <a:avLst/>
              </a:prstGeom>
            </p:spPr>
          </p:pic>
        </p:grpSp>
      </p:grpSp>
      <p:sp>
        <p:nvSpPr>
          <p:cNvPr id="84" name="!! 个性化">
            <a:extLst>
              <a:ext uri="{FF2B5EF4-FFF2-40B4-BE49-F238E27FC236}">
                <a16:creationId xmlns:a16="http://schemas.microsoft.com/office/drawing/2014/main" id="{E38B2FA0-0B2E-FB36-22CB-4310283FFA26}"/>
              </a:ext>
            </a:extLst>
          </p:cNvPr>
          <p:cNvSpPr txBox="1"/>
          <p:nvPr/>
        </p:nvSpPr>
        <p:spPr>
          <a:xfrm>
            <a:off x="470872" y="3444966"/>
            <a:ext cx="11113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dirty="0">
                <a:solidFill>
                  <a:schemeClr val="bg1">
                    <a:lumMod val="50000"/>
                  </a:schemeClr>
                </a:solidFill>
              </a:rPr>
              <a:t>个性化</a:t>
            </a:r>
          </a:p>
        </p:txBody>
      </p:sp>
      <p:sp>
        <p:nvSpPr>
          <p:cNvPr id="85" name="文本框 84">
            <a:extLst>
              <a:ext uri="{FF2B5EF4-FFF2-40B4-BE49-F238E27FC236}">
                <a16:creationId xmlns:a16="http://schemas.microsoft.com/office/drawing/2014/main" id="{2D117DDD-0DB1-4B80-7427-1796B497C0EA}"/>
              </a:ext>
            </a:extLst>
          </p:cNvPr>
          <p:cNvSpPr txBox="1"/>
          <p:nvPr/>
        </p:nvSpPr>
        <p:spPr>
          <a:xfrm>
            <a:off x="462454" y="2020809"/>
            <a:ext cx="11113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dirty="0">
                <a:solidFill>
                  <a:schemeClr val="bg1">
                    <a:lumMod val="50000"/>
                  </a:schemeClr>
                </a:solidFill>
              </a:rPr>
              <a:t>网络与连接</a:t>
            </a:r>
          </a:p>
        </p:txBody>
      </p:sp>
      <p:sp>
        <p:nvSpPr>
          <p:cNvPr id="86" name="文本框 85">
            <a:extLst>
              <a:ext uri="{FF2B5EF4-FFF2-40B4-BE49-F238E27FC236}">
                <a16:creationId xmlns:a16="http://schemas.microsoft.com/office/drawing/2014/main" id="{3AC2BBBE-2041-2685-8CF8-331FC480517E}"/>
              </a:ext>
            </a:extLst>
          </p:cNvPr>
          <p:cNvSpPr txBox="1"/>
          <p:nvPr/>
        </p:nvSpPr>
        <p:spPr>
          <a:xfrm>
            <a:off x="462455" y="4033431"/>
            <a:ext cx="11113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dirty="0">
                <a:solidFill>
                  <a:schemeClr val="bg1">
                    <a:lumMod val="50000"/>
                  </a:schemeClr>
                </a:solidFill>
              </a:rPr>
              <a:t>系统与安全</a:t>
            </a:r>
          </a:p>
        </p:txBody>
      </p:sp>
      <p:grpSp>
        <p:nvGrpSpPr>
          <p:cNvPr id="87" name="!! 软件更新">
            <a:extLst>
              <a:ext uri="{FF2B5EF4-FFF2-40B4-BE49-F238E27FC236}">
                <a16:creationId xmlns:a16="http://schemas.microsoft.com/office/drawing/2014/main" id="{D8FD9F17-D16A-4DCA-925F-9871280E035E}"/>
              </a:ext>
            </a:extLst>
          </p:cNvPr>
          <p:cNvGrpSpPr/>
          <p:nvPr/>
        </p:nvGrpSpPr>
        <p:grpSpPr>
          <a:xfrm>
            <a:off x="462455" y="4299750"/>
            <a:ext cx="2552892" cy="457924"/>
            <a:chOff x="481145" y="1890767"/>
            <a:chExt cx="2552892" cy="457924"/>
          </a:xfrm>
        </p:grpSpPr>
        <p:sp>
          <p:nvSpPr>
            <p:cNvPr id="88" name="!! 未选中">
              <a:hlinkClick r:id="rId32" action="ppaction://hlinksldjump"/>
              <a:extLst>
                <a:ext uri="{FF2B5EF4-FFF2-40B4-BE49-F238E27FC236}">
                  <a16:creationId xmlns:a16="http://schemas.microsoft.com/office/drawing/2014/main" id="{D4C2FD3D-0F3C-D745-0502-1117075DA6C2}"/>
                </a:ext>
              </a:extLst>
            </p:cNvPr>
            <p:cNvSpPr/>
            <p:nvPr/>
          </p:nvSpPr>
          <p:spPr>
            <a:xfrm>
              <a:off x="481145" y="1890767"/>
              <a:ext cx="2552892" cy="457924"/>
            </a:xfrm>
            <a:prstGeom prst="roundRect">
              <a:avLst>
                <a:gd name="adj" fmla="val 22880"/>
              </a:avLst>
            </a:prstGeom>
            <a:solidFill>
              <a:schemeClr val="bg2"/>
            </a:solidFill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1998" defTabSz="914377">
                <a:defRPr/>
              </a:pPr>
              <a:r>
                <a:rPr lang="zh-CN" altLang="en-US" sz="1400" dirty="0">
                  <a:solidFill>
                    <a:schemeClr val="tx1"/>
                  </a:solidFill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      系统更新</a:t>
              </a:r>
            </a:p>
          </p:txBody>
        </p:sp>
        <p:pic>
          <p:nvPicPr>
            <p:cNvPr id="89" name="icon">
              <a:extLst>
                <a:ext uri="{FF2B5EF4-FFF2-40B4-BE49-F238E27FC236}">
                  <a16:creationId xmlns:a16="http://schemas.microsoft.com/office/drawing/2014/main" id="{0A1B7DD9-0940-46E7-46D5-D003C80D270C}"/>
                </a:ext>
              </a:extLst>
            </p:cNvPr>
            <p:cNvPicPr>
              <a:picLocks noChangeAspect="1"/>
            </p:cNvPicPr>
            <p:nvPr/>
          </p:nvPicPr>
          <p:blipFill>
            <a:blip r:embed="rId33">
              <a:extLst>
                <a:ext uri="{96DAC541-7B7A-43D3-8B79-37D633B846F1}">
                  <asvg:svgBlip xmlns:asvg="http://schemas.microsoft.com/office/drawing/2016/SVG/main" r:embed="rId34"/>
                </a:ext>
              </a:extLst>
            </a:blip>
            <a:srcRect/>
            <a:stretch/>
          </p:blipFill>
          <p:spPr>
            <a:xfrm>
              <a:off x="623508" y="2001148"/>
              <a:ext cx="237162" cy="237162"/>
            </a:xfrm>
            <a:prstGeom prst="rect">
              <a:avLst/>
            </a:prstGeom>
          </p:spPr>
        </p:pic>
      </p:grpSp>
      <p:grpSp>
        <p:nvGrpSpPr>
          <p:cNvPr id="90" name="!! 更多连接">
            <a:extLst>
              <a:ext uri="{FF2B5EF4-FFF2-40B4-BE49-F238E27FC236}">
                <a16:creationId xmlns:a16="http://schemas.microsoft.com/office/drawing/2014/main" id="{79EEED1A-9E60-D220-5AC0-69F1EB878243}"/>
              </a:ext>
            </a:extLst>
          </p:cNvPr>
          <p:cNvGrpSpPr/>
          <p:nvPr/>
        </p:nvGrpSpPr>
        <p:grpSpPr>
          <a:xfrm>
            <a:off x="462454" y="3410531"/>
            <a:ext cx="2552892" cy="457924"/>
            <a:chOff x="462453" y="2623554"/>
            <a:chExt cx="2552892" cy="457924"/>
          </a:xfrm>
        </p:grpSpPr>
        <p:sp>
          <p:nvSpPr>
            <p:cNvPr id="91" name="!! 未选中">
              <a:hlinkClick r:id="rId35" action="ppaction://hlinksldjump"/>
              <a:extLst>
                <a:ext uri="{FF2B5EF4-FFF2-40B4-BE49-F238E27FC236}">
                  <a16:creationId xmlns:a16="http://schemas.microsoft.com/office/drawing/2014/main" id="{64B70EE3-744B-8F6C-3DDA-DDAA6F84C542}"/>
                </a:ext>
              </a:extLst>
            </p:cNvPr>
            <p:cNvSpPr/>
            <p:nvPr/>
          </p:nvSpPr>
          <p:spPr>
            <a:xfrm>
              <a:off x="462453" y="2623554"/>
              <a:ext cx="2552892" cy="457924"/>
            </a:xfrm>
            <a:prstGeom prst="roundRect">
              <a:avLst>
                <a:gd name="adj" fmla="val 22880"/>
              </a:avLst>
            </a:prstGeom>
            <a:solidFill>
              <a:schemeClr val="tx1">
                <a:lumMod val="10000"/>
                <a:lumOff val="90000"/>
              </a:schemeClr>
            </a:solidFill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1998" defTabSz="914377">
                <a:defRPr/>
              </a:pPr>
              <a:r>
                <a:rPr lang="zh-CN" altLang="en-US" sz="1400" dirty="0">
                  <a:solidFill>
                    <a:schemeClr val="tx1">
                      <a:lumMod val="90000"/>
                      <a:lumOff val="10000"/>
                    </a:schemeClr>
                  </a:solidFill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      更多连接</a:t>
              </a:r>
            </a:p>
          </p:txBody>
        </p:sp>
        <p:grpSp>
          <p:nvGrpSpPr>
            <p:cNvPr id="92" name="组合 91">
              <a:extLst>
                <a:ext uri="{FF2B5EF4-FFF2-40B4-BE49-F238E27FC236}">
                  <a16:creationId xmlns:a16="http://schemas.microsoft.com/office/drawing/2014/main" id="{DF558EC2-F86C-0B46-61D4-1669D3CDDEAB}"/>
                </a:ext>
              </a:extLst>
            </p:cNvPr>
            <p:cNvGrpSpPr/>
            <p:nvPr/>
          </p:nvGrpSpPr>
          <p:grpSpPr>
            <a:xfrm>
              <a:off x="600851" y="2735577"/>
              <a:ext cx="245090" cy="245090"/>
              <a:chOff x="3449581" y="2374787"/>
              <a:chExt cx="263638" cy="263638"/>
            </a:xfrm>
          </p:grpSpPr>
          <p:sp>
            <p:nvSpPr>
              <p:cNvPr id="93" name="椭圆 92">
                <a:extLst>
                  <a:ext uri="{FF2B5EF4-FFF2-40B4-BE49-F238E27FC236}">
                    <a16:creationId xmlns:a16="http://schemas.microsoft.com/office/drawing/2014/main" id="{AFDD76C6-12E7-7988-CC3D-FBF4D788CA3D}"/>
                  </a:ext>
                </a:extLst>
              </p:cNvPr>
              <p:cNvSpPr/>
              <p:nvPr/>
            </p:nvSpPr>
            <p:spPr>
              <a:xfrm>
                <a:off x="3449581" y="2374787"/>
                <a:ext cx="263638" cy="263638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94" name="icon">
                <a:extLst>
                  <a:ext uri="{FF2B5EF4-FFF2-40B4-BE49-F238E27FC236}">
                    <a16:creationId xmlns:a16="http://schemas.microsoft.com/office/drawing/2014/main" id="{E31D8BC1-DCD5-289B-E175-7C8FE63268C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6">
                <a:extLst>
                  <a:ext uri="{96DAC541-7B7A-43D3-8B79-37D633B846F1}">
                    <asvg:svgBlip xmlns:asvg="http://schemas.microsoft.com/office/drawing/2016/SVG/main" r:embed="rId37"/>
                  </a:ext>
                </a:extLst>
              </a:blip>
              <a:srcRect/>
              <a:stretch/>
            </p:blipFill>
            <p:spPr>
              <a:xfrm>
                <a:off x="3513774" y="2433849"/>
                <a:ext cx="143060" cy="143060"/>
              </a:xfrm>
              <a:prstGeom prst="rect">
                <a:avLst/>
              </a:prstGeom>
            </p:spPr>
          </p:pic>
        </p:grpSp>
      </p:grpSp>
      <p:sp>
        <p:nvSpPr>
          <p:cNvPr id="95" name="!! 更多">
            <a:extLst>
              <a:ext uri="{FF2B5EF4-FFF2-40B4-BE49-F238E27FC236}">
                <a16:creationId xmlns:a16="http://schemas.microsoft.com/office/drawing/2014/main" id="{0BAA7A15-3E66-531B-623E-9C904EEAB34E}"/>
              </a:ext>
            </a:extLst>
          </p:cNvPr>
          <p:cNvSpPr txBox="1"/>
          <p:nvPr/>
        </p:nvSpPr>
        <p:spPr>
          <a:xfrm>
            <a:off x="1310353" y="6016666"/>
            <a:ext cx="85443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100" dirty="0">
                <a:solidFill>
                  <a:schemeClr val="accent1"/>
                </a:solidFill>
              </a:rPr>
              <a:t>下一页</a:t>
            </a:r>
          </a:p>
        </p:txBody>
      </p:sp>
      <p:grpSp>
        <p:nvGrpSpPr>
          <p:cNvPr id="96" name="!! 蓝牙">
            <a:extLst>
              <a:ext uri="{FF2B5EF4-FFF2-40B4-BE49-F238E27FC236}">
                <a16:creationId xmlns:a16="http://schemas.microsoft.com/office/drawing/2014/main" id="{97BC30CB-C875-BFCE-E50D-9E777683506A}"/>
              </a:ext>
            </a:extLst>
          </p:cNvPr>
          <p:cNvGrpSpPr/>
          <p:nvPr/>
        </p:nvGrpSpPr>
        <p:grpSpPr>
          <a:xfrm>
            <a:off x="462453" y="2846581"/>
            <a:ext cx="2552892" cy="457924"/>
            <a:chOff x="462452" y="2059603"/>
            <a:chExt cx="2552892" cy="457924"/>
          </a:xfrm>
        </p:grpSpPr>
        <p:sp>
          <p:nvSpPr>
            <p:cNvPr id="97" name="!! 未选中">
              <a:hlinkClick r:id="rId38" action="ppaction://hlinksldjump"/>
              <a:extLst>
                <a:ext uri="{FF2B5EF4-FFF2-40B4-BE49-F238E27FC236}">
                  <a16:creationId xmlns:a16="http://schemas.microsoft.com/office/drawing/2014/main" id="{0D1A060F-24E9-9D81-F462-C5CB3D3A7082}"/>
                </a:ext>
              </a:extLst>
            </p:cNvPr>
            <p:cNvSpPr/>
            <p:nvPr/>
          </p:nvSpPr>
          <p:spPr>
            <a:xfrm>
              <a:off x="462452" y="2059603"/>
              <a:ext cx="2552892" cy="457924"/>
            </a:xfrm>
            <a:prstGeom prst="roundRect">
              <a:avLst>
                <a:gd name="adj" fmla="val 22880"/>
              </a:avLst>
            </a:prstGeom>
            <a:solidFill>
              <a:schemeClr val="bg2"/>
            </a:solidFill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1998" defTabSz="914377">
                <a:defRPr/>
              </a:pPr>
              <a:r>
                <a:rPr lang="zh-CN" altLang="en-US" sz="1400" dirty="0">
                  <a:solidFill>
                    <a:schemeClr val="tx1">
                      <a:lumMod val="90000"/>
                      <a:lumOff val="10000"/>
                    </a:schemeClr>
                  </a:solidFill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      蓝牙</a:t>
              </a:r>
            </a:p>
          </p:txBody>
        </p:sp>
        <p:pic>
          <p:nvPicPr>
            <p:cNvPr id="98" name="图形 97">
              <a:extLst>
                <a:ext uri="{FF2B5EF4-FFF2-40B4-BE49-F238E27FC236}">
                  <a16:creationId xmlns:a16="http://schemas.microsoft.com/office/drawing/2014/main" id="{F8077D1F-A88B-DE4A-FE7C-55C23BC65B18}"/>
                </a:ext>
              </a:extLst>
            </p:cNvPr>
            <p:cNvPicPr>
              <a:picLocks noChangeAspect="1"/>
            </p:cNvPicPr>
            <p:nvPr/>
          </p:nvPicPr>
          <p:blipFill>
            <a:blip r:embed="rId39">
              <a:extLst>
                <a:ext uri="{96DAC541-7B7A-43D3-8B79-37D633B846F1}">
                  <asvg:svgBlip xmlns:asvg="http://schemas.microsoft.com/office/drawing/2016/SVG/main" r:embed="rId40"/>
                </a:ext>
              </a:extLst>
            </a:blip>
            <a:stretch>
              <a:fillRect/>
            </a:stretch>
          </p:blipFill>
          <p:spPr>
            <a:xfrm>
              <a:off x="600851" y="2174279"/>
              <a:ext cx="237166" cy="237166"/>
            </a:xfrm>
            <a:prstGeom prst="rect">
              <a:avLst/>
            </a:prstGeom>
          </p:spPr>
        </p:pic>
      </p:grpSp>
      <p:grpSp>
        <p:nvGrpSpPr>
          <p:cNvPr id="99" name="!! WLAN">
            <a:extLst>
              <a:ext uri="{FF2B5EF4-FFF2-40B4-BE49-F238E27FC236}">
                <a16:creationId xmlns:a16="http://schemas.microsoft.com/office/drawing/2014/main" id="{43C46971-88E3-A524-4088-F9442B733150}"/>
              </a:ext>
            </a:extLst>
          </p:cNvPr>
          <p:cNvGrpSpPr/>
          <p:nvPr/>
        </p:nvGrpSpPr>
        <p:grpSpPr>
          <a:xfrm>
            <a:off x="462453" y="2282631"/>
            <a:ext cx="2552892" cy="457924"/>
            <a:chOff x="462452" y="1495653"/>
            <a:chExt cx="2552892" cy="457924"/>
          </a:xfrm>
        </p:grpSpPr>
        <p:grpSp>
          <p:nvGrpSpPr>
            <p:cNvPr id="100" name="!! WLAN">
              <a:extLst>
                <a:ext uri="{FF2B5EF4-FFF2-40B4-BE49-F238E27FC236}">
                  <a16:creationId xmlns:a16="http://schemas.microsoft.com/office/drawing/2014/main" id="{48605CAF-4010-A7E8-06A7-24F9A69CA3AD}"/>
                </a:ext>
              </a:extLst>
            </p:cNvPr>
            <p:cNvGrpSpPr/>
            <p:nvPr/>
          </p:nvGrpSpPr>
          <p:grpSpPr>
            <a:xfrm>
              <a:off x="462452" y="1495653"/>
              <a:ext cx="2552892" cy="457924"/>
              <a:chOff x="462452" y="1495653"/>
              <a:chExt cx="2552892" cy="457924"/>
            </a:xfrm>
          </p:grpSpPr>
          <p:sp>
            <p:nvSpPr>
              <p:cNvPr id="102" name="!! 未选中">
                <a:hlinkClick r:id="rId41" action="ppaction://hlinksldjump"/>
                <a:extLst>
                  <a:ext uri="{FF2B5EF4-FFF2-40B4-BE49-F238E27FC236}">
                    <a16:creationId xmlns:a16="http://schemas.microsoft.com/office/drawing/2014/main" id="{E1552605-352C-90AF-066D-FFBADDB4ECBB}"/>
                  </a:ext>
                </a:extLst>
              </p:cNvPr>
              <p:cNvSpPr/>
              <p:nvPr/>
            </p:nvSpPr>
            <p:spPr>
              <a:xfrm>
                <a:off x="462452" y="1495653"/>
                <a:ext cx="2552892" cy="457924"/>
              </a:xfrm>
              <a:prstGeom prst="roundRect">
                <a:avLst>
                  <a:gd name="adj" fmla="val 22880"/>
                </a:avLst>
              </a:prstGeom>
              <a:solidFill>
                <a:schemeClr val="bg2"/>
              </a:solidFill>
              <a:ln w="6350"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71998" defTabSz="914377">
                  <a:defRPr/>
                </a:pPr>
                <a:r>
                  <a:rPr lang="zh-CN" altLang="en-US" sz="1400" dirty="0">
                    <a:solidFill>
                      <a:schemeClr val="tx1">
                        <a:lumMod val="90000"/>
                        <a:lumOff val="10000"/>
                      </a:schemeClr>
                    </a:solidFill>
                    <a:latin typeface="vivo Sans Light" panose="02000400000000000000" pitchFamily="2" charset="-122"/>
                    <a:ea typeface="vivo Sans Light" panose="02000400000000000000" pitchFamily="2" charset="-122"/>
                    <a:cs typeface="vivo Sans Light" panose="02000400000000000000" pitchFamily="2" charset="-122"/>
                  </a:rPr>
                  <a:t>      无线局域网</a:t>
                </a:r>
              </a:p>
            </p:txBody>
          </p:sp>
          <p:pic>
            <p:nvPicPr>
              <p:cNvPr id="103" name="icon">
                <a:extLst>
                  <a:ext uri="{FF2B5EF4-FFF2-40B4-BE49-F238E27FC236}">
                    <a16:creationId xmlns:a16="http://schemas.microsoft.com/office/drawing/2014/main" id="{BB59D42B-4149-7159-F490-20F8DA949A4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2">
                <a:extLst>
                  <a:ext uri="{96DAC541-7B7A-43D3-8B79-37D633B846F1}">
                    <asvg:svgBlip xmlns:asvg="http://schemas.microsoft.com/office/drawing/2016/SVG/main" r:embed="rId43"/>
                  </a:ext>
                </a:extLst>
              </a:blip>
              <a:srcRect/>
              <a:stretch/>
            </p:blipFill>
            <p:spPr>
              <a:xfrm>
                <a:off x="638475" y="1636367"/>
                <a:ext cx="169842" cy="169842"/>
              </a:xfrm>
              <a:prstGeom prst="rect">
                <a:avLst/>
              </a:prstGeom>
            </p:spPr>
          </p:pic>
        </p:grpSp>
        <p:pic>
          <p:nvPicPr>
            <p:cNvPr id="101" name="图形 100">
              <a:extLst>
                <a:ext uri="{FF2B5EF4-FFF2-40B4-BE49-F238E27FC236}">
                  <a16:creationId xmlns:a16="http://schemas.microsoft.com/office/drawing/2014/main" id="{75FB561D-A3B7-3907-24C2-3C2B3B88D704}"/>
                </a:ext>
              </a:extLst>
            </p:cNvPr>
            <p:cNvPicPr>
              <a:picLocks noChangeAspect="1"/>
            </p:cNvPicPr>
            <p:nvPr/>
          </p:nvPicPr>
          <p:blipFill>
            <a:blip r:embed="rId44">
              <a:extLst>
                <a:ext uri="{96DAC541-7B7A-43D3-8B79-37D633B846F1}">
                  <asvg:svgBlip xmlns:asvg="http://schemas.microsoft.com/office/drawing/2016/SVG/main" r:embed="rId45"/>
                </a:ext>
              </a:extLst>
            </a:blip>
            <a:stretch>
              <a:fillRect/>
            </a:stretch>
          </p:blipFill>
          <p:spPr>
            <a:xfrm>
              <a:off x="600489" y="1593839"/>
              <a:ext cx="245452" cy="245452"/>
            </a:xfrm>
            <a:prstGeom prst="rect">
              <a:avLst/>
            </a:prstGeom>
          </p:spPr>
        </p:pic>
      </p:grpSp>
      <p:grpSp>
        <p:nvGrpSpPr>
          <p:cNvPr id="104" name="!! 关于">
            <a:extLst>
              <a:ext uri="{FF2B5EF4-FFF2-40B4-BE49-F238E27FC236}">
                <a16:creationId xmlns:a16="http://schemas.microsoft.com/office/drawing/2014/main" id="{40648964-C1CB-D14C-855A-D05E6D8B52B9}"/>
              </a:ext>
            </a:extLst>
          </p:cNvPr>
          <p:cNvGrpSpPr/>
          <p:nvPr/>
        </p:nvGrpSpPr>
        <p:grpSpPr>
          <a:xfrm>
            <a:off x="461126" y="5442791"/>
            <a:ext cx="2552892" cy="457924"/>
            <a:chOff x="453977" y="4076722"/>
            <a:chExt cx="2552892" cy="457924"/>
          </a:xfrm>
        </p:grpSpPr>
        <p:sp>
          <p:nvSpPr>
            <p:cNvPr id="105" name="!! 未选中">
              <a:hlinkClick r:id="rId46" action="ppaction://hlinksldjump"/>
              <a:extLst>
                <a:ext uri="{FF2B5EF4-FFF2-40B4-BE49-F238E27FC236}">
                  <a16:creationId xmlns:a16="http://schemas.microsoft.com/office/drawing/2014/main" id="{54A23917-2742-55E9-796B-5C6AB9579699}"/>
                </a:ext>
              </a:extLst>
            </p:cNvPr>
            <p:cNvSpPr/>
            <p:nvPr/>
          </p:nvSpPr>
          <p:spPr>
            <a:xfrm>
              <a:off x="453977" y="4076722"/>
              <a:ext cx="2552892" cy="457924"/>
            </a:xfrm>
            <a:prstGeom prst="roundRect">
              <a:avLst>
                <a:gd name="adj" fmla="val 22880"/>
              </a:avLst>
            </a:prstGeom>
            <a:solidFill>
              <a:schemeClr val="bg2"/>
            </a:solidFill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1998" defTabSz="914377">
                <a:defRPr/>
              </a:pPr>
              <a:r>
                <a:rPr lang="zh-CN" altLang="en-US" sz="1400" dirty="0">
                  <a:solidFill>
                    <a:schemeClr val="tx1">
                      <a:lumMod val="90000"/>
                      <a:lumOff val="10000"/>
                    </a:schemeClr>
                  </a:solidFill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      关于此</a:t>
              </a:r>
              <a:r>
                <a:rPr lang="en-US" altLang="zh-CN" sz="1400" dirty="0">
                  <a:solidFill>
                    <a:schemeClr val="tx1">
                      <a:lumMod val="90000"/>
                      <a:lumOff val="10000"/>
                    </a:schemeClr>
                  </a:solidFill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Pad</a:t>
              </a:r>
              <a:endParaRPr lang="zh-CN" altLang="en-US" sz="1400" dirty="0">
                <a:solidFill>
                  <a:schemeClr val="tx1">
                    <a:lumMod val="90000"/>
                    <a:lumOff val="10000"/>
                  </a:schemeClr>
                </a:solidFill>
                <a:latin typeface="vivo Sans Light" panose="02000400000000000000" pitchFamily="2" charset="-122"/>
                <a:ea typeface="vivo Sans Light" panose="02000400000000000000" pitchFamily="2" charset="-122"/>
                <a:cs typeface="vivo Sans Light" panose="02000400000000000000" pitchFamily="2" charset="-122"/>
              </a:endParaRPr>
            </a:p>
          </p:txBody>
        </p:sp>
        <p:pic>
          <p:nvPicPr>
            <p:cNvPr id="106" name="图形 105">
              <a:extLst>
                <a:ext uri="{FF2B5EF4-FFF2-40B4-BE49-F238E27FC236}">
                  <a16:creationId xmlns:a16="http://schemas.microsoft.com/office/drawing/2014/main" id="{0AEE1168-855C-D4E2-2636-BE15C51F57F9}"/>
                </a:ext>
              </a:extLst>
            </p:cNvPr>
            <p:cNvPicPr>
              <a:picLocks noChangeAspect="1"/>
            </p:cNvPicPr>
            <p:nvPr/>
          </p:nvPicPr>
          <p:blipFill>
            <a:blip r:embed="rId47">
              <a:extLst>
                <a:ext uri="{96DAC541-7B7A-43D3-8B79-37D633B846F1}">
                  <asvg:svgBlip xmlns:asvg="http://schemas.microsoft.com/office/drawing/2016/SVG/main" r:embed="rId48"/>
                </a:ext>
              </a:extLst>
            </a:blip>
            <a:stretch>
              <a:fillRect/>
            </a:stretch>
          </p:blipFill>
          <p:spPr>
            <a:xfrm flipV="1">
              <a:off x="599323" y="4190280"/>
              <a:ext cx="238694" cy="238694"/>
            </a:xfrm>
            <a:prstGeom prst="rect">
              <a:avLst/>
            </a:prstGeom>
          </p:spPr>
        </p:pic>
      </p:grpSp>
      <p:grpSp>
        <p:nvGrpSpPr>
          <p:cNvPr id="107" name="!! 保护">
            <a:extLst>
              <a:ext uri="{FF2B5EF4-FFF2-40B4-BE49-F238E27FC236}">
                <a16:creationId xmlns:a16="http://schemas.microsoft.com/office/drawing/2014/main" id="{B035334F-80EE-CB19-0169-5F3D925B182C}"/>
              </a:ext>
            </a:extLst>
          </p:cNvPr>
          <p:cNvGrpSpPr/>
          <p:nvPr/>
        </p:nvGrpSpPr>
        <p:grpSpPr>
          <a:xfrm>
            <a:off x="461126" y="4868915"/>
            <a:ext cx="2552892" cy="457924"/>
            <a:chOff x="462453" y="2623554"/>
            <a:chExt cx="2552892" cy="457924"/>
          </a:xfrm>
        </p:grpSpPr>
        <p:sp>
          <p:nvSpPr>
            <p:cNvPr id="108" name="!! 未选中">
              <a:hlinkClick r:id="rId49" action="ppaction://hlinksldjump"/>
              <a:extLst>
                <a:ext uri="{FF2B5EF4-FFF2-40B4-BE49-F238E27FC236}">
                  <a16:creationId xmlns:a16="http://schemas.microsoft.com/office/drawing/2014/main" id="{AF842BE0-FE17-422B-A07C-7E3413D4E124}"/>
                </a:ext>
              </a:extLst>
            </p:cNvPr>
            <p:cNvSpPr/>
            <p:nvPr/>
          </p:nvSpPr>
          <p:spPr>
            <a:xfrm>
              <a:off x="462453" y="2623554"/>
              <a:ext cx="2552892" cy="457924"/>
            </a:xfrm>
            <a:prstGeom prst="roundRect">
              <a:avLst>
                <a:gd name="adj" fmla="val 22880"/>
              </a:avLst>
            </a:prstGeom>
            <a:solidFill>
              <a:schemeClr val="bg2"/>
            </a:solidFill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1998" defTabSz="914377">
                <a:defRPr/>
              </a:pPr>
              <a:r>
                <a:rPr lang="zh-CN" altLang="en-US" sz="1400" dirty="0">
                  <a:solidFill>
                    <a:schemeClr val="tx1">
                      <a:lumMod val="90000"/>
                      <a:lumOff val="10000"/>
                    </a:schemeClr>
                  </a:solidFill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      设备安全性</a:t>
              </a:r>
            </a:p>
          </p:txBody>
        </p:sp>
        <p:grpSp>
          <p:nvGrpSpPr>
            <p:cNvPr id="109" name="组合 108">
              <a:extLst>
                <a:ext uri="{FF2B5EF4-FFF2-40B4-BE49-F238E27FC236}">
                  <a16:creationId xmlns:a16="http://schemas.microsoft.com/office/drawing/2014/main" id="{5F24A73A-094A-9230-9621-39A4BB3F0101}"/>
                </a:ext>
              </a:extLst>
            </p:cNvPr>
            <p:cNvGrpSpPr/>
            <p:nvPr/>
          </p:nvGrpSpPr>
          <p:grpSpPr>
            <a:xfrm>
              <a:off x="600851" y="2735577"/>
              <a:ext cx="245090" cy="245090"/>
              <a:chOff x="3449581" y="2374787"/>
              <a:chExt cx="263638" cy="263638"/>
            </a:xfrm>
          </p:grpSpPr>
          <p:sp>
            <p:nvSpPr>
              <p:cNvPr id="110" name="椭圆 109">
                <a:extLst>
                  <a:ext uri="{FF2B5EF4-FFF2-40B4-BE49-F238E27FC236}">
                    <a16:creationId xmlns:a16="http://schemas.microsoft.com/office/drawing/2014/main" id="{90464B23-7DDB-7F68-68DD-C7A20352F0AD}"/>
                  </a:ext>
                </a:extLst>
              </p:cNvPr>
              <p:cNvSpPr/>
              <p:nvPr/>
            </p:nvSpPr>
            <p:spPr>
              <a:xfrm>
                <a:off x="3449581" y="2374787"/>
                <a:ext cx="263638" cy="263638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111" name="icon">
                <a:extLst>
                  <a:ext uri="{FF2B5EF4-FFF2-40B4-BE49-F238E27FC236}">
                    <a16:creationId xmlns:a16="http://schemas.microsoft.com/office/drawing/2014/main" id="{0922DD5E-27E6-2306-15DC-4D7B17FA5FB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0">
                <a:extLst>
                  <a:ext uri="{96DAC541-7B7A-43D3-8B79-37D633B846F1}">
                    <asvg:svgBlip xmlns:asvg="http://schemas.microsoft.com/office/drawing/2016/SVG/main" r:embed="rId51"/>
                  </a:ext>
                </a:extLst>
              </a:blip>
              <a:srcRect/>
              <a:stretch/>
            </p:blipFill>
            <p:spPr>
              <a:xfrm>
                <a:off x="3513869" y="2435878"/>
                <a:ext cx="143060" cy="143060"/>
              </a:xfrm>
              <a:prstGeom prst="rect">
                <a:avLst/>
              </a:prstGeom>
            </p:spPr>
          </p:pic>
        </p:grpSp>
      </p:grpSp>
      <p:grpSp>
        <p:nvGrpSpPr>
          <p:cNvPr id="112" name="组合 111">
            <a:extLst>
              <a:ext uri="{FF2B5EF4-FFF2-40B4-BE49-F238E27FC236}">
                <a16:creationId xmlns:a16="http://schemas.microsoft.com/office/drawing/2014/main" id="{2F9D0684-2E63-264C-CF10-A17714B65377}"/>
              </a:ext>
            </a:extLst>
          </p:cNvPr>
          <p:cNvGrpSpPr/>
          <p:nvPr/>
        </p:nvGrpSpPr>
        <p:grpSpPr>
          <a:xfrm>
            <a:off x="461126" y="1123111"/>
            <a:ext cx="2552892" cy="756471"/>
            <a:chOff x="461125" y="1123110"/>
            <a:chExt cx="2552892" cy="756471"/>
          </a:xfrm>
        </p:grpSpPr>
        <p:sp>
          <p:nvSpPr>
            <p:cNvPr id="113" name="矩形: 圆角 112">
              <a:hlinkClick r:id="rId52" action="ppaction://hlinksldjump"/>
              <a:extLst>
                <a:ext uri="{FF2B5EF4-FFF2-40B4-BE49-F238E27FC236}">
                  <a16:creationId xmlns:a16="http://schemas.microsoft.com/office/drawing/2014/main" id="{A0C91970-6885-23D0-1255-307B74E29978}"/>
                </a:ext>
              </a:extLst>
            </p:cNvPr>
            <p:cNvSpPr/>
            <p:nvPr/>
          </p:nvSpPr>
          <p:spPr>
            <a:xfrm>
              <a:off x="461125" y="1123110"/>
              <a:ext cx="2552892" cy="756471"/>
            </a:xfrm>
            <a:prstGeom prst="roundRect">
              <a:avLst>
                <a:gd name="adj" fmla="val 13695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4" name="文本框 113">
              <a:extLst>
                <a:ext uri="{FF2B5EF4-FFF2-40B4-BE49-F238E27FC236}">
                  <a16:creationId xmlns:a16="http://schemas.microsoft.com/office/drawing/2014/main" id="{E5F2DC71-E66B-4253-C55D-0E7ECD2845B3}"/>
                </a:ext>
              </a:extLst>
            </p:cNvPr>
            <p:cNvSpPr txBox="1"/>
            <p:nvPr/>
          </p:nvSpPr>
          <p:spPr>
            <a:xfrm>
              <a:off x="1119456" y="1283470"/>
              <a:ext cx="161993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dirty="0">
                  <a:latin typeface="+mn-ea"/>
                  <a:cs typeface="vivo Sans Light" panose="02000400000000000000" pitchFamily="2" charset="-122"/>
                </a:rPr>
                <a:t>雨夌</a:t>
              </a:r>
            </a:p>
          </p:txBody>
        </p:sp>
        <p:sp>
          <p:nvSpPr>
            <p:cNvPr id="115" name="文本框 114">
              <a:extLst>
                <a:ext uri="{FF2B5EF4-FFF2-40B4-BE49-F238E27FC236}">
                  <a16:creationId xmlns:a16="http://schemas.microsoft.com/office/drawing/2014/main" id="{1B348BDA-4ACA-741B-0ECF-BA11E2044F03}"/>
                </a:ext>
              </a:extLst>
            </p:cNvPr>
            <p:cNvSpPr txBox="1"/>
            <p:nvPr/>
          </p:nvSpPr>
          <p:spPr>
            <a:xfrm>
              <a:off x="1119456" y="1497658"/>
              <a:ext cx="161993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000" dirty="0">
                  <a:solidFill>
                    <a:schemeClr val="bg1">
                      <a:lumMod val="75000"/>
                    </a:schemeClr>
                  </a:solidFill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管理你的云账户</a:t>
              </a:r>
            </a:p>
          </p:txBody>
        </p:sp>
        <p:sp>
          <p:nvSpPr>
            <p:cNvPr id="116" name="!! 头像框">
              <a:extLst>
                <a:ext uri="{FF2B5EF4-FFF2-40B4-BE49-F238E27FC236}">
                  <a16:creationId xmlns:a16="http://schemas.microsoft.com/office/drawing/2014/main" id="{94146A60-B7E8-9AC5-803C-0DCD3767D109}"/>
                </a:ext>
              </a:extLst>
            </p:cNvPr>
            <p:cNvSpPr/>
            <p:nvPr/>
          </p:nvSpPr>
          <p:spPr>
            <a:xfrm>
              <a:off x="638475" y="1267548"/>
              <a:ext cx="463636" cy="463636"/>
            </a:xfrm>
            <a:prstGeom prst="ellipse">
              <a:avLst/>
            </a:prstGeom>
            <a:blipFill>
              <a:blip r:embed="rId53"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77">
                <a:defRPr/>
              </a:pPr>
              <a:endParaRPr lang="zh-CN" altLang="en-US">
                <a:solidFill>
                  <a:srgbClr val="F5F5F5"/>
                </a:solidFill>
                <a:latin typeface="vivo Sans"/>
                <a:ea typeface="vivo San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965039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9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1" nodeType="clickEffect">
                                  <p:stCondLst>
                                    <p:cond delay="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15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15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xit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15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0" presetClass="exit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15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0" presetClass="exit" presetSubtype="0" fill="hold" grpId="1" nodeType="withEffect">
                                  <p:stCondLst>
                                    <p:cond delay="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15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0" presetClass="exit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15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0" presetClass="exit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15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0" presetClass="exit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15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35" presetClass="path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30" dur="33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1" presetID="35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32" dur="33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3" presetID="35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34" dur="33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5" presetID="35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36" dur="33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7" presetID="35" presetClass="path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38" dur="33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9" presetID="35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40" dur="33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1" presetID="35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42" dur="33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35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44" dur="33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5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5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5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5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63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5 0 E" pathEditMode="fixed" ptsTypes="">
                                      <p:cBhvr>
                                        <p:cTn id="58" dur="330" spd="-1000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9" presetID="63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5 0 E" pathEditMode="fixed" ptsTypes="">
                                      <p:cBhvr>
                                        <p:cTn id="60" dur="330" spd="-1000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1" presetID="63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5 0 E" pathEditMode="fixed" ptsTypes="">
                                      <p:cBhvr>
                                        <p:cTn id="62" dur="330" spd="-100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3" presetID="63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5 0 E" pathEditMode="fixed" ptsTypes="">
                                      <p:cBhvr>
                                        <p:cTn id="64" dur="330" spd="-100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3" nodeType="click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5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5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15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15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3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15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5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15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15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35" presetClass="path" presetSubtype="0" decel="10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92" dur="330" spd="-1000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3" presetID="35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94" dur="330" spd="-1000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5" presetID="35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96" dur="330" spd="-1000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7" presetID="35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98" dur="330" spd="-1000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9" presetID="35" presetClass="path" presetSubtype="0" decel="10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100" dur="330" spd="-1000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1" presetID="35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102" dur="330" spd="-1000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3" presetID="35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104" dur="330" spd="-1000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5" presetID="35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106" dur="330" spd="-1000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7" presetID="10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8" dur="15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1" dur="15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4" dur="15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7" dur="15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63" presetClass="path" presetSubtype="0" decel="10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5 0 E" pathEditMode="relative" ptsTypes="">
                                      <p:cBhvr>
                                        <p:cTn id="120" dur="33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1" presetID="63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5 0 E" pathEditMode="relative" ptsTypes="">
                                      <p:cBhvr>
                                        <p:cTn id="122" dur="33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3" presetID="63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5 0 E" pathEditMode="relative" ptsTypes="">
                                      <p:cBhvr>
                                        <p:cTn id="124" dur="33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5" presetID="63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5 0 E" pathEditMode="relative" ptsTypes="">
                                      <p:cBhvr>
                                        <p:cTn id="126" dur="33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"/>
                  </p:tgtEl>
                </p:cond>
              </p:nextCondLst>
            </p:seq>
          </p:childTnLst>
        </p:cTn>
      </p:par>
    </p:tnLst>
    <p:bldLst>
      <p:bldP spid="84" grpId="0"/>
      <p:bldP spid="84" grpId="1"/>
      <p:bldP spid="84" grpId="2"/>
      <p:bldP spid="84" grpId="3"/>
      <p:bldP spid="85" grpId="0"/>
      <p:bldP spid="85" grpId="1"/>
      <p:bldP spid="85" grpId="2"/>
      <p:bldP spid="85" grpId="3"/>
      <p:bldP spid="86" grpId="0"/>
      <p:bldP spid="86" grpId="1"/>
      <p:bldP spid="86" grpId="2"/>
      <p:bldP spid="86" grpId="3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6E5FCE-ED6C-35BF-1B25-8C16283772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!! 背景板">
            <a:extLst>
              <a:ext uri="{FF2B5EF4-FFF2-40B4-BE49-F238E27FC236}">
                <a16:creationId xmlns:a16="http://schemas.microsoft.com/office/drawing/2014/main" id="{25CF59DA-CBEC-DB74-E9F6-1F44983FBB39}"/>
              </a:ext>
            </a:extLst>
          </p:cNvPr>
          <p:cNvSpPr/>
          <p:nvPr/>
        </p:nvSpPr>
        <p:spPr>
          <a:xfrm>
            <a:off x="-10160" y="0"/>
            <a:ext cx="12192000" cy="6858000"/>
          </a:xfrm>
          <a:prstGeom prst="rect">
            <a:avLst/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>
              <a:defRPr/>
            </a:pPr>
            <a:endParaRPr lang="zh-CN" altLang="en-US" dirty="0">
              <a:solidFill>
                <a:srgbClr val="F5F5F5"/>
              </a:solidFill>
              <a:latin typeface="vivo Sans"/>
              <a:ea typeface="vivo Sans"/>
            </a:endParaRPr>
          </a:p>
        </p:txBody>
      </p:sp>
      <p:grpSp>
        <p:nvGrpSpPr>
          <p:cNvPr id="25" name="!! 大标题">
            <a:extLst>
              <a:ext uri="{FF2B5EF4-FFF2-40B4-BE49-F238E27FC236}">
                <a16:creationId xmlns:a16="http://schemas.microsoft.com/office/drawing/2014/main" id="{E4399163-993B-9ACB-ADEE-31DBEDC23074}"/>
              </a:ext>
            </a:extLst>
          </p:cNvPr>
          <p:cNvGrpSpPr/>
          <p:nvPr/>
        </p:nvGrpSpPr>
        <p:grpSpPr>
          <a:xfrm>
            <a:off x="462457" y="484334"/>
            <a:ext cx="796551" cy="461665"/>
            <a:chOff x="3079753" y="1375827"/>
            <a:chExt cx="673782" cy="461665"/>
          </a:xfrm>
        </p:grpSpPr>
        <p:sp>
          <p:nvSpPr>
            <p:cNvPr id="27" name="!! 标题符">
              <a:extLst>
                <a:ext uri="{FF2B5EF4-FFF2-40B4-BE49-F238E27FC236}">
                  <a16:creationId xmlns:a16="http://schemas.microsoft.com/office/drawing/2014/main" id="{33AFDB76-4A7D-C840-EAE6-D7F2B52BDBF6}"/>
                </a:ext>
              </a:extLst>
            </p:cNvPr>
            <p:cNvSpPr/>
            <p:nvPr/>
          </p:nvSpPr>
          <p:spPr>
            <a:xfrm>
              <a:off x="3146905" y="1685496"/>
              <a:ext cx="551700" cy="1255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defTabSz="457189">
                <a:defRPr/>
              </a:pPr>
              <a:endParaRPr lang="zh-CN" altLang="en-US">
                <a:solidFill>
                  <a:srgbClr val="FFFFFF"/>
                </a:solidFill>
                <a:latin typeface="OPPOSans R"/>
                <a:ea typeface="OPPOSans R"/>
              </a:endParaRPr>
            </a:p>
          </p:txBody>
        </p:sp>
        <p:sp>
          <p:nvSpPr>
            <p:cNvPr id="28" name="!! 标题">
              <a:extLst>
                <a:ext uri="{FF2B5EF4-FFF2-40B4-BE49-F238E27FC236}">
                  <a16:creationId xmlns:a16="http://schemas.microsoft.com/office/drawing/2014/main" id="{F6B102DC-6C51-B03F-BCF9-6F8CC8214935}"/>
                </a:ext>
              </a:extLst>
            </p:cNvPr>
            <p:cNvSpPr txBox="1"/>
            <p:nvPr/>
          </p:nvSpPr>
          <p:spPr>
            <a:xfrm>
              <a:off x="3079753" y="1375827"/>
              <a:ext cx="67378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457189">
                <a:defRPr/>
              </a:pPr>
              <a:r>
                <a:rPr lang="zh-CN" altLang="en-US" sz="2400" dirty="0">
                  <a:solidFill>
                    <a:srgbClr val="000000">
                      <a:lumMod val="75000"/>
                      <a:lumOff val="25000"/>
                    </a:srgbClr>
                  </a:solidFill>
                  <a:latin typeface="vivo Sans Medium"/>
                  <a:ea typeface="vivo Sans Medium"/>
                </a:rPr>
                <a:t>设置</a:t>
              </a:r>
            </a:p>
          </p:txBody>
        </p:sp>
      </p:grpSp>
      <p:sp>
        <p:nvSpPr>
          <p:cNvPr id="2" name="!! 二级背景">
            <a:extLst>
              <a:ext uri="{FF2B5EF4-FFF2-40B4-BE49-F238E27FC236}">
                <a16:creationId xmlns:a16="http://schemas.microsoft.com/office/drawing/2014/main" id="{B06BABA7-B6E4-AFD5-EFB1-C3F1E8B677B8}"/>
              </a:ext>
            </a:extLst>
          </p:cNvPr>
          <p:cNvSpPr/>
          <p:nvPr/>
        </p:nvSpPr>
        <p:spPr>
          <a:xfrm>
            <a:off x="3594541" y="5363"/>
            <a:ext cx="8597460" cy="6858000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>
              <a:defRPr/>
            </a:pPr>
            <a:endParaRPr lang="zh-CN" altLang="en-US">
              <a:solidFill>
                <a:srgbClr val="F5F5F5"/>
              </a:solidFill>
              <a:latin typeface="vivo Sans"/>
              <a:ea typeface="vivo Sans"/>
            </a:endParaRPr>
          </a:p>
        </p:txBody>
      </p:sp>
      <p:grpSp>
        <p:nvGrpSpPr>
          <p:cNvPr id="3" name="!! 关闭按钮">
            <a:extLst>
              <a:ext uri="{FF2B5EF4-FFF2-40B4-BE49-F238E27FC236}">
                <a16:creationId xmlns:a16="http://schemas.microsoft.com/office/drawing/2014/main" id="{0F91C431-3320-0096-F2F8-72FBC946535A}"/>
              </a:ext>
            </a:extLst>
          </p:cNvPr>
          <p:cNvGrpSpPr/>
          <p:nvPr/>
        </p:nvGrpSpPr>
        <p:grpSpPr>
          <a:xfrm>
            <a:off x="2757496" y="569913"/>
            <a:ext cx="290511" cy="290511"/>
            <a:chOff x="2328464" y="3107859"/>
            <a:chExt cx="583223" cy="583223"/>
          </a:xfrm>
        </p:grpSpPr>
        <p:sp>
          <p:nvSpPr>
            <p:cNvPr id="4" name="矩形: 圆角 3">
              <a:hlinkClick r:id="rId3" action="ppaction://hlinksldjump"/>
              <a:extLst>
                <a:ext uri="{FF2B5EF4-FFF2-40B4-BE49-F238E27FC236}">
                  <a16:creationId xmlns:a16="http://schemas.microsoft.com/office/drawing/2014/main" id="{74C4B007-A6F8-137F-F694-94680DB86CF4}"/>
                </a:ext>
              </a:extLst>
            </p:cNvPr>
            <p:cNvSpPr/>
            <p:nvPr/>
          </p:nvSpPr>
          <p:spPr>
            <a:xfrm>
              <a:off x="2328464" y="3107859"/>
              <a:ext cx="583223" cy="583223"/>
            </a:xfrm>
            <a:prstGeom prst="roundRect">
              <a:avLst>
                <a:gd name="adj" fmla="val 20771"/>
              </a:avLst>
            </a:prstGeom>
            <a:solidFill>
              <a:schemeClr val="bg2"/>
            </a:solidFill>
            <a:ln>
              <a:noFill/>
            </a:ln>
            <a:effectLst>
              <a:outerShdw blurRad="127000" sx="101000" sy="101000" algn="c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77">
                <a:defRPr/>
              </a:pPr>
              <a:endParaRPr lang="zh-CN" altLang="en-US">
                <a:solidFill>
                  <a:srgbClr val="F5F5F5"/>
                </a:solidFill>
                <a:latin typeface="vivo Sans"/>
                <a:ea typeface="vivo Sans"/>
              </a:endParaRPr>
            </a:p>
          </p:txBody>
        </p:sp>
        <p:pic>
          <p:nvPicPr>
            <p:cNvPr id="5" name="图形 4">
              <a:extLst>
                <a:ext uri="{FF2B5EF4-FFF2-40B4-BE49-F238E27FC236}">
                  <a16:creationId xmlns:a16="http://schemas.microsoft.com/office/drawing/2014/main" id="{9445F514-B9AC-2F5A-559F-5034E3D7225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/>
          </p:blipFill>
          <p:spPr>
            <a:xfrm>
              <a:off x="2375480" y="3154875"/>
              <a:ext cx="489196" cy="489196"/>
            </a:xfrm>
            <a:prstGeom prst="rect">
              <a:avLst/>
            </a:prstGeom>
          </p:spPr>
        </p:pic>
      </p:grpSp>
      <p:grpSp>
        <p:nvGrpSpPr>
          <p:cNvPr id="11" name="!! 处理器">
            <a:extLst>
              <a:ext uri="{FF2B5EF4-FFF2-40B4-BE49-F238E27FC236}">
                <a16:creationId xmlns:a16="http://schemas.microsoft.com/office/drawing/2014/main" id="{B1DE71BD-010F-CA98-E7BF-4D969972264F}"/>
              </a:ext>
            </a:extLst>
          </p:cNvPr>
          <p:cNvGrpSpPr/>
          <p:nvPr/>
        </p:nvGrpSpPr>
        <p:grpSpPr>
          <a:xfrm>
            <a:off x="4267511" y="3560256"/>
            <a:ext cx="3009516" cy="480844"/>
            <a:chOff x="2646190" y="4215492"/>
            <a:chExt cx="3009516" cy="480845"/>
          </a:xfrm>
        </p:grpSpPr>
        <p:pic>
          <p:nvPicPr>
            <p:cNvPr id="14" name="图形 13">
              <a:extLst>
                <a:ext uri="{FF2B5EF4-FFF2-40B4-BE49-F238E27FC236}">
                  <a16:creationId xmlns:a16="http://schemas.microsoft.com/office/drawing/2014/main" id="{510790E9-7B56-EB99-C420-E638780B603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2646190" y="4254755"/>
              <a:ext cx="373814" cy="373814"/>
            </a:xfrm>
            <a:prstGeom prst="rect">
              <a:avLst/>
            </a:prstGeom>
          </p:spPr>
        </p:pic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9C3B8A2D-1A23-E225-442B-B8DF173B9FCC}"/>
                </a:ext>
              </a:extLst>
            </p:cNvPr>
            <p:cNvSpPr txBox="1"/>
            <p:nvPr/>
          </p:nvSpPr>
          <p:spPr>
            <a:xfrm>
              <a:off x="3061859" y="4215492"/>
              <a:ext cx="1431851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914377">
                <a:defRPr/>
              </a:pPr>
              <a:r>
                <a:rPr lang="zh-CN" altLang="en-US" sz="1100" dirty="0">
                  <a:latin typeface="OPPOSans M" panose="00020600040101010101" pitchFamily="18" charset="-122"/>
                  <a:ea typeface="OPPOSans M" panose="00020600040101010101" pitchFamily="18" charset="-122"/>
                  <a:cs typeface="OPPOSans M" panose="00020600040101010101" pitchFamily="18" charset="-122"/>
                </a:rPr>
                <a:t>处理器</a:t>
              </a:r>
            </a:p>
          </p:txBody>
        </p: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0C3C3612-2F90-099F-067D-200314C2C94E}"/>
                </a:ext>
              </a:extLst>
            </p:cNvPr>
            <p:cNvSpPr txBox="1"/>
            <p:nvPr/>
          </p:nvSpPr>
          <p:spPr>
            <a:xfrm>
              <a:off x="3061857" y="4388559"/>
              <a:ext cx="2593849" cy="30777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914377">
                <a:defRPr/>
              </a:pPr>
              <a:r>
                <a:rPr lang="en-US" altLang="zh-CN" sz="1400" dirty="0" err="1">
                  <a:latin typeface="OPPOSans M" panose="00020600040101010101" pitchFamily="18" charset="-122"/>
                  <a:ea typeface="OPPOSans M" panose="00020600040101010101" pitchFamily="18" charset="-122"/>
                  <a:cs typeface="OPPOSans M" panose="00020600040101010101" pitchFamily="18" charset="-122"/>
                </a:rPr>
                <a:t>Trdom</a:t>
              </a:r>
              <a:r>
                <a:rPr lang="en-US" altLang="zh-CN" sz="1400" dirty="0">
                  <a:latin typeface="OPPOSans M" panose="00020600040101010101" pitchFamily="18" charset="-122"/>
                  <a:ea typeface="OPPOSans M" panose="00020600040101010101" pitchFamily="18" charset="-122"/>
                  <a:cs typeface="OPPOSans M" panose="00020600040101010101" pitchFamily="18" charset="-122"/>
                </a:rPr>
                <a:t> 4+ 3.64GHz </a:t>
              </a:r>
              <a:endParaRPr lang="zh-CN" altLang="en-US" sz="1400" dirty="0">
                <a:latin typeface="OPPOSans M" panose="00020600040101010101" pitchFamily="18" charset="-122"/>
                <a:ea typeface="OPPOSans M" panose="00020600040101010101" pitchFamily="18" charset="-122"/>
                <a:cs typeface="OPPOSans M" panose="00020600040101010101" pitchFamily="18" charset="-122"/>
              </a:endParaRPr>
            </a:p>
          </p:txBody>
        </p:sp>
      </p:grpSp>
      <p:sp>
        <p:nvSpPr>
          <p:cNvPr id="17" name="!! 设备">
            <a:extLst>
              <a:ext uri="{FF2B5EF4-FFF2-40B4-BE49-F238E27FC236}">
                <a16:creationId xmlns:a16="http://schemas.microsoft.com/office/drawing/2014/main" id="{F84AFC18-D53E-3BC4-5DC9-1777665AA36B}"/>
              </a:ext>
            </a:extLst>
          </p:cNvPr>
          <p:cNvSpPr txBox="1"/>
          <p:nvPr/>
        </p:nvSpPr>
        <p:spPr>
          <a:xfrm>
            <a:off x="4195103" y="3110146"/>
            <a:ext cx="20932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377">
              <a:defRPr/>
            </a:pPr>
            <a:r>
              <a:rPr lang="en-US" altLang="zh-CN" dirty="0">
                <a:latin typeface="OPPOSans M" panose="00020600040101010101" pitchFamily="18" charset="-122"/>
                <a:ea typeface="OPPOSans M" panose="00020600040101010101" pitchFamily="18" charset="-122"/>
                <a:cs typeface="OPPOSans M" panose="00020600040101010101" pitchFamily="18" charset="-122"/>
              </a:rPr>
              <a:t>Tree Pad 3 Max</a:t>
            </a:r>
          </a:p>
        </p:txBody>
      </p:sp>
      <p:grpSp>
        <p:nvGrpSpPr>
          <p:cNvPr id="18" name="!! 运行内存">
            <a:extLst>
              <a:ext uri="{FF2B5EF4-FFF2-40B4-BE49-F238E27FC236}">
                <a16:creationId xmlns:a16="http://schemas.microsoft.com/office/drawing/2014/main" id="{29023636-0FF9-9B7A-017B-CD47653FEF27}"/>
              </a:ext>
            </a:extLst>
          </p:cNvPr>
          <p:cNvGrpSpPr/>
          <p:nvPr/>
        </p:nvGrpSpPr>
        <p:grpSpPr>
          <a:xfrm>
            <a:off x="4277171" y="4108195"/>
            <a:ext cx="1769375" cy="480844"/>
            <a:chOff x="2635313" y="4215492"/>
            <a:chExt cx="1769374" cy="480845"/>
          </a:xfrm>
        </p:grpSpPr>
        <p:pic>
          <p:nvPicPr>
            <p:cNvPr id="23" name="图形 22">
              <a:extLst>
                <a:ext uri="{FF2B5EF4-FFF2-40B4-BE49-F238E27FC236}">
                  <a16:creationId xmlns:a16="http://schemas.microsoft.com/office/drawing/2014/main" id="{00476101-7E64-1312-36DD-32321B62F301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rcRect/>
            <a:stretch/>
          </p:blipFill>
          <p:spPr>
            <a:xfrm>
              <a:off x="2635313" y="4270019"/>
              <a:ext cx="343286" cy="343286"/>
            </a:xfrm>
            <a:prstGeom prst="rect">
              <a:avLst/>
            </a:prstGeom>
          </p:spPr>
        </p:pic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C86F55FF-65DE-699D-1D13-6BA7A5BA2565}"/>
                </a:ext>
              </a:extLst>
            </p:cNvPr>
            <p:cNvSpPr txBox="1"/>
            <p:nvPr/>
          </p:nvSpPr>
          <p:spPr>
            <a:xfrm>
              <a:off x="3037742" y="4215492"/>
              <a:ext cx="83781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100" dirty="0">
                  <a:latin typeface="OPPOSans M" panose="00020600040101010101" pitchFamily="18" charset="-122"/>
                  <a:ea typeface="OPPOSans M" panose="00020600040101010101" pitchFamily="18" charset="-122"/>
                  <a:cs typeface="OPPOSans M" panose="00020600040101010101" pitchFamily="18" charset="-122"/>
                </a:rPr>
                <a:t>运行内存</a:t>
              </a:r>
            </a:p>
          </p:txBody>
        </p: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7A4D30B6-6215-B94B-C34F-8F4B503AFAD2}"/>
                </a:ext>
              </a:extLst>
            </p:cNvPr>
            <p:cNvSpPr txBox="1"/>
            <p:nvPr/>
          </p:nvSpPr>
          <p:spPr>
            <a:xfrm>
              <a:off x="3033506" y="4388559"/>
              <a:ext cx="1371181" cy="30777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dirty="0">
                  <a:latin typeface="OPPOSans M" panose="00020600040101010101" pitchFamily="18" charset="-122"/>
                  <a:ea typeface="OPPOSans M" panose="00020600040101010101" pitchFamily="18" charset="-122"/>
                  <a:cs typeface="OPPOSans M" panose="00020600040101010101" pitchFamily="18" charset="-122"/>
                </a:rPr>
                <a:t>24 GB</a:t>
              </a:r>
              <a:endParaRPr lang="zh-CN" altLang="en-US" sz="1400" dirty="0">
                <a:latin typeface="OPPOSans M" panose="00020600040101010101" pitchFamily="18" charset="-122"/>
                <a:ea typeface="OPPOSans M" panose="00020600040101010101" pitchFamily="18" charset="-122"/>
                <a:cs typeface="OPPOSans M" panose="00020600040101010101" pitchFamily="18" charset="-122"/>
              </a:endParaRPr>
            </a:p>
          </p:txBody>
        </p:sp>
      </p:grpSp>
      <p:grpSp>
        <p:nvGrpSpPr>
          <p:cNvPr id="29" name="!! 存储">
            <a:extLst>
              <a:ext uri="{FF2B5EF4-FFF2-40B4-BE49-F238E27FC236}">
                <a16:creationId xmlns:a16="http://schemas.microsoft.com/office/drawing/2014/main" id="{10D4A264-8C5D-154E-C106-2ED5E13D8FFF}"/>
              </a:ext>
            </a:extLst>
          </p:cNvPr>
          <p:cNvGrpSpPr/>
          <p:nvPr/>
        </p:nvGrpSpPr>
        <p:grpSpPr>
          <a:xfrm>
            <a:off x="10022419" y="3577339"/>
            <a:ext cx="1483257" cy="487932"/>
            <a:chOff x="2660366" y="4215492"/>
            <a:chExt cx="1483257" cy="487932"/>
          </a:xfrm>
        </p:grpSpPr>
        <p:pic>
          <p:nvPicPr>
            <p:cNvPr id="30" name="图形 29">
              <a:extLst>
                <a:ext uri="{FF2B5EF4-FFF2-40B4-BE49-F238E27FC236}">
                  <a16:creationId xmlns:a16="http://schemas.microsoft.com/office/drawing/2014/main" id="{1A2CE739-5007-5DEE-CAB4-E7B53F8F3591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rcRect/>
            <a:stretch/>
          </p:blipFill>
          <p:spPr>
            <a:xfrm>
              <a:off x="2660366" y="4276019"/>
              <a:ext cx="373814" cy="373814"/>
            </a:xfrm>
            <a:prstGeom prst="rect">
              <a:avLst/>
            </a:prstGeom>
          </p:spPr>
        </p:pic>
        <p:sp>
          <p:nvSpPr>
            <p:cNvPr id="31" name="文本框 30">
              <a:extLst>
                <a:ext uri="{FF2B5EF4-FFF2-40B4-BE49-F238E27FC236}">
                  <a16:creationId xmlns:a16="http://schemas.microsoft.com/office/drawing/2014/main" id="{E3AE6C24-24AC-621E-3312-E6E8EA8A39CD}"/>
                </a:ext>
              </a:extLst>
            </p:cNvPr>
            <p:cNvSpPr txBox="1"/>
            <p:nvPr/>
          </p:nvSpPr>
          <p:spPr>
            <a:xfrm>
              <a:off x="3061859" y="4215492"/>
              <a:ext cx="66097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100" dirty="0">
                  <a:latin typeface="OPPOSans M" panose="00020600040101010101" pitchFamily="18" charset="-122"/>
                  <a:ea typeface="OPPOSans M" panose="00020600040101010101" pitchFamily="18" charset="-122"/>
                  <a:cs typeface="OPPOSans M" panose="00020600040101010101" pitchFamily="18" charset="-122"/>
                </a:rPr>
                <a:t>存储</a:t>
              </a:r>
            </a:p>
          </p:txBody>
        </p:sp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1A039D33-CC04-429E-8851-23D6126BEF54}"/>
                </a:ext>
              </a:extLst>
            </p:cNvPr>
            <p:cNvSpPr txBox="1"/>
            <p:nvPr/>
          </p:nvSpPr>
          <p:spPr>
            <a:xfrm>
              <a:off x="3061858" y="4395647"/>
              <a:ext cx="108176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dirty="0">
                  <a:latin typeface="OPPOSans M" panose="00020600040101010101" pitchFamily="18" charset="-122"/>
                  <a:ea typeface="OPPOSans M" panose="00020600040101010101" pitchFamily="18" charset="-122"/>
                  <a:cs typeface="OPPOSans M" panose="00020600040101010101" pitchFamily="18" charset="-122"/>
                </a:rPr>
                <a:t>2 TB</a:t>
              </a:r>
              <a:endParaRPr lang="zh-CN" altLang="en-US" sz="1400" dirty="0">
                <a:latin typeface="OPPOSans M" panose="00020600040101010101" pitchFamily="18" charset="-122"/>
                <a:ea typeface="OPPOSans M" panose="00020600040101010101" pitchFamily="18" charset="-122"/>
                <a:cs typeface="OPPOSans M" panose="00020600040101010101" pitchFamily="18" charset="-122"/>
              </a:endParaRPr>
            </a:p>
          </p:txBody>
        </p:sp>
      </p:grpSp>
      <p:grpSp>
        <p:nvGrpSpPr>
          <p:cNvPr id="33" name="!! 系统">
            <a:extLst>
              <a:ext uri="{FF2B5EF4-FFF2-40B4-BE49-F238E27FC236}">
                <a16:creationId xmlns:a16="http://schemas.microsoft.com/office/drawing/2014/main" id="{CC8694CD-76F3-5659-4F27-D5D6410D3013}"/>
              </a:ext>
            </a:extLst>
          </p:cNvPr>
          <p:cNvGrpSpPr/>
          <p:nvPr/>
        </p:nvGrpSpPr>
        <p:grpSpPr>
          <a:xfrm>
            <a:off x="6926818" y="3570083"/>
            <a:ext cx="2356469" cy="480844"/>
            <a:chOff x="2673094" y="4215492"/>
            <a:chExt cx="2356469" cy="480845"/>
          </a:xfrm>
        </p:grpSpPr>
        <p:sp>
          <p:nvSpPr>
            <p:cNvPr id="34" name="图形 18">
              <a:extLst>
                <a:ext uri="{FF2B5EF4-FFF2-40B4-BE49-F238E27FC236}">
                  <a16:creationId xmlns:a16="http://schemas.microsoft.com/office/drawing/2014/main" id="{093CE736-72A4-6D20-DEE4-E9FCFF84E418}"/>
                </a:ext>
              </a:extLst>
            </p:cNvPr>
            <p:cNvSpPr/>
            <p:nvPr/>
          </p:nvSpPr>
          <p:spPr>
            <a:xfrm>
              <a:off x="2673094" y="4288389"/>
              <a:ext cx="320004" cy="306934"/>
            </a:xfrm>
            <a:custGeom>
              <a:avLst/>
              <a:gdLst>
                <a:gd name="connsiteX0" fmla="*/ 128499 w 276466"/>
                <a:gd name="connsiteY0" fmla="*/ 23363 h 265174"/>
                <a:gd name="connsiteX1" fmla="*/ 19469 w 276466"/>
                <a:gd name="connsiteY1" fmla="*/ 132392 h 265174"/>
                <a:gd name="connsiteX2" fmla="*/ 33098 w 276466"/>
                <a:gd name="connsiteY2" fmla="*/ 184960 h 265174"/>
                <a:gd name="connsiteX3" fmla="*/ 59966 w 276466"/>
                <a:gd name="connsiteY3" fmla="*/ 158482 h 265174"/>
                <a:gd name="connsiteX4" fmla="*/ 137455 w 276466"/>
                <a:gd name="connsiteY4" fmla="*/ 95011 h 265174"/>
                <a:gd name="connsiteX5" fmla="*/ 142517 w 276466"/>
                <a:gd name="connsiteY5" fmla="*/ 93064 h 265174"/>
                <a:gd name="connsiteX6" fmla="*/ 150304 w 276466"/>
                <a:gd name="connsiteY6" fmla="*/ 100852 h 265174"/>
                <a:gd name="connsiteX7" fmla="*/ 147189 w 276466"/>
                <a:gd name="connsiteY7" fmla="*/ 107082 h 265174"/>
                <a:gd name="connsiteX8" fmla="*/ 147189 w 276466"/>
                <a:gd name="connsiteY8" fmla="*/ 107082 h 265174"/>
                <a:gd name="connsiteX9" fmla="*/ 35434 w 276466"/>
                <a:gd name="connsiteY9" fmla="*/ 205598 h 265174"/>
                <a:gd name="connsiteX10" fmla="*/ 29204 w 276466"/>
                <a:gd name="connsiteY10" fmla="*/ 212607 h 265174"/>
                <a:gd name="connsiteX11" fmla="*/ 29204 w 276466"/>
                <a:gd name="connsiteY11" fmla="*/ 212607 h 265174"/>
                <a:gd name="connsiteX12" fmla="*/ 0 w 276466"/>
                <a:gd name="connsiteY12" fmla="*/ 265174 h 265174"/>
                <a:gd name="connsiteX13" fmla="*/ 23363 w 276466"/>
                <a:gd name="connsiteY13" fmla="*/ 265174 h 265174"/>
                <a:gd name="connsiteX14" fmla="*/ 57630 w 276466"/>
                <a:gd name="connsiteY14" fmla="*/ 215722 h 265174"/>
                <a:gd name="connsiteX15" fmla="*/ 128499 w 276466"/>
                <a:gd name="connsiteY15" fmla="*/ 241811 h 265174"/>
                <a:gd name="connsiteX16" fmla="*/ 182624 w 276466"/>
                <a:gd name="connsiteY16" fmla="*/ 227404 h 265174"/>
                <a:gd name="connsiteX17" fmla="*/ 182624 w 276466"/>
                <a:gd name="connsiteY17" fmla="*/ 227404 h 265174"/>
                <a:gd name="connsiteX18" fmla="*/ 276467 w 276466"/>
                <a:gd name="connsiteY18" fmla="*/ 0 h 265174"/>
                <a:gd name="connsiteX19" fmla="*/ 128499 w 276466"/>
                <a:gd name="connsiteY19" fmla="*/ 23363 h 265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76466" h="265174">
                  <a:moveTo>
                    <a:pt x="128499" y="23363"/>
                  </a:moveTo>
                  <a:cubicBezTo>
                    <a:pt x="68143" y="23363"/>
                    <a:pt x="19469" y="72037"/>
                    <a:pt x="19469" y="132392"/>
                  </a:cubicBezTo>
                  <a:cubicBezTo>
                    <a:pt x="19469" y="151473"/>
                    <a:pt x="24532" y="169384"/>
                    <a:pt x="33098" y="184960"/>
                  </a:cubicBezTo>
                  <a:cubicBezTo>
                    <a:pt x="41275" y="176393"/>
                    <a:pt x="50231" y="167827"/>
                    <a:pt x="59966" y="158482"/>
                  </a:cubicBezTo>
                  <a:cubicBezTo>
                    <a:pt x="84498" y="135508"/>
                    <a:pt x="113312" y="112144"/>
                    <a:pt x="137455" y="95011"/>
                  </a:cubicBezTo>
                  <a:cubicBezTo>
                    <a:pt x="139012" y="93843"/>
                    <a:pt x="140570" y="93064"/>
                    <a:pt x="142517" y="93064"/>
                  </a:cubicBezTo>
                  <a:cubicBezTo>
                    <a:pt x="146800" y="93064"/>
                    <a:pt x="150304" y="96569"/>
                    <a:pt x="150304" y="100852"/>
                  </a:cubicBezTo>
                  <a:cubicBezTo>
                    <a:pt x="150304" y="103578"/>
                    <a:pt x="149136" y="105525"/>
                    <a:pt x="147189" y="107082"/>
                  </a:cubicBezTo>
                  <a:lnTo>
                    <a:pt x="147189" y="107082"/>
                  </a:lnTo>
                  <a:cubicBezTo>
                    <a:pt x="112534" y="132003"/>
                    <a:pt x="66586" y="170553"/>
                    <a:pt x="35434" y="205598"/>
                  </a:cubicBezTo>
                  <a:cubicBezTo>
                    <a:pt x="35434" y="205598"/>
                    <a:pt x="31151" y="210270"/>
                    <a:pt x="29204" y="212607"/>
                  </a:cubicBezTo>
                  <a:lnTo>
                    <a:pt x="29204" y="212607"/>
                  </a:lnTo>
                  <a:cubicBezTo>
                    <a:pt x="11682" y="233244"/>
                    <a:pt x="0" y="251935"/>
                    <a:pt x="0" y="265174"/>
                  </a:cubicBezTo>
                  <a:lnTo>
                    <a:pt x="23363" y="265174"/>
                  </a:lnTo>
                  <a:cubicBezTo>
                    <a:pt x="23363" y="256608"/>
                    <a:pt x="36992" y="237917"/>
                    <a:pt x="57630" y="215722"/>
                  </a:cubicBezTo>
                  <a:cubicBezTo>
                    <a:pt x="76710" y="232076"/>
                    <a:pt x="101241" y="241811"/>
                    <a:pt x="128499" y="241811"/>
                  </a:cubicBezTo>
                  <a:cubicBezTo>
                    <a:pt x="147968" y="241811"/>
                    <a:pt x="166659" y="236749"/>
                    <a:pt x="182624" y="227404"/>
                  </a:cubicBezTo>
                  <a:lnTo>
                    <a:pt x="182624" y="227404"/>
                  </a:lnTo>
                  <a:cubicBezTo>
                    <a:pt x="265953" y="181066"/>
                    <a:pt x="276467" y="95790"/>
                    <a:pt x="276467" y="0"/>
                  </a:cubicBezTo>
                  <a:cubicBezTo>
                    <a:pt x="276467" y="0"/>
                    <a:pt x="185739" y="24921"/>
                    <a:pt x="128499" y="23363"/>
                  </a:cubicBez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 w="387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377">
                <a:defRPr/>
              </a:pPr>
              <a:endParaRPr lang="zh-CN" altLang="en-US">
                <a:latin typeface="等线" panose="02110004020202020204"/>
                <a:ea typeface="等线" panose="02010600030101010101" pitchFamily="2" charset="-122"/>
              </a:endParaRPr>
            </a:p>
          </p:txBody>
        </p: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5012EC6E-A363-9054-D43F-18857B14DB30}"/>
                </a:ext>
              </a:extLst>
            </p:cNvPr>
            <p:cNvSpPr txBox="1"/>
            <p:nvPr/>
          </p:nvSpPr>
          <p:spPr>
            <a:xfrm>
              <a:off x="3061859" y="4215492"/>
              <a:ext cx="802509" cy="26161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914377">
                <a:defRPr/>
              </a:pPr>
              <a:r>
                <a:rPr lang="zh-CN" altLang="en-US" sz="1100" dirty="0">
                  <a:latin typeface="OPPOSans M" panose="00020600040101010101" pitchFamily="18" charset="-122"/>
                  <a:ea typeface="OPPOSans M" panose="00020600040101010101" pitchFamily="18" charset="-122"/>
                  <a:cs typeface="OPPOSans M" panose="00020600040101010101" pitchFamily="18" charset="-122"/>
                </a:rPr>
                <a:t>系统</a:t>
              </a:r>
            </a:p>
          </p:txBody>
        </p:sp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C11E7625-E084-6484-36A2-3A83C54996F1}"/>
                </a:ext>
              </a:extLst>
            </p:cNvPr>
            <p:cNvSpPr txBox="1"/>
            <p:nvPr/>
          </p:nvSpPr>
          <p:spPr>
            <a:xfrm>
              <a:off x="3061858" y="4388559"/>
              <a:ext cx="1967705" cy="30777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914377">
                <a:defRPr/>
              </a:pPr>
              <a:r>
                <a:rPr lang="en-US" altLang="zh-CN" sz="1400" dirty="0">
                  <a:latin typeface="OPPOSans M" panose="00020600040101010101" pitchFamily="18" charset="-122"/>
                  <a:ea typeface="OPPOSans M" panose="00020600040101010101" pitchFamily="18" charset="-122"/>
                  <a:cs typeface="OPPOSans M" panose="00020600040101010101" pitchFamily="18" charset="-122"/>
                </a:rPr>
                <a:t>Leaf OS 5 </a:t>
              </a:r>
              <a:r>
                <a:rPr lang="zh-CN" altLang="en-US" sz="1400" dirty="0">
                  <a:latin typeface="OPPOSans M" panose="00020600040101010101" pitchFamily="18" charset="-122"/>
                  <a:ea typeface="OPPOSans M" panose="00020600040101010101" pitchFamily="18" charset="-122"/>
                  <a:cs typeface="OPPOSans M" panose="00020600040101010101" pitchFamily="18" charset="-122"/>
                </a:rPr>
                <a:t>体验版</a:t>
              </a:r>
            </a:p>
          </p:txBody>
        </p:sp>
      </p:grpSp>
      <p:grpSp>
        <p:nvGrpSpPr>
          <p:cNvPr id="37" name="!! 电池">
            <a:extLst>
              <a:ext uri="{FF2B5EF4-FFF2-40B4-BE49-F238E27FC236}">
                <a16:creationId xmlns:a16="http://schemas.microsoft.com/office/drawing/2014/main" id="{9821DBC6-BFC8-C3AD-93BC-9BAC0FBCC4A2}"/>
              </a:ext>
            </a:extLst>
          </p:cNvPr>
          <p:cNvGrpSpPr/>
          <p:nvPr/>
        </p:nvGrpSpPr>
        <p:grpSpPr>
          <a:xfrm>
            <a:off x="6935434" y="4089000"/>
            <a:ext cx="1607577" cy="480844"/>
            <a:chOff x="2661454" y="4215492"/>
            <a:chExt cx="1607577" cy="480845"/>
          </a:xfrm>
        </p:grpSpPr>
        <p:pic>
          <p:nvPicPr>
            <p:cNvPr id="38" name="图形 37">
              <a:extLst>
                <a:ext uri="{FF2B5EF4-FFF2-40B4-BE49-F238E27FC236}">
                  <a16:creationId xmlns:a16="http://schemas.microsoft.com/office/drawing/2014/main" id="{4E2003A2-BB53-3BCC-34B2-C46D0BAF07C8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rcRect/>
            <a:stretch/>
          </p:blipFill>
          <p:spPr>
            <a:xfrm>
              <a:off x="2661454" y="4278328"/>
              <a:ext cx="343286" cy="343286"/>
            </a:xfrm>
            <a:prstGeom prst="rect">
              <a:avLst/>
            </a:prstGeom>
          </p:spPr>
        </p:pic>
        <p:sp>
          <p:nvSpPr>
            <p:cNvPr id="39" name="文本框 38">
              <a:extLst>
                <a:ext uri="{FF2B5EF4-FFF2-40B4-BE49-F238E27FC236}">
                  <a16:creationId xmlns:a16="http://schemas.microsoft.com/office/drawing/2014/main" id="{4236E22F-5E6E-DAF5-CCFB-C84FBE6D7C63}"/>
                </a:ext>
              </a:extLst>
            </p:cNvPr>
            <p:cNvSpPr txBox="1"/>
            <p:nvPr/>
          </p:nvSpPr>
          <p:spPr>
            <a:xfrm>
              <a:off x="3033507" y="4215492"/>
              <a:ext cx="821018" cy="26161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100" dirty="0">
                  <a:latin typeface="OPPOSans M" panose="00020600040101010101" pitchFamily="18" charset="-122"/>
                  <a:ea typeface="OPPOSans M" panose="00020600040101010101" pitchFamily="18" charset="-122"/>
                  <a:cs typeface="OPPOSans M" panose="00020600040101010101" pitchFamily="18" charset="-122"/>
                </a:rPr>
                <a:t>电池容量</a:t>
              </a:r>
            </a:p>
          </p:txBody>
        </p:sp>
        <p:sp>
          <p:nvSpPr>
            <p:cNvPr id="40" name="文本框 39">
              <a:extLst>
                <a:ext uri="{FF2B5EF4-FFF2-40B4-BE49-F238E27FC236}">
                  <a16:creationId xmlns:a16="http://schemas.microsoft.com/office/drawing/2014/main" id="{7C51DE6A-A642-8795-1E23-49BB9679048A}"/>
                </a:ext>
              </a:extLst>
            </p:cNvPr>
            <p:cNvSpPr txBox="1"/>
            <p:nvPr/>
          </p:nvSpPr>
          <p:spPr>
            <a:xfrm>
              <a:off x="3033506" y="4388559"/>
              <a:ext cx="1235525" cy="30777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dirty="0">
                  <a:latin typeface="OPPOSans M" panose="00020600040101010101" pitchFamily="18" charset="-122"/>
                  <a:ea typeface="OPPOSans M" panose="00020600040101010101" pitchFamily="18" charset="-122"/>
                  <a:cs typeface="OPPOSans M" panose="00020600040101010101" pitchFamily="18" charset="-122"/>
                </a:rPr>
                <a:t>13510 mAh </a:t>
              </a:r>
              <a:endParaRPr lang="zh-CN" altLang="en-US" sz="1400" dirty="0">
                <a:latin typeface="OPPOSans M" panose="00020600040101010101" pitchFamily="18" charset="-122"/>
                <a:ea typeface="OPPOSans M" panose="00020600040101010101" pitchFamily="18" charset="-122"/>
                <a:cs typeface="OPPOSans M" panose="00020600040101010101" pitchFamily="18" charset="-122"/>
              </a:endParaRPr>
            </a:p>
          </p:txBody>
        </p:sp>
      </p:grpSp>
      <p:grpSp>
        <p:nvGrpSpPr>
          <p:cNvPr id="42" name="!! 更多信息">
            <a:extLst>
              <a:ext uri="{FF2B5EF4-FFF2-40B4-BE49-F238E27FC236}">
                <a16:creationId xmlns:a16="http://schemas.microsoft.com/office/drawing/2014/main" id="{CCF7FBBB-BD98-C733-8A5E-2B8F056E0683}"/>
              </a:ext>
            </a:extLst>
          </p:cNvPr>
          <p:cNvGrpSpPr/>
          <p:nvPr/>
        </p:nvGrpSpPr>
        <p:grpSpPr>
          <a:xfrm>
            <a:off x="4178597" y="4783147"/>
            <a:ext cx="7429351" cy="545100"/>
            <a:chOff x="3640667" y="2582968"/>
            <a:chExt cx="6605600" cy="545100"/>
          </a:xfrm>
        </p:grpSpPr>
        <p:sp>
          <p:nvSpPr>
            <p:cNvPr id="43" name="按钮">
              <a:hlinkClick r:id="rId14" action="ppaction://hlinksldjump"/>
              <a:extLst>
                <a:ext uri="{FF2B5EF4-FFF2-40B4-BE49-F238E27FC236}">
                  <a16:creationId xmlns:a16="http://schemas.microsoft.com/office/drawing/2014/main" id="{2315A65D-606C-A658-8D4C-1E44A52122BF}"/>
                </a:ext>
              </a:extLst>
            </p:cNvPr>
            <p:cNvSpPr/>
            <p:nvPr/>
          </p:nvSpPr>
          <p:spPr>
            <a:xfrm>
              <a:off x="3640667" y="2582968"/>
              <a:ext cx="6605600" cy="545100"/>
            </a:xfrm>
            <a:prstGeom prst="roundRect">
              <a:avLst>
                <a:gd name="adj" fmla="val 14376"/>
              </a:avLst>
            </a:prstGeom>
            <a:solidFill>
              <a:schemeClr val="bg2"/>
            </a:solidFill>
            <a:ln w="3175">
              <a:solidFill>
                <a:schemeClr val="bg1">
                  <a:lumMod val="90000"/>
                </a:schemeClr>
              </a:solidFill>
            </a:ln>
            <a:effectLst>
              <a:outerShdw blurRad="190500" algn="ctr" rotWithShape="0">
                <a:prstClr val="black">
                  <a:alpha val="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07997"/>
              <a:r>
                <a:rPr lang="zh-CN" altLang="en-US" sz="1400" dirty="0">
                  <a:solidFill>
                    <a:schemeClr val="tx1"/>
                  </a:solidFill>
                </a:rPr>
                <a:t>更多信息</a:t>
              </a:r>
            </a:p>
          </p:txBody>
        </p:sp>
        <p:pic>
          <p:nvPicPr>
            <p:cNvPr id="44" name="图形 43">
              <a:extLst>
                <a:ext uri="{FF2B5EF4-FFF2-40B4-BE49-F238E27FC236}">
                  <a16:creationId xmlns:a16="http://schemas.microsoft.com/office/drawing/2014/main" id="{E860411E-AA4A-AAA7-B609-DF134A203571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9904543" y="2783777"/>
              <a:ext cx="152400" cy="152400"/>
            </a:xfrm>
            <a:prstGeom prst="rect">
              <a:avLst/>
            </a:prstGeom>
          </p:spPr>
        </p:pic>
      </p:grpSp>
      <p:grpSp>
        <p:nvGrpSpPr>
          <p:cNvPr id="45" name="!! 开源">
            <a:extLst>
              <a:ext uri="{FF2B5EF4-FFF2-40B4-BE49-F238E27FC236}">
                <a16:creationId xmlns:a16="http://schemas.microsoft.com/office/drawing/2014/main" id="{E82BDEDD-4556-4FCB-0C92-4C125EBE1C15}"/>
              </a:ext>
            </a:extLst>
          </p:cNvPr>
          <p:cNvGrpSpPr/>
          <p:nvPr/>
        </p:nvGrpSpPr>
        <p:grpSpPr>
          <a:xfrm>
            <a:off x="4178597" y="5426682"/>
            <a:ext cx="7429351" cy="545100"/>
            <a:chOff x="1945733" y="2582968"/>
            <a:chExt cx="6605600" cy="545100"/>
          </a:xfrm>
        </p:grpSpPr>
        <p:sp>
          <p:nvSpPr>
            <p:cNvPr id="46" name="按钮">
              <a:hlinkClick r:id="rId17"/>
              <a:extLst>
                <a:ext uri="{FF2B5EF4-FFF2-40B4-BE49-F238E27FC236}">
                  <a16:creationId xmlns:a16="http://schemas.microsoft.com/office/drawing/2014/main" id="{30D356AF-F359-F9B0-3050-E74AA4CDEDBA}"/>
                </a:ext>
              </a:extLst>
            </p:cNvPr>
            <p:cNvSpPr/>
            <p:nvPr/>
          </p:nvSpPr>
          <p:spPr>
            <a:xfrm>
              <a:off x="1945733" y="2582968"/>
              <a:ext cx="6605600" cy="545100"/>
            </a:xfrm>
            <a:prstGeom prst="roundRect">
              <a:avLst>
                <a:gd name="adj" fmla="val 14376"/>
              </a:avLst>
            </a:prstGeom>
            <a:solidFill>
              <a:schemeClr val="bg2"/>
            </a:solidFill>
            <a:ln w="3175">
              <a:solidFill>
                <a:schemeClr val="bg1">
                  <a:lumMod val="90000"/>
                </a:schemeClr>
              </a:solidFill>
            </a:ln>
            <a:effectLst>
              <a:outerShdw blurRad="190500" algn="ctr" rotWithShape="0">
                <a:prstClr val="black">
                  <a:alpha val="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07997"/>
              <a:r>
                <a:rPr lang="zh-CN" altLang="en-US" sz="1400" dirty="0">
                  <a:solidFill>
                    <a:schemeClr val="tx1"/>
                  </a:solidFill>
                </a:rPr>
                <a:t>开源软件声明</a:t>
              </a:r>
            </a:p>
          </p:txBody>
        </p:sp>
        <p:pic>
          <p:nvPicPr>
            <p:cNvPr id="47" name="图形 46">
              <a:extLst>
                <a:ext uri="{FF2B5EF4-FFF2-40B4-BE49-F238E27FC236}">
                  <a16:creationId xmlns:a16="http://schemas.microsoft.com/office/drawing/2014/main" id="{BB1B3E11-06E3-4E35-07DD-BCCC77FBB74D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8223650" y="2779318"/>
              <a:ext cx="152400" cy="152400"/>
            </a:xfrm>
            <a:prstGeom prst="rect">
              <a:avLst/>
            </a:prstGeom>
          </p:spPr>
        </p:pic>
      </p:grpSp>
      <p:sp>
        <p:nvSpPr>
          <p:cNvPr id="55" name="!! 背景">
            <a:extLst>
              <a:ext uri="{FF2B5EF4-FFF2-40B4-BE49-F238E27FC236}">
                <a16:creationId xmlns:a16="http://schemas.microsoft.com/office/drawing/2014/main" id="{529428B0-339B-1ED9-4AED-25BFEC26AEC9}"/>
              </a:ext>
            </a:extLst>
          </p:cNvPr>
          <p:cNvSpPr/>
          <p:nvPr/>
        </p:nvSpPr>
        <p:spPr>
          <a:xfrm>
            <a:off x="4255069" y="1130865"/>
            <a:ext cx="7276404" cy="1756328"/>
          </a:xfrm>
          <a:prstGeom prst="roundRect">
            <a:avLst>
              <a:gd name="adj" fmla="val 8034"/>
            </a:avLst>
          </a:prstGeom>
          <a:solidFill>
            <a:schemeClr val="bg2"/>
          </a:solidFill>
          <a:ln>
            <a:solidFill>
              <a:schemeClr val="accent1"/>
            </a:solidFill>
          </a:ln>
          <a:effectLst>
            <a:outerShdw blurRad="254000" algn="ctr" rotWithShape="0">
              <a:schemeClr val="accent1"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>
              <a:defRPr/>
            </a:pPr>
            <a:endParaRPr lang="zh-CN" altLang="en-US" sz="2400" dirty="0">
              <a:solidFill>
                <a:srgbClr val="FFFFFF"/>
              </a:solidFill>
              <a:effectLst>
                <a:outerShdw blurRad="190500" sx="102000" sy="102000" algn="ctr" rotWithShape="0">
                  <a:prstClr val="black">
                    <a:alpha val="20000"/>
                  </a:prstClr>
                </a:outerShdw>
              </a:effectLst>
              <a:latin typeface="vivo Sans" panose="02000500000000000000" pitchFamily="2" charset="-122"/>
              <a:ea typeface="vivo Sans" panose="02000500000000000000" pitchFamily="2" charset="-122"/>
              <a:cs typeface="vivo Sans" panose="02000500000000000000" pitchFamily="2" charset="-122"/>
            </a:endParaRPr>
          </a:p>
        </p:txBody>
      </p:sp>
      <p:sp>
        <p:nvSpPr>
          <p:cNvPr id="56" name="!! Leaf">
            <a:extLst>
              <a:ext uri="{FF2B5EF4-FFF2-40B4-BE49-F238E27FC236}">
                <a16:creationId xmlns:a16="http://schemas.microsoft.com/office/drawing/2014/main" id="{B9E60A74-B50D-98FF-9C0A-03DE9BEF39B5}"/>
              </a:ext>
            </a:extLst>
          </p:cNvPr>
          <p:cNvSpPr/>
          <p:nvPr/>
        </p:nvSpPr>
        <p:spPr>
          <a:xfrm>
            <a:off x="7732401" y="1777035"/>
            <a:ext cx="385691" cy="463988"/>
          </a:xfrm>
          <a:custGeom>
            <a:avLst/>
            <a:gdLst>
              <a:gd name="connsiteX0" fmla="*/ 1005449 w 1266824"/>
              <a:gd name="connsiteY0" fmla="*/ 1142267 h 1524000"/>
              <a:gd name="connsiteX1" fmla="*/ 1266825 w 1266824"/>
              <a:gd name="connsiteY1" fmla="*/ 0 h 1524000"/>
              <a:gd name="connsiteX2" fmla="*/ 172089 w 1266824"/>
              <a:gd name="connsiteY2" fmla="*/ 310440 h 1524000"/>
              <a:gd name="connsiteX3" fmla="*/ 743 w 1266824"/>
              <a:gd name="connsiteY3" fmla="*/ 696717 h 1524000"/>
              <a:gd name="connsiteX4" fmla="*/ 118704 w 1266824"/>
              <a:gd name="connsiteY4" fmla="*/ 1080649 h 1524000"/>
              <a:gd name="connsiteX5" fmla="*/ 140278 w 1266824"/>
              <a:gd name="connsiteY5" fmla="*/ 1077306 h 1524000"/>
              <a:gd name="connsiteX6" fmla="*/ 679770 w 1266824"/>
              <a:gd name="connsiteY6" fmla="*/ 487492 h 1524000"/>
              <a:gd name="connsiteX7" fmla="*/ 873512 w 1266824"/>
              <a:gd name="connsiteY7" fmla="*/ 526049 h 1524000"/>
              <a:gd name="connsiteX8" fmla="*/ 225315 w 1266824"/>
              <a:gd name="connsiteY8" fmla="*/ 1156335 h 1524000"/>
              <a:gd name="connsiteX9" fmla="*/ 140278 w 1266824"/>
              <a:gd name="connsiteY9" fmla="*/ 1524000 h 1524000"/>
              <a:gd name="connsiteX10" fmla="*/ 199596 w 1266824"/>
              <a:gd name="connsiteY10" fmla="*/ 1524000 h 1524000"/>
              <a:gd name="connsiteX11" fmla="*/ 249625 w 1266824"/>
              <a:gd name="connsiteY11" fmla="*/ 1476451 h 1524000"/>
              <a:gd name="connsiteX12" fmla="*/ 312675 w 1266824"/>
              <a:gd name="connsiteY12" fmla="*/ 1245003 h 1524000"/>
              <a:gd name="connsiteX13" fmla="*/ 618641 w 1266824"/>
              <a:gd name="connsiteY13" fmla="*/ 1313517 h 1524000"/>
              <a:gd name="connsiteX14" fmla="*/ 1005449 w 1266824"/>
              <a:gd name="connsiteY14" fmla="*/ 1142267 h 1524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66824" h="1524000">
                <a:moveTo>
                  <a:pt x="1005449" y="1142267"/>
                </a:moveTo>
                <a:cubicBezTo>
                  <a:pt x="1272045" y="876058"/>
                  <a:pt x="1265577" y="32682"/>
                  <a:pt x="1266825" y="0"/>
                </a:cubicBezTo>
                <a:cubicBezTo>
                  <a:pt x="1233859" y="1542"/>
                  <a:pt x="433460" y="49457"/>
                  <a:pt x="172089" y="310440"/>
                </a:cubicBezTo>
                <a:cubicBezTo>
                  <a:pt x="69106" y="413615"/>
                  <a:pt x="8061" y="551232"/>
                  <a:pt x="743" y="696717"/>
                </a:cubicBezTo>
                <a:cubicBezTo>
                  <a:pt x="-6200" y="834768"/>
                  <a:pt x="35702" y="970607"/>
                  <a:pt x="118704" y="1080649"/>
                </a:cubicBezTo>
                <a:cubicBezTo>
                  <a:pt x="124655" y="1088536"/>
                  <a:pt x="136818" y="1086564"/>
                  <a:pt x="140278" y="1077306"/>
                </a:cubicBezTo>
                <a:cubicBezTo>
                  <a:pt x="237560" y="817096"/>
                  <a:pt x="431763" y="606430"/>
                  <a:pt x="679770" y="487492"/>
                </a:cubicBezTo>
                <a:cubicBezTo>
                  <a:pt x="745235" y="456097"/>
                  <a:pt x="822118" y="474764"/>
                  <a:pt x="873512" y="526049"/>
                </a:cubicBezTo>
                <a:cubicBezTo>
                  <a:pt x="570576" y="623785"/>
                  <a:pt x="331009" y="857061"/>
                  <a:pt x="225315" y="1156335"/>
                </a:cubicBezTo>
                <a:cubicBezTo>
                  <a:pt x="184694" y="1259205"/>
                  <a:pt x="146737" y="1416063"/>
                  <a:pt x="140278" y="1524000"/>
                </a:cubicBezTo>
                <a:lnTo>
                  <a:pt x="199596" y="1524000"/>
                </a:lnTo>
                <a:cubicBezTo>
                  <a:pt x="225899" y="1524000"/>
                  <a:pt x="247057" y="1502636"/>
                  <a:pt x="249625" y="1476451"/>
                </a:cubicBezTo>
                <a:cubicBezTo>
                  <a:pt x="257588" y="1395279"/>
                  <a:pt x="284227" y="1313536"/>
                  <a:pt x="312675" y="1245003"/>
                </a:cubicBezTo>
                <a:cubicBezTo>
                  <a:pt x="406183" y="1294438"/>
                  <a:pt x="512174" y="1318889"/>
                  <a:pt x="618641" y="1313517"/>
                </a:cubicBezTo>
                <a:cubicBezTo>
                  <a:pt x="764351" y="1306163"/>
                  <a:pt x="902163" y="1245146"/>
                  <a:pt x="1005449" y="1142267"/>
                </a:cubicBez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grpSp>
        <p:nvGrpSpPr>
          <p:cNvPr id="78" name="!! 关闭按钮">
            <a:extLst>
              <a:ext uri="{FF2B5EF4-FFF2-40B4-BE49-F238E27FC236}">
                <a16:creationId xmlns:a16="http://schemas.microsoft.com/office/drawing/2014/main" id="{B88C29D2-1145-15C1-1D53-B5E347588186}"/>
              </a:ext>
            </a:extLst>
          </p:cNvPr>
          <p:cNvGrpSpPr/>
          <p:nvPr/>
        </p:nvGrpSpPr>
        <p:grpSpPr>
          <a:xfrm>
            <a:off x="2333440" y="569913"/>
            <a:ext cx="290511" cy="290511"/>
            <a:chOff x="2328464" y="3107859"/>
            <a:chExt cx="583223" cy="583223"/>
          </a:xfrm>
        </p:grpSpPr>
        <p:sp>
          <p:nvSpPr>
            <p:cNvPr id="79" name="矩形: 圆角 78">
              <a:hlinkClick r:id="rId18" action="ppaction://hlinksldjump"/>
              <a:extLst>
                <a:ext uri="{FF2B5EF4-FFF2-40B4-BE49-F238E27FC236}">
                  <a16:creationId xmlns:a16="http://schemas.microsoft.com/office/drawing/2014/main" id="{E32CA60E-7522-6263-FC3D-B0C28AEC8152}"/>
                </a:ext>
              </a:extLst>
            </p:cNvPr>
            <p:cNvSpPr/>
            <p:nvPr/>
          </p:nvSpPr>
          <p:spPr>
            <a:xfrm>
              <a:off x="2328464" y="3107859"/>
              <a:ext cx="583223" cy="583223"/>
            </a:xfrm>
            <a:prstGeom prst="roundRect">
              <a:avLst>
                <a:gd name="adj" fmla="val 20771"/>
              </a:avLst>
            </a:prstGeom>
            <a:solidFill>
              <a:schemeClr val="bg2"/>
            </a:solidFill>
            <a:ln>
              <a:noFill/>
            </a:ln>
            <a:effectLst>
              <a:outerShdw blurRad="127000" sx="101000" sy="101000" algn="c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77">
                <a:defRPr/>
              </a:pPr>
              <a:endParaRPr lang="zh-CN" altLang="en-US">
                <a:solidFill>
                  <a:srgbClr val="F5F5F5"/>
                </a:solidFill>
                <a:latin typeface="vivo Sans"/>
                <a:ea typeface="vivo Sans"/>
              </a:endParaRPr>
            </a:p>
          </p:txBody>
        </p:sp>
        <p:pic>
          <p:nvPicPr>
            <p:cNvPr id="80" name="图形 79">
              <a:extLst>
                <a:ext uri="{FF2B5EF4-FFF2-40B4-BE49-F238E27FC236}">
                  <a16:creationId xmlns:a16="http://schemas.microsoft.com/office/drawing/2014/main" id="{DB97A9DF-1CF2-2512-18A5-AC975DEE4E64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rcRect/>
            <a:stretch/>
          </p:blipFill>
          <p:spPr>
            <a:xfrm>
              <a:off x="2449200" y="3228595"/>
              <a:ext cx="341755" cy="341755"/>
            </a:xfrm>
            <a:prstGeom prst="rect">
              <a:avLst/>
            </a:prstGeom>
          </p:spPr>
        </p:pic>
      </p:grpSp>
      <p:grpSp>
        <p:nvGrpSpPr>
          <p:cNvPr id="57" name="!! dock右">
            <a:extLst>
              <a:ext uri="{FF2B5EF4-FFF2-40B4-BE49-F238E27FC236}">
                <a16:creationId xmlns:a16="http://schemas.microsoft.com/office/drawing/2014/main" id="{1F101169-E63C-6447-3FF9-DB02812B5018}"/>
              </a:ext>
            </a:extLst>
          </p:cNvPr>
          <p:cNvGrpSpPr/>
          <p:nvPr/>
        </p:nvGrpSpPr>
        <p:grpSpPr>
          <a:xfrm>
            <a:off x="4869920" y="7119572"/>
            <a:ext cx="2452159" cy="574899"/>
            <a:chOff x="7408333" y="5780624"/>
            <a:chExt cx="2452159" cy="704838"/>
          </a:xfrm>
        </p:grpSpPr>
        <p:sp useBgFill="1">
          <p:nvSpPr>
            <p:cNvPr id="58" name="!! 模糊">
              <a:extLst>
                <a:ext uri="{FF2B5EF4-FFF2-40B4-BE49-F238E27FC236}">
                  <a16:creationId xmlns:a16="http://schemas.microsoft.com/office/drawing/2014/main" id="{6EC5C092-FEEA-49AF-665C-CE2FA6564EAB}"/>
                </a:ext>
              </a:extLst>
            </p:cNvPr>
            <p:cNvSpPr>
              <a:spLocks/>
            </p:cNvSpPr>
            <p:nvPr/>
          </p:nvSpPr>
          <p:spPr>
            <a:xfrm>
              <a:off x="7408333" y="5780624"/>
              <a:ext cx="2452159" cy="704838"/>
            </a:xfrm>
            <a:prstGeom prst="roundRect">
              <a:avLst>
                <a:gd name="adj" fmla="val 15000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189">
                <a:defRPr/>
              </a:pPr>
              <a:endParaRPr lang="zh-CN" altLang="en-US">
                <a:solidFill>
                  <a:srgbClr val="FFFFFF"/>
                </a:solidFill>
                <a:latin typeface="OPPOSans R"/>
                <a:ea typeface="OPPOSans R"/>
              </a:endParaRPr>
            </a:p>
          </p:txBody>
        </p:sp>
        <p:sp>
          <p:nvSpPr>
            <p:cNvPr id="59" name="!! 颜色遮罩">
              <a:extLst>
                <a:ext uri="{FF2B5EF4-FFF2-40B4-BE49-F238E27FC236}">
                  <a16:creationId xmlns:a16="http://schemas.microsoft.com/office/drawing/2014/main" id="{5713E627-82CC-1AF0-5EEF-726A67733E94}"/>
                </a:ext>
              </a:extLst>
            </p:cNvPr>
            <p:cNvSpPr>
              <a:spLocks/>
            </p:cNvSpPr>
            <p:nvPr/>
          </p:nvSpPr>
          <p:spPr>
            <a:xfrm>
              <a:off x="7408333" y="5780624"/>
              <a:ext cx="2452159" cy="704838"/>
            </a:xfrm>
            <a:prstGeom prst="roundRect">
              <a:avLst>
                <a:gd name="adj" fmla="val 15000"/>
              </a:avLst>
            </a:prstGeom>
            <a:solidFill>
              <a:schemeClr val="bg2">
                <a:alpha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189">
                <a:defRPr/>
              </a:pPr>
              <a:endParaRPr lang="zh-CN" altLang="en-US" dirty="0">
                <a:solidFill>
                  <a:srgbClr val="FFFFFF"/>
                </a:solidFill>
                <a:latin typeface="OPPOSans R"/>
                <a:ea typeface="OPPOSans R"/>
              </a:endParaRPr>
            </a:p>
          </p:txBody>
        </p:sp>
        <p:pic>
          <p:nvPicPr>
            <p:cNvPr id="60" name="!! 信号">
              <a:extLst>
                <a:ext uri="{FF2B5EF4-FFF2-40B4-BE49-F238E27FC236}">
                  <a16:creationId xmlns:a16="http://schemas.microsoft.com/office/drawing/2014/main" id="{439C6FBF-6459-3EC2-C5C0-0F73F5EBF053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p:blipFill>
          <p:spPr>
            <a:xfrm>
              <a:off x="7638254" y="5893986"/>
              <a:ext cx="221460" cy="221458"/>
            </a:xfrm>
            <a:prstGeom prst="rect">
              <a:avLst/>
            </a:prstGeom>
          </p:spPr>
        </p:pic>
        <p:sp>
          <p:nvSpPr>
            <p:cNvPr id="61" name="!! 运营商">
              <a:extLst>
                <a:ext uri="{FF2B5EF4-FFF2-40B4-BE49-F238E27FC236}">
                  <a16:creationId xmlns:a16="http://schemas.microsoft.com/office/drawing/2014/main" id="{F401F939-F104-C1FE-6A7C-8BCC764D4072}"/>
                </a:ext>
              </a:extLst>
            </p:cNvPr>
            <p:cNvSpPr txBox="1"/>
            <p:nvPr/>
          </p:nvSpPr>
          <p:spPr>
            <a:xfrm>
              <a:off x="7813676" y="5913455"/>
              <a:ext cx="1114424" cy="2830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457189">
                <a:defRPr/>
              </a:pPr>
              <a:r>
                <a:rPr lang="en-US" altLang="zh-CN" sz="900" dirty="0">
                  <a:latin typeface="OPPOSans M"/>
                  <a:ea typeface="OPPOSans M"/>
                </a:rPr>
                <a:t>Virtual Net</a:t>
              </a:r>
              <a:endParaRPr lang="zh-CN" altLang="en-US" sz="900" dirty="0">
                <a:latin typeface="OPPOSans M"/>
                <a:ea typeface="OPPOSans M"/>
              </a:endParaRPr>
            </a:p>
          </p:txBody>
        </p:sp>
        <p:pic>
          <p:nvPicPr>
            <p:cNvPr id="62" name="!! 通知">
              <a:extLst>
                <a:ext uri="{FF2B5EF4-FFF2-40B4-BE49-F238E27FC236}">
                  <a16:creationId xmlns:a16="http://schemas.microsoft.com/office/drawing/2014/main" id="{83FAFA49-53BB-4555-06A5-3698C98ED0D1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/>
            </a:stretch>
          </p:blipFill>
          <p:spPr>
            <a:xfrm>
              <a:off x="9287931" y="5948436"/>
              <a:ext cx="152400" cy="152400"/>
            </a:xfrm>
            <a:prstGeom prst="rect">
              <a:avLst/>
            </a:prstGeom>
          </p:spPr>
        </p:pic>
        <p:pic>
          <p:nvPicPr>
            <p:cNvPr id="63" name="!! 电池">
              <a:extLst>
                <a:ext uri="{FF2B5EF4-FFF2-40B4-BE49-F238E27FC236}">
                  <a16:creationId xmlns:a16="http://schemas.microsoft.com/office/drawing/2014/main" id="{1B41CBEB-ECA8-DBF3-444E-D33D9EB10F95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/>
            </a:stretch>
          </p:blipFill>
          <p:spPr>
            <a:xfrm>
              <a:off x="7637460" y="6171965"/>
              <a:ext cx="191558" cy="191558"/>
            </a:xfrm>
            <a:prstGeom prst="rect">
              <a:avLst/>
            </a:prstGeom>
          </p:spPr>
        </p:pic>
        <p:sp>
          <p:nvSpPr>
            <p:cNvPr id="64" name="!! 时间">
              <a:extLst>
                <a:ext uri="{FF2B5EF4-FFF2-40B4-BE49-F238E27FC236}">
                  <a16:creationId xmlns:a16="http://schemas.microsoft.com/office/drawing/2014/main" id="{DED18158-D3C5-776E-2093-CC185C451F07}"/>
                </a:ext>
              </a:extLst>
            </p:cNvPr>
            <p:cNvSpPr txBox="1"/>
            <p:nvPr/>
          </p:nvSpPr>
          <p:spPr>
            <a:xfrm>
              <a:off x="8982607" y="6148520"/>
              <a:ext cx="773641" cy="3114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defTabSz="457189">
                <a:defRPr/>
              </a:pPr>
              <a:r>
                <a:rPr lang="en-US" altLang="zh-CN" sz="1051" dirty="0">
                  <a:latin typeface="OPPOSans R"/>
                  <a:ea typeface="OPPOSans R"/>
                </a:rPr>
                <a:t>16:34</a:t>
              </a:r>
              <a:endParaRPr lang="zh-CN" altLang="en-US" sz="1051" dirty="0">
                <a:latin typeface="OPPOSans R"/>
                <a:ea typeface="OPPOSans R"/>
              </a:endParaRPr>
            </a:p>
          </p:txBody>
        </p:sp>
        <p:sp>
          <p:nvSpPr>
            <p:cNvPr id="65" name="!! AC">
              <a:extLst>
                <a:ext uri="{FF2B5EF4-FFF2-40B4-BE49-F238E27FC236}">
                  <a16:creationId xmlns:a16="http://schemas.microsoft.com/office/drawing/2014/main" id="{9FFF673C-B140-CA8A-9A94-3594FE914704}"/>
                </a:ext>
              </a:extLst>
            </p:cNvPr>
            <p:cNvSpPr txBox="1"/>
            <p:nvPr/>
          </p:nvSpPr>
          <p:spPr>
            <a:xfrm>
              <a:off x="7766842" y="6152328"/>
              <a:ext cx="434183" cy="2830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457189">
                <a:defRPr/>
              </a:pPr>
              <a:r>
                <a:rPr lang="en-US" altLang="zh-CN" sz="900" dirty="0">
                  <a:latin typeface="OPPOSans R"/>
                  <a:ea typeface="OPPOSans R"/>
                </a:rPr>
                <a:t>49%</a:t>
              </a:r>
              <a:endParaRPr lang="zh-CN" altLang="en-US" sz="900" dirty="0">
                <a:latin typeface="OPPOSans R"/>
                <a:ea typeface="OPPOSans R"/>
              </a:endParaRPr>
            </a:p>
          </p:txBody>
        </p:sp>
        <p:pic>
          <p:nvPicPr>
            <p:cNvPr id="66" name="!! 声音">
              <a:extLst>
                <a:ext uri="{FF2B5EF4-FFF2-40B4-BE49-F238E27FC236}">
                  <a16:creationId xmlns:a16="http://schemas.microsoft.com/office/drawing/2014/main" id="{626724B0-F514-8355-8731-1E5D9C96A748}"/>
                </a:ext>
              </a:extLst>
            </p:cNvPr>
            <p:cNvPicPr>
              <a:picLocks noChangeAspect="1"/>
            </p:cNvPicPr>
            <p:nvPr/>
          </p:nvPicPr>
          <p:blipFill>
            <a:blip r:embed="rId2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/>
            </a:stretch>
          </p:blipFill>
          <p:spPr>
            <a:xfrm>
              <a:off x="9048732" y="5934670"/>
              <a:ext cx="179932" cy="179932"/>
            </a:xfrm>
            <a:prstGeom prst="rect">
              <a:avLst/>
            </a:prstGeom>
          </p:spPr>
        </p:pic>
        <p:pic>
          <p:nvPicPr>
            <p:cNvPr id="67" name="!! 电源">
              <a:hlinkClick r:id="rId29" action="ppaction://hlinksldjump"/>
              <a:extLst>
                <a:ext uri="{FF2B5EF4-FFF2-40B4-BE49-F238E27FC236}">
                  <a16:creationId xmlns:a16="http://schemas.microsoft.com/office/drawing/2014/main" id="{EF4D5609-8D1D-4E57-E0C8-8223A7327C27}"/>
                </a:ext>
              </a:extLst>
            </p:cNvPr>
            <p:cNvPicPr>
              <a:picLocks noChangeAspect="1"/>
            </p:cNvPicPr>
            <p:nvPr/>
          </p:nvPicPr>
          <p:blipFill>
            <a:blip r:embed="rId30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tretch>
              <a:fillRect/>
            </a:stretch>
          </p:blipFill>
          <p:spPr>
            <a:xfrm>
              <a:off x="9489000" y="5925331"/>
              <a:ext cx="208372" cy="208370"/>
            </a:xfrm>
            <a:prstGeom prst="rect">
              <a:avLst/>
            </a:prstGeom>
          </p:spPr>
        </p:pic>
      </p:grpSp>
      <p:sp>
        <p:nvSpPr>
          <p:cNvPr id="41" name="!! 小白条">
            <a:hlinkClick r:id="rId3" action="ppaction://hlinksldjump"/>
            <a:extLst>
              <a:ext uri="{FF2B5EF4-FFF2-40B4-BE49-F238E27FC236}">
                <a16:creationId xmlns:a16="http://schemas.microsoft.com/office/drawing/2014/main" id="{680D57C0-C760-81B7-7FBD-91D8CD8C6FB0}"/>
              </a:ext>
            </a:extLst>
          </p:cNvPr>
          <p:cNvSpPr/>
          <p:nvPr/>
        </p:nvSpPr>
        <p:spPr>
          <a:xfrm>
            <a:off x="5177623" y="6706376"/>
            <a:ext cx="1836752" cy="45719"/>
          </a:xfrm>
          <a:prstGeom prst="roundRect">
            <a:avLst>
              <a:gd name="adj" fmla="val 50000"/>
            </a:avLst>
          </a:prstGeom>
          <a:solidFill>
            <a:schemeClr val="tx1">
              <a:alpha val="90000"/>
            </a:schemeClr>
          </a:solidFill>
          <a:ln>
            <a:noFill/>
          </a:ln>
          <a:effectLst>
            <a:outerShdw blurRad="1016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93" name="返回">
            <a:extLst>
              <a:ext uri="{FF2B5EF4-FFF2-40B4-BE49-F238E27FC236}">
                <a16:creationId xmlns:a16="http://schemas.microsoft.com/office/drawing/2014/main" id="{2710DAAB-D1D6-6E01-022D-665941C62BD2}"/>
              </a:ext>
            </a:extLst>
          </p:cNvPr>
          <p:cNvGrpSpPr/>
          <p:nvPr/>
        </p:nvGrpSpPr>
        <p:grpSpPr>
          <a:xfrm>
            <a:off x="4133691" y="519573"/>
            <a:ext cx="2667863" cy="369332"/>
            <a:chOff x="4133687" y="519573"/>
            <a:chExt cx="2667863" cy="369331"/>
          </a:xfrm>
        </p:grpSpPr>
        <p:sp>
          <p:nvSpPr>
            <p:cNvPr id="94" name="!! 副标题">
              <a:hlinkClick r:id="rId32" action="ppaction://hlinksldjump"/>
              <a:extLst>
                <a:ext uri="{FF2B5EF4-FFF2-40B4-BE49-F238E27FC236}">
                  <a16:creationId xmlns:a16="http://schemas.microsoft.com/office/drawing/2014/main" id="{26D7C445-27EA-BD19-800C-47155F82CB7F}"/>
                </a:ext>
              </a:extLst>
            </p:cNvPr>
            <p:cNvSpPr txBox="1"/>
            <p:nvPr/>
          </p:nvSpPr>
          <p:spPr>
            <a:xfrm>
              <a:off x="4393644" y="519573"/>
              <a:ext cx="2407906" cy="369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/>
                <a:t>关于此</a:t>
              </a:r>
              <a:r>
                <a:rPr lang="en-US" altLang="zh-CN" dirty="0"/>
                <a:t>Pad</a:t>
              </a:r>
              <a:endParaRPr lang="zh-CN" altLang="en-US" dirty="0"/>
            </a:p>
          </p:txBody>
        </p:sp>
        <p:pic>
          <p:nvPicPr>
            <p:cNvPr id="95" name="图形 94">
              <a:hlinkClick r:id="rId32" action="ppaction://hlinksldjump"/>
              <a:extLst>
                <a:ext uri="{FF2B5EF4-FFF2-40B4-BE49-F238E27FC236}">
                  <a16:creationId xmlns:a16="http://schemas.microsoft.com/office/drawing/2014/main" id="{083642E7-B737-FE9F-7ADF-0E986AFD1892}"/>
                </a:ext>
              </a:extLst>
            </p:cNvPr>
            <p:cNvPicPr/>
            <p:nvPr/>
          </p:nvPicPr>
          <p:blipFill>
            <a:blip r:embed="rId33">
              <a:extLst>
                <a:ext uri="{96DAC541-7B7A-43D3-8B79-37D633B846F1}">
                  <asvg:svgBlip xmlns:asvg="http://schemas.microsoft.com/office/drawing/2016/SVG/main" r:embed="rId34"/>
                </a:ext>
              </a:extLst>
            </a:blip>
            <a:stretch>
              <a:fillRect/>
            </a:stretch>
          </p:blipFill>
          <p:spPr>
            <a:xfrm>
              <a:off x="4133687" y="584302"/>
              <a:ext cx="241776" cy="241776"/>
            </a:xfrm>
            <a:prstGeom prst="rect">
              <a:avLst/>
            </a:prstGeom>
          </p:spPr>
        </p:pic>
      </p:grpSp>
      <p:grpSp>
        <p:nvGrpSpPr>
          <p:cNvPr id="96" name="!! 显示">
            <a:extLst>
              <a:ext uri="{FF2B5EF4-FFF2-40B4-BE49-F238E27FC236}">
                <a16:creationId xmlns:a16="http://schemas.microsoft.com/office/drawing/2014/main" id="{1A2DEEF2-8440-1DB7-5060-E891FB40DE1B}"/>
              </a:ext>
            </a:extLst>
          </p:cNvPr>
          <p:cNvGrpSpPr/>
          <p:nvPr/>
        </p:nvGrpSpPr>
        <p:grpSpPr>
          <a:xfrm>
            <a:off x="470871" y="3706575"/>
            <a:ext cx="2552892" cy="457924"/>
            <a:chOff x="462453" y="2623554"/>
            <a:chExt cx="2552892" cy="457924"/>
          </a:xfrm>
        </p:grpSpPr>
        <p:sp>
          <p:nvSpPr>
            <p:cNvPr id="97" name="!! 未选中">
              <a:hlinkClick r:id="rId35" action="ppaction://hlinksldjump"/>
              <a:extLst>
                <a:ext uri="{FF2B5EF4-FFF2-40B4-BE49-F238E27FC236}">
                  <a16:creationId xmlns:a16="http://schemas.microsoft.com/office/drawing/2014/main" id="{CB4BC708-9FAB-99D4-AA12-3BC1BFFEBED8}"/>
                </a:ext>
              </a:extLst>
            </p:cNvPr>
            <p:cNvSpPr/>
            <p:nvPr/>
          </p:nvSpPr>
          <p:spPr>
            <a:xfrm>
              <a:off x="462453" y="2623554"/>
              <a:ext cx="2552892" cy="457924"/>
            </a:xfrm>
            <a:prstGeom prst="roundRect">
              <a:avLst>
                <a:gd name="adj" fmla="val 22880"/>
              </a:avLst>
            </a:prstGeom>
            <a:solidFill>
              <a:schemeClr val="bg2"/>
            </a:solidFill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1998" defTabSz="914377">
                <a:defRPr/>
              </a:pPr>
              <a:r>
                <a:rPr lang="zh-CN" altLang="en-US" sz="1400" dirty="0">
                  <a:solidFill>
                    <a:schemeClr val="tx1">
                      <a:lumMod val="90000"/>
                      <a:lumOff val="10000"/>
                    </a:schemeClr>
                  </a:solidFill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      显示</a:t>
              </a:r>
            </a:p>
          </p:txBody>
        </p:sp>
        <p:grpSp>
          <p:nvGrpSpPr>
            <p:cNvPr id="98" name="组合 97">
              <a:extLst>
                <a:ext uri="{FF2B5EF4-FFF2-40B4-BE49-F238E27FC236}">
                  <a16:creationId xmlns:a16="http://schemas.microsoft.com/office/drawing/2014/main" id="{26EC344A-5F76-5CAB-3096-BF2EBC97BFC0}"/>
                </a:ext>
              </a:extLst>
            </p:cNvPr>
            <p:cNvGrpSpPr/>
            <p:nvPr/>
          </p:nvGrpSpPr>
          <p:grpSpPr>
            <a:xfrm>
              <a:off x="600851" y="2735577"/>
              <a:ext cx="245090" cy="245090"/>
              <a:chOff x="3449581" y="2374787"/>
              <a:chExt cx="263638" cy="263638"/>
            </a:xfrm>
          </p:grpSpPr>
          <p:sp>
            <p:nvSpPr>
              <p:cNvPr id="99" name="椭圆 98">
                <a:extLst>
                  <a:ext uri="{FF2B5EF4-FFF2-40B4-BE49-F238E27FC236}">
                    <a16:creationId xmlns:a16="http://schemas.microsoft.com/office/drawing/2014/main" id="{9B0A56CF-744E-BEB8-969F-24FDB6276F50}"/>
                  </a:ext>
                </a:extLst>
              </p:cNvPr>
              <p:cNvSpPr/>
              <p:nvPr/>
            </p:nvSpPr>
            <p:spPr>
              <a:xfrm>
                <a:off x="3449581" y="2374787"/>
                <a:ext cx="263638" cy="263638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100" name="icon">
                <a:extLst>
                  <a:ext uri="{FF2B5EF4-FFF2-40B4-BE49-F238E27FC236}">
                    <a16:creationId xmlns:a16="http://schemas.microsoft.com/office/drawing/2014/main" id="{3FA8A1F1-3CEF-2D49-8CF2-A445EDF0B5B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6">
                <a:extLst>
                  <a:ext uri="{96DAC541-7B7A-43D3-8B79-37D633B846F1}">
                    <asvg:svgBlip xmlns:asvg="http://schemas.microsoft.com/office/drawing/2016/SVG/main" r:embed="rId37"/>
                  </a:ext>
                </a:extLst>
              </a:blip>
              <a:srcRect/>
              <a:stretch/>
            </p:blipFill>
            <p:spPr>
              <a:xfrm>
                <a:off x="3513869" y="2435878"/>
                <a:ext cx="143060" cy="143060"/>
              </a:xfrm>
              <a:prstGeom prst="rect">
                <a:avLst/>
              </a:prstGeom>
            </p:spPr>
          </p:pic>
        </p:grpSp>
      </p:grpSp>
      <p:grpSp>
        <p:nvGrpSpPr>
          <p:cNvPr id="101" name="!! App">
            <a:extLst>
              <a:ext uri="{FF2B5EF4-FFF2-40B4-BE49-F238E27FC236}">
                <a16:creationId xmlns:a16="http://schemas.microsoft.com/office/drawing/2014/main" id="{ACA9FF71-5A43-7999-0812-AF7D4E670682}"/>
              </a:ext>
            </a:extLst>
          </p:cNvPr>
          <p:cNvGrpSpPr/>
          <p:nvPr/>
        </p:nvGrpSpPr>
        <p:grpSpPr>
          <a:xfrm>
            <a:off x="476549" y="2282681"/>
            <a:ext cx="2552892" cy="457924"/>
            <a:chOff x="462453" y="2623554"/>
            <a:chExt cx="2552892" cy="457924"/>
          </a:xfrm>
        </p:grpSpPr>
        <p:sp>
          <p:nvSpPr>
            <p:cNvPr id="102" name="!! 未选中">
              <a:hlinkClick r:id="rId38" action="ppaction://hlinksldjump"/>
              <a:extLst>
                <a:ext uri="{FF2B5EF4-FFF2-40B4-BE49-F238E27FC236}">
                  <a16:creationId xmlns:a16="http://schemas.microsoft.com/office/drawing/2014/main" id="{6D47EDBD-3004-FDB3-DFF8-BFEF746D7076}"/>
                </a:ext>
              </a:extLst>
            </p:cNvPr>
            <p:cNvSpPr/>
            <p:nvPr/>
          </p:nvSpPr>
          <p:spPr>
            <a:xfrm>
              <a:off x="462453" y="2623554"/>
              <a:ext cx="2552892" cy="457924"/>
            </a:xfrm>
            <a:prstGeom prst="roundRect">
              <a:avLst>
                <a:gd name="adj" fmla="val 22880"/>
              </a:avLst>
            </a:prstGeom>
            <a:solidFill>
              <a:schemeClr val="bg2"/>
            </a:solidFill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1998" defTabSz="914377">
                <a:defRPr/>
              </a:pPr>
              <a:r>
                <a:rPr lang="zh-CN" altLang="en-US" sz="1400" dirty="0">
                  <a:solidFill>
                    <a:schemeClr val="tx1">
                      <a:lumMod val="90000"/>
                      <a:lumOff val="10000"/>
                    </a:schemeClr>
                  </a:solidFill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      应用与模块</a:t>
              </a:r>
            </a:p>
          </p:txBody>
        </p:sp>
        <p:grpSp>
          <p:nvGrpSpPr>
            <p:cNvPr id="103" name="组合 102">
              <a:extLst>
                <a:ext uri="{FF2B5EF4-FFF2-40B4-BE49-F238E27FC236}">
                  <a16:creationId xmlns:a16="http://schemas.microsoft.com/office/drawing/2014/main" id="{A34EA234-98A3-58DA-0CBE-758C3E30742F}"/>
                </a:ext>
              </a:extLst>
            </p:cNvPr>
            <p:cNvGrpSpPr/>
            <p:nvPr/>
          </p:nvGrpSpPr>
          <p:grpSpPr>
            <a:xfrm>
              <a:off x="600851" y="2735577"/>
              <a:ext cx="245090" cy="245090"/>
              <a:chOff x="3449581" y="2374787"/>
              <a:chExt cx="263638" cy="263638"/>
            </a:xfrm>
          </p:grpSpPr>
          <p:sp>
            <p:nvSpPr>
              <p:cNvPr id="104" name="椭圆 103">
                <a:extLst>
                  <a:ext uri="{FF2B5EF4-FFF2-40B4-BE49-F238E27FC236}">
                    <a16:creationId xmlns:a16="http://schemas.microsoft.com/office/drawing/2014/main" id="{856F695F-9A70-FD48-FE6E-37A4E774444B}"/>
                  </a:ext>
                </a:extLst>
              </p:cNvPr>
              <p:cNvSpPr/>
              <p:nvPr/>
            </p:nvSpPr>
            <p:spPr>
              <a:xfrm>
                <a:off x="3449581" y="2374787"/>
                <a:ext cx="263638" cy="263638"/>
              </a:xfrm>
              <a:prstGeom prst="ellipse">
                <a:avLst/>
              </a:prstGeom>
              <a:solidFill>
                <a:schemeClr val="accent3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105" name="icon">
                <a:extLst>
                  <a:ext uri="{FF2B5EF4-FFF2-40B4-BE49-F238E27FC236}">
                    <a16:creationId xmlns:a16="http://schemas.microsoft.com/office/drawing/2014/main" id="{3B05FB01-E6AD-F1B8-8E67-CD514E92A83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9">
                <a:extLst>
                  <a:ext uri="{96DAC541-7B7A-43D3-8B79-37D633B846F1}">
                    <asvg:svgBlip xmlns:asvg="http://schemas.microsoft.com/office/drawing/2016/SVG/main" r:embed="rId40"/>
                  </a:ext>
                </a:extLst>
              </a:blip>
              <a:srcRect/>
              <a:stretch/>
            </p:blipFill>
            <p:spPr>
              <a:xfrm>
                <a:off x="3513869" y="2435878"/>
                <a:ext cx="143060" cy="143060"/>
              </a:xfrm>
              <a:prstGeom prst="rect">
                <a:avLst/>
              </a:prstGeom>
            </p:spPr>
          </p:pic>
        </p:grpSp>
      </p:grpSp>
      <p:grpSp>
        <p:nvGrpSpPr>
          <p:cNvPr id="106" name="!! 电池">
            <a:extLst>
              <a:ext uri="{FF2B5EF4-FFF2-40B4-BE49-F238E27FC236}">
                <a16:creationId xmlns:a16="http://schemas.microsoft.com/office/drawing/2014/main" id="{AFB427B9-8BF9-D127-34CC-D1241D0BB553}"/>
              </a:ext>
            </a:extLst>
          </p:cNvPr>
          <p:cNvGrpSpPr/>
          <p:nvPr/>
        </p:nvGrpSpPr>
        <p:grpSpPr>
          <a:xfrm>
            <a:off x="470871" y="2852627"/>
            <a:ext cx="2552892" cy="457924"/>
            <a:chOff x="462453" y="2623554"/>
            <a:chExt cx="2552892" cy="457924"/>
          </a:xfrm>
        </p:grpSpPr>
        <p:sp>
          <p:nvSpPr>
            <p:cNvPr id="107" name="!! 未选中">
              <a:hlinkClick r:id="rId41" action="ppaction://hlinksldjump"/>
              <a:extLst>
                <a:ext uri="{FF2B5EF4-FFF2-40B4-BE49-F238E27FC236}">
                  <a16:creationId xmlns:a16="http://schemas.microsoft.com/office/drawing/2014/main" id="{E07D2E9B-DED7-6452-EEDB-F24FB6EDB6AF}"/>
                </a:ext>
              </a:extLst>
            </p:cNvPr>
            <p:cNvSpPr/>
            <p:nvPr/>
          </p:nvSpPr>
          <p:spPr>
            <a:xfrm>
              <a:off x="462453" y="2623554"/>
              <a:ext cx="2552892" cy="457924"/>
            </a:xfrm>
            <a:prstGeom prst="roundRect">
              <a:avLst>
                <a:gd name="adj" fmla="val 22880"/>
              </a:avLst>
            </a:prstGeom>
            <a:solidFill>
              <a:schemeClr val="bg2"/>
            </a:solidFill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1998" defTabSz="914377">
                <a:defRPr/>
              </a:pPr>
              <a:r>
                <a:rPr lang="zh-CN" altLang="en-US" sz="1400" dirty="0">
                  <a:solidFill>
                    <a:schemeClr val="tx1">
                      <a:lumMod val="90000"/>
                      <a:lumOff val="10000"/>
                    </a:schemeClr>
                  </a:solidFill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      电池</a:t>
              </a:r>
            </a:p>
          </p:txBody>
        </p:sp>
        <p:grpSp>
          <p:nvGrpSpPr>
            <p:cNvPr id="108" name="组合 107">
              <a:extLst>
                <a:ext uri="{FF2B5EF4-FFF2-40B4-BE49-F238E27FC236}">
                  <a16:creationId xmlns:a16="http://schemas.microsoft.com/office/drawing/2014/main" id="{414EA489-E244-7C9E-EC7E-25A484B41171}"/>
                </a:ext>
              </a:extLst>
            </p:cNvPr>
            <p:cNvGrpSpPr/>
            <p:nvPr/>
          </p:nvGrpSpPr>
          <p:grpSpPr>
            <a:xfrm>
              <a:off x="600851" y="2735577"/>
              <a:ext cx="245090" cy="245090"/>
              <a:chOff x="3449581" y="2374787"/>
              <a:chExt cx="263638" cy="263638"/>
            </a:xfrm>
          </p:grpSpPr>
          <p:sp>
            <p:nvSpPr>
              <p:cNvPr id="109" name="椭圆 108">
                <a:extLst>
                  <a:ext uri="{FF2B5EF4-FFF2-40B4-BE49-F238E27FC236}">
                    <a16:creationId xmlns:a16="http://schemas.microsoft.com/office/drawing/2014/main" id="{55BA2324-77CA-6BF0-39B8-2F2C5D96266E}"/>
                  </a:ext>
                </a:extLst>
              </p:cNvPr>
              <p:cNvSpPr/>
              <p:nvPr/>
            </p:nvSpPr>
            <p:spPr>
              <a:xfrm>
                <a:off x="3449581" y="2374787"/>
                <a:ext cx="263638" cy="263638"/>
              </a:xfrm>
              <a:prstGeom prst="ellipse">
                <a:avLst/>
              </a:prstGeom>
              <a:solidFill>
                <a:srgbClr val="3ADE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110" name="icon">
                <a:extLst>
                  <a:ext uri="{FF2B5EF4-FFF2-40B4-BE49-F238E27FC236}">
                    <a16:creationId xmlns:a16="http://schemas.microsoft.com/office/drawing/2014/main" id="{4BCF7245-04CF-A6EF-580A-5DF196A4D38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2">
                <a:extLst>
                  <a:ext uri="{96DAC541-7B7A-43D3-8B79-37D633B846F1}">
                    <asvg:svgBlip xmlns:asvg="http://schemas.microsoft.com/office/drawing/2016/SVG/main" r:embed="rId43"/>
                  </a:ext>
                </a:extLst>
              </a:blip>
              <a:srcRect/>
              <a:stretch/>
            </p:blipFill>
            <p:spPr>
              <a:xfrm>
                <a:off x="3513869" y="2435878"/>
                <a:ext cx="143060" cy="143060"/>
              </a:xfrm>
              <a:prstGeom prst="rect">
                <a:avLst/>
              </a:prstGeom>
            </p:spPr>
          </p:pic>
        </p:grpSp>
      </p:grpSp>
      <p:sp>
        <p:nvSpPr>
          <p:cNvPr id="111" name="!! 个性化">
            <a:extLst>
              <a:ext uri="{FF2B5EF4-FFF2-40B4-BE49-F238E27FC236}">
                <a16:creationId xmlns:a16="http://schemas.microsoft.com/office/drawing/2014/main" id="{5601EA53-ACF7-6634-3CC0-CBCC74C65091}"/>
              </a:ext>
            </a:extLst>
          </p:cNvPr>
          <p:cNvSpPr txBox="1"/>
          <p:nvPr/>
        </p:nvSpPr>
        <p:spPr>
          <a:xfrm>
            <a:off x="470872" y="3444966"/>
            <a:ext cx="11113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dirty="0">
                <a:solidFill>
                  <a:schemeClr val="bg1">
                    <a:lumMod val="50000"/>
                  </a:schemeClr>
                </a:solidFill>
              </a:rPr>
              <a:t>个性化</a:t>
            </a:r>
          </a:p>
        </p:txBody>
      </p:sp>
      <p:sp>
        <p:nvSpPr>
          <p:cNvPr id="112" name="文本框 111">
            <a:extLst>
              <a:ext uri="{FF2B5EF4-FFF2-40B4-BE49-F238E27FC236}">
                <a16:creationId xmlns:a16="http://schemas.microsoft.com/office/drawing/2014/main" id="{B56D4687-541E-4C25-C1C1-F67C482D2B76}"/>
              </a:ext>
            </a:extLst>
          </p:cNvPr>
          <p:cNvSpPr txBox="1"/>
          <p:nvPr/>
        </p:nvSpPr>
        <p:spPr>
          <a:xfrm>
            <a:off x="462454" y="2020809"/>
            <a:ext cx="11113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dirty="0">
                <a:solidFill>
                  <a:schemeClr val="bg1">
                    <a:lumMod val="50000"/>
                  </a:schemeClr>
                </a:solidFill>
              </a:rPr>
              <a:t>网络与连接</a:t>
            </a:r>
          </a:p>
        </p:txBody>
      </p:sp>
      <p:sp>
        <p:nvSpPr>
          <p:cNvPr id="113" name="文本框 112">
            <a:extLst>
              <a:ext uri="{FF2B5EF4-FFF2-40B4-BE49-F238E27FC236}">
                <a16:creationId xmlns:a16="http://schemas.microsoft.com/office/drawing/2014/main" id="{70D3FDA6-8944-D6C0-549C-D10E80C348A4}"/>
              </a:ext>
            </a:extLst>
          </p:cNvPr>
          <p:cNvSpPr txBox="1"/>
          <p:nvPr/>
        </p:nvSpPr>
        <p:spPr>
          <a:xfrm>
            <a:off x="462455" y="4033431"/>
            <a:ext cx="11113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dirty="0">
                <a:solidFill>
                  <a:schemeClr val="bg1">
                    <a:lumMod val="50000"/>
                  </a:schemeClr>
                </a:solidFill>
              </a:rPr>
              <a:t>系统与安全</a:t>
            </a:r>
          </a:p>
        </p:txBody>
      </p:sp>
      <p:grpSp>
        <p:nvGrpSpPr>
          <p:cNvPr id="114" name="!! 软件更新">
            <a:extLst>
              <a:ext uri="{FF2B5EF4-FFF2-40B4-BE49-F238E27FC236}">
                <a16:creationId xmlns:a16="http://schemas.microsoft.com/office/drawing/2014/main" id="{E46F6B99-9788-6A42-3E0C-B061483E86F8}"/>
              </a:ext>
            </a:extLst>
          </p:cNvPr>
          <p:cNvGrpSpPr/>
          <p:nvPr/>
        </p:nvGrpSpPr>
        <p:grpSpPr>
          <a:xfrm>
            <a:off x="462455" y="4299750"/>
            <a:ext cx="2552892" cy="457924"/>
            <a:chOff x="481145" y="1890767"/>
            <a:chExt cx="2552892" cy="457924"/>
          </a:xfrm>
        </p:grpSpPr>
        <p:sp>
          <p:nvSpPr>
            <p:cNvPr id="115" name="!! 未选中">
              <a:hlinkClick r:id="rId44" action="ppaction://hlinksldjump"/>
              <a:extLst>
                <a:ext uri="{FF2B5EF4-FFF2-40B4-BE49-F238E27FC236}">
                  <a16:creationId xmlns:a16="http://schemas.microsoft.com/office/drawing/2014/main" id="{178C5AFA-B7D1-D1E0-1C20-C3A3639D95D6}"/>
                </a:ext>
              </a:extLst>
            </p:cNvPr>
            <p:cNvSpPr/>
            <p:nvPr/>
          </p:nvSpPr>
          <p:spPr>
            <a:xfrm>
              <a:off x="481145" y="1890767"/>
              <a:ext cx="2552892" cy="457924"/>
            </a:xfrm>
            <a:prstGeom prst="roundRect">
              <a:avLst>
                <a:gd name="adj" fmla="val 22880"/>
              </a:avLst>
            </a:prstGeom>
            <a:solidFill>
              <a:schemeClr val="bg2"/>
            </a:solidFill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1998" defTabSz="914377">
                <a:defRPr/>
              </a:pPr>
              <a:r>
                <a:rPr lang="zh-CN" altLang="en-US" sz="1400" dirty="0">
                  <a:solidFill>
                    <a:schemeClr val="tx1"/>
                  </a:solidFill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      系统更新</a:t>
              </a:r>
            </a:p>
          </p:txBody>
        </p:sp>
        <p:pic>
          <p:nvPicPr>
            <p:cNvPr id="116" name="icon">
              <a:extLst>
                <a:ext uri="{FF2B5EF4-FFF2-40B4-BE49-F238E27FC236}">
                  <a16:creationId xmlns:a16="http://schemas.microsoft.com/office/drawing/2014/main" id="{2B42174B-748E-7FF9-0C6E-0D441168BB0B}"/>
                </a:ext>
              </a:extLst>
            </p:cNvPr>
            <p:cNvPicPr>
              <a:picLocks noChangeAspect="1"/>
            </p:cNvPicPr>
            <p:nvPr/>
          </p:nvPicPr>
          <p:blipFill>
            <a:blip r:embed="rId45">
              <a:extLst>
                <a:ext uri="{96DAC541-7B7A-43D3-8B79-37D633B846F1}">
                  <asvg:svgBlip xmlns:asvg="http://schemas.microsoft.com/office/drawing/2016/SVG/main" r:embed="rId46"/>
                </a:ext>
              </a:extLst>
            </a:blip>
            <a:srcRect/>
            <a:stretch/>
          </p:blipFill>
          <p:spPr>
            <a:xfrm>
              <a:off x="623508" y="2001148"/>
              <a:ext cx="237162" cy="237162"/>
            </a:xfrm>
            <a:prstGeom prst="rect">
              <a:avLst/>
            </a:prstGeom>
          </p:spPr>
        </p:pic>
      </p:grpSp>
      <p:grpSp>
        <p:nvGrpSpPr>
          <p:cNvPr id="117" name="!! 更多连接">
            <a:extLst>
              <a:ext uri="{FF2B5EF4-FFF2-40B4-BE49-F238E27FC236}">
                <a16:creationId xmlns:a16="http://schemas.microsoft.com/office/drawing/2014/main" id="{860EE797-9B4F-3C04-A641-AE0B555C58DE}"/>
              </a:ext>
            </a:extLst>
          </p:cNvPr>
          <p:cNvGrpSpPr/>
          <p:nvPr/>
        </p:nvGrpSpPr>
        <p:grpSpPr>
          <a:xfrm>
            <a:off x="462454" y="3410531"/>
            <a:ext cx="2552892" cy="457924"/>
            <a:chOff x="462453" y="2623554"/>
            <a:chExt cx="2552892" cy="457924"/>
          </a:xfrm>
        </p:grpSpPr>
        <p:sp>
          <p:nvSpPr>
            <p:cNvPr id="118" name="!! 未选中">
              <a:hlinkClick r:id="rId47" action="ppaction://hlinksldjump"/>
              <a:extLst>
                <a:ext uri="{FF2B5EF4-FFF2-40B4-BE49-F238E27FC236}">
                  <a16:creationId xmlns:a16="http://schemas.microsoft.com/office/drawing/2014/main" id="{762FF99D-536E-513D-7C6F-B05829749BA2}"/>
                </a:ext>
              </a:extLst>
            </p:cNvPr>
            <p:cNvSpPr/>
            <p:nvPr/>
          </p:nvSpPr>
          <p:spPr>
            <a:xfrm>
              <a:off x="462453" y="2623554"/>
              <a:ext cx="2552892" cy="457924"/>
            </a:xfrm>
            <a:prstGeom prst="roundRect">
              <a:avLst>
                <a:gd name="adj" fmla="val 22880"/>
              </a:avLst>
            </a:prstGeom>
            <a:solidFill>
              <a:schemeClr val="bg2"/>
            </a:solidFill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1998" defTabSz="914377">
                <a:defRPr/>
              </a:pPr>
              <a:r>
                <a:rPr lang="zh-CN" altLang="en-US" sz="1400" dirty="0">
                  <a:solidFill>
                    <a:schemeClr val="tx1">
                      <a:lumMod val="90000"/>
                      <a:lumOff val="10000"/>
                    </a:schemeClr>
                  </a:solidFill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      更多连接</a:t>
              </a:r>
            </a:p>
          </p:txBody>
        </p:sp>
        <p:grpSp>
          <p:nvGrpSpPr>
            <p:cNvPr id="119" name="组合 118">
              <a:extLst>
                <a:ext uri="{FF2B5EF4-FFF2-40B4-BE49-F238E27FC236}">
                  <a16:creationId xmlns:a16="http://schemas.microsoft.com/office/drawing/2014/main" id="{8F36DDF1-BF47-BCA8-77F8-0084FD5BDBC5}"/>
                </a:ext>
              </a:extLst>
            </p:cNvPr>
            <p:cNvGrpSpPr/>
            <p:nvPr/>
          </p:nvGrpSpPr>
          <p:grpSpPr>
            <a:xfrm>
              <a:off x="600851" y="2735577"/>
              <a:ext cx="245090" cy="245090"/>
              <a:chOff x="3449581" y="2374787"/>
              <a:chExt cx="263638" cy="263638"/>
            </a:xfrm>
          </p:grpSpPr>
          <p:sp>
            <p:nvSpPr>
              <p:cNvPr id="120" name="椭圆 119">
                <a:extLst>
                  <a:ext uri="{FF2B5EF4-FFF2-40B4-BE49-F238E27FC236}">
                    <a16:creationId xmlns:a16="http://schemas.microsoft.com/office/drawing/2014/main" id="{CD10F04B-A45C-C6BD-5096-AC6FF721BEEF}"/>
                  </a:ext>
                </a:extLst>
              </p:cNvPr>
              <p:cNvSpPr/>
              <p:nvPr/>
            </p:nvSpPr>
            <p:spPr>
              <a:xfrm>
                <a:off x="3449581" y="2374787"/>
                <a:ext cx="263638" cy="263638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121" name="icon">
                <a:extLst>
                  <a:ext uri="{FF2B5EF4-FFF2-40B4-BE49-F238E27FC236}">
                    <a16:creationId xmlns:a16="http://schemas.microsoft.com/office/drawing/2014/main" id="{DC78BF7B-BCAD-4971-6970-68D5E5836EF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8">
                <a:extLst>
                  <a:ext uri="{96DAC541-7B7A-43D3-8B79-37D633B846F1}">
                    <asvg:svgBlip xmlns:asvg="http://schemas.microsoft.com/office/drawing/2016/SVG/main" r:embed="rId49"/>
                  </a:ext>
                </a:extLst>
              </a:blip>
              <a:srcRect/>
              <a:stretch/>
            </p:blipFill>
            <p:spPr>
              <a:xfrm>
                <a:off x="3513774" y="2433849"/>
                <a:ext cx="143060" cy="143060"/>
              </a:xfrm>
              <a:prstGeom prst="rect">
                <a:avLst/>
              </a:prstGeom>
            </p:spPr>
          </p:pic>
        </p:grpSp>
      </p:grpSp>
      <p:sp>
        <p:nvSpPr>
          <p:cNvPr id="122" name="!! 更多">
            <a:extLst>
              <a:ext uri="{FF2B5EF4-FFF2-40B4-BE49-F238E27FC236}">
                <a16:creationId xmlns:a16="http://schemas.microsoft.com/office/drawing/2014/main" id="{23A0AADA-07C0-E33D-4AA6-0CBCFF719EE7}"/>
              </a:ext>
            </a:extLst>
          </p:cNvPr>
          <p:cNvSpPr txBox="1"/>
          <p:nvPr/>
        </p:nvSpPr>
        <p:spPr>
          <a:xfrm>
            <a:off x="1310353" y="6016666"/>
            <a:ext cx="85443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100" dirty="0">
                <a:solidFill>
                  <a:schemeClr val="accent1"/>
                </a:solidFill>
              </a:rPr>
              <a:t>下一页</a:t>
            </a:r>
          </a:p>
        </p:txBody>
      </p:sp>
      <p:grpSp>
        <p:nvGrpSpPr>
          <p:cNvPr id="123" name="!! 蓝牙">
            <a:extLst>
              <a:ext uri="{FF2B5EF4-FFF2-40B4-BE49-F238E27FC236}">
                <a16:creationId xmlns:a16="http://schemas.microsoft.com/office/drawing/2014/main" id="{1F05E8BC-8550-5B7A-6BCA-EB88AE2EFAB7}"/>
              </a:ext>
            </a:extLst>
          </p:cNvPr>
          <p:cNvGrpSpPr/>
          <p:nvPr/>
        </p:nvGrpSpPr>
        <p:grpSpPr>
          <a:xfrm>
            <a:off x="462453" y="2846581"/>
            <a:ext cx="2552892" cy="457924"/>
            <a:chOff x="462452" y="2059603"/>
            <a:chExt cx="2552892" cy="457924"/>
          </a:xfrm>
        </p:grpSpPr>
        <p:sp>
          <p:nvSpPr>
            <p:cNvPr id="124" name="!! 未选中">
              <a:hlinkClick r:id="rId50" action="ppaction://hlinksldjump"/>
              <a:extLst>
                <a:ext uri="{FF2B5EF4-FFF2-40B4-BE49-F238E27FC236}">
                  <a16:creationId xmlns:a16="http://schemas.microsoft.com/office/drawing/2014/main" id="{B5326BDD-4385-D126-EF5A-3649EFD79C37}"/>
                </a:ext>
              </a:extLst>
            </p:cNvPr>
            <p:cNvSpPr/>
            <p:nvPr/>
          </p:nvSpPr>
          <p:spPr>
            <a:xfrm>
              <a:off x="462452" y="2059603"/>
              <a:ext cx="2552892" cy="457924"/>
            </a:xfrm>
            <a:prstGeom prst="roundRect">
              <a:avLst>
                <a:gd name="adj" fmla="val 22880"/>
              </a:avLst>
            </a:prstGeom>
            <a:solidFill>
              <a:schemeClr val="bg2"/>
            </a:solidFill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1998" defTabSz="914377">
                <a:defRPr/>
              </a:pPr>
              <a:r>
                <a:rPr lang="zh-CN" altLang="en-US" sz="1400" dirty="0">
                  <a:solidFill>
                    <a:schemeClr val="tx1">
                      <a:lumMod val="90000"/>
                      <a:lumOff val="10000"/>
                    </a:schemeClr>
                  </a:solidFill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      蓝牙</a:t>
              </a:r>
            </a:p>
          </p:txBody>
        </p:sp>
        <p:pic>
          <p:nvPicPr>
            <p:cNvPr id="125" name="图形 124">
              <a:extLst>
                <a:ext uri="{FF2B5EF4-FFF2-40B4-BE49-F238E27FC236}">
                  <a16:creationId xmlns:a16="http://schemas.microsoft.com/office/drawing/2014/main" id="{8A16C332-B90E-881D-CDD7-28B477D2DD74}"/>
                </a:ext>
              </a:extLst>
            </p:cNvPr>
            <p:cNvPicPr>
              <a:picLocks noChangeAspect="1"/>
            </p:cNvPicPr>
            <p:nvPr/>
          </p:nvPicPr>
          <p:blipFill>
            <a:blip r:embed="rId51">
              <a:extLst>
                <a:ext uri="{96DAC541-7B7A-43D3-8B79-37D633B846F1}">
                  <asvg:svgBlip xmlns:asvg="http://schemas.microsoft.com/office/drawing/2016/SVG/main" r:embed="rId52"/>
                </a:ext>
              </a:extLst>
            </a:blip>
            <a:stretch>
              <a:fillRect/>
            </a:stretch>
          </p:blipFill>
          <p:spPr>
            <a:xfrm>
              <a:off x="600851" y="2174279"/>
              <a:ext cx="237166" cy="237166"/>
            </a:xfrm>
            <a:prstGeom prst="rect">
              <a:avLst/>
            </a:prstGeom>
          </p:spPr>
        </p:pic>
      </p:grpSp>
      <p:grpSp>
        <p:nvGrpSpPr>
          <p:cNvPr id="126" name="!! WLAN">
            <a:extLst>
              <a:ext uri="{FF2B5EF4-FFF2-40B4-BE49-F238E27FC236}">
                <a16:creationId xmlns:a16="http://schemas.microsoft.com/office/drawing/2014/main" id="{037B0490-1E85-6863-B3D5-DDA7C2AC94B8}"/>
              </a:ext>
            </a:extLst>
          </p:cNvPr>
          <p:cNvGrpSpPr/>
          <p:nvPr/>
        </p:nvGrpSpPr>
        <p:grpSpPr>
          <a:xfrm>
            <a:off x="462453" y="2282631"/>
            <a:ext cx="2552892" cy="457924"/>
            <a:chOff x="462452" y="1495653"/>
            <a:chExt cx="2552892" cy="457924"/>
          </a:xfrm>
        </p:grpSpPr>
        <p:grpSp>
          <p:nvGrpSpPr>
            <p:cNvPr id="127" name="!! WLAN">
              <a:extLst>
                <a:ext uri="{FF2B5EF4-FFF2-40B4-BE49-F238E27FC236}">
                  <a16:creationId xmlns:a16="http://schemas.microsoft.com/office/drawing/2014/main" id="{90F1AE5A-1EDA-F926-D6C2-4E2E29AD7F8C}"/>
                </a:ext>
              </a:extLst>
            </p:cNvPr>
            <p:cNvGrpSpPr/>
            <p:nvPr/>
          </p:nvGrpSpPr>
          <p:grpSpPr>
            <a:xfrm>
              <a:off x="462452" y="1495653"/>
              <a:ext cx="2552892" cy="457924"/>
              <a:chOff x="462452" y="1495653"/>
              <a:chExt cx="2552892" cy="457924"/>
            </a:xfrm>
          </p:grpSpPr>
          <p:sp>
            <p:nvSpPr>
              <p:cNvPr id="129" name="!! 未选中">
                <a:hlinkClick r:id="rId53" action="ppaction://hlinksldjump"/>
                <a:extLst>
                  <a:ext uri="{FF2B5EF4-FFF2-40B4-BE49-F238E27FC236}">
                    <a16:creationId xmlns:a16="http://schemas.microsoft.com/office/drawing/2014/main" id="{B0D7C477-5C07-0958-6A02-042B928228B6}"/>
                  </a:ext>
                </a:extLst>
              </p:cNvPr>
              <p:cNvSpPr/>
              <p:nvPr/>
            </p:nvSpPr>
            <p:spPr>
              <a:xfrm>
                <a:off x="462452" y="1495653"/>
                <a:ext cx="2552892" cy="457924"/>
              </a:xfrm>
              <a:prstGeom prst="roundRect">
                <a:avLst>
                  <a:gd name="adj" fmla="val 22880"/>
                </a:avLst>
              </a:prstGeom>
              <a:solidFill>
                <a:schemeClr val="bg2"/>
              </a:solidFill>
              <a:ln w="6350"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71998" defTabSz="914377">
                  <a:defRPr/>
                </a:pPr>
                <a:r>
                  <a:rPr lang="zh-CN" altLang="en-US" sz="1400" dirty="0">
                    <a:solidFill>
                      <a:schemeClr val="tx1">
                        <a:lumMod val="90000"/>
                        <a:lumOff val="10000"/>
                      </a:schemeClr>
                    </a:solidFill>
                    <a:latin typeface="vivo Sans Light" panose="02000400000000000000" pitchFamily="2" charset="-122"/>
                    <a:ea typeface="vivo Sans Light" panose="02000400000000000000" pitchFamily="2" charset="-122"/>
                    <a:cs typeface="vivo Sans Light" panose="02000400000000000000" pitchFamily="2" charset="-122"/>
                  </a:rPr>
                  <a:t>      无线局域网</a:t>
                </a:r>
              </a:p>
            </p:txBody>
          </p:sp>
          <p:pic>
            <p:nvPicPr>
              <p:cNvPr id="130" name="icon">
                <a:extLst>
                  <a:ext uri="{FF2B5EF4-FFF2-40B4-BE49-F238E27FC236}">
                    <a16:creationId xmlns:a16="http://schemas.microsoft.com/office/drawing/2014/main" id="{088A6CA0-D243-3BCA-6D5B-F591016BA4F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4">
                <a:extLst>
                  <a:ext uri="{96DAC541-7B7A-43D3-8B79-37D633B846F1}">
                    <asvg:svgBlip xmlns:asvg="http://schemas.microsoft.com/office/drawing/2016/SVG/main" r:embed="rId55"/>
                  </a:ext>
                </a:extLst>
              </a:blip>
              <a:srcRect/>
              <a:stretch/>
            </p:blipFill>
            <p:spPr>
              <a:xfrm>
                <a:off x="638475" y="1636367"/>
                <a:ext cx="169842" cy="169842"/>
              </a:xfrm>
              <a:prstGeom prst="rect">
                <a:avLst/>
              </a:prstGeom>
            </p:spPr>
          </p:pic>
        </p:grpSp>
        <p:pic>
          <p:nvPicPr>
            <p:cNvPr id="128" name="图形 127">
              <a:extLst>
                <a:ext uri="{FF2B5EF4-FFF2-40B4-BE49-F238E27FC236}">
                  <a16:creationId xmlns:a16="http://schemas.microsoft.com/office/drawing/2014/main" id="{B37F53F7-682C-CC06-EE4C-8D5EBF9F1B60}"/>
                </a:ext>
              </a:extLst>
            </p:cNvPr>
            <p:cNvPicPr>
              <a:picLocks noChangeAspect="1"/>
            </p:cNvPicPr>
            <p:nvPr/>
          </p:nvPicPr>
          <p:blipFill>
            <a:blip r:embed="rId56">
              <a:extLst>
                <a:ext uri="{96DAC541-7B7A-43D3-8B79-37D633B846F1}">
                  <asvg:svgBlip xmlns:asvg="http://schemas.microsoft.com/office/drawing/2016/SVG/main" r:embed="rId57"/>
                </a:ext>
              </a:extLst>
            </a:blip>
            <a:stretch>
              <a:fillRect/>
            </a:stretch>
          </p:blipFill>
          <p:spPr>
            <a:xfrm>
              <a:off x="600489" y="1593839"/>
              <a:ext cx="245452" cy="245452"/>
            </a:xfrm>
            <a:prstGeom prst="rect">
              <a:avLst/>
            </a:prstGeom>
          </p:spPr>
        </p:pic>
      </p:grpSp>
      <p:grpSp>
        <p:nvGrpSpPr>
          <p:cNvPr id="131" name="!! 关于">
            <a:extLst>
              <a:ext uri="{FF2B5EF4-FFF2-40B4-BE49-F238E27FC236}">
                <a16:creationId xmlns:a16="http://schemas.microsoft.com/office/drawing/2014/main" id="{8E0DA88F-0E92-88BE-3515-155ABC982631}"/>
              </a:ext>
            </a:extLst>
          </p:cNvPr>
          <p:cNvGrpSpPr/>
          <p:nvPr/>
        </p:nvGrpSpPr>
        <p:grpSpPr>
          <a:xfrm>
            <a:off x="461126" y="5442791"/>
            <a:ext cx="2552892" cy="457924"/>
            <a:chOff x="453977" y="4076722"/>
            <a:chExt cx="2552892" cy="457924"/>
          </a:xfrm>
        </p:grpSpPr>
        <p:sp>
          <p:nvSpPr>
            <p:cNvPr id="132" name="!! 未选中">
              <a:hlinkClick r:id="rId58" action="ppaction://hlinksldjump"/>
              <a:extLst>
                <a:ext uri="{FF2B5EF4-FFF2-40B4-BE49-F238E27FC236}">
                  <a16:creationId xmlns:a16="http://schemas.microsoft.com/office/drawing/2014/main" id="{F448C5DD-320E-8C62-6549-06D44CF878E0}"/>
                </a:ext>
              </a:extLst>
            </p:cNvPr>
            <p:cNvSpPr/>
            <p:nvPr/>
          </p:nvSpPr>
          <p:spPr>
            <a:xfrm>
              <a:off x="453977" y="4076722"/>
              <a:ext cx="2552892" cy="457924"/>
            </a:xfrm>
            <a:prstGeom prst="roundRect">
              <a:avLst>
                <a:gd name="adj" fmla="val 22880"/>
              </a:avLst>
            </a:prstGeom>
            <a:solidFill>
              <a:schemeClr val="tx1">
                <a:lumMod val="10000"/>
                <a:lumOff val="90000"/>
              </a:schemeClr>
            </a:solidFill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1998" defTabSz="914377">
                <a:defRPr/>
              </a:pPr>
              <a:r>
                <a:rPr lang="zh-CN" altLang="en-US" sz="1400" dirty="0">
                  <a:solidFill>
                    <a:schemeClr val="tx1">
                      <a:lumMod val="90000"/>
                      <a:lumOff val="10000"/>
                    </a:schemeClr>
                  </a:solidFill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      关于此</a:t>
              </a:r>
              <a:r>
                <a:rPr lang="en-US" altLang="zh-CN" sz="1400" dirty="0">
                  <a:solidFill>
                    <a:schemeClr val="tx1">
                      <a:lumMod val="90000"/>
                      <a:lumOff val="10000"/>
                    </a:schemeClr>
                  </a:solidFill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Pad</a:t>
              </a:r>
              <a:endParaRPr lang="zh-CN" altLang="en-US" sz="1400" dirty="0">
                <a:solidFill>
                  <a:schemeClr val="tx1">
                    <a:lumMod val="90000"/>
                    <a:lumOff val="10000"/>
                  </a:schemeClr>
                </a:solidFill>
                <a:latin typeface="vivo Sans Light" panose="02000400000000000000" pitchFamily="2" charset="-122"/>
                <a:ea typeface="vivo Sans Light" panose="02000400000000000000" pitchFamily="2" charset="-122"/>
                <a:cs typeface="vivo Sans Light" panose="02000400000000000000" pitchFamily="2" charset="-122"/>
              </a:endParaRPr>
            </a:p>
          </p:txBody>
        </p:sp>
        <p:pic>
          <p:nvPicPr>
            <p:cNvPr id="133" name="图形 132">
              <a:extLst>
                <a:ext uri="{FF2B5EF4-FFF2-40B4-BE49-F238E27FC236}">
                  <a16:creationId xmlns:a16="http://schemas.microsoft.com/office/drawing/2014/main" id="{0AC35236-2F6C-EAF3-D012-737EC89C6AFC}"/>
                </a:ext>
              </a:extLst>
            </p:cNvPr>
            <p:cNvPicPr>
              <a:picLocks noChangeAspect="1"/>
            </p:cNvPicPr>
            <p:nvPr/>
          </p:nvPicPr>
          <p:blipFill>
            <a:blip r:embed="rId59">
              <a:extLst>
                <a:ext uri="{96DAC541-7B7A-43D3-8B79-37D633B846F1}">
                  <asvg:svgBlip xmlns:asvg="http://schemas.microsoft.com/office/drawing/2016/SVG/main" r:embed="rId60"/>
                </a:ext>
              </a:extLst>
            </a:blip>
            <a:stretch>
              <a:fillRect/>
            </a:stretch>
          </p:blipFill>
          <p:spPr>
            <a:xfrm flipV="1">
              <a:off x="599323" y="4190280"/>
              <a:ext cx="238694" cy="238694"/>
            </a:xfrm>
            <a:prstGeom prst="rect">
              <a:avLst/>
            </a:prstGeom>
          </p:spPr>
        </p:pic>
      </p:grpSp>
      <p:grpSp>
        <p:nvGrpSpPr>
          <p:cNvPr id="134" name="!! 保护">
            <a:extLst>
              <a:ext uri="{FF2B5EF4-FFF2-40B4-BE49-F238E27FC236}">
                <a16:creationId xmlns:a16="http://schemas.microsoft.com/office/drawing/2014/main" id="{EC8CAF59-EADE-7B69-4692-D1DC6DAF3F11}"/>
              </a:ext>
            </a:extLst>
          </p:cNvPr>
          <p:cNvGrpSpPr/>
          <p:nvPr/>
        </p:nvGrpSpPr>
        <p:grpSpPr>
          <a:xfrm>
            <a:off x="461126" y="4868915"/>
            <a:ext cx="2552892" cy="457924"/>
            <a:chOff x="462453" y="2623554"/>
            <a:chExt cx="2552892" cy="457924"/>
          </a:xfrm>
        </p:grpSpPr>
        <p:sp>
          <p:nvSpPr>
            <p:cNvPr id="135" name="!! 未选中">
              <a:hlinkClick r:id="rId61" action="ppaction://hlinksldjump"/>
              <a:extLst>
                <a:ext uri="{FF2B5EF4-FFF2-40B4-BE49-F238E27FC236}">
                  <a16:creationId xmlns:a16="http://schemas.microsoft.com/office/drawing/2014/main" id="{9D0691DE-4135-458B-181B-F82801E51104}"/>
                </a:ext>
              </a:extLst>
            </p:cNvPr>
            <p:cNvSpPr/>
            <p:nvPr/>
          </p:nvSpPr>
          <p:spPr>
            <a:xfrm>
              <a:off x="462453" y="2623554"/>
              <a:ext cx="2552892" cy="457924"/>
            </a:xfrm>
            <a:prstGeom prst="roundRect">
              <a:avLst>
                <a:gd name="adj" fmla="val 22880"/>
              </a:avLst>
            </a:prstGeom>
            <a:solidFill>
              <a:schemeClr val="bg2"/>
            </a:solidFill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1998" defTabSz="914377">
                <a:defRPr/>
              </a:pPr>
              <a:r>
                <a:rPr lang="zh-CN" altLang="en-US" sz="1400" dirty="0">
                  <a:solidFill>
                    <a:schemeClr val="tx1">
                      <a:lumMod val="90000"/>
                      <a:lumOff val="10000"/>
                    </a:schemeClr>
                  </a:solidFill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      设备安全性</a:t>
              </a:r>
            </a:p>
          </p:txBody>
        </p:sp>
        <p:grpSp>
          <p:nvGrpSpPr>
            <p:cNvPr id="136" name="组合 135">
              <a:extLst>
                <a:ext uri="{FF2B5EF4-FFF2-40B4-BE49-F238E27FC236}">
                  <a16:creationId xmlns:a16="http://schemas.microsoft.com/office/drawing/2014/main" id="{16F46F1C-ACEA-D4CE-9C52-6AE6A7B5A055}"/>
                </a:ext>
              </a:extLst>
            </p:cNvPr>
            <p:cNvGrpSpPr/>
            <p:nvPr/>
          </p:nvGrpSpPr>
          <p:grpSpPr>
            <a:xfrm>
              <a:off x="600851" y="2735577"/>
              <a:ext cx="245090" cy="245090"/>
              <a:chOff x="3449581" y="2374787"/>
              <a:chExt cx="263638" cy="263638"/>
            </a:xfrm>
          </p:grpSpPr>
          <p:sp>
            <p:nvSpPr>
              <p:cNvPr id="137" name="椭圆 136">
                <a:extLst>
                  <a:ext uri="{FF2B5EF4-FFF2-40B4-BE49-F238E27FC236}">
                    <a16:creationId xmlns:a16="http://schemas.microsoft.com/office/drawing/2014/main" id="{89B2F586-8A6A-33BD-82CC-CCFB6087BA4C}"/>
                  </a:ext>
                </a:extLst>
              </p:cNvPr>
              <p:cNvSpPr/>
              <p:nvPr/>
            </p:nvSpPr>
            <p:spPr>
              <a:xfrm>
                <a:off x="3449581" y="2374787"/>
                <a:ext cx="263638" cy="263638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138" name="icon">
                <a:extLst>
                  <a:ext uri="{FF2B5EF4-FFF2-40B4-BE49-F238E27FC236}">
                    <a16:creationId xmlns:a16="http://schemas.microsoft.com/office/drawing/2014/main" id="{142CA15E-D040-3EBF-090F-5F89963073E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2">
                <a:extLst>
                  <a:ext uri="{96DAC541-7B7A-43D3-8B79-37D633B846F1}">
                    <asvg:svgBlip xmlns:asvg="http://schemas.microsoft.com/office/drawing/2016/SVG/main" r:embed="rId63"/>
                  </a:ext>
                </a:extLst>
              </a:blip>
              <a:srcRect/>
              <a:stretch/>
            </p:blipFill>
            <p:spPr>
              <a:xfrm>
                <a:off x="3513869" y="2435878"/>
                <a:ext cx="143060" cy="143060"/>
              </a:xfrm>
              <a:prstGeom prst="rect">
                <a:avLst/>
              </a:prstGeom>
            </p:spPr>
          </p:pic>
        </p:grpSp>
      </p:grpSp>
      <p:grpSp>
        <p:nvGrpSpPr>
          <p:cNvPr id="139" name="组合 138">
            <a:extLst>
              <a:ext uri="{FF2B5EF4-FFF2-40B4-BE49-F238E27FC236}">
                <a16:creationId xmlns:a16="http://schemas.microsoft.com/office/drawing/2014/main" id="{61F22E4B-1C5E-5409-8F3A-3858BDC8FD76}"/>
              </a:ext>
            </a:extLst>
          </p:cNvPr>
          <p:cNvGrpSpPr/>
          <p:nvPr/>
        </p:nvGrpSpPr>
        <p:grpSpPr>
          <a:xfrm>
            <a:off x="461126" y="1123111"/>
            <a:ext cx="2552892" cy="756471"/>
            <a:chOff x="461125" y="1123110"/>
            <a:chExt cx="2552892" cy="756471"/>
          </a:xfrm>
        </p:grpSpPr>
        <p:sp>
          <p:nvSpPr>
            <p:cNvPr id="140" name="矩形: 圆角 139">
              <a:hlinkClick r:id="rId64" action="ppaction://hlinksldjump"/>
              <a:extLst>
                <a:ext uri="{FF2B5EF4-FFF2-40B4-BE49-F238E27FC236}">
                  <a16:creationId xmlns:a16="http://schemas.microsoft.com/office/drawing/2014/main" id="{C4D3BD04-DDFA-3DE5-5628-AA7F5B1682D0}"/>
                </a:ext>
              </a:extLst>
            </p:cNvPr>
            <p:cNvSpPr/>
            <p:nvPr/>
          </p:nvSpPr>
          <p:spPr>
            <a:xfrm>
              <a:off x="461125" y="1123110"/>
              <a:ext cx="2552892" cy="756471"/>
            </a:xfrm>
            <a:prstGeom prst="roundRect">
              <a:avLst>
                <a:gd name="adj" fmla="val 13695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1" name="文本框 140">
              <a:extLst>
                <a:ext uri="{FF2B5EF4-FFF2-40B4-BE49-F238E27FC236}">
                  <a16:creationId xmlns:a16="http://schemas.microsoft.com/office/drawing/2014/main" id="{1326DAAE-7841-DBD0-B70B-6B92CEEA0307}"/>
                </a:ext>
              </a:extLst>
            </p:cNvPr>
            <p:cNvSpPr txBox="1"/>
            <p:nvPr/>
          </p:nvSpPr>
          <p:spPr>
            <a:xfrm>
              <a:off x="1119456" y="1283470"/>
              <a:ext cx="161993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dirty="0">
                  <a:latin typeface="+mn-ea"/>
                  <a:cs typeface="vivo Sans Light" panose="02000400000000000000" pitchFamily="2" charset="-122"/>
                </a:rPr>
                <a:t>雨夌</a:t>
              </a:r>
            </a:p>
          </p:txBody>
        </p:sp>
        <p:sp>
          <p:nvSpPr>
            <p:cNvPr id="142" name="文本框 141">
              <a:extLst>
                <a:ext uri="{FF2B5EF4-FFF2-40B4-BE49-F238E27FC236}">
                  <a16:creationId xmlns:a16="http://schemas.microsoft.com/office/drawing/2014/main" id="{8CADA9EF-D3E0-776E-243A-D2F80274B3C5}"/>
                </a:ext>
              </a:extLst>
            </p:cNvPr>
            <p:cNvSpPr txBox="1"/>
            <p:nvPr/>
          </p:nvSpPr>
          <p:spPr>
            <a:xfrm>
              <a:off x="1119456" y="1497658"/>
              <a:ext cx="161993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000" dirty="0">
                  <a:solidFill>
                    <a:schemeClr val="bg1">
                      <a:lumMod val="75000"/>
                    </a:schemeClr>
                  </a:solidFill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管理你的云账户</a:t>
              </a:r>
            </a:p>
          </p:txBody>
        </p:sp>
        <p:sp>
          <p:nvSpPr>
            <p:cNvPr id="143" name="!! 头像框">
              <a:extLst>
                <a:ext uri="{FF2B5EF4-FFF2-40B4-BE49-F238E27FC236}">
                  <a16:creationId xmlns:a16="http://schemas.microsoft.com/office/drawing/2014/main" id="{EB50A523-4977-0202-FB41-53B033F44861}"/>
                </a:ext>
              </a:extLst>
            </p:cNvPr>
            <p:cNvSpPr/>
            <p:nvPr/>
          </p:nvSpPr>
          <p:spPr>
            <a:xfrm>
              <a:off x="638475" y="1267548"/>
              <a:ext cx="463636" cy="463636"/>
            </a:xfrm>
            <a:prstGeom prst="ellipse">
              <a:avLst/>
            </a:prstGeom>
            <a:blipFill>
              <a:blip r:embed="rId65"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77">
                <a:defRPr/>
              </a:pPr>
              <a:endParaRPr lang="zh-CN" altLang="en-US">
                <a:solidFill>
                  <a:srgbClr val="F5F5F5"/>
                </a:solidFill>
                <a:latin typeface="vivo Sans"/>
                <a:ea typeface="vivo San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447869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1" nodeType="clickEffect">
                                  <p:stCondLst>
                                    <p:cond delay="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15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15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xit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15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0" presetClass="exit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15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0" presetClass="exit" presetSubtype="0" fill="hold" grpId="1" nodeType="withEffect">
                                  <p:stCondLst>
                                    <p:cond delay="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15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0" presetClass="exit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15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0" presetClass="exit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15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0" presetClass="exit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15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35" presetClass="path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30" dur="33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1" presetID="35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32" dur="33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3" presetID="35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34" dur="33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5" presetID="35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36" dur="33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7" presetID="35" presetClass="path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38" dur="33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9" presetID="35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40" dur="33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1" presetID="35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42" dur="330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35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44" dur="330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5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5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5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5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63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5 0 E" pathEditMode="fixed" ptsTypes="">
                                      <p:cBhvr>
                                        <p:cTn id="58" dur="330" spd="-1000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9" presetID="63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5 0 E" pathEditMode="fixed" ptsTypes="">
                                      <p:cBhvr>
                                        <p:cTn id="60" dur="330" spd="-1000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1" presetID="63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5 0 E" pathEditMode="fixed" ptsTypes="">
                                      <p:cBhvr>
                                        <p:cTn id="62" dur="330" spd="-1000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3" presetID="63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5 0 E" pathEditMode="fixed" ptsTypes="">
                                      <p:cBhvr>
                                        <p:cTn id="64" dur="330" spd="-1000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3" nodeType="click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5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5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15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15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3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15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5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15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15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35" presetClass="path" presetSubtype="0" decel="10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92" dur="330" spd="-1000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3" presetID="35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94" dur="330" spd="-1000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5" presetID="35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96" dur="330" spd="-1000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7" presetID="35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98" dur="330" spd="-1000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9" presetID="35" presetClass="path" presetSubtype="0" decel="10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100" dur="330" spd="-1000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1" presetID="35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102" dur="330" spd="-1000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3" presetID="35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104" dur="330" spd="-100000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5" presetID="35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106" dur="330" spd="-100000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7" presetID="10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8" dur="15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1" dur="15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4" dur="15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7" dur="15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63" presetClass="path" presetSubtype="0" decel="10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5 0 E" pathEditMode="relative" ptsTypes="">
                                      <p:cBhvr>
                                        <p:cTn id="120" dur="33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1" presetID="63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5 0 E" pathEditMode="relative" ptsTypes="">
                                      <p:cBhvr>
                                        <p:cTn id="122" dur="33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3" presetID="63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5 0 E" pathEditMode="relative" ptsTypes="">
                                      <p:cBhvr>
                                        <p:cTn id="124" dur="33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5" presetID="63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5 0 E" pathEditMode="relative" ptsTypes="">
                                      <p:cBhvr>
                                        <p:cTn id="126" dur="33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2"/>
                  </p:tgtEl>
                </p:cond>
              </p:nextCondLst>
            </p:seq>
          </p:childTnLst>
        </p:cTn>
      </p:par>
    </p:tnLst>
    <p:bldLst>
      <p:bldP spid="111" grpId="0"/>
      <p:bldP spid="111" grpId="1"/>
      <p:bldP spid="111" grpId="2"/>
      <p:bldP spid="111" grpId="3"/>
      <p:bldP spid="112" grpId="0"/>
      <p:bldP spid="112" grpId="1"/>
      <p:bldP spid="112" grpId="2"/>
      <p:bldP spid="112" grpId="3"/>
      <p:bldP spid="113" grpId="0"/>
      <p:bldP spid="113" grpId="1"/>
      <p:bldP spid="113" grpId="2"/>
      <p:bldP spid="113" grpId="3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ECBBB9-E2BE-8CF3-2D78-377F90BE9F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!! 背景板">
            <a:extLst>
              <a:ext uri="{FF2B5EF4-FFF2-40B4-BE49-F238E27FC236}">
                <a16:creationId xmlns:a16="http://schemas.microsoft.com/office/drawing/2014/main" id="{FD6B1F31-3AAD-C228-E72C-DCA813AE930B}"/>
              </a:ext>
            </a:extLst>
          </p:cNvPr>
          <p:cNvSpPr/>
          <p:nvPr/>
        </p:nvSpPr>
        <p:spPr>
          <a:xfrm>
            <a:off x="-10160" y="0"/>
            <a:ext cx="12192000" cy="6858000"/>
          </a:xfrm>
          <a:prstGeom prst="rect">
            <a:avLst/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>
              <a:defRPr/>
            </a:pPr>
            <a:endParaRPr lang="zh-CN" altLang="en-US" dirty="0">
              <a:solidFill>
                <a:srgbClr val="F5F5F5"/>
              </a:solidFill>
              <a:latin typeface="vivo Sans"/>
              <a:ea typeface="vivo Sans"/>
            </a:endParaRPr>
          </a:p>
        </p:txBody>
      </p:sp>
      <p:grpSp>
        <p:nvGrpSpPr>
          <p:cNvPr id="25" name="!! 大标题">
            <a:extLst>
              <a:ext uri="{FF2B5EF4-FFF2-40B4-BE49-F238E27FC236}">
                <a16:creationId xmlns:a16="http://schemas.microsoft.com/office/drawing/2014/main" id="{3FCF4561-2B86-B888-8D18-C0DAF007798F}"/>
              </a:ext>
            </a:extLst>
          </p:cNvPr>
          <p:cNvGrpSpPr/>
          <p:nvPr/>
        </p:nvGrpSpPr>
        <p:grpSpPr>
          <a:xfrm>
            <a:off x="462457" y="484334"/>
            <a:ext cx="796551" cy="461665"/>
            <a:chOff x="3079753" y="1375827"/>
            <a:chExt cx="673782" cy="461665"/>
          </a:xfrm>
        </p:grpSpPr>
        <p:sp>
          <p:nvSpPr>
            <p:cNvPr id="27" name="!! 标题符">
              <a:extLst>
                <a:ext uri="{FF2B5EF4-FFF2-40B4-BE49-F238E27FC236}">
                  <a16:creationId xmlns:a16="http://schemas.microsoft.com/office/drawing/2014/main" id="{F74865F4-20A8-0FB4-8D62-68E01C906D3C}"/>
                </a:ext>
              </a:extLst>
            </p:cNvPr>
            <p:cNvSpPr/>
            <p:nvPr/>
          </p:nvSpPr>
          <p:spPr>
            <a:xfrm>
              <a:off x="3146905" y="1685496"/>
              <a:ext cx="551700" cy="1255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defTabSz="457189">
                <a:defRPr/>
              </a:pPr>
              <a:endParaRPr lang="zh-CN" altLang="en-US">
                <a:solidFill>
                  <a:srgbClr val="FFFFFF"/>
                </a:solidFill>
                <a:latin typeface="OPPOSans R"/>
                <a:ea typeface="OPPOSans R"/>
              </a:endParaRPr>
            </a:p>
          </p:txBody>
        </p:sp>
        <p:sp>
          <p:nvSpPr>
            <p:cNvPr id="28" name="!! 标题">
              <a:extLst>
                <a:ext uri="{FF2B5EF4-FFF2-40B4-BE49-F238E27FC236}">
                  <a16:creationId xmlns:a16="http://schemas.microsoft.com/office/drawing/2014/main" id="{2FA778E9-BBD2-C31C-D9EE-E673192F0FD4}"/>
                </a:ext>
              </a:extLst>
            </p:cNvPr>
            <p:cNvSpPr txBox="1"/>
            <p:nvPr/>
          </p:nvSpPr>
          <p:spPr>
            <a:xfrm>
              <a:off x="3079753" y="1375827"/>
              <a:ext cx="67378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457189">
                <a:defRPr/>
              </a:pPr>
              <a:r>
                <a:rPr lang="zh-CN" altLang="en-US" sz="2400" dirty="0">
                  <a:solidFill>
                    <a:srgbClr val="000000">
                      <a:lumMod val="75000"/>
                      <a:lumOff val="25000"/>
                    </a:srgbClr>
                  </a:solidFill>
                  <a:latin typeface="vivo Sans Medium"/>
                  <a:ea typeface="vivo Sans Medium"/>
                </a:rPr>
                <a:t>设置</a:t>
              </a:r>
            </a:p>
          </p:txBody>
        </p:sp>
      </p:grpSp>
      <p:sp>
        <p:nvSpPr>
          <p:cNvPr id="2" name="!! 二级背景">
            <a:extLst>
              <a:ext uri="{FF2B5EF4-FFF2-40B4-BE49-F238E27FC236}">
                <a16:creationId xmlns:a16="http://schemas.microsoft.com/office/drawing/2014/main" id="{4AF7EBEE-51E8-2CCA-A07C-EED20E0250F8}"/>
              </a:ext>
            </a:extLst>
          </p:cNvPr>
          <p:cNvSpPr/>
          <p:nvPr/>
        </p:nvSpPr>
        <p:spPr>
          <a:xfrm>
            <a:off x="3594541" y="0"/>
            <a:ext cx="8597460" cy="6858000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>
              <a:defRPr/>
            </a:pPr>
            <a:endParaRPr lang="zh-CN" altLang="en-US" dirty="0">
              <a:solidFill>
                <a:srgbClr val="F5F5F5"/>
              </a:solidFill>
              <a:latin typeface="vivo Sans"/>
              <a:ea typeface="vivo Sans"/>
            </a:endParaRPr>
          </a:p>
        </p:txBody>
      </p:sp>
      <p:grpSp>
        <p:nvGrpSpPr>
          <p:cNvPr id="3" name="!! 关闭按钮">
            <a:extLst>
              <a:ext uri="{FF2B5EF4-FFF2-40B4-BE49-F238E27FC236}">
                <a16:creationId xmlns:a16="http://schemas.microsoft.com/office/drawing/2014/main" id="{5D7469AE-8B72-EF31-B807-B6FB6CCD24CF}"/>
              </a:ext>
            </a:extLst>
          </p:cNvPr>
          <p:cNvGrpSpPr/>
          <p:nvPr/>
        </p:nvGrpSpPr>
        <p:grpSpPr>
          <a:xfrm>
            <a:off x="2757496" y="569913"/>
            <a:ext cx="290511" cy="290511"/>
            <a:chOff x="2328464" y="3107859"/>
            <a:chExt cx="583223" cy="583223"/>
          </a:xfrm>
        </p:grpSpPr>
        <p:sp>
          <p:nvSpPr>
            <p:cNvPr id="4" name="矩形: 圆角 3">
              <a:hlinkClick r:id="rId3" action="ppaction://hlinksldjump"/>
              <a:extLst>
                <a:ext uri="{FF2B5EF4-FFF2-40B4-BE49-F238E27FC236}">
                  <a16:creationId xmlns:a16="http://schemas.microsoft.com/office/drawing/2014/main" id="{5C4D18E0-DA72-2827-5E01-82BD789D048D}"/>
                </a:ext>
              </a:extLst>
            </p:cNvPr>
            <p:cNvSpPr/>
            <p:nvPr/>
          </p:nvSpPr>
          <p:spPr>
            <a:xfrm>
              <a:off x="2328464" y="3107859"/>
              <a:ext cx="583223" cy="583223"/>
            </a:xfrm>
            <a:prstGeom prst="roundRect">
              <a:avLst>
                <a:gd name="adj" fmla="val 20771"/>
              </a:avLst>
            </a:prstGeom>
            <a:solidFill>
              <a:schemeClr val="bg2"/>
            </a:solidFill>
            <a:ln>
              <a:noFill/>
            </a:ln>
            <a:effectLst>
              <a:outerShdw blurRad="127000" sx="101000" sy="101000" algn="c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77">
                <a:defRPr/>
              </a:pPr>
              <a:endParaRPr lang="zh-CN" altLang="en-US">
                <a:solidFill>
                  <a:srgbClr val="F5F5F5"/>
                </a:solidFill>
                <a:latin typeface="vivo Sans"/>
                <a:ea typeface="vivo Sans"/>
              </a:endParaRPr>
            </a:p>
          </p:txBody>
        </p:sp>
        <p:pic>
          <p:nvPicPr>
            <p:cNvPr id="5" name="图形 4">
              <a:extLst>
                <a:ext uri="{FF2B5EF4-FFF2-40B4-BE49-F238E27FC236}">
                  <a16:creationId xmlns:a16="http://schemas.microsoft.com/office/drawing/2014/main" id="{36AE392F-5DE2-E5D6-8E0F-EB6D89F3E60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/>
          </p:blipFill>
          <p:spPr>
            <a:xfrm>
              <a:off x="2375480" y="3154875"/>
              <a:ext cx="489196" cy="489196"/>
            </a:xfrm>
            <a:prstGeom prst="rect">
              <a:avLst/>
            </a:prstGeom>
          </p:spPr>
        </p:pic>
      </p:grpSp>
      <p:grpSp>
        <p:nvGrpSpPr>
          <p:cNvPr id="19" name="!! 关闭按钮">
            <a:extLst>
              <a:ext uri="{FF2B5EF4-FFF2-40B4-BE49-F238E27FC236}">
                <a16:creationId xmlns:a16="http://schemas.microsoft.com/office/drawing/2014/main" id="{F7036777-350E-AA02-7D9E-3EF730F6A0E8}"/>
              </a:ext>
            </a:extLst>
          </p:cNvPr>
          <p:cNvGrpSpPr/>
          <p:nvPr/>
        </p:nvGrpSpPr>
        <p:grpSpPr>
          <a:xfrm>
            <a:off x="2333440" y="569913"/>
            <a:ext cx="290511" cy="290511"/>
            <a:chOff x="2328464" y="3107859"/>
            <a:chExt cx="583223" cy="583223"/>
          </a:xfrm>
        </p:grpSpPr>
        <p:sp>
          <p:nvSpPr>
            <p:cNvPr id="20" name="矩形: 圆角 19">
              <a:hlinkClick r:id="rId6" action="ppaction://hlinksldjump"/>
              <a:extLst>
                <a:ext uri="{FF2B5EF4-FFF2-40B4-BE49-F238E27FC236}">
                  <a16:creationId xmlns:a16="http://schemas.microsoft.com/office/drawing/2014/main" id="{36E50D0D-C3BD-ABAB-B002-985CDB50A5FA}"/>
                </a:ext>
              </a:extLst>
            </p:cNvPr>
            <p:cNvSpPr/>
            <p:nvPr/>
          </p:nvSpPr>
          <p:spPr>
            <a:xfrm>
              <a:off x="2328464" y="3107859"/>
              <a:ext cx="583223" cy="583223"/>
            </a:xfrm>
            <a:prstGeom prst="roundRect">
              <a:avLst>
                <a:gd name="adj" fmla="val 20771"/>
              </a:avLst>
            </a:prstGeom>
            <a:solidFill>
              <a:schemeClr val="bg2"/>
            </a:solidFill>
            <a:ln>
              <a:noFill/>
            </a:ln>
            <a:effectLst>
              <a:outerShdw blurRad="127000" sx="101000" sy="101000" algn="c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77">
                <a:defRPr/>
              </a:pPr>
              <a:endParaRPr lang="zh-CN" altLang="en-US">
                <a:solidFill>
                  <a:srgbClr val="F5F5F5"/>
                </a:solidFill>
                <a:latin typeface="vivo Sans"/>
                <a:ea typeface="vivo Sans"/>
              </a:endParaRPr>
            </a:p>
          </p:txBody>
        </p:sp>
        <p:pic>
          <p:nvPicPr>
            <p:cNvPr id="22" name="图形 21">
              <a:extLst>
                <a:ext uri="{FF2B5EF4-FFF2-40B4-BE49-F238E27FC236}">
                  <a16:creationId xmlns:a16="http://schemas.microsoft.com/office/drawing/2014/main" id="{1B7A7B22-57DE-B7A7-1D40-A1A2B0A0AF4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/>
          </p:blipFill>
          <p:spPr>
            <a:xfrm>
              <a:off x="2449200" y="3228595"/>
              <a:ext cx="341755" cy="341755"/>
            </a:xfrm>
            <a:prstGeom prst="rect">
              <a:avLst/>
            </a:prstGeom>
          </p:spPr>
        </p:pic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60F4A143-A7C1-FA1F-299F-C89CCC972BE1}"/>
              </a:ext>
            </a:extLst>
          </p:cNvPr>
          <p:cNvSpPr txBox="1"/>
          <p:nvPr/>
        </p:nvSpPr>
        <p:spPr>
          <a:xfrm>
            <a:off x="4198279" y="3174895"/>
            <a:ext cx="1375321" cy="5498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377">
              <a:lnSpc>
                <a:spcPct val="110000"/>
              </a:lnSpc>
              <a:defRPr/>
            </a:pPr>
            <a:r>
              <a:rPr lang="zh-CN" altLang="en-US" sz="1200" dirty="0">
                <a:solidFill>
                  <a:srgbClr val="F5F5F5">
                    <a:lumMod val="50000"/>
                  </a:srgbClr>
                </a:solidFill>
                <a:latin typeface="vivo Sans"/>
                <a:ea typeface="vivo Sans"/>
              </a:rPr>
              <a:t>型号代码</a:t>
            </a:r>
            <a:endParaRPr lang="en-US" altLang="zh-CN" sz="1200" dirty="0">
              <a:solidFill>
                <a:srgbClr val="F5F5F5">
                  <a:lumMod val="50000"/>
                </a:srgbClr>
              </a:solidFill>
              <a:latin typeface="vivo Sans"/>
              <a:ea typeface="vivo Sans"/>
            </a:endParaRPr>
          </a:p>
          <a:p>
            <a:pPr defTabSz="914377">
              <a:lnSpc>
                <a:spcPct val="110000"/>
              </a:lnSpc>
              <a:defRPr/>
            </a:pPr>
            <a:r>
              <a:rPr lang="en-US" altLang="zh-CN" sz="1600" dirty="0">
                <a:latin typeface="vivo Sans"/>
                <a:ea typeface="vivo Sans"/>
              </a:rPr>
              <a:t>L315PA</a:t>
            </a:r>
            <a:endParaRPr lang="zh-CN" altLang="en-US" sz="1600" dirty="0">
              <a:latin typeface="vivo Sans"/>
              <a:ea typeface="vivo Sans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AABFD37-C54A-10CF-9760-6166E0DF0D54}"/>
              </a:ext>
            </a:extLst>
          </p:cNvPr>
          <p:cNvSpPr txBox="1"/>
          <p:nvPr/>
        </p:nvSpPr>
        <p:spPr>
          <a:xfrm>
            <a:off x="7882272" y="3174895"/>
            <a:ext cx="2325688" cy="5498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377">
              <a:lnSpc>
                <a:spcPct val="110000"/>
              </a:lnSpc>
              <a:defRPr/>
            </a:pPr>
            <a:r>
              <a:rPr lang="zh-CN" altLang="en-US" sz="1200" dirty="0">
                <a:solidFill>
                  <a:srgbClr val="F5F5F5">
                    <a:lumMod val="50000"/>
                  </a:srgbClr>
                </a:solidFill>
                <a:latin typeface="vivo Sans"/>
                <a:ea typeface="vivo Sans"/>
              </a:rPr>
              <a:t>机型</a:t>
            </a:r>
            <a:endParaRPr lang="en-US" altLang="zh-CN" sz="1200" dirty="0">
              <a:solidFill>
                <a:srgbClr val="F5F5F5">
                  <a:lumMod val="50000"/>
                </a:srgbClr>
              </a:solidFill>
              <a:latin typeface="vivo Sans"/>
              <a:ea typeface="vivo Sans"/>
            </a:endParaRPr>
          </a:p>
          <a:p>
            <a:pPr defTabSz="914377">
              <a:lnSpc>
                <a:spcPct val="110000"/>
              </a:lnSpc>
              <a:defRPr/>
            </a:pPr>
            <a:r>
              <a:rPr lang="en-US" altLang="zh-CN" sz="1600" dirty="0">
                <a:latin typeface="vivo Sans"/>
                <a:ea typeface="vivo Sans"/>
              </a:rPr>
              <a:t>Pad</a:t>
            </a:r>
            <a:endParaRPr lang="zh-CN" altLang="en-US" sz="1600" dirty="0">
              <a:latin typeface="vivo Sans"/>
              <a:ea typeface="vivo Sans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2A953F0-5CB2-9F2A-F8CF-040B7992AF1D}"/>
              </a:ext>
            </a:extLst>
          </p:cNvPr>
          <p:cNvSpPr txBox="1"/>
          <p:nvPr/>
        </p:nvSpPr>
        <p:spPr>
          <a:xfrm>
            <a:off x="4198275" y="3719699"/>
            <a:ext cx="2404072" cy="5498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377">
              <a:lnSpc>
                <a:spcPct val="110000"/>
              </a:lnSpc>
              <a:defRPr/>
            </a:pPr>
            <a:r>
              <a:rPr lang="zh-CN" altLang="en-US" sz="1200" dirty="0">
                <a:solidFill>
                  <a:srgbClr val="F5F5F5">
                    <a:lumMod val="50000"/>
                  </a:srgbClr>
                </a:solidFill>
                <a:latin typeface="vivo Sans"/>
                <a:ea typeface="vivo Sans"/>
              </a:rPr>
              <a:t>系统版本</a:t>
            </a:r>
            <a:endParaRPr lang="en-US" altLang="zh-CN" sz="1200" dirty="0">
              <a:solidFill>
                <a:srgbClr val="F5F5F5">
                  <a:lumMod val="50000"/>
                </a:srgbClr>
              </a:solidFill>
              <a:latin typeface="vivo Sans"/>
              <a:ea typeface="vivo Sans"/>
            </a:endParaRPr>
          </a:p>
          <a:p>
            <a:pPr defTabSz="914377">
              <a:lnSpc>
                <a:spcPct val="110000"/>
              </a:lnSpc>
              <a:defRPr/>
            </a:pPr>
            <a:r>
              <a:rPr lang="en-US" altLang="zh-CN" sz="1600" dirty="0">
                <a:latin typeface="vivo Sans"/>
                <a:ea typeface="vivo Sans"/>
              </a:rPr>
              <a:t>5.0.0.beta.bf0</a:t>
            </a:r>
            <a:endParaRPr lang="zh-CN" altLang="en-US" sz="1600" dirty="0">
              <a:latin typeface="vivo Sans"/>
              <a:ea typeface="vivo Sans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5DE9297-B13E-3D65-561C-A5D5950AD0F2}"/>
              </a:ext>
            </a:extLst>
          </p:cNvPr>
          <p:cNvSpPr txBox="1"/>
          <p:nvPr/>
        </p:nvSpPr>
        <p:spPr>
          <a:xfrm>
            <a:off x="7882272" y="4391503"/>
            <a:ext cx="2325688" cy="5498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377">
              <a:lnSpc>
                <a:spcPct val="110000"/>
              </a:lnSpc>
              <a:defRPr/>
            </a:pPr>
            <a:r>
              <a:rPr lang="en-US" altLang="zh-CN" sz="1200" dirty="0">
                <a:solidFill>
                  <a:srgbClr val="F5F5F5">
                    <a:lumMod val="50000"/>
                  </a:srgbClr>
                </a:solidFill>
                <a:latin typeface="vivo Sans"/>
                <a:ea typeface="vivo Sans"/>
              </a:rPr>
              <a:t>OS 5 </a:t>
            </a:r>
            <a:r>
              <a:rPr lang="zh-CN" altLang="en-US" sz="1200" dirty="0">
                <a:solidFill>
                  <a:srgbClr val="F5F5F5">
                    <a:lumMod val="50000"/>
                  </a:srgbClr>
                </a:solidFill>
                <a:latin typeface="vivo Sans"/>
                <a:ea typeface="vivo Sans"/>
              </a:rPr>
              <a:t>项目成立日期</a:t>
            </a:r>
            <a:endParaRPr lang="en-US" altLang="zh-CN" sz="1200" dirty="0">
              <a:solidFill>
                <a:srgbClr val="F5F5F5">
                  <a:lumMod val="50000"/>
                </a:srgbClr>
              </a:solidFill>
              <a:latin typeface="vivo Sans"/>
              <a:ea typeface="vivo Sans"/>
            </a:endParaRPr>
          </a:p>
          <a:p>
            <a:pPr defTabSz="914377">
              <a:lnSpc>
                <a:spcPct val="110000"/>
              </a:lnSpc>
              <a:defRPr/>
            </a:pPr>
            <a:r>
              <a:rPr lang="en-US" altLang="zh-CN" sz="1600" dirty="0">
                <a:latin typeface="vivo Sans"/>
                <a:ea typeface="vivo Sans"/>
              </a:rPr>
              <a:t>2025-06-29</a:t>
            </a:r>
            <a:endParaRPr lang="zh-CN" altLang="en-US" sz="1600" dirty="0">
              <a:latin typeface="vivo Sans"/>
              <a:ea typeface="vivo Sans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722CB95-C136-4410-C89D-A3BFA7075C36}"/>
              </a:ext>
            </a:extLst>
          </p:cNvPr>
          <p:cNvSpPr txBox="1"/>
          <p:nvPr/>
        </p:nvSpPr>
        <p:spPr>
          <a:xfrm>
            <a:off x="4198275" y="4391503"/>
            <a:ext cx="2404072" cy="5498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377">
              <a:lnSpc>
                <a:spcPct val="110000"/>
              </a:lnSpc>
              <a:defRPr/>
            </a:pPr>
            <a:r>
              <a:rPr lang="zh-CN" altLang="en-US" sz="1200" dirty="0">
                <a:solidFill>
                  <a:srgbClr val="F5F5F5">
                    <a:lumMod val="50000"/>
                  </a:srgbClr>
                </a:solidFill>
                <a:latin typeface="vivo Sans"/>
                <a:ea typeface="vivo Sans"/>
              </a:rPr>
              <a:t>编译时间</a:t>
            </a:r>
            <a:endParaRPr lang="en-US" altLang="zh-CN" sz="1200" dirty="0">
              <a:solidFill>
                <a:srgbClr val="F5F5F5">
                  <a:lumMod val="50000"/>
                </a:srgbClr>
              </a:solidFill>
              <a:latin typeface="vivo Sans"/>
              <a:ea typeface="vivo Sans"/>
            </a:endParaRPr>
          </a:p>
          <a:p>
            <a:pPr defTabSz="914377">
              <a:lnSpc>
                <a:spcPct val="110000"/>
              </a:lnSpc>
              <a:defRPr/>
            </a:pPr>
            <a:r>
              <a:rPr lang="en-US" altLang="zh-CN" sz="1600" dirty="0">
                <a:latin typeface="vivo Sans"/>
                <a:ea typeface="vivo Sans"/>
              </a:rPr>
              <a:t>2025-08-24</a:t>
            </a:r>
            <a:endParaRPr lang="zh-CN" altLang="en-US" sz="1600" dirty="0">
              <a:latin typeface="vivo Sans"/>
              <a:ea typeface="vivo Sans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9BC10EB2-5EAC-B8A5-9A3A-553D59213908}"/>
              </a:ext>
            </a:extLst>
          </p:cNvPr>
          <p:cNvSpPr txBox="1"/>
          <p:nvPr/>
        </p:nvSpPr>
        <p:spPr>
          <a:xfrm>
            <a:off x="7882272" y="4941398"/>
            <a:ext cx="2404072" cy="5498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377">
              <a:lnSpc>
                <a:spcPct val="110000"/>
              </a:lnSpc>
              <a:defRPr/>
            </a:pPr>
            <a:r>
              <a:rPr lang="zh-CN" altLang="en-US" sz="1200" dirty="0">
                <a:solidFill>
                  <a:srgbClr val="F5F5F5">
                    <a:lumMod val="50000"/>
                  </a:srgbClr>
                </a:solidFill>
                <a:latin typeface="vivo Sans"/>
                <a:ea typeface="vivo Sans"/>
              </a:rPr>
              <a:t>内核版本</a:t>
            </a:r>
            <a:endParaRPr lang="en-US" altLang="zh-CN" sz="1200" dirty="0">
              <a:solidFill>
                <a:srgbClr val="F5F5F5">
                  <a:lumMod val="50000"/>
                </a:srgbClr>
              </a:solidFill>
              <a:latin typeface="vivo Sans"/>
              <a:ea typeface="vivo Sans"/>
            </a:endParaRPr>
          </a:p>
          <a:p>
            <a:pPr defTabSz="914377">
              <a:lnSpc>
                <a:spcPct val="110000"/>
              </a:lnSpc>
              <a:defRPr/>
            </a:pPr>
            <a:r>
              <a:rPr lang="en-US" altLang="zh-CN" sz="1600" dirty="0">
                <a:latin typeface="vivo Sans"/>
                <a:ea typeface="vivo Sans"/>
              </a:rPr>
              <a:t>2502 (18526.20086)</a:t>
            </a:r>
            <a:endParaRPr lang="zh-CN" altLang="en-US" sz="1600" dirty="0">
              <a:latin typeface="vivo Sans"/>
              <a:ea typeface="vivo Sans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8A5A26A6-1033-1F1F-3D1A-9D03CB68B634}"/>
              </a:ext>
            </a:extLst>
          </p:cNvPr>
          <p:cNvSpPr txBox="1"/>
          <p:nvPr/>
        </p:nvSpPr>
        <p:spPr>
          <a:xfrm>
            <a:off x="4198275" y="4941398"/>
            <a:ext cx="2325688" cy="5498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377">
              <a:lnSpc>
                <a:spcPct val="110000"/>
              </a:lnSpc>
              <a:defRPr/>
            </a:pPr>
            <a:r>
              <a:rPr lang="zh-CN" altLang="en-US" sz="1200" dirty="0">
                <a:solidFill>
                  <a:srgbClr val="F5F5F5">
                    <a:lumMod val="50000"/>
                  </a:srgbClr>
                </a:solidFill>
                <a:latin typeface="vivo Sans"/>
                <a:ea typeface="vivo Sans"/>
              </a:rPr>
              <a:t>内核</a:t>
            </a:r>
            <a:endParaRPr lang="en-US" altLang="zh-CN" sz="1200" dirty="0">
              <a:solidFill>
                <a:srgbClr val="F5F5F5">
                  <a:lumMod val="50000"/>
                </a:srgbClr>
              </a:solidFill>
              <a:latin typeface="vivo Sans"/>
              <a:ea typeface="vivo Sans"/>
            </a:endParaRPr>
          </a:p>
          <a:p>
            <a:pPr defTabSz="914377">
              <a:lnSpc>
                <a:spcPct val="110000"/>
              </a:lnSpc>
              <a:defRPr/>
            </a:pPr>
            <a:r>
              <a:rPr lang="en-US" altLang="zh-CN" sz="1600" dirty="0">
                <a:latin typeface="vivo Sans"/>
                <a:ea typeface="vivo Sans"/>
              </a:rPr>
              <a:t>Microsoft PowerPoint</a:t>
            </a:r>
            <a:endParaRPr lang="zh-CN" altLang="en-US" sz="1600" dirty="0">
              <a:latin typeface="vivo Sans"/>
              <a:ea typeface="vivo Sans"/>
            </a:endParaRPr>
          </a:p>
        </p:txBody>
      </p:sp>
      <p:cxnSp>
        <p:nvCxnSpPr>
          <p:cNvPr id="48" name="直接连接符 47">
            <a:extLst>
              <a:ext uri="{FF2B5EF4-FFF2-40B4-BE49-F238E27FC236}">
                <a16:creationId xmlns:a16="http://schemas.microsoft.com/office/drawing/2014/main" id="{20B4B54E-5ADF-0E25-0C94-D079E116BF4F}"/>
              </a:ext>
            </a:extLst>
          </p:cNvPr>
          <p:cNvCxnSpPr>
            <a:cxnSpLocks/>
          </p:cNvCxnSpPr>
          <p:nvPr/>
        </p:nvCxnSpPr>
        <p:spPr>
          <a:xfrm>
            <a:off x="4198278" y="4323255"/>
            <a:ext cx="7338405" cy="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49" name="文本框 48">
            <a:extLst>
              <a:ext uri="{FF2B5EF4-FFF2-40B4-BE49-F238E27FC236}">
                <a16:creationId xmlns:a16="http://schemas.microsoft.com/office/drawing/2014/main" id="{E5459898-C7EA-D3D8-701B-485CC096C612}"/>
              </a:ext>
            </a:extLst>
          </p:cNvPr>
          <p:cNvSpPr txBox="1"/>
          <p:nvPr/>
        </p:nvSpPr>
        <p:spPr>
          <a:xfrm>
            <a:off x="7882272" y="3721319"/>
            <a:ext cx="2404072" cy="5498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377">
              <a:lnSpc>
                <a:spcPct val="110000"/>
              </a:lnSpc>
              <a:defRPr/>
            </a:pPr>
            <a:r>
              <a:rPr lang="zh-CN" altLang="en-US" sz="1200" dirty="0">
                <a:solidFill>
                  <a:srgbClr val="F5F5F5">
                    <a:lumMod val="50000"/>
                  </a:srgbClr>
                </a:solidFill>
                <a:latin typeface="vivo Sans"/>
                <a:ea typeface="vivo Sans"/>
              </a:rPr>
              <a:t>限制</a:t>
            </a:r>
            <a:endParaRPr lang="en-US" altLang="zh-CN" sz="1200" dirty="0">
              <a:solidFill>
                <a:srgbClr val="F5F5F5">
                  <a:lumMod val="50000"/>
                </a:srgbClr>
              </a:solidFill>
              <a:latin typeface="vivo Sans"/>
              <a:ea typeface="vivo Sans"/>
            </a:endParaRPr>
          </a:p>
          <a:p>
            <a:pPr defTabSz="914377">
              <a:lnSpc>
                <a:spcPct val="110000"/>
              </a:lnSpc>
              <a:defRPr/>
            </a:pPr>
            <a:r>
              <a:rPr lang="zh-CN" altLang="en-US" sz="1600" dirty="0">
                <a:latin typeface="vivo Sans"/>
                <a:ea typeface="vivo Sans"/>
              </a:rPr>
              <a:t>演示</a:t>
            </a:r>
          </a:p>
        </p:txBody>
      </p:sp>
      <p:cxnSp>
        <p:nvCxnSpPr>
          <p:cNvPr id="50" name="直接连接符 49">
            <a:extLst>
              <a:ext uri="{FF2B5EF4-FFF2-40B4-BE49-F238E27FC236}">
                <a16:creationId xmlns:a16="http://schemas.microsoft.com/office/drawing/2014/main" id="{1D5DE3D6-2C67-DCFC-6DB2-F4004586D2CF}"/>
              </a:ext>
            </a:extLst>
          </p:cNvPr>
          <p:cNvCxnSpPr>
            <a:cxnSpLocks/>
          </p:cNvCxnSpPr>
          <p:nvPr/>
        </p:nvCxnSpPr>
        <p:spPr>
          <a:xfrm>
            <a:off x="4198278" y="5577091"/>
            <a:ext cx="7318811" cy="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grpSp>
        <p:nvGrpSpPr>
          <p:cNvPr id="29" name="返回">
            <a:extLst>
              <a:ext uri="{FF2B5EF4-FFF2-40B4-BE49-F238E27FC236}">
                <a16:creationId xmlns:a16="http://schemas.microsoft.com/office/drawing/2014/main" id="{C2F1A953-E888-6098-C452-C3ADF8146B95}"/>
              </a:ext>
            </a:extLst>
          </p:cNvPr>
          <p:cNvGrpSpPr/>
          <p:nvPr/>
        </p:nvGrpSpPr>
        <p:grpSpPr>
          <a:xfrm>
            <a:off x="4133691" y="519573"/>
            <a:ext cx="2667863" cy="369332"/>
            <a:chOff x="4133687" y="519573"/>
            <a:chExt cx="2667863" cy="369331"/>
          </a:xfrm>
        </p:grpSpPr>
        <p:sp>
          <p:nvSpPr>
            <p:cNvPr id="30" name="!! 副标题">
              <a:extLst>
                <a:ext uri="{FF2B5EF4-FFF2-40B4-BE49-F238E27FC236}">
                  <a16:creationId xmlns:a16="http://schemas.microsoft.com/office/drawing/2014/main" id="{5C94DC7E-BDDA-A763-CF96-FC54B33D5032}"/>
                </a:ext>
              </a:extLst>
            </p:cNvPr>
            <p:cNvSpPr txBox="1"/>
            <p:nvPr/>
          </p:nvSpPr>
          <p:spPr>
            <a:xfrm>
              <a:off x="4393644" y="519573"/>
              <a:ext cx="2407906" cy="369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/>
                <a:t>更多信息</a:t>
              </a:r>
            </a:p>
          </p:txBody>
        </p:sp>
        <p:pic>
          <p:nvPicPr>
            <p:cNvPr id="31" name="图形 30">
              <a:extLst>
                <a:ext uri="{FF2B5EF4-FFF2-40B4-BE49-F238E27FC236}">
                  <a16:creationId xmlns:a16="http://schemas.microsoft.com/office/drawing/2014/main" id="{2C9389E9-1110-54B5-CC6B-4A93F33DF358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4133687" y="584302"/>
              <a:ext cx="241776" cy="241776"/>
            </a:xfrm>
            <a:prstGeom prst="rect">
              <a:avLst/>
            </a:prstGeom>
          </p:spPr>
        </p:pic>
      </p:grpSp>
      <p:sp>
        <p:nvSpPr>
          <p:cNvPr id="56" name="!! 背景">
            <a:extLst>
              <a:ext uri="{FF2B5EF4-FFF2-40B4-BE49-F238E27FC236}">
                <a16:creationId xmlns:a16="http://schemas.microsoft.com/office/drawing/2014/main" id="{02602DEB-F982-0D88-88B7-7AC1F22EE964}"/>
              </a:ext>
            </a:extLst>
          </p:cNvPr>
          <p:cNvSpPr/>
          <p:nvPr/>
        </p:nvSpPr>
        <p:spPr>
          <a:xfrm>
            <a:off x="4255069" y="1130865"/>
            <a:ext cx="7276404" cy="1756328"/>
          </a:xfrm>
          <a:prstGeom prst="roundRect">
            <a:avLst>
              <a:gd name="adj" fmla="val 8034"/>
            </a:avLst>
          </a:prstGeom>
          <a:solidFill>
            <a:schemeClr val="bg2">
              <a:alpha val="95000"/>
            </a:schemeClr>
          </a:solidFill>
          <a:ln>
            <a:solidFill>
              <a:schemeClr val="accent1"/>
            </a:solidFill>
          </a:ln>
          <a:effectLst>
            <a:outerShdw blurRad="254000" algn="ctr" rotWithShape="0">
              <a:schemeClr val="accent1"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altLang="zh-CN" sz="3200" dirty="0">
                <a:solidFill>
                  <a:schemeClr val="accent1"/>
                </a:solidFill>
                <a:latin typeface="+mj-ea"/>
                <a:ea typeface="+mj-ea"/>
                <a:cs typeface="vivo Sans" panose="02000500000000000000" pitchFamily="2" charset="-122"/>
              </a:rPr>
              <a:t>Leaf OS </a:t>
            </a:r>
            <a:r>
              <a:rPr lang="en-US" altLang="zh-CN" sz="3200" dirty="0">
                <a:solidFill>
                  <a:schemeClr val="accent1"/>
                </a:solidFill>
                <a:latin typeface="vivo Sans Light" panose="02000400000000000000" pitchFamily="2" charset="-122"/>
                <a:ea typeface="vivo Sans Light" panose="02000400000000000000" pitchFamily="2" charset="-122"/>
                <a:cs typeface="vivo Sans Light" panose="02000400000000000000" pitchFamily="2" charset="-122"/>
              </a:rPr>
              <a:t>5</a:t>
            </a:r>
            <a:r>
              <a:rPr lang="en-US" altLang="zh-CN" sz="3200" dirty="0">
                <a:solidFill>
                  <a:schemeClr val="accent1"/>
                </a:solidFill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 </a:t>
            </a:r>
            <a:r>
              <a:rPr lang="en-US" altLang="zh-CN" sz="2000" dirty="0">
                <a:solidFill>
                  <a:schemeClr val="accent1">
                    <a:alpha val="50000"/>
                  </a:schemeClr>
                </a:solidFill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Beta</a:t>
            </a:r>
            <a:endParaRPr lang="zh-CN" altLang="en-US" sz="3200" dirty="0">
              <a:solidFill>
                <a:schemeClr val="accent1">
                  <a:alpha val="50000"/>
                </a:schemeClr>
              </a:solidFill>
              <a:latin typeface="vivo Sans" panose="02000500000000000000" pitchFamily="2" charset="-122"/>
              <a:ea typeface="vivo Sans" panose="02000500000000000000" pitchFamily="2" charset="-122"/>
              <a:cs typeface="vivo Sans" panose="02000500000000000000" pitchFamily="2" charset="-122"/>
            </a:endParaRPr>
          </a:p>
        </p:txBody>
      </p:sp>
      <p:grpSp>
        <p:nvGrpSpPr>
          <p:cNvPr id="26" name="!! dock右">
            <a:extLst>
              <a:ext uri="{FF2B5EF4-FFF2-40B4-BE49-F238E27FC236}">
                <a16:creationId xmlns:a16="http://schemas.microsoft.com/office/drawing/2014/main" id="{C6D1FDBE-F161-DFE8-4FEC-B321C943ECF9}"/>
              </a:ext>
            </a:extLst>
          </p:cNvPr>
          <p:cNvGrpSpPr/>
          <p:nvPr/>
        </p:nvGrpSpPr>
        <p:grpSpPr>
          <a:xfrm>
            <a:off x="4869920" y="7119572"/>
            <a:ext cx="2452159" cy="574899"/>
            <a:chOff x="7408333" y="5780624"/>
            <a:chExt cx="2452159" cy="704838"/>
          </a:xfrm>
        </p:grpSpPr>
        <p:sp useBgFill="1">
          <p:nvSpPr>
            <p:cNvPr id="55" name="!! 模糊">
              <a:extLst>
                <a:ext uri="{FF2B5EF4-FFF2-40B4-BE49-F238E27FC236}">
                  <a16:creationId xmlns:a16="http://schemas.microsoft.com/office/drawing/2014/main" id="{7EEBB0E4-DB2C-0C51-43DA-A910327981E9}"/>
                </a:ext>
              </a:extLst>
            </p:cNvPr>
            <p:cNvSpPr>
              <a:spLocks/>
            </p:cNvSpPr>
            <p:nvPr/>
          </p:nvSpPr>
          <p:spPr>
            <a:xfrm>
              <a:off x="7408333" y="5780624"/>
              <a:ext cx="2452159" cy="704838"/>
            </a:xfrm>
            <a:prstGeom prst="roundRect">
              <a:avLst>
                <a:gd name="adj" fmla="val 15000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189">
                <a:defRPr/>
              </a:pPr>
              <a:endParaRPr lang="zh-CN" altLang="en-US">
                <a:solidFill>
                  <a:srgbClr val="FFFFFF"/>
                </a:solidFill>
                <a:latin typeface="OPPOSans R"/>
                <a:ea typeface="OPPOSans R"/>
              </a:endParaRPr>
            </a:p>
          </p:txBody>
        </p:sp>
        <p:sp>
          <p:nvSpPr>
            <p:cNvPr id="57" name="!! 颜色遮罩">
              <a:extLst>
                <a:ext uri="{FF2B5EF4-FFF2-40B4-BE49-F238E27FC236}">
                  <a16:creationId xmlns:a16="http://schemas.microsoft.com/office/drawing/2014/main" id="{E63389E5-1FDE-B7C7-0D7A-58244967F11D}"/>
                </a:ext>
              </a:extLst>
            </p:cNvPr>
            <p:cNvSpPr>
              <a:spLocks/>
            </p:cNvSpPr>
            <p:nvPr/>
          </p:nvSpPr>
          <p:spPr>
            <a:xfrm>
              <a:off x="7408333" y="5780624"/>
              <a:ext cx="2452159" cy="704838"/>
            </a:xfrm>
            <a:prstGeom prst="roundRect">
              <a:avLst>
                <a:gd name="adj" fmla="val 15000"/>
              </a:avLst>
            </a:prstGeom>
            <a:solidFill>
              <a:schemeClr val="bg2">
                <a:alpha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189">
                <a:defRPr/>
              </a:pPr>
              <a:endParaRPr lang="zh-CN" altLang="en-US" dirty="0">
                <a:solidFill>
                  <a:srgbClr val="FFFFFF"/>
                </a:solidFill>
                <a:latin typeface="OPPOSans R"/>
                <a:ea typeface="OPPOSans R"/>
              </a:endParaRPr>
            </a:p>
          </p:txBody>
        </p:sp>
        <p:pic>
          <p:nvPicPr>
            <p:cNvPr id="58" name="!! 信号">
              <a:extLst>
                <a:ext uri="{FF2B5EF4-FFF2-40B4-BE49-F238E27FC236}">
                  <a16:creationId xmlns:a16="http://schemas.microsoft.com/office/drawing/2014/main" id="{1954A956-2192-B087-E47D-995998518A69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7638254" y="5893986"/>
              <a:ext cx="221460" cy="221458"/>
            </a:xfrm>
            <a:prstGeom prst="rect">
              <a:avLst/>
            </a:prstGeom>
          </p:spPr>
        </p:pic>
        <p:sp>
          <p:nvSpPr>
            <p:cNvPr id="59" name="!! 运营商">
              <a:extLst>
                <a:ext uri="{FF2B5EF4-FFF2-40B4-BE49-F238E27FC236}">
                  <a16:creationId xmlns:a16="http://schemas.microsoft.com/office/drawing/2014/main" id="{CA31B618-C2E2-B7B1-4499-F85BEDC229C5}"/>
                </a:ext>
              </a:extLst>
            </p:cNvPr>
            <p:cNvSpPr txBox="1"/>
            <p:nvPr/>
          </p:nvSpPr>
          <p:spPr>
            <a:xfrm>
              <a:off x="7813676" y="5913455"/>
              <a:ext cx="1114424" cy="2830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457189">
                <a:defRPr/>
              </a:pPr>
              <a:r>
                <a:rPr lang="en-US" altLang="zh-CN" sz="900" dirty="0">
                  <a:latin typeface="OPPOSans M"/>
                  <a:ea typeface="OPPOSans M"/>
                </a:rPr>
                <a:t>Virtual Net</a:t>
              </a:r>
              <a:endParaRPr lang="zh-CN" altLang="en-US" sz="900" dirty="0">
                <a:latin typeface="OPPOSans M"/>
                <a:ea typeface="OPPOSans M"/>
              </a:endParaRPr>
            </a:p>
          </p:txBody>
        </p:sp>
        <p:pic>
          <p:nvPicPr>
            <p:cNvPr id="60" name="!! 通知">
              <a:extLst>
                <a:ext uri="{FF2B5EF4-FFF2-40B4-BE49-F238E27FC236}">
                  <a16:creationId xmlns:a16="http://schemas.microsoft.com/office/drawing/2014/main" id="{326B7B5E-55F2-0A8F-C673-0439530DEC39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9287931" y="5948436"/>
              <a:ext cx="152400" cy="152400"/>
            </a:xfrm>
            <a:prstGeom prst="rect">
              <a:avLst/>
            </a:prstGeom>
          </p:spPr>
        </p:pic>
        <p:pic>
          <p:nvPicPr>
            <p:cNvPr id="61" name="!! 电池">
              <a:extLst>
                <a:ext uri="{FF2B5EF4-FFF2-40B4-BE49-F238E27FC236}">
                  <a16:creationId xmlns:a16="http://schemas.microsoft.com/office/drawing/2014/main" id="{C60D6C90-0AB8-B121-2807-06F97A9A5D42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7637460" y="6171965"/>
              <a:ext cx="191558" cy="191558"/>
            </a:xfrm>
            <a:prstGeom prst="rect">
              <a:avLst/>
            </a:prstGeom>
          </p:spPr>
        </p:pic>
        <p:sp>
          <p:nvSpPr>
            <p:cNvPr id="62" name="!! 时间">
              <a:extLst>
                <a:ext uri="{FF2B5EF4-FFF2-40B4-BE49-F238E27FC236}">
                  <a16:creationId xmlns:a16="http://schemas.microsoft.com/office/drawing/2014/main" id="{32DC960F-9EF3-94C7-E877-FF5B219832A4}"/>
                </a:ext>
              </a:extLst>
            </p:cNvPr>
            <p:cNvSpPr txBox="1"/>
            <p:nvPr/>
          </p:nvSpPr>
          <p:spPr>
            <a:xfrm>
              <a:off x="8982607" y="6148520"/>
              <a:ext cx="773641" cy="3114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defTabSz="457189">
                <a:defRPr/>
              </a:pPr>
              <a:r>
                <a:rPr lang="en-US" altLang="zh-CN" sz="1051" dirty="0">
                  <a:latin typeface="OPPOSans R"/>
                  <a:ea typeface="OPPOSans R"/>
                </a:rPr>
                <a:t>16:34</a:t>
              </a:r>
              <a:endParaRPr lang="zh-CN" altLang="en-US" sz="1051" dirty="0">
                <a:latin typeface="OPPOSans R"/>
                <a:ea typeface="OPPOSans R"/>
              </a:endParaRPr>
            </a:p>
          </p:txBody>
        </p:sp>
        <p:sp>
          <p:nvSpPr>
            <p:cNvPr id="63" name="!! AC">
              <a:extLst>
                <a:ext uri="{FF2B5EF4-FFF2-40B4-BE49-F238E27FC236}">
                  <a16:creationId xmlns:a16="http://schemas.microsoft.com/office/drawing/2014/main" id="{B020DADE-CA20-91E6-C83B-87ED81D19FE6}"/>
                </a:ext>
              </a:extLst>
            </p:cNvPr>
            <p:cNvSpPr txBox="1"/>
            <p:nvPr/>
          </p:nvSpPr>
          <p:spPr>
            <a:xfrm>
              <a:off x="7766842" y="6152328"/>
              <a:ext cx="434183" cy="2830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457189">
                <a:defRPr/>
              </a:pPr>
              <a:r>
                <a:rPr lang="en-US" altLang="zh-CN" sz="900" dirty="0">
                  <a:latin typeface="OPPOSans R"/>
                  <a:ea typeface="OPPOSans R"/>
                </a:rPr>
                <a:t>49%</a:t>
              </a:r>
              <a:endParaRPr lang="zh-CN" altLang="en-US" sz="900" dirty="0">
                <a:latin typeface="OPPOSans R"/>
                <a:ea typeface="OPPOSans R"/>
              </a:endParaRPr>
            </a:p>
          </p:txBody>
        </p:sp>
        <p:pic>
          <p:nvPicPr>
            <p:cNvPr id="64" name="!! 声音">
              <a:extLst>
                <a:ext uri="{FF2B5EF4-FFF2-40B4-BE49-F238E27FC236}">
                  <a16:creationId xmlns:a16="http://schemas.microsoft.com/office/drawing/2014/main" id="{7CBC0188-021E-3116-3EA1-2C9D07FB10B1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9048732" y="5934670"/>
              <a:ext cx="179932" cy="179932"/>
            </a:xfrm>
            <a:prstGeom prst="rect">
              <a:avLst/>
            </a:prstGeom>
          </p:spPr>
        </p:pic>
        <p:pic>
          <p:nvPicPr>
            <p:cNvPr id="65" name="!! 电源">
              <a:hlinkClick r:id="rId19" action="ppaction://hlinksldjump"/>
              <a:extLst>
                <a:ext uri="{FF2B5EF4-FFF2-40B4-BE49-F238E27FC236}">
                  <a16:creationId xmlns:a16="http://schemas.microsoft.com/office/drawing/2014/main" id="{8054D190-D71C-09FB-070F-2C7A9069E227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p:blipFill>
          <p:spPr>
            <a:xfrm>
              <a:off x="9489000" y="5925331"/>
              <a:ext cx="208372" cy="208370"/>
            </a:xfrm>
            <a:prstGeom prst="rect">
              <a:avLst/>
            </a:prstGeom>
          </p:spPr>
        </p:pic>
      </p:grpSp>
      <p:sp>
        <p:nvSpPr>
          <p:cNvPr id="66" name="!! 小白条">
            <a:hlinkClick r:id="rId3" action="ppaction://hlinksldjump"/>
            <a:extLst>
              <a:ext uri="{FF2B5EF4-FFF2-40B4-BE49-F238E27FC236}">
                <a16:creationId xmlns:a16="http://schemas.microsoft.com/office/drawing/2014/main" id="{FB25C367-B5BD-C4CE-3000-CA6A4DD63B0A}"/>
              </a:ext>
            </a:extLst>
          </p:cNvPr>
          <p:cNvSpPr/>
          <p:nvPr/>
        </p:nvSpPr>
        <p:spPr>
          <a:xfrm>
            <a:off x="5177623" y="6706376"/>
            <a:ext cx="1836752" cy="45719"/>
          </a:xfrm>
          <a:prstGeom prst="roundRect">
            <a:avLst>
              <a:gd name="adj" fmla="val 50000"/>
            </a:avLst>
          </a:prstGeom>
          <a:solidFill>
            <a:schemeClr val="tx1">
              <a:alpha val="90000"/>
            </a:schemeClr>
          </a:solidFill>
          <a:ln>
            <a:noFill/>
          </a:ln>
          <a:effectLst>
            <a:outerShdw blurRad="1016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620DCA5F-342F-A87F-06C8-68B86E016D02}"/>
              </a:ext>
            </a:extLst>
          </p:cNvPr>
          <p:cNvSpPr txBox="1"/>
          <p:nvPr/>
        </p:nvSpPr>
        <p:spPr>
          <a:xfrm>
            <a:off x="4196215" y="5641199"/>
            <a:ext cx="7335259" cy="8207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377">
              <a:lnSpc>
                <a:spcPct val="110000"/>
              </a:lnSpc>
              <a:defRPr/>
            </a:pPr>
            <a:r>
              <a:rPr lang="en-US" altLang="zh-CN" sz="1200" dirty="0" err="1">
                <a:solidFill>
                  <a:srgbClr val="F5F5F5">
                    <a:lumMod val="50000"/>
                  </a:srgbClr>
                </a:solidFill>
                <a:latin typeface="vivo Sans"/>
                <a:ea typeface="vivo Sans"/>
              </a:rPr>
              <a:t>devInfo</a:t>
            </a:r>
            <a:endParaRPr lang="en-US" altLang="zh-CN" sz="1200" dirty="0">
              <a:solidFill>
                <a:srgbClr val="F5F5F5">
                  <a:lumMod val="50000"/>
                </a:srgbClr>
              </a:solidFill>
              <a:latin typeface="vivo Sans"/>
              <a:ea typeface="vivo Sans"/>
            </a:endParaRPr>
          </a:p>
          <a:p>
            <a:pPr defTabSz="914377">
              <a:lnSpc>
                <a:spcPct val="110000"/>
              </a:lnSpc>
              <a:defRPr/>
            </a:pPr>
            <a:r>
              <a:rPr lang="en-US" altLang="zh-CN" sz="1600" dirty="0">
                <a:latin typeface="vivo Sans"/>
                <a:ea typeface="vivo Sans"/>
              </a:rPr>
              <a:t>YjJeNi15dUxpbmctb3M1LWJldGFJbnNpZGVCdWlsZC0yNTA5MDUyMjE4PTAwLTAw</a:t>
            </a:r>
            <a:endParaRPr lang="zh-CN" altLang="en-US" sz="1600" dirty="0">
              <a:latin typeface="vivo Sans"/>
              <a:ea typeface="vivo Sans"/>
            </a:endParaRPr>
          </a:p>
        </p:txBody>
      </p:sp>
      <p:grpSp>
        <p:nvGrpSpPr>
          <p:cNvPr id="76" name="!! 显示">
            <a:extLst>
              <a:ext uri="{FF2B5EF4-FFF2-40B4-BE49-F238E27FC236}">
                <a16:creationId xmlns:a16="http://schemas.microsoft.com/office/drawing/2014/main" id="{93DD914A-D882-933D-8FA5-E64A6E3D8613}"/>
              </a:ext>
            </a:extLst>
          </p:cNvPr>
          <p:cNvGrpSpPr/>
          <p:nvPr/>
        </p:nvGrpSpPr>
        <p:grpSpPr>
          <a:xfrm>
            <a:off x="470871" y="3706575"/>
            <a:ext cx="2552892" cy="457924"/>
            <a:chOff x="462453" y="2623554"/>
            <a:chExt cx="2552892" cy="457924"/>
          </a:xfrm>
        </p:grpSpPr>
        <p:sp>
          <p:nvSpPr>
            <p:cNvPr id="77" name="!! 未选中">
              <a:hlinkClick r:id="rId22" action="ppaction://hlinksldjump"/>
              <a:extLst>
                <a:ext uri="{FF2B5EF4-FFF2-40B4-BE49-F238E27FC236}">
                  <a16:creationId xmlns:a16="http://schemas.microsoft.com/office/drawing/2014/main" id="{82BEE4B3-0032-DD91-F1EA-1D76691925E8}"/>
                </a:ext>
              </a:extLst>
            </p:cNvPr>
            <p:cNvSpPr/>
            <p:nvPr/>
          </p:nvSpPr>
          <p:spPr>
            <a:xfrm>
              <a:off x="462453" y="2623554"/>
              <a:ext cx="2552892" cy="457924"/>
            </a:xfrm>
            <a:prstGeom prst="roundRect">
              <a:avLst>
                <a:gd name="adj" fmla="val 22880"/>
              </a:avLst>
            </a:prstGeom>
            <a:solidFill>
              <a:schemeClr val="bg2"/>
            </a:solidFill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1998" defTabSz="914377">
                <a:defRPr/>
              </a:pPr>
              <a:r>
                <a:rPr lang="zh-CN" altLang="en-US" sz="1400" dirty="0">
                  <a:solidFill>
                    <a:schemeClr val="tx1">
                      <a:lumMod val="90000"/>
                      <a:lumOff val="10000"/>
                    </a:schemeClr>
                  </a:solidFill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      显示</a:t>
              </a:r>
            </a:p>
          </p:txBody>
        </p:sp>
        <p:grpSp>
          <p:nvGrpSpPr>
            <p:cNvPr id="78" name="组合 77">
              <a:extLst>
                <a:ext uri="{FF2B5EF4-FFF2-40B4-BE49-F238E27FC236}">
                  <a16:creationId xmlns:a16="http://schemas.microsoft.com/office/drawing/2014/main" id="{467B5CDA-728D-D3BD-4034-51ABE0539A8C}"/>
                </a:ext>
              </a:extLst>
            </p:cNvPr>
            <p:cNvGrpSpPr/>
            <p:nvPr/>
          </p:nvGrpSpPr>
          <p:grpSpPr>
            <a:xfrm>
              <a:off x="600851" y="2735577"/>
              <a:ext cx="245090" cy="245090"/>
              <a:chOff x="3449581" y="2374787"/>
              <a:chExt cx="263638" cy="263638"/>
            </a:xfrm>
          </p:grpSpPr>
          <p:sp>
            <p:nvSpPr>
              <p:cNvPr id="79" name="椭圆 78">
                <a:extLst>
                  <a:ext uri="{FF2B5EF4-FFF2-40B4-BE49-F238E27FC236}">
                    <a16:creationId xmlns:a16="http://schemas.microsoft.com/office/drawing/2014/main" id="{683ECE07-61BC-D7CE-C79D-A96282312463}"/>
                  </a:ext>
                </a:extLst>
              </p:cNvPr>
              <p:cNvSpPr/>
              <p:nvPr/>
            </p:nvSpPr>
            <p:spPr>
              <a:xfrm>
                <a:off x="3449581" y="2374787"/>
                <a:ext cx="263638" cy="263638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80" name="icon">
                <a:extLst>
                  <a:ext uri="{FF2B5EF4-FFF2-40B4-BE49-F238E27FC236}">
                    <a16:creationId xmlns:a16="http://schemas.microsoft.com/office/drawing/2014/main" id="{BA99725C-2C31-F5C3-CF2B-8E3E56E4B52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3">
                <a:extLst>
                  <a:ext uri="{96DAC541-7B7A-43D3-8B79-37D633B846F1}">
                    <asvg:svgBlip xmlns:asvg="http://schemas.microsoft.com/office/drawing/2016/SVG/main" r:embed="rId24"/>
                  </a:ext>
                </a:extLst>
              </a:blip>
              <a:srcRect/>
              <a:stretch/>
            </p:blipFill>
            <p:spPr>
              <a:xfrm>
                <a:off x="3513869" y="2435878"/>
                <a:ext cx="143060" cy="143060"/>
              </a:xfrm>
              <a:prstGeom prst="rect">
                <a:avLst/>
              </a:prstGeom>
            </p:spPr>
          </p:pic>
        </p:grpSp>
      </p:grpSp>
      <p:grpSp>
        <p:nvGrpSpPr>
          <p:cNvPr id="81" name="!! App">
            <a:extLst>
              <a:ext uri="{FF2B5EF4-FFF2-40B4-BE49-F238E27FC236}">
                <a16:creationId xmlns:a16="http://schemas.microsoft.com/office/drawing/2014/main" id="{BE6C68DB-F5D1-F417-4425-A33A868237DE}"/>
              </a:ext>
            </a:extLst>
          </p:cNvPr>
          <p:cNvGrpSpPr/>
          <p:nvPr/>
        </p:nvGrpSpPr>
        <p:grpSpPr>
          <a:xfrm>
            <a:off x="476549" y="2282681"/>
            <a:ext cx="2552892" cy="457924"/>
            <a:chOff x="462453" y="2623554"/>
            <a:chExt cx="2552892" cy="457924"/>
          </a:xfrm>
        </p:grpSpPr>
        <p:sp>
          <p:nvSpPr>
            <p:cNvPr id="82" name="!! 未选中">
              <a:hlinkClick r:id="rId25" action="ppaction://hlinksldjump"/>
              <a:extLst>
                <a:ext uri="{FF2B5EF4-FFF2-40B4-BE49-F238E27FC236}">
                  <a16:creationId xmlns:a16="http://schemas.microsoft.com/office/drawing/2014/main" id="{E86AB761-5C55-E8A3-5C61-57DD71951B32}"/>
                </a:ext>
              </a:extLst>
            </p:cNvPr>
            <p:cNvSpPr/>
            <p:nvPr/>
          </p:nvSpPr>
          <p:spPr>
            <a:xfrm>
              <a:off x="462453" y="2623554"/>
              <a:ext cx="2552892" cy="457924"/>
            </a:xfrm>
            <a:prstGeom prst="roundRect">
              <a:avLst>
                <a:gd name="adj" fmla="val 22880"/>
              </a:avLst>
            </a:prstGeom>
            <a:solidFill>
              <a:schemeClr val="bg2"/>
            </a:solidFill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1998" defTabSz="914377">
                <a:defRPr/>
              </a:pPr>
              <a:r>
                <a:rPr lang="zh-CN" altLang="en-US" sz="1400" dirty="0">
                  <a:solidFill>
                    <a:schemeClr val="tx1">
                      <a:lumMod val="90000"/>
                      <a:lumOff val="10000"/>
                    </a:schemeClr>
                  </a:solidFill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      应用与模块</a:t>
              </a:r>
            </a:p>
          </p:txBody>
        </p:sp>
        <p:grpSp>
          <p:nvGrpSpPr>
            <p:cNvPr id="83" name="组合 82">
              <a:extLst>
                <a:ext uri="{FF2B5EF4-FFF2-40B4-BE49-F238E27FC236}">
                  <a16:creationId xmlns:a16="http://schemas.microsoft.com/office/drawing/2014/main" id="{65489470-B42D-97EC-1CE7-D0BA92618045}"/>
                </a:ext>
              </a:extLst>
            </p:cNvPr>
            <p:cNvGrpSpPr/>
            <p:nvPr/>
          </p:nvGrpSpPr>
          <p:grpSpPr>
            <a:xfrm>
              <a:off x="600851" y="2735577"/>
              <a:ext cx="245090" cy="245090"/>
              <a:chOff x="3449581" y="2374787"/>
              <a:chExt cx="263638" cy="263638"/>
            </a:xfrm>
          </p:grpSpPr>
          <p:sp>
            <p:nvSpPr>
              <p:cNvPr id="84" name="椭圆 83">
                <a:extLst>
                  <a:ext uri="{FF2B5EF4-FFF2-40B4-BE49-F238E27FC236}">
                    <a16:creationId xmlns:a16="http://schemas.microsoft.com/office/drawing/2014/main" id="{DC0BF510-9882-E0D6-428F-0C0C9BE86B4D}"/>
                  </a:ext>
                </a:extLst>
              </p:cNvPr>
              <p:cNvSpPr/>
              <p:nvPr/>
            </p:nvSpPr>
            <p:spPr>
              <a:xfrm>
                <a:off x="3449581" y="2374787"/>
                <a:ext cx="263638" cy="263638"/>
              </a:xfrm>
              <a:prstGeom prst="ellipse">
                <a:avLst/>
              </a:prstGeom>
              <a:solidFill>
                <a:schemeClr val="accent3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85" name="icon">
                <a:extLst>
                  <a:ext uri="{FF2B5EF4-FFF2-40B4-BE49-F238E27FC236}">
                    <a16:creationId xmlns:a16="http://schemas.microsoft.com/office/drawing/2014/main" id="{DCA79CB2-F2E6-7BE8-90E5-CC5A92B365E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6">
                <a:extLst>
                  <a:ext uri="{96DAC541-7B7A-43D3-8B79-37D633B846F1}">
                    <asvg:svgBlip xmlns:asvg="http://schemas.microsoft.com/office/drawing/2016/SVG/main" r:embed="rId27"/>
                  </a:ext>
                </a:extLst>
              </a:blip>
              <a:srcRect/>
              <a:stretch/>
            </p:blipFill>
            <p:spPr>
              <a:xfrm>
                <a:off x="3513869" y="2435878"/>
                <a:ext cx="143060" cy="143060"/>
              </a:xfrm>
              <a:prstGeom prst="rect">
                <a:avLst/>
              </a:prstGeom>
            </p:spPr>
          </p:pic>
        </p:grpSp>
      </p:grpSp>
      <p:grpSp>
        <p:nvGrpSpPr>
          <p:cNvPr id="86" name="!! 电池">
            <a:extLst>
              <a:ext uri="{FF2B5EF4-FFF2-40B4-BE49-F238E27FC236}">
                <a16:creationId xmlns:a16="http://schemas.microsoft.com/office/drawing/2014/main" id="{1242B5FD-536C-5476-B0BB-F2C0A346686B}"/>
              </a:ext>
            </a:extLst>
          </p:cNvPr>
          <p:cNvGrpSpPr/>
          <p:nvPr/>
        </p:nvGrpSpPr>
        <p:grpSpPr>
          <a:xfrm>
            <a:off x="470871" y="2852627"/>
            <a:ext cx="2552892" cy="457924"/>
            <a:chOff x="462453" y="2623554"/>
            <a:chExt cx="2552892" cy="457924"/>
          </a:xfrm>
        </p:grpSpPr>
        <p:sp>
          <p:nvSpPr>
            <p:cNvPr id="87" name="!! 未选中">
              <a:hlinkClick r:id="rId28" action="ppaction://hlinksldjump"/>
              <a:extLst>
                <a:ext uri="{FF2B5EF4-FFF2-40B4-BE49-F238E27FC236}">
                  <a16:creationId xmlns:a16="http://schemas.microsoft.com/office/drawing/2014/main" id="{8BF26FA8-C450-BF34-3219-506BDB110C0E}"/>
                </a:ext>
              </a:extLst>
            </p:cNvPr>
            <p:cNvSpPr/>
            <p:nvPr/>
          </p:nvSpPr>
          <p:spPr>
            <a:xfrm>
              <a:off x="462453" y="2623554"/>
              <a:ext cx="2552892" cy="457924"/>
            </a:xfrm>
            <a:prstGeom prst="roundRect">
              <a:avLst>
                <a:gd name="adj" fmla="val 22880"/>
              </a:avLst>
            </a:prstGeom>
            <a:solidFill>
              <a:schemeClr val="bg2"/>
            </a:solidFill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1998" defTabSz="914377">
                <a:defRPr/>
              </a:pPr>
              <a:r>
                <a:rPr lang="zh-CN" altLang="en-US" sz="1400" dirty="0">
                  <a:solidFill>
                    <a:schemeClr val="tx1">
                      <a:lumMod val="90000"/>
                      <a:lumOff val="10000"/>
                    </a:schemeClr>
                  </a:solidFill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      电池</a:t>
              </a:r>
            </a:p>
          </p:txBody>
        </p:sp>
        <p:grpSp>
          <p:nvGrpSpPr>
            <p:cNvPr id="88" name="组合 87">
              <a:extLst>
                <a:ext uri="{FF2B5EF4-FFF2-40B4-BE49-F238E27FC236}">
                  <a16:creationId xmlns:a16="http://schemas.microsoft.com/office/drawing/2014/main" id="{91BF1FB9-8EBE-54F8-C900-FC4E399835A2}"/>
                </a:ext>
              </a:extLst>
            </p:cNvPr>
            <p:cNvGrpSpPr/>
            <p:nvPr/>
          </p:nvGrpSpPr>
          <p:grpSpPr>
            <a:xfrm>
              <a:off x="600851" y="2735577"/>
              <a:ext cx="245090" cy="245090"/>
              <a:chOff x="3449581" y="2374787"/>
              <a:chExt cx="263638" cy="263638"/>
            </a:xfrm>
          </p:grpSpPr>
          <p:sp>
            <p:nvSpPr>
              <p:cNvPr id="89" name="椭圆 88">
                <a:extLst>
                  <a:ext uri="{FF2B5EF4-FFF2-40B4-BE49-F238E27FC236}">
                    <a16:creationId xmlns:a16="http://schemas.microsoft.com/office/drawing/2014/main" id="{FFB0AF80-4C8D-9F07-15CD-81A418670FB1}"/>
                  </a:ext>
                </a:extLst>
              </p:cNvPr>
              <p:cNvSpPr/>
              <p:nvPr/>
            </p:nvSpPr>
            <p:spPr>
              <a:xfrm>
                <a:off x="3449581" y="2374787"/>
                <a:ext cx="263638" cy="263638"/>
              </a:xfrm>
              <a:prstGeom prst="ellipse">
                <a:avLst/>
              </a:prstGeom>
              <a:solidFill>
                <a:srgbClr val="3ADE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90" name="icon">
                <a:extLst>
                  <a:ext uri="{FF2B5EF4-FFF2-40B4-BE49-F238E27FC236}">
                    <a16:creationId xmlns:a16="http://schemas.microsoft.com/office/drawing/2014/main" id="{DADE85B0-2A83-1E36-5F8C-2EEA1987589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9">
                <a:extLst>
                  <a:ext uri="{96DAC541-7B7A-43D3-8B79-37D633B846F1}">
                    <asvg:svgBlip xmlns:asvg="http://schemas.microsoft.com/office/drawing/2016/SVG/main" r:embed="rId30"/>
                  </a:ext>
                </a:extLst>
              </a:blip>
              <a:srcRect/>
              <a:stretch/>
            </p:blipFill>
            <p:spPr>
              <a:xfrm>
                <a:off x="3513869" y="2435878"/>
                <a:ext cx="143060" cy="143060"/>
              </a:xfrm>
              <a:prstGeom prst="rect">
                <a:avLst/>
              </a:prstGeom>
            </p:spPr>
          </p:pic>
        </p:grpSp>
      </p:grpSp>
      <p:sp>
        <p:nvSpPr>
          <p:cNvPr id="91" name="!! 个性化">
            <a:extLst>
              <a:ext uri="{FF2B5EF4-FFF2-40B4-BE49-F238E27FC236}">
                <a16:creationId xmlns:a16="http://schemas.microsoft.com/office/drawing/2014/main" id="{1A80A36F-14C9-39EC-71E6-24E7589E6546}"/>
              </a:ext>
            </a:extLst>
          </p:cNvPr>
          <p:cNvSpPr txBox="1"/>
          <p:nvPr/>
        </p:nvSpPr>
        <p:spPr>
          <a:xfrm>
            <a:off x="470872" y="3444966"/>
            <a:ext cx="11113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dirty="0">
                <a:solidFill>
                  <a:schemeClr val="bg1">
                    <a:lumMod val="50000"/>
                  </a:schemeClr>
                </a:solidFill>
              </a:rPr>
              <a:t>个性化</a:t>
            </a: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DDB04ADF-BEC5-7148-30DF-76414A7DB64B}"/>
              </a:ext>
            </a:extLst>
          </p:cNvPr>
          <p:cNvSpPr txBox="1"/>
          <p:nvPr/>
        </p:nvSpPr>
        <p:spPr>
          <a:xfrm>
            <a:off x="462454" y="2020809"/>
            <a:ext cx="11113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dirty="0">
                <a:solidFill>
                  <a:schemeClr val="bg1">
                    <a:lumMod val="50000"/>
                  </a:schemeClr>
                </a:solidFill>
              </a:rPr>
              <a:t>网络与连接</a:t>
            </a:r>
          </a:p>
        </p:txBody>
      </p:sp>
      <p:sp>
        <p:nvSpPr>
          <p:cNvPr id="93" name="文本框 92">
            <a:extLst>
              <a:ext uri="{FF2B5EF4-FFF2-40B4-BE49-F238E27FC236}">
                <a16:creationId xmlns:a16="http://schemas.microsoft.com/office/drawing/2014/main" id="{41E42C9E-B880-9733-4603-16A8A3942BF5}"/>
              </a:ext>
            </a:extLst>
          </p:cNvPr>
          <p:cNvSpPr txBox="1"/>
          <p:nvPr/>
        </p:nvSpPr>
        <p:spPr>
          <a:xfrm>
            <a:off x="462455" y="4033431"/>
            <a:ext cx="11113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dirty="0">
                <a:solidFill>
                  <a:schemeClr val="bg1">
                    <a:lumMod val="50000"/>
                  </a:schemeClr>
                </a:solidFill>
              </a:rPr>
              <a:t>系统与安全</a:t>
            </a:r>
          </a:p>
        </p:txBody>
      </p:sp>
      <p:grpSp>
        <p:nvGrpSpPr>
          <p:cNvPr id="94" name="!! 软件更新">
            <a:extLst>
              <a:ext uri="{FF2B5EF4-FFF2-40B4-BE49-F238E27FC236}">
                <a16:creationId xmlns:a16="http://schemas.microsoft.com/office/drawing/2014/main" id="{42C5B264-2520-70DC-23E6-57C06777A746}"/>
              </a:ext>
            </a:extLst>
          </p:cNvPr>
          <p:cNvGrpSpPr/>
          <p:nvPr/>
        </p:nvGrpSpPr>
        <p:grpSpPr>
          <a:xfrm>
            <a:off x="462455" y="4299750"/>
            <a:ext cx="2552892" cy="457924"/>
            <a:chOff x="481145" y="1890767"/>
            <a:chExt cx="2552892" cy="457924"/>
          </a:xfrm>
        </p:grpSpPr>
        <p:sp>
          <p:nvSpPr>
            <p:cNvPr id="95" name="!! 未选中">
              <a:hlinkClick r:id="rId31" action="ppaction://hlinksldjump"/>
              <a:extLst>
                <a:ext uri="{FF2B5EF4-FFF2-40B4-BE49-F238E27FC236}">
                  <a16:creationId xmlns:a16="http://schemas.microsoft.com/office/drawing/2014/main" id="{10E5CB36-044E-7E5B-7F4F-CD5920D34BC3}"/>
                </a:ext>
              </a:extLst>
            </p:cNvPr>
            <p:cNvSpPr/>
            <p:nvPr/>
          </p:nvSpPr>
          <p:spPr>
            <a:xfrm>
              <a:off x="481145" y="1890767"/>
              <a:ext cx="2552892" cy="457924"/>
            </a:xfrm>
            <a:prstGeom prst="roundRect">
              <a:avLst>
                <a:gd name="adj" fmla="val 22880"/>
              </a:avLst>
            </a:prstGeom>
            <a:solidFill>
              <a:schemeClr val="bg2"/>
            </a:solidFill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1998" defTabSz="914377">
                <a:defRPr/>
              </a:pPr>
              <a:r>
                <a:rPr lang="zh-CN" altLang="en-US" sz="1400" dirty="0">
                  <a:solidFill>
                    <a:schemeClr val="tx1"/>
                  </a:solidFill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      系统更新</a:t>
              </a:r>
            </a:p>
          </p:txBody>
        </p:sp>
        <p:pic>
          <p:nvPicPr>
            <p:cNvPr id="96" name="icon">
              <a:extLst>
                <a:ext uri="{FF2B5EF4-FFF2-40B4-BE49-F238E27FC236}">
                  <a16:creationId xmlns:a16="http://schemas.microsoft.com/office/drawing/2014/main" id="{76057957-60B9-1BB4-6C42-E8D9A032C15F}"/>
                </a:ext>
              </a:extLst>
            </p:cNvPr>
            <p:cNvPicPr>
              <a:picLocks noChangeAspect="1"/>
            </p:cNvPicPr>
            <p:nvPr/>
          </p:nvPicPr>
          <p:blipFill>
            <a:blip r:embed="rId32">
              <a:extLst>
                <a:ext uri="{96DAC541-7B7A-43D3-8B79-37D633B846F1}">
                  <asvg:svgBlip xmlns:asvg="http://schemas.microsoft.com/office/drawing/2016/SVG/main" r:embed="rId33"/>
                </a:ext>
              </a:extLst>
            </a:blip>
            <a:srcRect/>
            <a:stretch/>
          </p:blipFill>
          <p:spPr>
            <a:xfrm>
              <a:off x="623508" y="2001148"/>
              <a:ext cx="237162" cy="237162"/>
            </a:xfrm>
            <a:prstGeom prst="rect">
              <a:avLst/>
            </a:prstGeom>
          </p:spPr>
        </p:pic>
      </p:grpSp>
      <p:grpSp>
        <p:nvGrpSpPr>
          <p:cNvPr id="97" name="!! 更多连接">
            <a:extLst>
              <a:ext uri="{FF2B5EF4-FFF2-40B4-BE49-F238E27FC236}">
                <a16:creationId xmlns:a16="http://schemas.microsoft.com/office/drawing/2014/main" id="{F071B231-E091-5E4C-EEE7-F1DA7ADF9ECF}"/>
              </a:ext>
            </a:extLst>
          </p:cNvPr>
          <p:cNvGrpSpPr/>
          <p:nvPr/>
        </p:nvGrpSpPr>
        <p:grpSpPr>
          <a:xfrm>
            <a:off x="462454" y="3410531"/>
            <a:ext cx="2552892" cy="457924"/>
            <a:chOff x="462453" y="2623554"/>
            <a:chExt cx="2552892" cy="457924"/>
          </a:xfrm>
        </p:grpSpPr>
        <p:sp>
          <p:nvSpPr>
            <p:cNvPr id="98" name="!! 未选中">
              <a:hlinkClick r:id="rId34" action="ppaction://hlinksldjump"/>
              <a:extLst>
                <a:ext uri="{FF2B5EF4-FFF2-40B4-BE49-F238E27FC236}">
                  <a16:creationId xmlns:a16="http://schemas.microsoft.com/office/drawing/2014/main" id="{6EEDA1AE-60AB-FA8F-09E9-194564033A55}"/>
                </a:ext>
              </a:extLst>
            </p:cNvPr>
            <p:cNvSpPr/>
            <p:nvPr/>
          </p:nvSpPr>
          <p:spPr>
            <a:xfrm>
              <a:off x="462453" y="2623554"/>
              <a:ext cx="2552892" cy="457924"/>
            </a:xfrm>
            <a:prstGeom prst="roundRect">
              <a:avLst>
                <a:gd name="adj" fmla="val 22880"/>
              </a:avLst>
            </a:prstGeom>
            <a:solidFill>
              <a:schemeClr val="bg2"/>
            </a:solidFill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1998" defTabSz="914377">
                <a:defRPr/>
              </a:pPr>
              <a:r>
                <a:rPr lang="zh-CN" altLang="en-US" sz="1400" dirty="0">
                  <a:solidFill>
                    <a:schemeClr val="tx1">
                      <a:lumMod val="90000"/>
                      <a:lumOff val="10000"/>
                    </a:schemeClr>
                  </a:solidFill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      更多连接</a:t>
              </a:r>
            </a:p>
          </p:txBody>
        </p:sp>
        <p:grpSp>
          <p:nvGrpSpPr>
            <p:cNvPr id="99" name="组合 98">
              <a:extLst>
                <a:ext uri="{FF2B5EF4-FFF2-40B4-BE49-F238E27FC236}">
                  <a16:creationId xmlns:a16="http://schemas.microsoft.com/office/drawing/2014/main" id="{014516F4-7EF9-B641-847B-AEF629ABA4B6}"/>
                </a:ext>
              </a:extLst>
            </p:cNvPr>
            <p:cNvGrpSpPr/>
            <p:nvPr/>
          </p:nvGrpSpPr>
          <p:grpSpPr>
            <a:xfrm>
              <a:off x="600851" y="2735577"/>
              <a:ext cx="245090" cy="245090"/>
              <a:chOff x="3449581" y="2374787"/>
              <a:chExt cx="263638" cy="263638"/>
            </a:xfrm>
          </p:grpSpPr>
          <p:sp>
            <p:nvSpPr>
              <p:cNvPr id="100" name="椭圆 99">
                <a:extLst>
                  <a:ext uri="{FF2B5EF4-FFF2-40B4-BE49-F238E27FC236}">
                    <a16:creationId xmlns:a16="http://schemas.microsoft.com/office/drawing/2014/main" id="{39B30D29-A7DD-DEB0-ED38-D188D8C44018}"/>
                  </a:ext>
                </a:extLst>
              </p:cNvPr>
              <p:cNvSpPr/>
              <p:nvPr/>
            </p:nvSpPr>
            <p:spPr>
              <a:xfrm>
                <a:off x="3449581" y="2374787"/>
                <a:ext cx="263638" cy="263638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101" name="icon">
                <a:extLst>
                  <a:ext uri="{FF2B5EF4-FFF2-40B4-BE49-F238E27FC236}">
                    <a16:creationId xmlns:a16="http://schemas.microsoft.com/office/drawing/2014/main" id="{47518F86-DF18-23A0-EC7F-26834037A79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5">
                <a:extLst>
                  <a:ext uri="{96DAC541-7B7A-43D3-8B79-37D633B846F1}">
                    <asvg:svgBlip xmlns:asvg="http://schemas.microsoft.com/office/drawing/2016/SVG/main" r:embed="rId36"/>
                  </a:ext>
                </a:extLst>
              </a:blip>
              <a:srcRect/>
              <a:stretch/>
            </p:blipFill>
            <p:spPr>
              <a:xfrm>
                <a:off x="3513774" y="2433849"/>
                <a:ext cx="143060" cy="143060"/>
              </a:xfrm>
              <a:prstGeom prst="rect">
                <a:avLst/>
              </a:prstGeom>
            </p:spPr>
          </p:pic>
        </p:grpSp>
      </p:grpSp>
      <p:sp>
        <p:nvSpPr>
          <p:cNvPr id="102" name="!! 更多">
            <a:extLst>
              <a:ext uri="{FF2B5EF4-FFF2-40B4-BE49-F238E27FC236}">
                <a16:creationId xmlns:a16="http://schemas.microsoft.com/office/drawing/2014/main" id="{27B6B2D8-3444-A419-A243-5606168C4C86}"/>
              </a:ext>
            </a:extLst>
          </p:cNvPr>
          <p:cNvSpPr txBox="1"/>
          <p:nvPr/>
        </p:nvSpPr>
        <p:spPr>
          <a:xfrm>
            <a:off x="1310353" y="6016666"/>
            <a:ext cx="85443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100" dirty="0">
                <a:solidFill>
                  <a:schemeClr val="accent1"/>
                </a:solidFill>
              </a:rPr>
              <a:t>下一页</a:t>
            </a:r>
          </a:p>
        </p:txBody>
      </p:sp>
      <p:grpSp>
        <p:nvGrpSpPr>
          <p:cNvPr id="103" name="!! 蓝牙">
            <a:extLst>
              <a:ext uri="{FF2B5EF4-FFF2-40B4-BE49-F238E27FC236}">
                <a16:creationId xmlns:a16="http://schemas.microsoft.com/office/drawing/2014/main" id="{BB694359-DAD1-CE02-8B1C-E574530613E7}"/>
              </a:ext>
            </a:extLst>
          </p:cNvPr>
          <p:cNvGrpSpPr/>
          <p:nvPr/>
        </p:nvGrpSpPr>
        <p:grpSpPr>
          <a:xfrm>
            <a:off x="462453" y="2846581"/>
            <a:ext cx="2552892" cy="457924"/>
            <a:chOff x="462452" y="2059603"/>
            <a:chExt cx="2552892" cy="457924"/>
          </a:xfrm>
        </p:grpSpPr>
        <p:sp>
          <p:nvSpPr>
            <p:cNvPr id="104" name="!! 未选中">
              <a:hlinkClick r:id="rId37" action="ppaction://hlinksldjump"/>
              <a:extLst>
                <a:ext uri="{FF2B5EF4-FFF2-40B4-BE49-F238E27FC236}">
                  <a16:creationId xmlns:a16="http://schemas.microsoft.com/office/drawing/2014/main" id="{1D86E233-535E-6C7F-650D-BA0947C33C94}"/>
                </a:ext>
              </a:extLst>
            </p:cNvPr>
            <p:cNvSpPr/>
            <p:nvPr/>
          </p:nvSpPr>
          <p:spPr>
            <a:xfrm>
              <a:off x="462452" y="2059603"/>
              <a:ext cx="2552892" cy="457924"/>
            </a:xfrm>
            <a:prstGeom prst="roundRect">
              <a:avLst>
                <a:gd name="adj" fmla="val 22880"/>
              </a:avLst>
            </a:prstGeom>
            <a:solidFill>
              <a:schemeClr val="bg2"/>
            </a:solidFill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1998" defTabSz="914377">
                <a:defRPr/>
              </a:pPr>
              <a:r>
                <a:rPr lang="zh-CN" altLang="en-US" sz="1400" dirty="0">
                  <a:solidFill>
                    <a:schemeClr val="tx1">
                      <a:lumMod val="90000"/>
                      <a:lumOff val="10000"/>
                    </a:schemeClr>
                  </a:solidFill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      蓝牙</a:t>
              </a:r>
            </a:p>
          </p:txBody>
        </p:sp>
        <p:pic>
          <p:nvPicPr>
            <p:cNvPr id="105" name="图形 104">
              <a:extLst>
                <a:ext uri="{FF2B5EF4-FFF2-40B4-BE49-F238E27FC236}">
                  <a16:creationId xmlns:a16="http://schemas.microsoft.com/office/drawing/2014/main" id="{4C134885-D7F8-96A1-4313-905FB3F4A227}"/>
                </a:ext>
              </a:extLst>
            </p:cNvPr>
            <p:cNvPicPr>
              <a:picLocks noChangeAspect="1"/>
            </p:cNvPicPr>
            <p:nvPr/>
          </p:nvPicPr>
          <p:blipFill>
            <a:blip r:embed="rId38">
              <a:extLst>
                <a:ext uri="{96DAC541-7B7A-43D3-8B79-37D633B846F1}">
                  <asvg:svgBlip xmlns:asvg="http://schemas.microsoft.com/office/drawing/2016/SVG/main" r:embed="rId39"/>
                </a:ext>
              </a:extLst>
            </a:blip>
            <a:stretch>
              <a:fillRect/>
            </a:stretch>
          </p:blipFill>
          <p:spPr>
            <a:xfrm>
              <a:off x="600851" y="2174279"/>
              <a:ext cx="237166" cy="237166"/>
            </a:xfrm>
            <a:prstGeom prst="rect">
              <a:avLst/>
            </a:prstGeom>
          </p:spPr>
        </p:pic>
      </p:grpSp>
      <p:grpSp>
        <p:nvGrpSpPr>
          <p:cNvPr id="106" name="!! WLAN">
            <a:extLst>
              <a:ext uri="{FF2B5EF4-FFF2-40B4-BE49-F238E27FC236}">
                <a16:creationId xmlns:a16="http://schemas.microsoft.com/office/drawing/2014/main" id="{A4D38342-5C54-0E82-10A3-2103A06855A7}"/>
              </a:ext>
            </a:extLst>
          </p:cNvPr>
          <p:cNvGrpSpPr/>
          <p:nvPr/>
        </p:nvGrpSpPr>
        <p:grpSpPr>
          <a:xfrm>
            <a:off x="462453" y="2282631"/>
            <a:ext cx="2552892" cy="457924"/>
            <a:chOff x="462452" y="1495653"/>
            <a:chExt cx="2552892" cy="457924"/>
          </a:xfrm>
        </p:grpSpPr>
        <p:grpSp>
          <p:nvGrpSpPr>
            <p:cNvPr id="107" name="!! WLAN">
              <a:extLst>
                <a:ext uri="{FF2B5EF4-FFF2-40B4-BE49-F238E27FC236}">
                  <a16:creationId xmlns:a16="http://schemas.microsoft.com/office/drawing/2014/main" id="{EB93E457-10AB-1434-250C-40ABFE8BA892}"/>
                </a:ext>
              </a:extLst>
            </p:cNvPr>
            <p:cNvGrpSpPr/>
            <p:nvPr/>
          </p:nvGrpSpPr>
          <p:grpSpPr>
            <a:xfrm>
              <a:off x="462452" y="1495653"/>
              <a:ext cx="2552892" cy="457924"/>
              <a:chOff x="462452" y="1495653"/>
              <a:chExt cx="2552892" cy="457924"/>
            </a:xfrm>
          </p:grpSpPr>
          <p:sp>
            <p:nvSpPr>
              <p:cNvPr id="109" name="!! 未选中">
                <a:hlinkClick r:id="rId40" action="ppaction://hlinksldjump"/>
                <a:extLst>
                  <a:ext uri="{FF2B5EF4-FFF2-40B4-BE49-F238E27FC236}">
                    <a16:creationId xmlns:a16="http://schemas.microsoft.com/office/drawing/2014/main" id="{2D025FDF-163D-7EF1-AE02-B6B35C5D8D81}"/>
                  </a:ext>
                </a:extLst>
              </p:cNvPr>
              <p:cNvSpPr/>
              <p:nvPr/>
            </p:nvSpPr>
            <p:spPr>
              <a:xfrm>
                <a:off x="462452" y="1495653"/>
                <a:ext cx="2552892" cy="457924"/>
              </a:xfrm>
              <a:prstGeom prst="roundRect">
                <a:avLst>
                  <a:gd name="adj" fmla="val 22880"/>
                </a:avLst>
              </a:prstGeom>
              <a:solidFill>
                <a:schemeClr val="bg2"/>
              </a:solidFill>
              <a:ln w="6350"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71998" defTabSz="914377">
                  <a:defRPr/>
                </a:pPr>
                <a:r>
                  <a:rPr lang="zh-CN" altLang="en-US" sz="1400" dirty="0">
                    <a:solidFill>
                      <a:schemeClr val="tx1">
                        <a:lumMod val="90000"/>
                        <a:lumOff val="10000"/>
                      </a:schemeClr>
                    </a:solidFill>
                    <a:latin typeface="vivo Sans Light" panose="02000400000000000000" pitchFamily="2" charset="-122"/>
                    <a:ea typeface="vivo Sans Light" panose="02000400000000000000" pitchFamily="2" charset="-122"/>
                    <a:cs typeface="vivo Sans Light" panose="02000400000000000000" pitchFamily="2" charset="-122"/>
                  </a:rPr>
                  <a:t>      无线局域网</a:t>
                </a:r>
              </a:p>
            </p:txBody>
          </p:sp>
          <p:pic>
            <p:nvPicPr>
              <p:cNvPr id="110" name="icon">
                <a:extLst>
                  <a:ext uri="{FF2B5EF4-FFF2-40B4-BE49-F238E27FC236}">
                    <a16:creationId xmlns:a16="http://schemas.microsoft.com/office/drawing/2014/main" id="{5B1B891D-FBAC-0068-67CF-DAEFC5017DE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1">
                <a:extLst>
                  <a:ext uri="{96DAC541-7B7A-43D3-8B79-37D633B846F1}">
                    <asvg:svgBlip xmlns:asvg="http://schemas.microsoft.com/office/drawing/2016/SVG/main" r:embed="rId42"/>
                  </a:ext>
                </a:extLst>
              </a:blip>
              <a:srcRect/>
              <a:stretch/>
            </p:blipFill>
            <p:spPr>
              <a:xfrm>
                <a:off x="638475" y="1636367"/>
                <a:ext cx="169842" cy="169842"/>
              </a:xfrm>
              <a:prstGeom prst="rect">
                <a:avLst/>
              </a:prstGeom>
            </p:spPr>
          </p:pic>
        </p:grpSp>
        <p:pic>
          <p:nvPicPr>
            <p:cNvPr id="108" name="图形 107">
              <a:extLst>
                <a:ext uri="{FF2B5EF4-FFF2-40B4-BE49-F238E27FC236}">
                  <a16:creationId xmlns:a16="http://schemas.microsoft.com/office/drawing/2014/main" id="{5624552F-7BB1-D881-2B2C-1CB4B88FA430}"/>
                </a:ext>
              </a:extLst>
            </p:cNvPr>
            <p:cNvPicPr>
              <a:picLocks noChangeAspect="1"/>
            </p:cNvPicPr>
            <p:nvPr/>
          </p:nvPicPr>
          <p:blipFill>
            <a:blip r:embed="rId43">
              <a:extLst>
                <a:ext uri="{96DAC541-7B7A-43D3-8B79-37D633B846F1}">
                  <asvg:svgBlip xmlns:asvg="http://schemas.microsoft.com/office/drawing/2016/SVG/main" r:embed="rId44"/>
                </a:ext>
              </a:extLst>
            </a:blip>
            <a:stretch>
              <a:fillRect/>
            </a:stretch>
          </p:blipFill>
          <p:spPr>
            <a:xfrm>
              <a:off x="600489" y="1593839"/>
              <a:ext cx="245452" cy="245452"/>
            </a:xfrm>
            <a:prstGeom prst="rect">
              <a:avLst/>
            </a:prstGeom>
          </p:spPr>
        </p:pic>
      </p:grpSp>
      <p:grpSp>
        <p:nvGrpSpPr>
          <p:cNvPr id="111" name="!! 关于">
            <a:extLst>
              <a:ext uri="{FF2B5EF4-FFF2-40B4-BE49-F238E27FC236}">
                <a16:creationId xmlns:a16="http://schemas.microsoft.com/office/drawing/2014/main" id="{DB11A881-C2CE-3A8F-EC52-055192DA311A}"/>
              </a:ext>
            </a:extLst>
          </p:cNvPr>
          <p:cNvGrpSpPr/>
          <p:nvPr/>
        </p:nvGrpSpPr>
        <p:grpSpPr>
          <a:xfrm>
            <a:off x="461126" y="5442791"/>
            <a:ext cx="2552892" cy="457924"/>
            <a:chOff x="453977" y="4076722"/>
            <a:chExt cx="2552892" cy="457924"/>
          </a:xfrm>
        </p:grpSpPr>
        <p:sp>
          <p:nvSpPr>
            <p:cNvPr id="112" name="!! 未选中">
              <a:hlinkClick r:id="rId45" action="ppaction://hlinksldjump"/>
              <a:extLst>
                <a:ext uri="{FF2B5EF4-FFF2-40B4-BE49-F238E27FC236}">
                  <a16:creationId xmlns:a16="http://schemas.microsoft.com/office/drawing/2014/main" id="{4E180AF0-8BC7-DB74-BD7B-1C689E932474}"/>
                </a:ext>
              </a:extLst>
            </p:cNvPr>
            <p:cNvSpPr/>
            <p:nvPr/>
          </p:nvSpPr>
          <p:spPr>
            <a:xfrm>
              <a:off x="453977" y="4076722"/>
              <a:ext cx="2552892" cy="457924"/>
            </a:xfrm>
            <a:prstGeom prst="roundRect">
              <a:avLst>
                <a:gd name="adj" fmla="val 22880"/>
              </a:avLst>
            </a:prstGeom>
            <a:solidFill>
              <a:schemeClr val="tx1">
                <a:lumMod val="10000"/>
                <a:lumOff val="90000"/>
              </a:schemeClr>
            </a:solidFill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1998" defTabSz="914377">
                <a:defRPr/>
              </a:pPr>
              <a:r>
                <a:rPr lang="zh-CN" altLang="en-US" sz="1400" dirty="0">
                  <a:solidFill>
                    <a:schemeClr val="tx1">
                      <a:lumMod val="90000"/>
                      <a:lumOff val="10000"/>
                    </a:schemeClr>
                  </a:solidFill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      关于此</a:t>
              </a:r>
              <a:r>
                <a:rPr lang="en-US" altLang="zh-CN" sz="1400" dirty="0">
                  <a:solidFill>
                    <a:schemeClr val="tx1">
                      <a:lumMod val="90000"/>
                      <a:lumOff val="10000"/>
                    </a:schemeClr>
                  </a:solidFill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Pad</a:t>
              </a:r>
              <a:endParaRPr lang="zh-CN" altLang="en-US" sz="1400" dirty="0">
                <a:solidFill>
                  <a:schemeClr val="tx1">
                    <a:lumMod val="90000"/>
                    <a:lumOff val="10000"/>
                  </a:schemeClr>
                </a:solidFill>
                <a:latin typeface="vivo Sans Light" panose="02000400000000000000" pitchFamily="2" charset="-122"/>
                <a:ea typeface="vivo Sans Light" panose="02000400000000000000" pitchFamily="2" charset="-122"/>
                <a:cs typeface="vivo Sans Light" panose="02000400000000000000" pitchFamily="2" charset="-122"/>
              </a:endParaRPr>
            </a:p>
          </p:txBody>
        </p:sp>
        <p:pic>
          <p:nvPicPr>
            <p:cNvPr id="113" name="图形 112">
              <a:extLst>
                <a:ext uri="{FF2B5EF4-FFF2-40B4-BE49-F238E27FC236}">
                  <a16:creationId xmlns:a16="http://schemas.microsoft.com/office/drawing/2014/main" id="{1599EA7D-C518-7EA3-BBCD-FF2BB25BEA6E}"/>
                </a:ext>
              </a:extLst>
            </p:cNvPr>
            <p:cNvPicPr>
              <a:picLocks noChangeAspect="1"/>
            </p:cNvPicPr>
            <p:nvPr/>
          </p:nvPicPr>
          <p:blipFill>
            <a:blip r:embed="rId46">
              <a:extLst>
                <a:ext uri="{96DAC541-7B7A-43D3-8B79-37D633B846F1}">
                  <asvg:svgBlip xmlns:asvg="http://schemas.microsoft.com/office/drawing/2016/SVG/main" r:embed="rId47"/>
                </a:ext>
              </a:extLst>
            </a:blip>
            <a:stretch>
              <a:fillRect/>
            </a:stretch>
          </p:blipFill>
          <p:spPr>
            <a:xfrm flipV="1">
              <a:off x="599323" y="4190280"/>
              <a:ext cx="238694" cy="238694"/>
            </a:xfrm>
            <a:prstGeom prst="rect">
              <a:avLst/>
            </a:prstGeom>
          </p:spPr>
        </p:pic>
      </p:grpSp>
      <p:grpSp>
        <p:nvGrpSpPr>
          <p:cNvPr id="114" name="!! 保护">
            <a:extLst>
              <a:ext uri="{FF2B5EF4-FFF2-40B4-BE49-F238E27FC236}">
                <a16:creationId xmlns:a16="http://schemas.microsoft.com/office/drawing/2014/main" id="{248662C7-23A6-90D3-0999-69FAB38BFF11}"/>
              </a:ext>
            </a:extLst>
          </p:cNvPr>
          <p:cNvGrpSpPr/>
          <p:nvPr/>
        </p:nvGrpSpPr>
        <p:grpSpPr>
          <a:xfrm>
            <a:off x="461126" y="4868915"/>
            <a:ext cx="2552892" cy="457924"/>
            <a:chOff x="462453" y="2623554"/>
            <a:chExt cx="2552892" cy="457924"/>
          </a:xfrm>
        </p:grpSpPr>
        <p:sp>
          <p:nvSpPr>
            <p:cNvPr id="115" name="!! 未选中">
              <a:hlinkClick r:id="rId48" action="ppaction://hlinksldjump"/>
              <a:extLst>
                <a:ext uri="{FF2B5EF4-FFF2-40B4-BE49-F238E27FC236}">
                  <a16:creationId xmlns:a16="http://schemas.microsoft.com/office/drawing/2014/main" id="{A5B42B10-139F-CD52-BACE-08F2BE1B2445}"/>
                </a:ext>
              </a:extLst>
            </p:cNvPr>
            <p:cNvSpPr/>
            <p:nvPr/>
          </p:nvSpPr>
          <p:spPr>
            <a:xfrm>
              <a:off x="462453" y="2623554"/>
              <a:ext cx="2552892" cy="457924"/>
            </a:xfrm>
            <a:prstGeom prst="roundRect">
              <a:avLst>
                <a:gd name="adj" fmla="val 22880"/>
              </a:avLst>
            </a:prstGeom>
            <a:solidFill>
              <a:schemeClr val="bg2"/>
            </a:solidFill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1998" defTabSz="914377">
                <a:defRPr/>
              </a:pPr>
              <a:r>
                <a:rPr lang="zh-CN" altLang="en-US" sz="1400" dirty="0">
                  <a:solidFill>
                    <a:schemeClr val="tx1">
                      <a:lumMod val="90000"/>
                      <a:lumOff val="10000"/>
                    </a:schemeClr>
                  </a:solidFill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      设备安全性</a:t>
              </a:r>
            </a:p>
          </p:txBody>
        </p:sp>
        <p:grpSp>
          <p:nvGrpSpPr>
            <p:cNvPr id="116" name="组合 115">
              <a:extLst>
                <a:ext uri="{FF2B5EF4-FFF2-40B4-BE49-F238E27FC236}">
                  <a16:creationId xmlns:a16="http://schemas.microsoft.com/office/drawing/2014/main" id="{8B6792A2-41E9-6CCA-FB5C-451E83EBA1E6}"/>
                </a:ext>
              </a:extLst>
            </p:cNvPr>
            <p:cNvGrpSpPr/>
            <p:nvPr/>
          </p:nvGrpSpPr>
          <p:grpSpPr>
            <a:xfrm>
              <a:off x="600851" y="2735577"/>
              <a:ext cx="245090" cy="245090"/>
              <a:chOff x="3449581" y="2374787"/>
              <a:chExt cx="263638" cy="263638"/>
            </a:xfrm>
          </p:grpSpPr>
          <p:sp>
            <p:nvSpPr>
              <p:cNvPr id="117" name="椭圆 116">
                <a:extLst>
                  <a:ext uri="{FF2B5EF4-FFF2-40B4-BE49-F238E27FC236}">
                    <a16:creationId xmlns:a16="http://schemas.microsoft.com/office/drawing/2014/main" id="{4FD082E4-47CC-1A09-0A0A-324729EABC81}"/>
                  </a:ext>
                </a:extLst>
              </p:cNvPr>
              <p:cNvSpPr/>
              <p:nvPr/>
            </p:nvSpPr>
            <p:spPr>
              <a:xfrm>
                <a:off x="3449581" y="2374787"/>
                <a:ext cx="263638" cy="263638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118" name="icon">
                <a:extLst>
                  <a:ext uri="{FF2B5EF4-FFF2-40B4-BE49-F238E27FC236}">
                    <a16:creationId xmlns:a16="http://schemas.microsoft.com/office/drawing/2014/main" id="{61E8D4EC-9503-E058-5B81-EA8FF6EF58C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9">
                <a:extLst>
                  <a:ext uri="{96DAC541-7B7A-43D3-8B79-37D633B846F1}">
                    <asvg:svgBlip xmlns:asvg="http://schemas.microsoft.com/office/drawing/2016/SVG/main" r:embed="rId50"/>
                  </a:ext>
                </a:extLst>
              </a:blip>
              <a:srcRect/>
              <a:stretch/>
            </p:blipFill>
            <p:spPr>
              <a:xfrm>
                <a:off x="3513869" y="2435878"/>
                <a:ext cx="143060" cy="143060"/>
              </a:xfrm>
              <a:prstGeom prst="rect">
                <a:avLst/>
              </a:prstGeom>
            </p:spPr>
          </p:pic>
        </p:grpSp>
      </p:grpSp>
      <p:grpSp>
        <p:nvGrpSpPr>
          <p:cNvPr id="119" name="组合 118">
            <a:extLst>
              <a:ext uri="{FF2B5EF4-FFF2-40B4-BE49-F238E27FC236}">
                <a16:creationId xmlns:a16="http://schemas.microsoft.com/office/drawing/2014/main" id="{1C578E0A-F92B-E4C1-0B13-C57E20BA7182}"/>
              </a:ext>
            </a:extLst>
          </p:cNvPr>
          <p:cNvGrpSpPr/>
          <p:nvPr/>
        </p:nvGrpSpPr>
        <p:grpSpPr>
          <a:xfrm>
            <a:off x="461126" y="1123111"/>
            <a:ext cx="2552892" cy="756471"/>
            <a:chOff x="461125" y="1123110"/>
            <a:chExt cx="2552892" cy="756471"/>
          </a:xfrm>
        </p:grpSpPr>
        <p:sp>
          <p:nvSpPr>
            <p:cNvPr id="120" name="矩形: 圆角 119">
              <a:hlinkClick r:id="rId51" action="ppaction://hlinksldjump"/>
              <a:extLst>
                <a:ext uri="{FF2B5EF4-FFF2-40B4-BE49-F238E27FC236}">
                  <a16:creationId xmlns:a16="http://schemas.microsoft.com/office/drawing/2014/main" id="{CA187A2B-0353-1221-040E-33654DE0D48A}"/>
                </a:ext>
              </a:extLst>
            </p:cNvPr>
            <p:cNvSpPr/>
            <p:nvPr/>
          </p:nvSpPr>
          <p:spPr>
            <a:xfrm>
              <a:off x="461125" y="1123110"/>
              <a:ext cx="2552892" cy="756471"/>
            </a:xfrm>
            <a:prstGeom prst="roundRect">
              <a:avLst>
                <a:gd name="adj" fmla="val 13695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1" name="文本框 120">
              <a:extLst>
                <a:ext uri="{FF2B5EF4-FFF2-40B4-BE49-F238E27FC236}">
                  <a16:creationId xmlns:a16="http://schemas.microsoft.com/office/drawing/2014/main" id="{DF0C6783-052A-6AA9-7FEF-AB3B25F8540E}"/>
                </a:ext>
              </a:extLst>
            </p:cNvPr>
            <p:cNvSpPr txBox="1"/>
            <p:nvPr/>
          </p:nvSpPr>
          <p:spPr>
            <a:xfrm>
              <a:off x="1119456" y="1283470"/>
              <a:ext cx="161993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dirty="0">
                  <a:latin typeface="+mn-ea"/>
                  <a:cs typeface="vivo Sans Light" panose="02000400000000000000" pitchFamily="2" charset="-122"/>
                </a:rPr>
                <a:t>雨夌</a:t>
              </a:r>
            </a:p>
          </p:txBody>
        </p:sp>
        <p:sp>
          <p:nvSpPr>
            <p:cNvPr id="122" name="文本框 121">
              <a:extLst>
                <a:ext uri="{FF2B5EF4-FFF2-40B4-BE49-F238E27FC236}">
                  <a16:creationId xmlns:a16="http://schemas.microsoft.com/office/drawing/2014/main" id="{CBBDA600-12CA-D865-1F64-3B335D37400D}"/>
                </a:ext>
              </a:extLst>
            </p:cNvPr>
            <p:cNvSpPr txBox="1"/>
            <p:nvPr/>
          </p:nvSpPr>
          <p:spPr>
            <a:xfrm>
              <a:off x="1119456" y="1497658"/>
              <a:ext cx="161993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000" dirty="0">
                  <a:solidFill>
                    <a:schemeClr val="bg1">
                      <a:lumMod val="75000"/>
                    </a:schemeClr>
                  </a:solidFill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管理你的云账户</a:t>
              </a:r>
            </a:p>
          </p:txBody>
        </p:sp>
        <p:sp>
          <p:nvSpPr>
            <p:cNvPr id="123" name="!! 头像框">
              <a:extLst>
                <a:ext uri="{FF2B5EF4-FFF2-40B4-BE49-F238E27FC236}">
                  <a16:creationId xmlns:a16="http://schemas.microsoft.com/office/drawing/2014/main" id="{AA584340-7A7E-93C6-2886-89DDFA5B2081}"/>
                </a:ext>
              </a:extLst>
            </p:cNvPr>
            <p:cNvSpPr/>
            <p:nvPr/>
          </p:nvSpPr>
          <p:spPr>
            <a:xfrm>
              <a:off x="638475" y="1267548"/>
              <a:ext cx="463636" cy="463636"/>
            </a:xfrm>
            <a:prstGeom prst="ellipse">
              <a:avLst/>
            </a:prstGeom>
            <a:blipFill>
              <a:blip r:embed="rId52"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77">
                <a:defRPr/>
              </a:pPr>
              <a:endParaRPr lang="zh-CN" altLang="en-US">
                <a:solidFill>
                  <a:srgbClr val="F5F5F5"/>
                </a:solidFill>
                <a:latin typeface="vivo Sans"/>
                <a:ea typeface="vivo San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73520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0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1" nodeType="clickEffect">
                                  <p:stCondLst>
                                    <p:cond delay="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15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15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xit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15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0" presetClass="exit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15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0" presetClass="exit" presetSubtype="0" fill="hold" grpId="1" nodeType="withEffect">
                                  <p:stCondLst>
                                    <p:cond delay="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15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0" presetClass="exit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15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0" presetClass="exit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15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0" presetClass="exit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15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35" presetClass="path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30" dur="33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1" presetID="35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32" dur="33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3" presetID="35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34" dur="33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5" presetID="35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36" dur="33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7" presetID="35" presetClass="path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38" dur="33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9" presetID="35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40" dur="33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1" presetID="35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42" dur="33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35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44" dur="33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5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5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5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5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63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5 0 E" pathEditMode="fixed" ptsTypes="">
                                      <p:cBhvr>
                                        <p:cTn id="58" dur="330" spd="-1000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9" presetID="63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5 0 E" pathEditMode="fixed" ptsTypes="">
                                      <p:cBhvr>
                                        <p:cTn id="60" dur="330" spd="-1000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1" presetID="63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5 0 E" pathEditMode="fixed" ptsTypes="">
                                      <p:cBhvr>
                                        <p:cTn id="62" dur="330" spd="-1000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3" presetID="63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5 0 E" pathEditMode="fixed" ptsTypes="">
                                      <p:cBhvr>
                                        <p:cTn id="64" dur="330" spd="-1000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3" nodeType="click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5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5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15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15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3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15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5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15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15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35" presetClass="path" presetSubtype="0" decel="10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92" dur="330" spd="-1000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3" presetID="35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94" dur="330" spd="-1000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5" presetID="35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96" dur="330" spd="-1000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7" presetID="35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98" dur="330" spd="-1000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9" presetID="35" presetClass="path" presetSubtype="0" decel="10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100" dur="330" spd="-1000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1" presetID="35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102" dur="330" spd="-1000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3" presetID="35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104" dur="330" spd="-1000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5" presetID="35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106" dur="330" spd="-1000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7" presetID="10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8" dur="15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1" dur="15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4" dur="15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7" dur="15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63" presetClass="path" presetSubtype="0" decel="10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5 0 E" pathEditMode="relative" ptsTypes="">
                                      <p:cBhvr>
                                        <p:cTn id="120" dur="33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1" presetID="63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5 0 E" pathEditMode="relative" ptsTypes="">
                                      <p:cBhvr>
                                        <p:cTn id="122" dur="33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3" presetID="63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5 0 E" pathEditMode="relative" ptsTypes="">
                                      <p:cBhvr>
                                        <p:cTn id="124" dur="33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5" presetID="63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5 0 E" pathEditMode="relative" ptsTypes="">
                                      <p:cBhvr>
                                        <p:cTn id="126" dur="33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2"/>
                  </p:tgtEl>
                </p:cond>
              </p:nextCondLst>
            </p:seq>
          </p:childTnLst>
        </p:cTn>
      </p:par>
    </p:tnLst>
    <p:bldLst>
      <p:bldP spid="91" grpId="0"/>
      <p:bldP spid="91" grpId="1"/>
      <p:bldP spid="91" grpId="2"/>
      <p:bldP spid="91" grpId="3"/>
      <p:bldP spid="92" grpId="0"/>
      <p:bldP spid="92" grpId="1"/>
      <p:bldP spid="92" grpId="2"/>
      <p:bldP spid="92" grpId="3"/>
      <p:bldP spid="93" grpId="0"/>
      <p:bldP spid="93" grpId="1"/>
      <p:bldP spid="93" grpId="2"/>
      <p:bldP spid="93" grpId="3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580F1D-EA98-E364-04CD-27A39EF28E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!! 背景板">
            <a:extLst>
              <a:ext uri="{FF2B5EF4-FFF2-40B4-BE49-F238E27FC236}">
                <a16:creationId xmlns:a16="http://schemas.microsoft.com/office/drawing/2014/main" id="{C8E56897-FABF-8252-0B59-8D20CEF72FFF}"/>
              </a:ext>
            </a:extLst>
          </p:cNvPr>
          <p:cNvSpPr/>
          <p:nvPr/>
        </p:nvSpPr>
        <p:spPr>
          <a:xfrm>
            <a:off x="-10160" y="0"/>
            <a:ext cx="12192000" cy="6858000"/>
          </a:xfrm>
          <a:prstGeom prst="rect">
            <a:avLst/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>
              <a:defRPr/>
            </a:pPr>
            <a:endParaRPr lang="zh-CN" altLang="en-US" dirty="0">
              <a:solidFill>
                <a:srgbClr val="F5F5F5"/>
              </a:solidFill>
              <a:latin typeface="vivo Sans"/>
              <a:ea typeface="vivo Sans"/>
            </a:endParaRPr>
          </a:p>
        </p:txBody>
      </p:sp>
      <p:grpSp>
        <p:nvGrpSpPr>
          <p:cNvPr id="25" name="!! 大标题">
            <a:extLst>
              <a:ext uri="{FF2B5EF4-FFF2-40B4-BE49-F238E27FC236}">
                <a16:creationId xmlns:a16="http://schemas.microsoft.com/office/drawing/2014/main" id="{B1AC2BA7-AEE1-FBF9-6B63-121C7A339EBC}"/>
              </a:ext>
            </a:extLst>
          </p:cNvPr>
          <p:cNvGrpSpPr/>
          <p:nvPr/>
        </p:nvGrpSpPr>
        <p:grpSpPr>
          <a:xfrm>
            <a:off x="462457" y="484334"/>
            <a:ext cx="796551" cy="461665"/>
            <a:chOff x="3079753" y="1375827"/>
            <a:chExt cx="673782" cy="461665"/>
          </a:xfrm>
        </p:grpSpPr>
        <p:sp>
          <p:nvSpPr>
            <p:cNvPr id="27" name="!! 标题符">
              <a:extLst>
                <a:ext uri="{FF2B5EF4-FFF2-40B4-BE49-F238E27FC236}">
                  <a16:creationId xmlns:a16="http://schemas.microsoft.com/office/drawing/2014/main" id="{626A71D4-F98F-EBBE-7911-FF3B705ECF37}"/>
                </a:ext>
              </a:extLst>
            </p:cNvPr>
            <p:cNvSpPr/>
            <p:nvPr/>
          </p:nvSpPr>
          <p:spPr>
            <a:xfrm>
              <a:off x="3146905" y="1685496"/>
              <a:ext cx="551700" cy="1255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defTabSz="457189">
                <a:defRPr/>
              </a:pPr>
              <a:endParaRPr lang="zh-CN" altLang="en-US">
                <a:solidFill>
                  <a:srgbClr val="FFFFFF"/>
                </a:solidFill>
                <a:latin typeface="OPPOSans R"/>
                <a:ea typeface="OPPOSans R"/>
              </a:endParaRPr>
            </a:p>
          </p:txBody>
        </p:sp>
        <p:sp>
          <p:nvSpPr>
            <p:cNvPr id="28" name="!! 标题">
              <a:extLst>
                <a:ext uri="{FF2B5EF4-FFF2-40B4-BE49-F238E27FC236}">
                  <a16:creationId xmlns:a16="http://schemas.microsoft.com/office/drawing/2014/main" id="{C45CD427-7F5C-B545-0BFA-726A8BC8586F}"/>
                </a:ext>
              </a:extLst>
            </p:cNvPr>
            <p:cNvSpPr txBox="1"/>
            <p:nvPr/>
          </p:nvSpPr>
          <p:spPr>
            <a:xfrm>
              <a:off x="3079753" y="1375827"/>
              <a:ext cx="67378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457189">
                <a:defRPr/>
              </a:pPr>
              <a:r>
                <a:rPr lang="zh-CN" altLang="en-US" sz="2400" dirty="0">
                  <a:solidFill>
                    <a:srgbClr val="000000">
                      <a:lumMod val="75000"/>
                      <a:lumOff val="25000"/>
                    </a:srgbClr>
                  </a:solidFill>
                  <a:latin typeface="vivo Sans Medium"/>
                  <a:ea typeface="vivo Sans Medium"/>
                </a:rPr>
                <a:t>设置</a:t>
              </a:r>
            </a:p>
          </p:txBody>
        </p:sp>
      </p:grpSp>
      <p:sp>
        <p:nvSpPr>
          <p:cNvPr id="2" name="!! 二级背景">
            <a:extLst>
              <a:ext uri="{FF2B5EF4-FFF2-40B4-BE49-F238E27FC236}">
                <a16:creationId xmlns:a16="http://schemas.microsoft.com/office/drawing/2014/main" id="{45A29FF8-BE27-5C31-D4EE-33E27D920A27}"/>
              </a:ext>
            </a:extLst>
          </p:cNvPr>
          <p:cNvSpPr/>
          <p:nvPr/>
        </p:nvSpPr>
        <p:spPr>
          <a:xfrm>
            <a:off x="3594541" y="0"/>
            <a:ext cx="8597460" cy="6858000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>
              <a:defRPr/>
            </a:pPr>
            <a:endParaRPr lang="zh-CN" altLang="en-US">
              <a:solidFill>
                <a:srgbClr val="F5F5F5"/>
              </a:solidFill>
              <a:latin typeface="vivo Sans"/>
              <a:ea typeface="vivo Sans"/>
            </a:endParaRPr>
          </a:p>
        </p:txBody>
      </p:sp>
      <p:grpSp>
        <p:nvGrpSpPr>
          <p:cNvPr id="3" name="!! 关闭按钮">
            <a:extLst>
              <a:ext uri="{FF2B5EF4-FFF2-40B4-BE49-F238E27FC236}">
                <a16:creationId xmlns:a16="http://schemas.microsoft.com/office/drawing/2014/main" id="{9D4CF376-5A13-FBA9-4A24-8E1B3EF980E0}"/>
              </a:ext>
            </a:extLst>
          </p:cNvPr>
          <p:cNvGrpSpPr/>
          <p:nvPr/>
        </p:nvGrpSpPr>
        <p:grpSpPr>
          <a:xfrm>
            <a:off x="2757496" y="569913"/>
            <a:ext cx="290511" cy="290511"/>
            <a:chOff x="2328464" y="3107859"/>
            <a:chExt cx="583223" cy="583223"/>
          </a:xfrm>
        </p:grpSpPr>
        <p:sp>
          <p:nvSpPr>
            <p:cNvPr id="4" name="矩形: 圆角 3">
              <a:hlinkClick r:id="rId3" action="ppaction://hlinksldjump"/>
              <a:extLst>
                <a:ext uri="{FF2B5EF4-FFF2-40B4-BE49-F238E27FC236}">
                  <a16:creationId xmlns:a16="http://schemas.microsoft.com/office/drawing/2014/main" id="{26DEDFE1-2065-6118-F3B1-5DD70B89055B}"/>
                </a:ext>
              </a:extLst>
            </p:cNvPr>
            <p:cNvSpPr/>
            <p:nvPr/>
          </p:nvSpPr>
          <p:spPr>
            <a:xfrm>
              <a:off x="2328464" y="3107859"/>
              <a:ext cx="583223" cy="583223"/>
            </a:xfrm>
            <a:prstGeom prst="roundRect">
              <a:avLst>
                <a:gd name="adj" fmla="val 20771"/>
              </a:avLst>
            </a:prstGeom>
            <a:solidFill>
              <a:schemeClr val="bg2"/>
            </a:solidFill>
            <a:ln>
              <a:noFill/>
            </a:ln>
            <a:effectLst>
              <a:outerShdw blurRad="127000" sx="101000" sy="101000" algn="c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77">
                <a:defRPr/>
              </a:pPr>
              <a:endParaRPr lang="zh-CN" altLang="en-US">
                <a:solidFill>
                  <a:srgbClr val="F5F5F5"/>
                </a:solidFill>
                <a:latin typeface="vivo Sans"/>
                <a:ea typeface="vivo Sans"/>
              </a:endParaRPr>
            </a:p>
          </p:txBody>
        </p:sp>
        <p:pic>
          <p:nvPicPr>
            <p:cNvPr id="5" name="图形 4">
              <a:extLst>
                <a:ext uri="{FF2B5EF4-FFF2-40B4-BE49-F238E27FC236}">
                  <a16:creationId xmlns:a16="http://schemas.microsoft.com/office/drawing/2014/main" id="{5814E83D-2EE1-47BB-51F9-51C15E9FC65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/>
          </p:blipFill>
          <p:spPr>
            <a:xfrm>
              <a:off x="2375480" y="3154875"/>
              <a:ext cx="489196" cy="489196"/>
            </a:xfrm>
            <a:prstGeom prst="rect">
              <a:avLst/>
            </a:prstGeom>
          </p:spPr>
        </p:pic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4212CC5E-880D-93F3-086C-4EE2585D5C35}"/>
              </a:ext>
            </a:extLst>
          </p:cNvPr>
          <p:cNvGrpSpPr/>
          <p:nvPr/>
        </p:nvGrpSpPr>
        <p:grpSpPr>
          <a:xfrm>
            <a:off x="7402867" y="1246429"/>
            <a:ext cx="980808" cy="980808"/>
            <a:chOff x="7332875" y="1296357"/>
            <a:chExt cx="980808" cy="980808"/>
          </a:xfrm>
        </p:grpSpPr>
        <p:sp>
          <p:nvSpPr>
            <p:cNvPr id="11" name="!! 背景">
              <a:hlinkClick r:id="rId6" action="ppaction://hlinksldjump"/>
              <a:extLst>
                <a:ext uri="{FF2B5EF4-FFF2-40B4-BE49-F238E27FC236}">
                  <a16:creationId xmlns:a16="http://schemas.microsoft.com/office/drawing/2014/main" id="{46C56BBF-370D-2685-B3F7-EE4F2E2D4C50}"/>
                </a:ext>
              </a:extLst>
            </p:cNvPr>
            <p:cNvSpPr/>
            <p:nvPr/>
          </p:nvSpPr>
          <p:spPr>
            <a:xfrm>
              <a:off x="7332875" y="1296357"/>
              <a:ext cx="980808" cy="980808"/>
            </a:xfrm>
            <a:prstGeom prst="roundRect">
              <a:avLst/>
            </a:prstGeom>
            <a:solidFill>
              <a:srgbClr val="547A9C"/>
            </a:solidFill>
            <a:ln>
              <a:noFill/>
            </a:ln>
            <a:effectLst>
              <a:outerShdw blurRad="1905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189">
                <a:defRPr/>
              </a:pPr>
              <a:endParaRPr lang="zh-CN" altLang="en-US" dirty="0">
                <a:solidFill>
                  <a:srgbClr val="FFFFFF"/>
                </a:solidFill>
                <a:latin typeface="OPPOSans R"/>
                <a:ea typeface="OPPOSans R"/>
              </a:endParaRPr>
            </a:p>
          </p:txBody>
        </p:sp>
        <p:pic>
          <p:nvPicPr>
            <p:cNvPr id="14" name="icon">
              <a:extLst>
                <a:ext uri="{FF2B5EF4-FFF2-40B4-BE49-F238E27FC236}">
                  <a16:creationId xmlns:a16="http://schemas.microsoft.com/office/drawing/2014/main" id="{237EB526-2419-ABF3-5E82-0C80212C90B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/>
          </p:blipFill>
          <p:spPr>
            <a:xfrm>
              <a:off x="7446309" y="1409791"/>
              <a:ext cx="753940" cy="753940"/>
            </a:xfrm>
            <a:prstGeom prst="rect">
              <a:avLst/>
            </a:prstGeom>
          </p:spPr>
        </p:pic>
      </p:grpSp>
      <p:sp>
        <p:nvSpPr>
          <p:cNvPr id="43" name="文本框 42">
            <a:extLst>
              <a:ext uri="{FF2B5EF4-FFF2-40B4-BE49-F238E27FC236}">
                <a16:creationId xmlns:a16="http://schemas.microsoft.com/office/drawing/2014/main" id="{0E403C5A-D0DA-D516-A89F-84A2DFF60806}"/>
              </a:ext>
            </a:extLst>
          </p:cNvPr>
          <p:cNvSpPr txBox="1"/>
          <p:nvPr/>
        </p:nvSpPr>
        <p:spPr>
          <a:xfrm>
            <a:off x="7304693" y="2348694"/>
            <a:ext cx="11771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/>
              <a:t>设置</a:t>
            </a: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D57826E9-5CEF-73EC-B743-005C452EA971}"/>
              </a:ext>
            </a:extLst>
          </p:cNvPr>
          <p:cNvSpPr txBox="1"/>
          <p:nvPr/>
        </p:nvSpPr>
        <p:spPr>
          <a:xfrm>
            <a:off x="6616265" y="2784389"/>
            <a:ext cx="2554012" cy="2831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377">
              <a:lnSpc>
                <a:spcPct val="110000"/>
              </a:lnSpc>
              <a:defRPr/>
            </a:pPr>
            <a:r>
              <a:rPr lang="en-US" altLang="zh-CN" sz="1200" dirty="0">
                <a:solidFill>
                  <a:srgbClr val="F5F5F5">
                    <a:lumMod val="50000"/>
                  </a:srgbClr>
                </a:solidFill>
                <a:latin typeface="vivo Sans"/>
                <a:ea typeface="vivo Sans"/>
              </a:rPr>
              <a:t>App</a:t>
            </a:r>
            <a:r>
              <a:rPr lang="zh-CN" altLang="en-US" sz="1200" dirty="0">
                <a:solidFill>
                  <a:srgbClr val="F5F5F5">
                    <a:lumMod val="50000"/>
                  </a:srgbClr>
                </a:solidFill>
                <a:latin typeface="vivo Sans"/>
                <a:ea typeface="vivo Sans"/>
              </a:rPr>
              <a:t>版本：</a:t>
            </a:r>
            <a:r>
              <a:rPr lang="en-US" altLang="zh-CN" sz="1200" dirty="0">
                <a:solidFill>
                  <a:srgbClr val="F5F5F5">
                    <a:lumMod val="50000"/>
                  </a:srgbClr>
                </a:solidFill>
                <a:latin typeface="vivo Sans"/>
                <a:ea typeface="vivo Sans"/>
              </a:rPr>
              <a:t>1.3.19</a:t>
            </a: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B84169A7-26E6-F915-10EE-613597A6264D}"/>
              </a:ext>
            </a:extLst>
          </p:cNvPr>
          <p:cNvSpPr txBox="1"/>
          <p:nvPr/>
        </p:nvSpPr>
        <p:spPr>
          <a:xfrm>
            <a:off x="6505723" y="6220050"/>
            <a:ext cx="27750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</a:rPr>
              <a:t>© 2025 </a:t>
            </a: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</a:rPr>
              <a:t>雨夌 </a:t>
            </a:r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</a:rPr>
              <a:t>All Rights Reserved.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7960F687-5D4C-ABF2-C154-DC82AE4B7D76}"/>
              </a:ext>
            </a:extLst>
          </p:cNvPr>
          <p:cNvSpPr txBox="1"/>
          <p:nvPr/>
        </p:nvSpPr>
        <p:spPr>
          <a:xfrm>
            <a:off x="6616265" y="3016088"/>
            <a:ext cx="2554012" cy="2831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377">
              <a:lnSpc>
                <a:spcPct val="110000"/>
              </a:lnSpc>
              <a:defRPr/>
            </a:pPr>
            <a:r>
              <a:rPr lang="en-US" altLang="zh-CN" sz="1200" dirty="0">
                <a:solidFill>
                  <a:srgbClr val="F5F5F5">
                    <a:lumMod val="50000"/>
                  </a:srgbClr>
                </a:solidFill>
                <a:latin typeface="vivo Sans"/>
                <a:ea typeface="vivo Sans"/>
              </a:rPr>
              <a:t>UI</a:t>
            </a:r>
            <a:r>
              <a:rPr lang="zh-CN" altLang="en-US" sz="1200" dirty="0">
                <a:solidFill>
                  <a:srgbClr val="F5F5F5">
                    <a:lumMod val="50000"/>
                  </a:srgbClr>
                </a:solidFill>
                <a:latin typeface="vivo Sans"/>
                <a:ea typeface="vivo Sans"/>
              </a:rPr>
              <a:t>版本：</a:t>
            </a:r>
            <a:r>
              <a:rPr lang="en-US" altLang="zh-CN" sz="1200" dirty="0">
                <a:solidFill>
                  <a:srgbClr val="F5F5F5">
                    <a:lumMod val="50000"/>
                  </a:srgbClr>
                </a:solidFill>
                <a:latin typeface="vivo Sans"/>
                <a:ea typeface="vivo Sans"/>
              </a:rPr>
              <a:t>5.2.0</a:t>
            </a:r>
          </a:p>
        </p:txBody>
      </p:sp>
      <p:grpSp>
        <p:nvGrpSpPr>
          <p:cNvPr id="47" name="!! 关闭按钮">
            <a:extLst>
              <a:ext uri="{FF2B5EF4-FFF2-40B4-BE49-F238E27FC236}">
                <a16:creationId xmlns:a16="http://schemas.microsoft.com/office/drawing/2014/main" id="{00C06825-EDEF-10A6-DE1E-19385D0485E2}"/>
              </a:ext>
            </a:extLst>
          </p:cNvPr>
          <p:cNvGrpSpPr/>
          <p:nvPr/>
        </p:nvGrpSpPr>
        <p:grpSpPr>
          <a:xfrm>
            <a:off x="2333440" y="569913"/>
            <a:ext cx="290511" cy="290511"/>
            <a:chOff x="2328464" y="3107859"/>
            <a:chExt cx="583223" cy="583223"/>
          </a:xfrm>
        </p:grpSpPr>
        <p:sp>
          <p:nvSpPr>
            <p:cNvPr id="48" name="矩形: 圆角 47">
              <a:hlinkClick r:id="rId9" action="ppaction://hlinksldjump"/>
              <a:extLst>
                <a:ext uri="{FF2B5EF4-FFF2-40B4-BE49-F238E27FC236}">
                  <a16:creationId xmlns:a16="http://schemas.microsoft.com/office/drawing/2014/main" id="{187FD17F-C412-B74E-2902-C9CECF061287}"/>
                </a:ext>
              </a:extLst>
            </p:cNvPr>
            <p:cNvSpPr/>
            <p:nvPr/>
          </p:nvSpPr>
          <p:spPr>
            <a:xfrm>
              <a:off x="2328464" y="3107859"/>
              <a:ext cx="583223" cy="583223"/>
            </a:xfrm>
            <a:prstGeom prst="roundRect">
              <a:avLst>
                <a:gd name="adj" fmla="val 20771"/>
              </a:avLst>
            </a:prstGeom>
            <a:solidFill>
              <a:schemeClr val="accent1"/>
            </a:solidFill>
            <a:ln>
              <a:noFill/>
            </a:ln>
            <a:effectLst>
              <a:outerShdw blurRad="127000" sx="101000" sy="101000" algn="c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77">
                <a:defRPr/>
              </a:pPr>
              <a:endParaRPr lang="zh-CN" altLang="en-US">
                <a:solidFill>
                  <a:srgbClr val="F5F5F5"/>
                </a:solidFill>
                <a:latin typeface="vivo Sans"/>
                <a:ea typeface="vivo Sans"/>
              </a:endParaRPr>
            </a:p>
          </p:txBody>
        </p:sp>
        <p:pic>
          <p:nvPicPr>
            <p:cNvPr id="49" name="图形 48">
              <a:extLst>
                <a:ext uri="{FF2B5EF4-FFF2-40B4-BE49-F238E27FC236}">
                  <a16:creationId xmlns:a16="http://schemas.microsoft.com/office/drawing/2014/main" id="{4063F5D5-FCD9-2094-924B-CF3491BA27AE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rcRect/>
            <a:stretch/>
          </p:blipFill>
          <p:spPr>
            <a:xfrm>
              <a:off x="2449200" y="3228595"/>
              <a:ext cx="341755" cy="341755"/>
            </a:xfrm>
            <a:prstGeom prst="rect">
              <a:avLst/>
            </a:prstGeom>
          </p:spPr>
        </p:pic>
      </p:grpSp>
      <p:grpSp>
        <p:nvGrpSpPr>
          <p:cNvPr id="15" name="!! dock右">
            <a:extLst>
              <a:ext uri="{FF2B5EF4-FFF2-40B4-BE49-F238E27FC236}">
                <a16:creationId xmlns:a16="http://schemas.microsoft.com/office/drawing/2014/main" id="{CDFCD298-EA3F-F3F9-45F4-BDA11FD11ACA}"/>
              </a:ext>
            </a:extLst>
          </p:cNvPr>
          <p:cNvGrpSpPr/>
          <p:nvPr/>
        </p:nvGrpSpPr>
        <p:grpSpPr>
          <a:xfrm>
            <a:off x="4869920" y="7119572"/>
            <a:ext cx="2452159" cy="574899"/>
            <a:chOff x="7408333" y="5780624"/>
            <a:chExt cx="2452159" cy="704838"/>
          </a:xfrm>
        </p:grpSpPr>
        <p:sp useBgFill="1">
          <p:nvSpPr>
            <p:cNvPr id="16" name="!! 模糊">
              <a:extLst>
                <a:ext uri="{FF2B5EF4-FFF2-40B4-BE49-F238E27FC236}">
                  <a16:creationId xmlns:a16="http://schemas.microsoft.com/office/drawing/2014/main" id="{0B3B1362-6177-13FF-8E57-714421DC45E0}"/>
                </a:ext>
              </a:extLst>
            </p:cNvPr>
            <p:cNvSpPr>
              <a:spLocks/>
            </p:cNvSpPr>
            <p:nvPr/>
          </p:nvSpPr>
          <p:spPr>
            <a:xfrm>
              <a:off x="7408333" y="5780624"/>
              <a:ext cx="2452159" cy="704838"/>
            </a:xfrm>
            <a:prstGeom prst="roundRect">
              <a:avLst>
                <a:gd name="adj" fmla="val 15000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189">
                <a:defRPr/>
              </a:pPr>
              <a:endParaRPr lang="zh-CN" altLang="en-US">
                <a:solidFill>
                  <a:srgbClr val="FFFFFF"/>
                </a:solidFill>
                <a:latin typeface="OPPOSans R"/>
                <a:ea typeface="OPPOSans R"/>
              </a:endParaRPr>
            </a:p>
          </p:txBody>
        </p:sp>
        <p:sp>
          <p:nvSpPr>
            <p:cNvPr id="17" name="!! 颜色遮罩">
              <a:extLst>
                <a:ext uri="{FF2B5EF4-FFF2-40B4-BE49-F238E27FC236}">
                  <a16:creationId xmlns:a16="http://schemas.microsoft.com/office/drawing/2014/main" id="{144FA1F8-6A47-38D4-BFA9-13C39BE0B234}"/>
                </a:ext>
              </a:extLst>
            </p:cNvPr>
            <p:cNvSpPr>
              <a:spLocks/>
            </p:cNvSpPr>
            <p:nvPr/>
          </p:nvSpPr>
          <p:spPr>
            <a:xfrm>
              <a:off x="7408333" y="5780624"/>
              <a:ext cx="2452159" cy="704838"/>
            </a:xfrm>
            <a:prstGeom prst="roundRect">
              <a:avLst>
                <a:gd name="adj" fmla="val 15000"/>
              </a:avLst>
            </a:prstGeom>
            <a:solidFill>
              <a:schemeClr val="bg2">
                <a:alpha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189">
                <a:defRPr/>
              </a:pPr>
              <a:endParaRPr lang="zh-CN" altLang="en-US" dirty="0">
                <a:solidFill>
                  <a:srgbClr val="FFFFFF"/>
                </a:solidFill>
                <a:latin typeface="OPPOSans R"/>
                <a:ea typeface="OPPOSans R"/>
              </a:endParaRPr>
            </a:p>
          </p:txBody>
        </p:sp>
        <p:pic>
          <p:nvPicPr>
            <p:cNvPr id="18" name="!! 信号">
              <a:extLst>
                <a:ext uri="{FF2B5EF4-FFF2-40B4-BE49-F238E27FC236}">
                  <a16:creationId xmlns:a16="http://schemas.microsoft.com/office/drawing/2014/main" id="{E97EDCDD-9D4F-1087-B9F3-7F05836BF6FB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7638254" y="5893986"/>
              <a:ext cx="221460" cy="221458"/>
            </a:xfrm>
            <a:prstGeom prst="rect">
              <a:avLst/>
            </a:prstGeom>
          </p:spPr>
        </p:pic>
        <p:sp>
          <p:nvSpPr>
            <p:cNvPr id="23" name="!! 运营商">
              <a:extLst>
                <a:ext uri="{FF2B5EF4-FFF2-40B4-BE49-F238E27FC236}">
                  <a16:creationId xmlns:a16="http://schemas.microsoft.com/office/drawing/2014/main" id="{81BBBD24-E966-93CC-50D2-BA6AA744345D}"/>
                </a:ext>
              </a:extLst>
            </p:cNvPr>
            <p:cNvSpPr txBox="1"/>
            <p:nvPr/>
          </p:nvSpPr>
          <p:spPr>
            <a:xfrm>
              <a:off x="7813676" y="5913455"/>
              <a:ext cx="1114424" cy="2830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457189">
                <a:defRPr/>
              </a:pPr>
              <a:r>
                <a:rPr lang="en-US" altLang="zh-CN" sz="900" dirty="0">
                  <a:latin typeface="OPPOSans M"/>
                  <a:ea typeface="OPPOSans M"/>
                </a:rPr>
                <a:t>Virtual Net</a:t>
              </a:r>
              <a:endParaRPr lang="zh-CN" altLang="en-US" sz="900" dirty="0">
                <a:latin typeface="OPPOSans M"/>
                <a:ea typeface="OPPOSans M"/>
              </a:endParaRPr>
            </a:p>
          </p:txBody>
        </p:sp>
        <p:pic>
          <p:nvPicPr>
            <p:cNvPr id="24" name="!! 通知">
              <a:extLst>
                <a:ext uri="{FF2B5EF4-FFF2-40B4-BE49-F238E27FC236}">
                  <a16:creationId xmlns:a16="http://schemas.microsoft.com/office/drawing/2014/main" id="{FB3DA202-6DD5-C612-F6E6-F426F6457E99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9287931" y="5948436"/>
              <a:ext cx="152400" cy="152400"/>
            </a:xfrm>
            <a:prstGeom prst="rect">
              <a:avLst/>
            </a:prstGeom>
          </p:spPr>
        </p:pic>
        <p:pic>
          <p:nvPicPr>
            <p:cNvPr id="26" name="!! 电池">
              <a:extLst>
                <a:ext uri="{FF2B5EF4-FFF2-40B4-BE49-F238E27FC236}">
                  <a16:creationId xmlns:a16="http://schemas.microsoft.com/office/drawing/2014/main" id="{57F546DB-5C4E-A38E-FC55-BAD79B373052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7637460" y="6171965"/>
              <a:ext cx="191558" cy="191558"/>
            </a:xfrm>
            <a:prstGeom prst="rect">
              <a:avLst/>
            </a:prstGeom>
          </p:spPr>
        </p:pic>
        <p:sp>
          <p:nvSpPr>
            <p:cNvPr id="29" name="!! 时间">
              <a:extLst>
                <a:ext uri="{FF2B5EF4-FFF2-40B4-BE49-F238E27FC236}">
                  <a16:creationId xmlns:a16="http://schemas.microsoft.com/office/drawing/2014/main" id="{BC040F77-57B2-0E2A-0E47-10FACA3C0437}"/>
                </a:ext>
              </a:extLst>
            </p:cNvPr>
            <p:cNvSpPr txBox="1"/>
            <p:nvPr/>
          </p:nvSpPr>
          <p:spPr>
            <a:xfrm>
              <a:off x="8982607" y="6148520"/>
              <a:ext cx="773641" cy="3114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defTabSz="457189">
                <a:defRPr/>
              </a:pPr>
              <a:r>
                <a:rPr lang="en-US" altLang="zh-CN" sz="1051" dirty="0">
                  <a:latin typeface="OPPOSans R"/>
                  <a:ea typeface="OPPOSans R"/>
                </a:rPr>
                <a:t>16:34</a:t>
              </a:r>
              <a:endParaRPr lang="zh-CN" altLang="en-US" sz="1051" dirty="0">
                <a:latin typeface="OPPOSans R"/>
                <a:ea typeface="OPPOSans R"/>
              </a:endParaRPr>
            </a:p>
          </p:txBody>
        </p:sp>
        <p:sp>
          <p:nvSpPr>
            <p:cNvPr id="30" name="!! AC">
              <a:extLst>
                <a:ext uri="{FF2B5EF4-FFF2-40B4-BE49-F238E27FC236}">
                  <a16:creationId xmlns:a16="http://schemas.microsoft.com/office/drawing/2014/main" id="{23BA7DD5-CD4E-CD2D-8491-0BE137D600A3}"/>
                </a:ext>
              </a:extLst>
            </p:cNvPr>
            <p:cNvSpPr txBox="1"/>
            <p:nvPr/>
          </p:nvSpPr>
          <p:spPr>
            <a:xfrm>
              <a:off x="7766842" y="6152328"/>
              <a:ext cx="434183" cy="2830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457189">
                <a:defRPr/>
              </a:pPr>
              <a:r>
                <a:rPr lang="en-US" altLang="zh-CN" sz="900" dirty="0">
                  <a:latin typeface="OPPOSans R"/>
                  <a:ea typeface="OPPOSans R"/>
                </a:rPr>
                <a:t>49%</a:t>
              </a:r>
              <a:endParaRPr lang="zh-CN" altLang="en-US" sz="900" dirty="0">
                <a:latin typeface="OPPOSans R"/>
                <a:ea typeface="OPPOSans R"/>
              </a:endParaRPr>
            </a:p>
          </p:txBody>
        </p:sp>
        <p:pic>
          <p:nvPicPr>
            <p:cNvPr id="31" name="!! 声音">
              <a:extLst>
                <a:ext uri="{FF2B5EF4-FFF2-40B4-BE49-F238E27FC236}">
                  <a16:creationId xmlns:a16="http://schemas.microsoft.com/office/drawing/2014/main" id="{B3ED8992-7FB6-E135-A1CC-4BAC570A3AB1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9048732" y="5934670"/>
              <a:ext cx="179932" cy="179932"/>
            </a:xfrm>
            <a:prstGeom prst="rect">
              <a:avLst/>
            </a:prstGeom>
          </p:spPr>
        </p:pic>
        <p:pic>
          <p:nvPicPr>
            <p:cNvPr id="32" name="!! 电源">
              <a:hlinkClick r:id="rId20" action="ppaction://hlinksldjump"/>
              <a:extLst>
                <a:ext uri="{FF2B5EF4-FFF2-40B4-BE49-F238E27FC236}">
                  <a16:creationId xmlns:a16="http://schemas.microsoft.com/office/drawing/2014/main" id="{9B4E0741-2900-5460-DBE4-B05C0D773199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p:blipFill>
          <p:spPr>
            <a:xfrm>
              <a:off x="9489000" y="5925331"/>
              <a:ext cx="208372" cy="208370"/>
            </a:xfrm>
            <a:prstGeom prst="rect">
              <a:avLst/>
            </a:prstGeom>
          </p:spPr>
        </p:pic>
      </p:grpSp>
      <p:sp>
        <p:nvSpPr>
          <p:cNvPr id="33" name="!! 小白条">
            <a:hlinkClick r:id="rId3" action="ppaction://hlinksldjump"/>
            <a:extLst>
              <a:ext uri="{FF2B5EF4-FFF2-40B4-BE49-F238E27FC236}">
                <a16:creationId xmlns:a16="http://schemas.microsoft.com/office/drawing/2014/main" id="{FDE4DCB5-3846-D785-11DB-086A73406F09}"/>
              </a:ext>
            </a:extLst>
          </p:cNvPr>
          <p:cNvSpPr/>
          <p:nvPr/>
        </p:nvSpPr>
        <p:spPr>
          <a:xfrm>
            <a:off x="5177623" y="6706376"/>
            <a:ext cx="1836752" cy="45719"/>
          </a:xfrm>
          <a:prstGeom prst="roundRect">
            <a:avLst>
              <a:gd name="adj" fmla="val 50000"/>
            </a:avLst>
          </a:prstGeom>
          <a:solidFill>
            <a:schemeClr val="tx1">
              <a:alpha val="90000"/>
            </a:schemeClr>
          </a:solidFill>
          <a:ln>
            <a:noFill/>
          </a:ln>
          <a:effectLst>
            <a:outerShdw blurRad="1016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68" name="!! 显示">
            <a:extLst>
              <a:ext uri="{FF2B5EF4-FFF2-40B4-BE49-F238E27FC236}">
                <a16:creationId xmlns:a16="http://schemas.microsoft.com/office/drawing/2014/main" id="{18E8CE06-3074-BC07-6403-2E80AD60FB4A}"/>
              </a:ext>
            </a:extLst>
          </p:cNvPr>
          <p:cNvGrpSpPr/>
          <p:nvPr/>
        </p:nvGrpSpPr>
        <p:grpSpPr>
          <a:xfrm>
            <a:off x="470871" y="3706575"/>
            <a:ext cx="2552892" cy="457924"/>
            <a:chOff x="462453" y="2623554"/>
            <a:chExt cx="2552892" cy="457924"/>
          </a:xfrm>
        </p:grpSpPr>
        <p:sp>
          <p:nvSpPr>
            <p:cNvPr id="69" name="!! 未选中">
              <a:hlinkClick r:id="rId23" action="ppaction://hlinksldjump"/>
              <a:extLst>
                <a:ext uri="{FF2B5EF4-FFF2-40B4-BE49-F238E27FC236}">
                  <a16:creationId xmlns:a16="http://schemas.microsoft.com/office/drawing/2014/main" id="{293C218D-C37A-4B3C-9B51-51F9E1FEE1A6}"/>
                </a:ext>
              </a:extLst>
            </p:cNvPr>
            <p:cNvSpPr/>
            <p:nvPr/>
          </p:nvSpPr>
          <p:spPr>
            <a:xfrm>
              <a:off x="462453" y="2623554"/>
              <a:ext cx="2552892" cy="457924"/>
            </a:xfrm>
            <a:prstGeom prst="roundRect">
              <a:avLst>
                <a:gd name="adj" fmla="val 22880"/>
              </a:avLst>
            </a:prstGeom>
            <a:solidFill>
              <a:schemeClr val="bg2"/>
            </a:solidFill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1998" defTabSz="914377">
                <a:defRPr/>
              </a:pPr>
              <a:r>
                <a:rPr lang="zh-CN" altLang="en-US" sz="1400" dirty="0">
                  <a:solidFill>
                    <a:schemeClr val="tx1">
                      <a:lumMod val="90000"/>
                      <a:lumOff val="10000"/>
                    </a:schemeClr>
                  </a:solidFill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      显示</a:t>
              </a:r>
            </a:p>
          </p:txBody>
        </p:sp>
        <p:grpSp>
          <p:nvGrpSpPr>
            <p:cNvPr id="70" name="组合 69">
              <a:extLst>
                <a:ext uri="{FF2B5EF4-FFF2-40B4-BE49-F238E27FC236}">
                  <a16:creationId xmlns:a16="http://schemas.microsoft.com/office/drawing/2014/main" id="{BC8E5DFE-3067-DC6A-8828-5C24FBB4410A}"/>
                </a:ext>
              </a:extLst>
            </p:cNvPr>
            <p:cNvGrpSpPr/>
            <p:nvPr/>
          </p:nvGrpSpPr>
          <p:grpSpPr>
            <a:xfrm>
              <a:off x="600851" y="2735577"/>
              <a:ext cx="245090" cy="245090"/>
              <a:chOff x="3449581" y="2374787"/>
              <a:chExt cx="263638" cy="263638"/>
            </a:xfrm>
          </p:grpSpPr>
          <p:sp>
            <p:nvSpPr>
              <p:cNvPr id="71" name="椭圆 70">
                <a:extLst>
                  <a:ext uri="{FF2B5EF4-FFF2-40B4-BE49-F238E27FC236}">
                    <a16:creationId xmlns:a16="http://schemas.microsoft.com/office/drawing/2014/main" id="{4E23E6C0-1417-91D7-6A64-71D4392E625E}"/>
                  </a:ext>
                </a:extLst>
              </p:cNvPr>
              <p:cNvSpPr/>
              <p:nvPr/>
            </p:nvSpPr>
            <p:spPr>
              <a:xfrm>
                <a:off x="3449581" y="2374787"/>
                <a:ext cx="263638" cy="263638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72" name="icon">
                <a:extLst>
                  <a:ext uri="{FF2B5EF4-FFF2-40B4-BE49-F238E27FC236}">
                    <a16:creationId xmlns:a16="http://schemas.microsoft.com/office/drawing/2014/main" id="{114D41C7-EA86-1754-F4E8-EA9364D9EB1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4">
                <a:extLst>
                  <a:ext uri="{96DAC541-7B7A-43D3-8B79-37D633B846F1}">
                    <asvg:svgBlip xmlns:asvg="http://schemas.microsoft.com/office/drawing/2016/SVG/main" r:embed="rId25"/>
                  </a:ext>
                </a:extLst>
              </a:blip>
              <a:srcRect/>
              <a:stretch/>
            </p:blipFill>
            <p:spPr>
              <a:xfrm>
                <a:off x="3513869" y="2435878"/>
                <a:ext cx="143060" cy="143060"/>
              </a:xfrm>
              <a:prstGeom prst="rect">
                <a:avLst/>
              </a:prstGeom>
            </p:spPr>
          </p:pic>
        </p:grpSp>
      </p:grpSp>
      <p:grpSp>
        <p:nvGrpSpPr>
          <p:cNvPr id="73" name="!! App">
            <a:extLst>
              <a:ext uri="{FF2B5EF4-FFF2-40B4-BE49-F238E27FC236}">
                <a16:creationId xmlns:a16="http://schemas.microsoft.com/office/drawing/2014/main" id="{5683D52D-5D02-C382-4D26-C8A8521873B9}"/>
              </a:ext>
            </a:extLst>
          </p:cNvPr>
          <p:cNvGrpSpPr/>
          <p:nvPr/>
        </p:nvGrpSpPr>
        <p:grpSpPr>
          <a:xfrm>
            <a:off x="476549" y="2282681"/>
            <a:ext cx="2552892" cy="457924"/>
            <a:chOff x="462453" y="2623554"/>
            <a:chExt cx="2552892" cy="457924"/>
          </a:xfrm>
        </p:grpSpPr>
        <p:sp>
          <p:nvSpPr>
            <p:cNvPr id="74" name="!! 未选中">
              <a:hlinkClick r:id="rId26" action="ppaction://hlinksldjump"/>
              <a:extLst>
                <a:ext uri="{FF2B5EF4-FFF2-40B4-BE49-F238E27FC236}">
                  <a16:creationId xmlns:a16="http://schemas.microsoft.com/office/drawing/2014/main" id="{B669E6DF-FC3F-2520-C89D-7ACB8CC61269}"/>
                </a:ext>
              </a:extLst>
            </p:cNvPr>
            <p:cNvSpPr/>
            <p:nvPr/>
          </p:nvSpPr>
          <p:spPr>
            <a:xfrm>
              <a:off x="462453" y="2623554"/>
              <a:ext cx="2552892" cy="457924"/>
            </a:xfrm>
            <a:prstGeom prst="roundRect">
              <a:avLst>
                <a:gd name="adj" fmla="val 22880"/>
              </a:avLst>
            </a:prstGeom>
            <a:solidFill>
              <a:schemeClr val="bg2"/>
            </a:solidFill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1998" defTabSz="914377">
                <a:defRPr/>
              </a:pPr>
              <a:r>
                <a:rPr lang="zh-CN" altLang="en-US" sz="1400" dirty="0">
                  <a:solidFill>
                    <a:schemeClr val="tx1">
                      <a:lumMod val="90000"/>
                      <a:lumOff val="10000"/>
                    </a:schemeClr>
                  </a:solidFill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      应用与模块</a:t>
              </a:r>
            </a:p>
          </p:txBody>
        </p:sp>
        <p:grpSp>
          <p:nvGrpSpPr>
            <p:cNvPr id="75" name="组合 74">
              <a:extLst>
                <a:ext uri="{FF2B5EF4-FFF2-40B4-BE49-F238E27FC236}">
                  <a16:creationId xmlns:a16="http://schemas.microsoft.com/office/drawing/2014/main" id="{BDDCE8D8-0D11-5826-07F7-5E1188A38C6B}"/>
                </a:ext>
              </a:extLst>
            </p:cNvPr>
            <p:cNvGrpSpPr/>
            <p:nvPr/>
          </p:nvGrpSpPr>
          <p:grpSpPr>
            <a:xfrm>
              <a:off x="600851" y="2735577"/>
              <a:ext cx="245090" cy="245090"/>
              <a:chOff x="3449581" y="2374787"/>
              <a:chExt cx="263638" cy="263638"/>
            </a:xfrm>
          </p:grpSpPr>
          <p:sp>
            <p:nvSpPr>
              <p:cNvPr id="76" name="椭圆 75">
                <a:extLst>
                  <a:ext uri="{FF2B5EF4-FFF2-40B4-BE49-F238E27FC236}">
                    <a16:creationId xmlns:a16="http://schemas.microsoft.com/office/drawing/2014/main" id="{0793F58E-D273-2E49-9AF9-AE67E5C96205}"/>
                  </a:ext>
                </a:extLst>
              </p:cNvPr>
              <p:cNvSpPr/>
              <p:nvPr/>
            </p:nvSpPr>
            <p:spPr>
              <a:xfrm>
                <a:off x="3449581" y="2374787"/>
                <a:ext cx="263638" cy="263638"/>
              </a:xfrm>
              <a:prstGeom prst="ellipse">
                <a:avLst/>
              </a:prstGeom>
              <a:solidFill>
                <a:schemeClr val="accent3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77" name="icon">
                <a:extLst>
                  <a:ext uri="{FF2B5EF4-FFF2-40B4-BE49-F238E27FC236}">
                    <a16:creationId xmlns:a16="http://schemas.microsoft.com/office/drawing/2014/main" id="{3A2B5958-334F-1371-EFC0-0865D89514C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7">
                <a:extLst>
                  <a:ext uri="{96DAC541-7B7A-43D3-8B79-37D633B846F1}">
                    <asvg:svgBlip xmlns:asvg="http://schemas.microsoft.com/office/drawing/2016/SVG/main" r:embed="rId28"/>
                  </a:ext>
                </a:extLst>
              </a:blip>
              <a:srcRect/>
              <a:stretch/>
            </p:blipFill>
            <p:spPr>
              <a:xfrm>
                <a:off x="3513869" y="2435878"/>
                <a:ext cx="143060" cy="143060"/>
              </a:xfrm>
              <a:prstGeom prst="rect">
                <a:avLst/>
              </a:prstGeom>
            </p:spPr>
          </p:pic>
        </p:grpSp>
      </p:grpSp>
      <p:grpSp>
        <p:nvGrpSpPr>
          <p:cNvPr id="78" name="!! 电池">
            <a:extLst>
              <a:ext uri="{FF2B5EF4-FFF2-40B4-BE49-F238E27FC236}">
                <a16:creationId xmlns:a16="http://schemas.microsoft.com/office/drawing/2014/main" id="{52194C95-1971-B69B-4360-C3F9A1C00D0F}"/>
              </a:ext>
            </a:extLst>
          </p:cNvPr>
          <p:cNvGrpSpPr/>
          <p:nvPr/>
        </p:nvGrpSpPr>
        <p:grpSpPr>
          <a:xfrm>
            <a:off x="470871" y="2852627"/>
            <a:ext cx="2552892" cy="457924"/>
            <a:chOff x="462453" y="2623554"/>
            <a:chExt cx="2552892" cy="457924"/>
          </a:xfrm>
        </p:grpSpPr>
        <p:sp>
          <p:nvSpPr>
            <p:cNvPr id="79" name="!! 未选中">
              <a:hlinkClick r:id="rId29" action="ppaction://hlinksldjump"/>
              <a:extLst>
                <a:ext uri="{FF2B5EF4-FFF2-40B4-BE49-F238E27FC236}">
                  <a16:creationId xmlns:a16="http://schemas.microsoft.com/office/drawing/2014/main" id="{047867C4-DD72-D375-50C8-F8A720D5DDC5}"/>
                </a:ext>
              </a:extLst>
            </p:cNvPr>
            <p:cNvSpPr/>
            <p:nvPr/>
          </p:nvSpPr>
          <p:spPr>
            <a:xfrm>
              <a:off x="462453" y="2623554"/>
              <a:ext cx="2552892" cy="457924"/>
            </a:xfrm>
            <a:prstGeom prst="roundRect">
              <a:avLst>
                <a:gd name="adj" fmla="val 22880"/>
              </a:avLst>
            </a:prstGeom>
            <a:solidFill>
              <a:schemeClr val="bg2"/>
            </a:solidFill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1998" defTabSz="914377">
                <a:defRPr/>
              </a:pPr>
              <a:r>
                <a:rPr lang="zh-CN" altLang="en-US" sz="1400" dirty="0">
                  <a:solidFill>
                    <a:schemeClr val="tx1">
                      <a:lumMod val="90000"/>
                      <a:lumOff val="10000"/>
                    </a:schemeClr>
                  </a:solidFill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      电池</a:t>
              </a:r>
            </a:p>
          </p:txBody>
        </p:sp>
        <p:grpSp>
          <p:nvGrpSpPr>
            <p:cNvPr id="80" name="组合 79">
              <a:extLst>
                <a:ext uri="{FF2B5EF4-FFF2-40B4-BE49-F238E27FC236}">
                  <a16:creationId xmlns:a16="http://schemas.microsoft.com/office/drawing/2014/main" id="{9F45A958-263C-081B-1239-732774B65C79}"/>
                </a:ext>
              </a:extLst>
            </p:cNvPr>
            <p:cNvGrpSpPr/>
            <p:nvPr/>
          </p:nvGrpSpPr>
          <p:grpSpPr>
            <a:xfrm>
              <a:off x="600851" y="2735577"/>
              <a:ext cx="245090" cy="245090"/>
              <a:chOff x="3449581" y="2374787"/>
              <a:chExt cx="263638" cy="263638"/>
            </a:xfrm>
          </p:grpSpPr>
          <p:sp>
            <p:nvSpPr>
              <p:cNvPr id="81" name="椭圆 80">
                <a:extLst>
                  <a:ext uri="{FF2B5EF4-FFF2-40B4-BE49-F238E27FC236}">
                    <a16:creationId xmlns:a16="http://schemas.microsoft.com/office/drawing/2014/main" id="{1F733F3F-BA62-E7F4-DEF7-F9BE290FCDBD}"/>
                  </a:ext>
                </a:extLst>
              </p:cNvPr>
              <p:cNvSpPr/>
              <p:nvPr/>
            </p:nvSpPr>
            <p:spPr>
              <a:xfrm>
                <a:off x="3449581" y="2374787"/>
                <a:ext cx="263638" cy="263638"/>
              </a:xfrm>
              <a:prstGeom prst="ellipse">
                <a:avLst/>
              </a:prstGeom>
              <a:solidFill>
                <a:srgbClr val="3ADE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82" name="icon">
                <a:extLst>
                  <a:ext uri="{FF2B5EF4-FFF2-40B4-BE49-F238E27FC236}">
                    <a16:creationId xmlns:a16="http://schemas.microsoft.com/office/drawing/2014/main" id="{A1B7AE2A-4588-1CF5-1F1A-7687F8B71AE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0">
                <a:extLst>
                  <a:ext uri="{96DAC541-7B7A-43D3-8B79-37D633B846F1}">
                    <asvg:svgBlip xmlns:asvg="http://schemas.microsoft.com/office/drawing/2016/SVG/main" r:embed="rId31"/>
                  </a:ext>
                </a:extLst>
              </a:blip>
              <a:srcRect/>
              <a:stretch/>
            </p:blipFill>
            <p:spPr>
              <a:xfrm>
                <a:off x="3513869" y="2435878"/>
                <a:ext cx="143060" cy="143060"/>
              </a:xfrm>
              <a:prstGeom prst="rect">
                <a:avLst/>
              </a:prstGeom>
            </p:spPr>
          </p:pic>
        </p:grpSp>
      </p:grpSp>
      <p:sp>
        <p:nvSpPr>
          <p:cNvPr id="83" name="!! 个性化">
            <a:extLst>
              <a:ext uri="{FF2B5EF4-FFF2-40B4-BE49-F238E27FC236}">
                <a16:creationId xmlns:a16="http://schemas.microsoft.com/office/drawing/2014/main" id="{8541E189-4477-4B6C-8152-88E98D6AC29D}"/>
              </a:ext>
            </a:extLst>
          </p:cNvPr>
          <p:cNvSpPr txBox="1"/>
          <p:nvPr/>
        </p:nvSpPr>
        <p:spPr>
          <a:xfrm>
            <a:off x="470872" y="3444966"/>
            <a:ext cx="11113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dirty="0">
                <a:solidFill>
                  <a:schemeClr val="bg1">
                    <a:lumMod val="50000"/>
                  </a:schemeClr>
                </a:solidFill>
              </a:rPr>
              <a:t>个性化</a:t>
            </a:r>
          </a:p>
        </p:txBody>
      </p:sp>
      <p:sp>
        <p:nvSpPr>
          <p:cNvPr id="84" name="文本框 83">
            <a:extLst>
              <a:ext uri="{FF2B5EF4-FFF2-40B4-BE49-F238E27FC236}">
                <a16:creationId xmlns:a16="http://schemas.microsoft.com/office/drawing/2014/main" id="{BE57F8FB-25DA-FE47-AC69-394DF6EDC705}"/>
              </a:ext>
            </a:extLst>
          </p:cNvPr>
          <p:cNvSpPr txBox="1"/>
          <p:nvPr/>
        </p:nvSpPr>
        <p:spPr>
          <a:xfrm>
            <a:off x="462454" y="2020809"/>
            <a:ext cx="11113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dirty="0">
                <a:solidFill>
                  <a:schemeClr val="bg1">
                    <a:lumMod val="50000"/>
                  </a:schemeClr>
                </a:solidFill>
              </a:rPr>
              <a:t>网络与连接</a:t>
            </a:r>
          </a:p>
        </p:txBody>
      </p:sp>
      <p:sp>
        <p:nvSpPr>
          <p:cNvPr id="85" name="文本框 84">
            <a:extLst>
              <a:ext uri="{FF2B5EF4-FFF2-40B4-BE49-F238E27FC236}">
                <a16:creationId xmlns:a16="http://schemas.microsoft.com/office/drawing/2014/main" id="{40AEA938-258C-61A9-822A-63BBA1B7D5B7}"/>
              </a:ext>
            </a:extLst>
          </p:cNvPr>
          <p:cNvSpPr txBox="1"/>
          <p:nvPr/>
        </p:nvSpPr>
        <p:spPr>
          <a:xfrm>
            <a:off x="462455" y="4033431"/>
            <a:ext cx="11113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dirty="0">
                <a:solidFill>
                  <a:schemeClr val="bg1">
                    <a:lumMod val="50000"/>
                  </a:schemeClr>
                </a:solidFill>
              </a:rPr>
              <a:t>系统与安全</a:t>
            </a:r>
          </a:p>
        </p:txBody>
      </p:sp>
      <p:grpSp>
        <p:nvGrpSpPr>
          <p:cNvPr id="86" name="!! 软件更新">
            <a:extLst>
              <a:ext uri="{FF2B5EF4-FFF2-40B4-BE49-F238E27FC236}">
                <a16:creationId xmlns:a16="http://schemas.microsoft.com/office/drawing/2014/main" id="{CC4812D1-CDAD-01DD-6855-FDB9EDF06E23}"/>
              </a:ext>
            </a:extLst>
          </p:cNvPr>
          <p:cNvGrpSpPr/>
          <p:nvPr/>
        </p:nvGrpSpPr>
        <p:grpSpPr>
          <a:xfrm>
            <a:off x="462455" y="4299750"/>
            <a:ext cx="2552892" cy="457924"/>
            <a:chOff x="481145" y="1890767"/>
            <a:chExt cx="2552892" cy="457924"/>
          </a:xfrm>
        </p:grpSpPr>
        <p:sp>
          <p:nvSpPr>
            <p:cNvPr id="87" name="!! 未选中">
              <a:hlinkClick r:id="rId32" action="ppaction://hlinksldjump"/>
              <a:extLst>
                <a:ext uri="{FF2B5EF4-FFF2-40B4-BE49-F238E27FC236}">
                  <a16:creationId xmlns:a16="http://schemas.microsoft.com/office/drawing/2014/main" id="{41A559DD-26BD-8B90-B6C8-EE50DA5E0B51}"/>
                </a:ext>
              </a:extLst>
            </p:cNvPr>
            <p:cNvSpPr/>
            <p:nvPr/>
          </p:nvSpPr>
          <p:spPr>
            <a:xfrm>
              <a:off x="481145" y="1890767"/>
              <a:ext cx="2552892" cy="457924"/>
            </a:xfrm>
            <a:prstGeom prst="roundRect">
              <a:avLst>
                <a:gd name="adj" fmla="val 22880"/>
              </a:avLst>
            </a:prstGeom>
            <a:solidFill>
              <a:schemeClr val="bg2"/>
            </a:solidFill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1998" defTabSz="914377">
                <a:defRPr/>
              </a:pPr>
              <a:r>
                <a:rPr lang="zh-CN" altLang="en-US" sz="1400" dirty="0">
                  <a:solidFill>
                    <a:schemeClr val="tx1"/>
                  </a:solidFill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      系统更新</a:t>
              </a:r>
            </a:p>
          </p:txBody>
        </p:sp>
        <p:pic>
          <p:nvPicPr>
            <p:cNvPr id="88" name="icon">
              <a:extLst>
                <a:ext uri="{FF2B5EF4-FFF2-40B4-BE49-F238E27FC236}">
                  <a16:creationId xmlns:a16="http://schemas.microsoft.com/office/drawing/2014/main" id="{D29CA844-CC39-E580-2091-91EBCEA72AB0}"/>
                </a:ext>
              </a:extLst>
            </p:cNvPr>
            <p:cNvPicPr>
              <a:picLocks noChangeAspect="1"/>
            </p:cNvPicPr>
            <p:nvPr/>
          </p:nvPicPr>
          <p:blipFill>
            <a:blip r:embed="rId33">
              <a:extLst>
                <a:ext uri="{96DAC541-7B7A-43D3-8B79-37D633B846F1}">
                  <asvg:svgBlip xmlns:asvg="http://schemas.microsoft.com/office/drawing/2016/SVG/main" r:embed="rId34"/>
                </a:ext>
              </a:extLst>
            </a:blip>
            <a:srcRect/>
            <a:stretch/>
          </p:blipFill>
          <p:spPr>
            <a:xfrm>
              <a:off x="623508" y="2001148"/>
              <a:ext cx="237162" cy="237162"/>
            </a:xfrm>
            <a:prstGeom prst="rect">
              <a:avLst/>
            </a:prstGeom>
          </p:spPr>
        </p:pic>
      </p:grpSp>
      <p:grpSp>
        <p:nvGrpSpPr>
          <p:cNvPr id="89" name="!! 更多连接">
            <a:extLst>
              <a:ext uri="{FF2B5EF4-FFF2-40B4-BE49-F238E27FC236}">
                <a16:creationId xmlns:a16="http://schemas.microsoft.com/office/drawing/2014/main" id="{3F05D7A6-4598-43E8-22C5-CC945BA59377}"/>
              </a:ext>
            </a:extLst>
          </p:cNvPr>
          <p:cNvGrpSpPr/>
          <p:nvPr/>
        </p:nvGrpSpPr>
        <p:grpSpPr>
          <a:xfrm>
            <a:off x="462454" y="3410531"/>
            <a:ext cx="2552892" cy="457924"/>
            <a:chOff x="462453" y="2623554"/>
            <a:chExt cx="2552892" cy="457924"/>
          </a:xfrm>
        </p:grpSpPr>
        <p:sp>
          <p:nvSpPr>
            <p:cNvPr id="90" name="!! 未选中">
              <a:hlinkClick r:id="rId35" action="ppaction://hlinksldjump"/>
              <a:extLst>
                <a:ext uri="{FF2B5EF4-FFF2-40B4-BE49-F238E27FC236}">
                  <a16:creationId xmlns:a16="http://schemas.microsoft.com/office/drawing/2014/main" id="{2BE0EB90-616D-E891-5769-90F2FC87DBB2}"/>
                </a:ext>
              </a:extLst>
            </p:cNvPr>
            <p:cNvSpPr/>
            <p:nvPr/>
          </p:nvSpPr>
          <p:spPr>
            <a:xfrm>
              <a:off x="462453" y="2623554"/>
              <a:ext cx="2552892" cy="457924"/>
            </a:xfrm>
            <a:prstGeom prst="roundRect">
              <a:avLst>
                <a:gd name="adj" fmla="val 22880"/>
              </a:avLst>
            </a:prstGeom>
            <a:solidFill>
              <a:schemeClr val="bg2"/>
            </a:solidFill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1998" defTabSz="914377">
                <a:defRPr/>
              </a:pPr>
              <a:r>
                <a:rPr lang="zh-CN" altLang="en-US" sz="1400" dirty="0">
                  <a:solidFill>
                    <a:schemeClr val="tx1">
                      <a:lumMod val="90000"/>
                      <a:lumOff val="10000"/>
                    </a:schemeClr>
                  </a:solidFill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      更多连接</a:t>
              </a:r>
            </a:p>
          </p:txBody>
        </p:sp>
        <p:grpSp>
          <p:nvGrpSpPr>
            <p:cNvPr id="91" name="组合 90">
              <a:extLst>
                <a:ext uri="{FF2B5EF4-FFF2-40B4-BE49-F238E27FC236}">
                  <a16:creationId xmlns:a16="http://schemas.microsoft.com/office/drawing/2014/main" id="{5CC0D216-ECB5-2F8C-33DA-09A6442EB294}"/>
                </a:ext>
              </a:extLst>
            </p:cNvPr>
            <p:cNvGrpSpPr/>
            <p:nvPr/>
          </p:nvGrpSpPr>
          <p:grpSpPr>
            <a:xfrm>
              <a:off x="600851" y="2735577"/>
              <a:ext cx="245090" cy="245090"/>
              <a:chOff x="3449581" y="2374787"/>
              <a:chExt cx="263638" cy="263638"/>
            </a:xfrm>
          </p:grpSpPr>
          <p:sp>
            <p:nvSpPr>
              <p:cNvPr id="92" name="椭圆 91">
                <a:extLst>
                  <a:ext uri="{FF2B5EF4-FFF2-40B4-BE49-F238E27FC236}">
                    <a16:creationId xmlns:a16="http://schemas.microsoft.com/office/drawing/2014/main" id="{14BCB2BB-70DF-D9C0-D6F0-6BF04CC3EECD}"/>
                  </a:ext>
                </a:extLst>
              </p:cNvPr>
              <p:cNvSpPr/>
              <p:nvPr/>
            </p:nvSpPr>
            <p:spPr>
              <a:xfrm>
                <a:off x="3449581" y="2374787"/>
                <a:ext cx="263638" cy="263638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93" name="icon">
                <a:extLst>
                  <a:ext uri="{FF2B5EF4-FFF2-40B4-BE49-F238E27FC236}">
                    <a16:creationId xmlns:a16="http://schemas.microsoft.com/office/drawing/2014/main" id="{8F48E96B-A16A-3082-9D42-F295C23B444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6">
                <a:extLst>
                  <a:ext uri="{96DAC541-7B7A-43D3-8B79-37D633B846F1}">
                    <asvg:svgBlip xmlns:asvg="http://schemas.microsoft.com/office/drawing/2016/SVG/main" r:embed="rId37"/>
                  </a:ext>
                </a:extLst>
              </a:blip>
              <a:srcRect/>
              <a:stretch/>
            </p:blipFill>
            <p:spPr>
              <a:xfrm>
                <a:off x="3513774" y="2433849"/>
                <a:ext cx="143060" cy="143060"/>
              </a:xfrm>
              <a:prstGeom prst="rect">
                <a:avLst/>
              </a:prstGeom>
            </p:spPr>
          </p:pic>
        </p:grpSp>
      </p:grpSp>
      <p:sp>
        <p:nvSpPr>
          <p:cNvPr id="94" name="!! 更多">
            <a:extLst>
              <a:ext uri="{FF2B5EF4-FFF2-40B4-BE49-F238E27FC236}">
                <a16:creationId xmlns:a16="http://schemas.microsoft.com/office/drawing/2014/main" id="{68FC810B-6101-18D5-A259-534B7BFF0B16}"/>
              </a:ext>
            </a:extLst>
          </p:cNvPr>
          <p:cNvSpPr txBox="1"/>
          <p:nvPr/>
        </p:nvSpPr>
        <p:spPr>
          <a:xfrm>
            <a:off x="1310353" y="6016666"/>
            <a:ext cx="85443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100" dirty="0">
                <a:solidFill>
                  <a:schemeClr val="accent1"/>
                </a:solidFill>
              </a:rPr>
              <a:t>下一页</a:t>
            </a:r>
          </a:p>
        </p:txBody>
      </p:sp>
      <p:grpSp>
        <p:nvGrpSpPr>
          <p:cNvPr id="95" name="!! 蓝牙">
            <a:extLst>
              <a:ext uri="{FF2B5EF4-FFF2-40B4-BE49-F238E27FC236}">
                <a16:creationId xmlns:a16="http://schemas.microsoft.com/office/drawing/2014/main" id="{F10A5505-27AE-D2F5-0A8F-63AC168AD0DF}"/>
              </a:ext>
            </a:extLst>
          </p:cNvPr>
          <p:cNvGrpSpPr/>
          <p:nvPr/>
        </p:nvGrpSpPr>
        <p:grpSpPr>
          <a:xfrm>
            <a:off x="462453" y="2846581"/>
            <a:ext cx="2552892" cy="457924"/>
            <a:chOff x="462452" y="2059603"/>
            <a:chExt cx="2552892" cy="457924"/>
          </a:xfrm>
        </p:grpSpPr>
        <p:sp>
          <p:nvSpPr>
            <p:cNvPr id="96" name="!! 未选中">
              <a:hlinkClick r:id="rId38" action="ppaction://hlinksldjump"/>
              <a:extLst>
                <a:ext uri="{FF2B5EF4-FFF2-40B4-BE49-F238E27FC236}">
                  <a16:creationId xmlns:a16="http://schemas.microsoft.com/office/drawing/2014/main" id="{268A305F-37C1-FF82-0A9D-1356771EFEC7}"/>
                </a:ext>
              </a:extLst>
            </p:cNvPr>
            <p:cNvSpPr/>
            <p:nvPr/>
          </p:nvSpPr>
          <p:spPr>
            <a:xfrm>
              <a:off x="462452" y="2059603"/>
              <a:ext cx="2552892" cy="457924"/>
            </a:xfrm>
            <a:prstGeom prst="roundRect">
              <a:avLst>
                <a:gd name="adj" fmla="val 22880"/>
              </a:avLst>
            </a:prstGeom>
            <a:solidFill>
              <a:schemeClr val="bg2"/>
            </a:solidFill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1998" defTabSz="914377">
                <a:defRPr/>
              </a:pPr>
              <a:r>
                <a:rPr lang="zh-CN" altLang="en-US" sz="1400" dirty="0">
                  <a:solidFill>
                    <a:schemeClr val="tx1">
                      <a:lumMod val="90000"/>
                      <a:lumOff val="10000"/>
                    </a:schemeClr>
                  </a:solidFill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      蓝牙</a:t>
              </a:r>
            </a:p>
          </p:txBody>
        </p:sp>
        <p:pic>
          <p:nvPicPr>
            <p:cNvPr id="97" name="图形 96">
              <a:extLst>
                <a:ext uri="{FF2B5EF4-FFF2-40B4-BE49-F238E27FC236}">
                  <a16:creationId xmlns:a16="http://schemas.microsoft.com/office/drawing/2014/main" id="{2CB0FF48-681F-5EDD-9082-A3CBB66C1337}"/>
                </a:ext>
              </a:extLst>
            </p:cNvPr>
            <p:cNvPicPr>
              <a:picLocks noChangeAspect="1"/>
            </p:cNvPicPr>
            <p:nvPr/>
          </p:nvPicPr>
          <p:blipFill>
            <a:blip r:embed="rId39">
              <a:extLst>
                <a:ext uri="{96DAC541-7B7A-43D3-8B79-37D633B846F1}">
                  <asvg:svgBlip xmlns:asvg="http://schemas.microsoft.com/office/drawing/2016/SVG/main" r:embed="rId40"/>
                </a:ext>
              </a:extLst>
            </a:blip>
            <a:stretch>
              <a:fillRect/>
            </a:stretch>
          </p:blipFill>
          <p:spPr>
            <a:xfrm>
              <a:off x="600851" y="2174279"/>
              <a:ext cx="237166" cy="237166"/>
            </a:xfrm>
            <a:prstGeom prst="rect">
              <a:avLst/>
            </a:prstGeom>
          </p:spPr>
        </p:pic>
      </p:grpSp>
      <p:grpSp>
        <p:nvGrpSpPr>
          <p:cNvPr id="98" name="!! WLAN">
            <a:extLst>
              <a:ext uri="{FF2B5EF4-FFF2-40B4-BE49-F238E27FC236}">
                <a16:creationId xmlns:a16="http://schemas.microsoft.com/office/drawing/2014/main" id="{3C93E40E-62E0-6076-DB78-EFA1C01D703E}"/>
              </a:ext>
            </a:extLst>
          </p:cNvPr>
          <p:cNvGrpSpPr/>
          <p:nvPr/>
        </p:nvGrpSpPr>
        <p:grpSpPr>
          <a:xfrm>
            <a:off x="462453" y="2282631"/>
            <a:ext cx="2552892" cy="457924"/>
            <a:chOff x="462452" y="1495653"/>
            <a:chExt cx="2552892" cy="457924"/>
          </a:xfrm>
        </p:grpSpPr>
        <p:grpSp>
          <p:nvGrpSpPr>
            <p:cNvPr id="99" name="!! WLAN">
              <a:extLst>
                <a:ext uri="{FF2B5EF4-FFF2-40B4-BE49-F238E27FC236}">
                  <a16:creationId xmlns:a16="http://schemas.microsoft.com/office/drawing/2014/main" id="{27DE6F53-A62B-E865-8555-881C52FCD248}"/>
                </a:ext>
              </a:extLst>
            </p:cNvPr>
            <p:cNvGrpSpPr/>
            <p:nvPr/>
          </p:nvGrpSpPr>
          <p:grpSpPr>
            <a:xfrm>
              <a:off x="462452" y="1495653"/>
              <a:ext cx="2552892" cy="457924"/>
              <a:chOff x="462452" y="1495653"/>
              <a:chExt cx="2552892" cy="457924"/>
            </a:xfrm>
          </p:grpSpPr>
          <p:sp>
            <p:nvSpPr>
              <p:cNvPr id="101" name="!! 未选中">
                <a:hlinkClick r:id="rId41" action="ppaction://hlinksldjump"/>
                <a:extLst>
                  <a:ext uri="{FF2B5EF4-FFF2-40B4-BE49-F238E27FC236}">
                    <a16:creationId xmlns:a16="http://schemas.microsoft.com/office/drawing/2014/main" id="{71B26436-BC78-657A-20FD-48BC94CBCCCE}"/>
                  </a:ext>
                </a:extLst>
              </p:cNvPr>
              <p:cNvSpPr/>
              <p:nvPr/>
            </p:nvSpPr>
            <p:spPr>
              <a:xfrm>
                <a:off x="462452" y="1495653"/>
                <a:ext cx="2552892" cy="457924"/>
              </a:xfrm>
              <a:prstGeom prst="roundRect">
                <a:avLst>
                  <a:gd name="adj" fmla="val 22880"/>
                </a:avLst>
              </a:prstGeom>
              <a:solidFill>
                <a:schemeClr val="bg2"/>
              </a:solidFill>
              <a:ln w="6350"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71998" defTabSz="914377">
                  <a:defRPr/>
                </a:pPr>
                <a:r>
                  <a:rPr lang="zh-CN" altLang="en-US" sz="1400" dirty="0">
                    <a:solidFill>
                      <a:schemeClr val="tx1">
                        <a:lumMod val="90000"/>
                        <a:lumOff val="10000"/>
                      </a:schemeClr>
                    </a:solidFill>
                    <a:latin typeface="vivo Sans Light" panose="02000400000000000000" pitchFamily="2" charset="-122"/>
                    <a:ea typeface="vivo Sans Light" panose="02000400000000000000" pitchFamily="2" charset="-122"/>
                    <a:cs typeface="vivo Sans Light" panose="02000400000000000000" pitchFamily="2" charset="-122"/>
                  </a:rPr>
                  <a:t>      无线局域网</a:t>
                </a:r>
              </a:p>
            </p:txBody>
          </p:sp>
          <p:pic>
            <p:nvPicPr>
              <p:cNvPr id="102" name="icon">
                <a:extLst>
                  <a:ext uri="{FF2B5EF4-FFF2-40B4-BE49-F238E27FC236}">
                    <a16:creationId xmlns:a16="http://schemas.microsoft.com/office/drawing/2014/main" id="{00081799-7A0E-DEC7-FF26-63188E1A4FA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2">
                <a:extLst>
                  <a:ext uri="{96DAC541-7B7A-43D3-8B79-37D633B846F1}">
                    <asvg:svgBlip xmlns:asvg="http://schemas.microsoft.com/office/drawing/2016/SVG/main" r:embed="rId43"/>
                  </a:ext>
                </a:extLst>
              </a:blip>
              <a:srcRect/>
              <a:stretch/>
            </p:blipFill>
            <p:spPr>
              <a:xfrm>
                <a:off x="638475" y="1636367"/>
                <a:ext cx="169842" cy="169842"/>
              </a:xfrm>
              <a:prstGeom prst="rect">
                <a:avLst/>
              </a:prstGeom>
            </p:spPr>
          </p:pic>
        </p:grpSp>
        <p:pic>
          <p:nvPicPr>
            <p:cNvPr id="100" name="图形 99">
              <a:extLst>
                <a:ext uri="{FF2B5EF4-FFF2-40B4-BE49-F238E27FC236}">
                  <a16:creationId xmlns:a16="http://schemas.microsoft.com/office/drawing/2014/main" id="{1BE1A435-94B4-CB69-E48B-B167F2FC9256}"/>
                </a:ext>
              </a:extLst>
            </p:cNvPr>
            <p:cNvPicPr>
              <a:picLocks noChangeAspect="1"/>
            </p:cNvPicPr>
            <p:nvPr/>
          </p:nvPicPr>
          <p:blipFill>
            <a:blip r:embed="rId44">
              <a:extLst>
                <a:ext uri="{96DAC541-7B7A-43D3-8B79-37D633B846F1}">
                  <asvg:svgBlip xmlns:asvg="http://schemas.microsoft.com/office/drawing/2016/SVG/main" r:embed="rId45"/>
                </a:ext>
              </a:extLst>
            </a:blip>
            <a:stretch>
              <a:fillRect/>
            </a:stretch>
          </p:blipFill>
          <p:spPr>
            <a:xfrm>
              <a:off x="600489" y="1593839"/>
              <a:ext cx="245452" cy="245452"/>
            </a:xfrm>
            <a:prstGeom prst="rect">
              <a:avLst/>
            </a:prstGeom>
          </p:spPr>
        </p:pic>
      </p:grpSp>
      <p:grpSp>
        <p:nvGrpSpPr>
          <p:cNvPr id="103" name="!! 关于">
            <a:extLst>
              <a:ext uri="{FF2B5EF4-FFF2-40B4-BE49-F238E27FC236}">
                <a16:creationId xmlns:a16="http://schemas.microsoft.com/office/drawing/2014/main" id="{CBAF8544-557F-C63B-EA30-34862BEC2451}"/>
              </a:ext>
            </a:extLst>
          </p:cNvPr>
          <p:cNvGrpSpPr/>
          <p:nvPr/>
        </p:nvGrpSpPr>
        <p:grpSpPr>
          <a:xfrm>
            <a:off x="461126" y="5442791"/>
            <a:ext cx="2552892" cy="457924"/>
            <a:chOff x="453977" y="4076722"/>
            <a:chExt cx="2552892" cy="457924"/>
          </a:xfrm>
        </p:grpSpPr>
        <p:sp>
          <p:nvSpPr>
            <p:cNvPr id="104" name="!! 未选中">
              <a:hlinkClick r:id="rId46" action="ppaction://hlinksldjump"/>
              <a:extLst>
                <a:ext uri="{FF2B5EF4-FFF2-40B4-BE49-F238E27FC236}">
                  <a16:creationId xmlns:a16="http://schemas.microsoft.com/office/drawing/2014/main" id="{9DCBA28B-4626-475C-5224-4B6158955278}"/>
                </a:ext>
              </a:extLst>
            </p:cNvPr>
            <p:cNvSpPr/>
            <p:nvPr/>
          </p:nvSpPr>
          <p:spPr>
            <a:xfrm>
              <a:off x="453977" y="4076722"/>
              <a:ext cx="2552892" cy="457924"/>
            </a:xfrm>
            <a:prstGeom prst="roundRect">
              <a:avLst>
                <a:gd name="adj" fmla="val 22880"/>
              </a:avLst>
            </a:prstGeom>
            <a:solidFill>
              <a:schemeClr val="bg2"/>
            </a:solidFill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1998" defTabSz="914377">
                <a:defRPr/>
              </a:pPr>
              <a:r>
                <a:rPr lang="zh-CN" altLang="en-US" sz="1400" dirty="0">
                  <a:solidFill>
                    <a:schemeClr val="tx1">
                      <a:lumMod val="90000"/>
                      <a:lumOff val="10000"/>
                    </a:schemeClr>
                  </a:solidFill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      关于此</a:t>
              </a:r>
              <a:r>
                <a:rPr lang="en-US" altLang="zh-CN" sz="1400" dirty="0">
                  <a:solidFill>
                    <a:schemeClr val="tx1">
                      <a:lumMod val="90000"/>
                      <a:lumOff val="10000"/>
                    </a:schemeClr>
                  </a:solidFill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Pad</a:t>
              </a:r>
              <a:endParaRPr lang="zh-CN" altLang="en-US" sz="1400" dirty="0">
                <a:solidFill>
                  <a:schemeClr val="tx1">
                    <a:lumMod val="90000"/>
                    <a:lumOff val="10000"/>
                  </a:schemeClr>
                </a:solidFill>
                <a:latin typeface="vivo Sans Light" panose="02000400000000000000" pitchFamily="2" charset="-122"/>
                <a:ea typeface="vivo Sans Light" panose="02000400000000000000" pitchFamily="2" charset="-122"/>
                <a:cs typeface="vivo Sans Light" panose="02000400000000000000" pitchFamily="2" charset="-122"/>
              </a:endParaRPr>
            </a:p>
          </p:txBody>
        </p:sp>
        <p:pic>
          <p:nvPicPr>
            <p:cNvPr id="105" name="图形 104">
              <a:extLst>
                <a:ext uri="{FF2B5EF4-FFF2-40B4-BE49-F238E27FC236}">
                  <a16:creationId xmlns:a16="http://schemas.microsoft.com/office/drawing/2014/main" id="{70D1B9F6-28A3-A597-07C0-979AE62500B0}"/>
                </a:ext>
              </a:extLst>
            </p:cNvPr>
            <p:cNvPicPr>
              <a:picLocks noChangeAspect="1"/>
            </p:cNvPicPr>
            <p:nvPr/>
          </p:nvPicPr>
          <p:blipFill>
            <a:blip r:embed="rId47">
              <a:extLst>
                <a:ext uri="{96DAC541-7B7A-43D3-8B79-37D633B846F1}">
                  <asvg:svgBlip xmlns:asvg="http://schemas.microsoft.com/office/drawing/2016/SVG/main" r:embed="rId48"/>
                </a:ext>
              </a:extLst>
            </a:blip>
            <a:stretch>
              <a:fillRect/>
            </a:stretch>
          </p:blipFill>
          <p:spPr>
            <a:xfrm flipV="1">
              <a:off x="599323" y="4190280"/>
              <a:ext cx="238694" cy="238694"/>
            </a:xfrm>
            <a:prstGeom prst="rect">
              <a:avLst/>
            </a:prstGeom>
          </p:spPr>
        </p:pic>
      </p:grpSp>
      <p:grpSp>
        <p:nvGrpSpPr>
          <p:cNvPr id="106" name="!! 保护">
            <a:extLst>
              <a:ext uri="{FF2B5EF4-FFF2-40B4-BE49-F238E27FC236}">
                <a16:creationId xmlns:a16="http://schemas.microsoft.com/office/drawing/2014/main" id="{BC2BB231-F054-4F74-A1F6-76B99413075A}"/>
              </a:ext>
            </a:extLst>
          </p:cNvPr>
          <p:cNvGrpSpPr/>
          <p:nvPr/>
        </p:nvGrpSpPr>
        <p:grpSpPr>
          <a:xfrm>
            <a:off x="461126" y="4868915"/>
            <a:ext cx="2552892" cy="457924"/>
            <a:chOff x="462453" y="2623554"/>
            <a:chExt cx="2552892" cy="457924"/>
          </a:xfrm>
        </p:grpSpPr>
        <p:sp>
          <p:nvSpPr>
            <p:cNvPr id="107" name="!! 未选中">
              <a:hlinkClick r:id="rId49" action="ppaction://hlinksldjump"/>
              <a:extLst>
                <a:ext uri="{FF2B5EF4-FFF2-40B4-BE49-F238E27FC236}">
                  <a16:creationId xmlns:a16="http://schemas.microsoft.com/office/drawing/2014/main" id="{36DF2C99-0771-EDE1-2D6D-E107C38C30FD}"/>
                </a:ext>
              </a:extLst>
            </p:cNvPr>
            <p:cNvSpPr/>
            <p:nvPr/>
          </p:nvSpPr>
          <p:spPr>
            <a:xfrm>
              <a:off x="462453" y="2623554"/>
              <a:ext cx="2552892" cy="457924"/>
            </a:xfrm>
            <a:prstGeom prst="roundRect">
              <a:avLst>
                <a:gd name="adj" fmla="val 22880"/>
              </a:avLst>
            </a:prstGeom>
            <a:solidFill>
              <a:schemeClr val="bg2"/>
            </a:solidFill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1998" defTabSz="914377">
                <a:defRPr/>
              </a:pPr>
              <a:r>
                <a:rPr lang="zh-CN" altLang="en-US" sz="1400" dirty="0">
                  <a:solidFill>
                    <a:schemeClr val="tx1">
                      <a:lumMod val="90000"/>
                      <a:lumOff val="10000"/>
                    </a:schemeClr>
                  </a:solidFill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      设备安全性</a:t>
              </a:r>
            </a:p>
          </p:txBody>
        </p:sp>
        <p:grpSp>
          <p:nvGrpSpPr>
            <p:cNvPr id="108" name="组合 107">
              <a:extLst>
                <a:ext uri="{FF2B5EF4-FFF2-40B4-BE49-F238E27FC236}">
                  <a16:creationId xmlns:a16="http://schemas.microsoft.com/office/drawing/2014/main" id="{A6D9DD8C-7F8F-A58E-EC82-767FC7BDC74A}"/>
                </a:ext>
              </a:extLst>
            </p:cNvPr>
            <p:cNvGrpSpPr/>
            <p:nvPr/>
          </p:nvGrpSpPr>
          <p:grpSpPr>
            <a:xfrm>
              <a:off x="600851" y="2735577"/>
              <a:ext cx="245090" cy="245090"/>
              <a:chOff x="3449581" y="2374787"/>
              <a:chExt cx="263638" cy="263638"/>
            </a:xfrm>
          </p:grpSpPr>
          <p:sp>
            <p:nvSpPr>
              <p:cNvPr id="109" name="椭圆 108">
                <a:extLst>
                  <a:ext uri="{FF2B5EF4-FFF2-40B4-BE49-F238E27FC236}">
                    <a16:creationId xmlns:a16="http://schemas.microsoft.com/office/drawing/2014/main" id="{D9603D9B-D5CE-B7D8-DF1B-5A4D6660BD4B}"/>
                  </a:ext>
                </a:extLst>
              </p:cNvPr>
              <p:cNvSpPr/>
              <p:nvPr/>
            </p:nvSpPr>
            <p:spPr>
              <a:xfrm>
                <a:off x="3449581" y="2374787"/>
                <a:ext cx="263638" cy="263638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110" name="icon">
                <a:extLst>
                  <a:ext uri="{FF2B5EF4-FFF2-40B4-BE49-F238E27FC236}">
                    <a16:creationId xmlns:a16="http://schemas.microsoft.com/office/drawing/2014/main" id="{6CB80907-0DB7-8307-38C0-A6B5FA0C204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0">
                <a:extLst>
                  <a:ext uri="{96DAC541-7B7A-43D3-8B79-37D633B846F1}">
                    <asvg:svgBlip xmlns:asvg="http://schemas.microsoft.com/office/drawing/2016/SVG/main" r:embed="rId51"/>
                  </a:ext>
                </a:extLst>
              </a:blip>
              <a:srcRect/>
              <a:stretch/>
            </p:blipFill>
            <p:spPr>
              <a:xfrm>
                <a:off x="3513869" y="2435878"/>
                <a:ext cx="143060" cy="143060"/>
              </a:xfrm>
              <a:prstGeom prst="rect">
                <a:avLst/>
              </a:prstGeom>
            </p:spPr>
          </p:pic>
        </p:grpSp>
      </p:grpSp>
      <p:grpSp>
        <p:nvGrpSpPr>
          <p:cNvPr id="111" name="组合 110">
            <a:extLst>
              <a:ext uri="{FF2B5EF4-FFF2-40B4-BE49-F238E27FC236}">
                <a16:creationId xmlns:a16="http://schemas.microsoft.com/office/drawing/2014/main" id="{C5417EDA-C860-0D6E-BC97-3DC61EFB3D4D}"/>
              </a:ext>
            </a:extLst>
          </p:cNvPr>
          <p:cNvGrpSpPr/>
          <p:nvPr/>
        </p:nvGrpSpPr>
        <p:grpSpPr>
          <a:xfrm>
            <a:off x="461126" y="1123111"/>
            <a:ext cx="2552892" cy="756471"/>
            <a:chOff x="461125" y="1123110"/>
            <a:chExt cx="2552892" cy="756471"/>
          </a:xfrm>
        </p:grpSpPr>
        <p:sp>
          <p:nvSpPr>
            <p:cNvPr id="112" name="矩形: 圆角 111">
              <a:hlinkClick r:id="rId52" action="ppaction://hlinksldjump"/>
              <a:extLst>
                <a:ext uri="{FF2B5EF4-FFF2-40B4-BE49-F238E27FC236}">
                  <a16:creationId xmlns:a16="http://schemas.microsoft.com/office/drawing/2014/main" id="{96DD31DA-98FD-3F6D-976A-8737DA9DA3DF}"/>
                </a:ext>
              </a:extLst>
            </p:cNvPr>
            <p:cNvSpPr/>
            <p:nvPr/>
          </p:nvSpPr>
          <p:spPr>
            <a:xfrm>
              <a:off x="461125" y="1123110"/>
              <a:ext cx="2552892" cy="756471"/>
            </a:xfrm>
            <a:prstGeom prst="roundRect">
              <a:avLst>
                <a:gd name="adj" fmla="val 13695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3" name="文本框 112">
              <a:extLst>
                <a:ext uri="{FF2B5EF4-FFF2-40B4-BE49-F238E27FC236}">
                  <a16:creationId xmlns:a16="http://schemas.microsoft.com/office/drawing/2014/main" id="{F2876874-40C6-3F54-F172-25B1D5DA483F}"/>
                </a:ext>
              </a:extLst>
            </p:cNvPr>
            <p:cNvSpPr txBox="1"/>
            <p:nvPr/>
          </p:nvSpPr>
          <p:spPr>
            <a:xfrm>
              <a:off x="1119456" y="1283470"/>
              <a:ext cx="161993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dirty="0">
                  <a:latin typeface="+mn-ea"/>
                  <a:cs typeface="vivo Sans Light" panose="02000400000000000000" pitchFamily="2" charset="-122"/>
                </a:rPr>
                <a:t>雨夌</a:t>
              </a:r>
            </a:p>
          </p:txBody>
        </p:sp>
        <p:sp>
          <p:nvSpPr>
            <p:cNvPr id="114" name="文本框 113">
              <a:extLst>
                <a:ext uri="{FF2B5EF4-FFF2-40B4-BE49-F238E27FC236}">
                  <a16:creationId xmlns:a16="http://schemas.microsoft.com/office/drawing/2014/main" id="{F0BD4CC0-C948-6A2B-0A83-4376BD6BDDF8}"/>
                </a:ext>
              </a:extLst>
            </p:cNvPr>
            <p:cNvSpPr txBox="1"/>
            <p:nvPr/>
          </p:nvSpPr>
          <p:spPr>
            <a:xfrm>
              <a:off x="1119456" y="1497658"/>
              <a:ext cx="161993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000" dirty="0">
                  <a:solidFill>
                    <a:schemeClr val="bg1">
                      <a:lumMod val="75000"/>
                    </a:schemeClr>
                  </a:solidFill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管理你的云账户</a:t>
              </a:r>
            </a:p>
          </p:txBody>
        </p:sp>
        <p:sp>
          <p:nvSpPr>
            <p:cNvPr id="115" name="!! 头像框">
              <a:extLst>
                <a:ext uri="{FF2B5EF4-FFF2-40B4-BE49-F238E27FC236}">
                  <a16:creationId xmlns:a16="http://schemas.microsoft.com/office/drawing/2014/main" id="{5A815DFB-855C-FD18-C97C-713326DB65AA}"/>
                </a:ext>
              </a:extLst>
            </p:cNvPr>
            <p:cNvSpPr/>
            <p:nvPr/>
          </p:nvSpPr>
          <p:spPr>
            <a:xfrm>
              <a:off x="638475" y="1267548"/>
              <a:ext cx="463636" cy="463636"/>
            </a:xfrm>
            <a:prstGeom prst="ellipse">
              <a:avLst/>
            </a:prstGeom>
            <a:blipFill>
              <a:blip r:embed="rId53"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77">
                <a:defRPr/>
              </a:pPr>
              <a:endParaRPr lang="zh-CN" altLang="en-US">
                <a:solidFill>
                  <a:srgbClr val="F5F5F5"/>
                </a:solidFill>
                <a:latin typeface="vivo Sans"/>
                <a:ea typeface="vivo San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336348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9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1" nodeType="clickEffect">
                                  <p:stCondLst>
                                    <p:cond delay="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15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15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xit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15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0" presetClass="exit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15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0" presetClass="exit" presetSubtype="0" fill="hold" grpId="1" nodeType="withEffect">
                                  <p:stCondLst>
                                    <p:cond delay="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15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0" presetClass="exit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15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0" presetClass="exit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15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0" presetClass="exit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15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35" presetClass="path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30" dur="33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1" presetID="35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32" dur="33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3" presetID="35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34" dur="33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5" presetID="35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36" dur="33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7" presetID="35" presetClass="path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38" dur="33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9" presetID="35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40" dur="33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1" presetID="35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42" dur="33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35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44" dur="33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5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5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5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5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63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5 0 E" pathEditMode="fixed" ptsTypes="">
                                      <p:cBhvr>
                                        <p:cTn id="58" dur="330" spd="-1000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9" presetID="63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5 0 E" pathEditMode="fixed" ptsTypes="">
                                      <p:cBhvr>
                                        <p:cTn id="60" dur="330" spd="-100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1" presetID="63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5 0 E" pathEditMode="fixed" ptsTypes="">
                                      <p:cBhvr>
                                        <p:cTn id="62" dur="330" spd="-100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3" presetID="63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5 0 E" pathEditMode="fixed" ptsTypes="">
                                      <p:cBhvr>
                                        <p:cTn id="64" dur="330" spd="-100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3" nodeType="click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5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5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15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15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3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15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5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15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15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35" presetClass="path" presetSubtype="0" decel="10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92" dur="330" spd="-1000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3" presetID="35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94" dur="330" spd="-1000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5" presetID="35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96" dur="330" spd="-1000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7" presetID="35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98" dur="330" spd="-1000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9" presetID="35" presetClass="path" presetSubtype="0" decel="10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100" dur="330" spd="-1000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1" presetID="35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102" dur="330" spd="-1000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3" presetID="35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104" dur="330" spd="-1000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5" presetID="35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106" dur="330" spd="-1000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7" presetID="10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8" dur="15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1" dur="15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4" dur="15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7" dur="15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63" presetClass="path" presetSubtype="0" decel="10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5 0 E" pathEditMode="relative" ptsTypes="">
                                      <p:cBhvr>
                                        <p:cTn id="120" dur="33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1" presetID="63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5 0 E" pathEditMode="relative" ptsTypes="">
                                      <p:cBhvr>
                                        <p:cTn id="122" dur="33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3" presetID="63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5 0 E" pathEditMode="relative" ptsTypes="">
                                      <p:cBhvr>
                                        <p:cTn id="124" dur="33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5" presetID="63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5 0 E" pathEditMode="relative" ptsTypes="">
                                      <p:cBhvr>
                                        <p:cTn id="126" dur="33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4"/>
                  </p:tgtEl>
                </p:cond>
              </p:nextCondLst>
            </p:seq>
          </p:childTnLst>
        </p:cTn>
      </p:par>
    </p:tnLst>
    <p:bldLst>
      <p:bldP spid="83" grpId="0"/>
      <p:bldP spid="83" grpId="1"/>
      <p:bldP spid="83" grpId="2"/>
      <p:bldP spid="83" grpId="3"/>
      <p:bldP spid="84" grpId="0"/>
      <p:bldP spid="84" grpId="1"/>
      <p:bldP spid="84" grpId="2"/>
      <p:bldP spid="84" grpId="3"/>
      <p:bldP spid="85" grpId="0"/>
      <p:bldP spid="85" grpId="1"/>
      <p:bldP spid="85" grpId="2"/>
      <p:bldP spid="85" grpId="3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1DC238-1C1D-501F-E80B-BF374606C4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!! 背景板">
            <a:extLst>
              <a:ext uri="{FF2B5EF4-FFF2-40B4-BE49-F238E27FC236}">
                <a16:creationId xmlns:a16="http://schemas.microsoft.com/office/drawing/2014/main" id="{761EF760-4AB4-6CC7-DF6A-25B27B644DB6}"/>
              </a:ext>
            </a:extLst>
          </p:cNvPr>
          <p:cNvSpPr/>
          <p:nvPr/>
        </p:nvSpPr>
        <p:spPr>
          <a:xfrm>
            <a:off x="3243" y="0"/>
            <a:ext cx="12192000" cy="6858000"/>
          </a:xfrm>
          <a:prstGeom prst="rect">
            <a:avLst/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>
              <a:defRPr/>
            </a:pPr>
            <a:endParaRPr lang="zh-CN" altLang="en-US" dirty="0">
              <a:solidFill>
                <a:srgbClr val="F5F5F5"/>
              </a:solidFill>
              <a:latin typeface="vivo Sans"/>
              <a:ea typeface="vivo Sans"/>
            </a:endParaRPr>
          </a:p>
        </p:txBody>
      </p:sp>
      <p:grpSp>
        <p:nvGrpSpPr>
          <p:cNvPr id="25" name="!! 大标题">
            <a:extLst>
              <a:ext uri="{FF2B5EF4-FFF2-40B4-BE49-F238E27FC236}">
                <a16:creationId xmlns:a16="http://schemas.microsoft.com/office/drawing/2014/main" id="{0AC0C30A-37CE-FDC7-3667-804EEBAD3244}"/>
              </a:ext>
            </a:extLst>
          </p:cNvPr>
          <p:cNvGrpSpPr/>
          <p:nvPr/>
        </p:nvGrpSpPr>
        <p:grpSpPr>
          <a:xfrm>
            <a:off x="462457" y="484334"/>
            <a:ext cx="796551" cy="461665"/>
            <a:chOff x="3079753" y="1375827"/>
            <a:chExt cx="673782" cy="461665"/>
          </a:xfrm>
        </p:grpSpPr>
        <p:sp>
          <p:nvSpPr>
            <p:cNvPr id="27" name="!! 标题符">
              <a:extLst>
                <a:ext uri="{FF2B5EF4-FFF2-40B4-BE49-F238E27FC236}">
                  <a16:creationId xmlns:a16="http://schemas.microsoft.com/office/drawing/2014/main" id="{8143F8F4-D3FF-FB06-518E-753E6FC36B08}"/>
                </a:ext>
              </a:extLst>
            </p:cNvPr>
            <p:cNvSpPr/>
            <p:nvPr/>
          </p:nvSpPr>
          <p:spPr>
            <a:xfrm>
              <a:off x="3146905" y="1685496"/>
              <a:ext cx="551700" cy="1255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defTabSz="457189">
                <a:defRPr/>
              </a:pPr>
              <a:endParaRPr lang="zh-CN" altLang="en-US">
                <a:solidFill>
                  <a:srgbClr val="FFFFFF"/>
                </a:solidFill>
                <a:latin typeface="OPPOSans R"/>
                <a:ea typeface="OPPOSans R"/>
              </a:endParaRPr>
            </a:p>
          </p:txBody>
        </p:sp>
        <p:sp>
          <p:nvSpPr>
            <p:cNvPr id="28" name="!! 标题">
              <a:extLst>
                <a:ext uri="{FF2B5EF4-FFF2-40B4-BE49-F238E27FC236}">
                  <a16:creationId xmlns:a16="http://schemas.microsoft.com/office/drawing/2014/main" id="{1A3323AC-6CFA-BB6A-F070-6B1821272EA9}"/>
                </a:ext>
              </a:extLst>
            </p:cNvPr>
            <p:cNvSpPr txBox="1"/>
            <p:nvPr/>
          </p:nvSpPr>
          <p:spPr>
            <a:xfrm>
              <a:off x="3079753" y="1375827"/>
              <a:ext cx="67378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457189">
                <a:defRPr/>
              </a:pPr>
              <a:r>
                <a:rPr lang="zh-CN" altLang="en-US" sz="2400" dirty="0">
                  <a:solidFill>
                    <a:srgbClr val="000000">
                      <a:lumMod val="75000"/>
                      <a:lumOff val="25000"/>
                    </a:srgbClr>
                  </a:solidFill>
                  <a:latin typeface="vivo Sans Medium"/>
                  <a:ea typeface="vivo Sans Medium"/>
                </a:rPr>
                <a:t>设置</a:t>
              </a:r>
            </a:p>
          </p:txBody>
        </p:sp>
      </p:grpSp>
      <p:sp>
        <p:nvSpPr>
          <p:cNvPr id="2" name="!! 二级背景">
            <a:extLst>
              <a:ext uri="{FF2B5EF4-FFF2-40B4-BE49-F238E27FC236}">
                <a16:creationId xmlns:a16="http://schemas.microsoft.com/office/drawing/2014/main" id="{894751F6-4D9E-7526-CA8D-AF9D8BCF4159}"/>
              </a:ext>
            </a:extLst>
          </p:cNvPr>
          <p:cNvSpPr/>
          <p:nvPr/>
        </p:nvSpPr>
        <p:spPr>
          <a:xfrm>
            <a:off x="3594541" y="0"/>
            <a:ext cx="859746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>
              <a:defRPr/>
            </a:pPr>
            <a:endParaRPr lang="zh-CN" altLang="en-US">
              <a:solidFill>
                <a:srgbClr val="F5F5F5"/>
              </a:solidFill>
              <a:latin typeface="vivo Sans"/>
              <a:ea typeface="vivo Sans"/>
            </a:endParaRPr>
          </a:p>
        </p:txBody>
      </p:sp>
      <p:grpSp>
        <p:nvGrpSpPr>
          <p:cNvPr id="3" name="!! 关闭按钮">
            <a:extLst>
              <a:ext uri="{FF2B5EF4-FFF2-40B4-BE49-F238E27FC236}">
                <a16:creationId xmlns:a16="http://schemas.microsoft.com/office/drawing/2014/main" id="{9C5E1C45-3F4A-A91C-EDFA-090B7D9954F5}"/>
              </a:ext>
            </a:extLst>
          </p:cNvPr>
          <p:cNvGrpSpPr/>
          <p:nvPr/>
        </p:nvGrpSpPr>
        <p:grpSpPr>
          <a:xfrm>
            <a:off x="2757496" y="569913"/>
            <a:ext cx="290511" cy="290511"/>
            <a:chOff x="2328464" y="3107859"/>
            <a:chExt cx="583223" cy="583223"/>
          </a:xfrm>
        </p:grpSpPr>
        <p:sp>
          <p:nvSpPr>
            <p:cNvPr id="4" name="矩形: 圆角 3">
              <a:hlinkClick r:id="rId3" action="ppaction://hlinksldjump"/>
              <a:extLst>
                <a:ext uri="{FF2B5EF4-FFF2-40B4-BE49-F238E27FC236}">
                  <a16:creationId xmlns:a16="http://schemas.microsoft.com/office/drawing/2014/main" id="{745B2FE2-5845-38B9-C122-C1069D13C919}"/>
                </a:ext>
              </a:extLst>
            </p:cNvPr>
            <p:cNvSpPr/>
            <p:nvPr/>
          </p:nvSpPr>
          <p:spPr>
            <a:xfrm>
              <a:off x="2328464" y="3107859"/>
              <a:ext cx="583223" cy="583223"/>
            </a:xfrm>
            <a:prstGeom prst="roundRect">
              <a:avLst>
                <a:gd name="adj" fmla="val 20771"/>
              </a:avLst>
            </a:prstGeom>
            <a:solidFill>
              <a:schemeClr val="bg2"/>
            </a:solidFill>
            <a:ln>
              <a:noFill/>
            </a:ln>
            <a:effectLst>
              <a:outerShdw blurRad="127000" sx="101000" sy="101000" algn="c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77">
                <a:defRPr/>
              </a:pPr>
              <a:endParaRPr lang="zh-CN" altLang="en-US">
                <a:solidFill>
                  <a:srgbClr val="F5F5F5"/>
                </a:solidFill>
                <a:latin typeface="vivo Sans"/>
                <a:ea typeface="vivo Sans"/>
              </a:endParaRPr>
            </a:p>
          </p:txBody>
        </p:sp>
        <p:pic>
          <p:nvPicPr>
            <p:cNvPr id="5" name="图形 4">
              <a:extLst>
                <a:ext uri="{FF2B5EF4-FFF2-40B4-BE49-F238E27FC236}">
                  <a16:creationId xmlns:a16="http://schemas.microsoft.com/office/drawing/2014/main" id="{775F319B-977F-B795-AA82-35C6E2E90D2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/>
          </p:blipFill>
          <p:spPr>
            <a:xfrm>
              <a:off x="2375480" y="3154875"/>
              <a:ext cx="489196" cy="489196"/>
            </a:xfrm>
            <a:prstGeom prst="rect">
              <a:avLst/>
            </a:prstGeom>
          </p:spPr>
        </p:pic>
      </p:grpSp>
      <p:grpSp>
        <p:nvGrpSpPr>
          <p:cNvPr id="24" name="!! 关闭按钮">
            <a:extLst>
              <a:ext uri="{FF2B5EF4-FFF2-40B4-BE49-F238E27FC236}">
                <a16:creationId xmlns:a16="http://schemas.microsoft.com/office/drawing/2014/main" id="{05777446-6C17-7754-2851-A3E13C9A2C35}"/>
              </a:ext>
            </a:extLst>
          </p:cNvPr>
          <p:cNvGrpSpPr/>
          <p:nvPr/>
        </p:nvGrpSpPr>
        <p:grpSpPr>
          <a:xfrm>
            <a:off x="2333440" y="569913"/>
            <a:ext cx="290511" cy="290511"/>
            <a:chOff x="2328464" y="3107859"/>
            <a:chExt cx="583223" cy="583223"/>
          </a:xfrm>
        </p:grpSpPr>
        <p:sp>
          <p:nvSpPr>
            <p:cNvPr id="26" name="矩形: 圆角 25">
              <a:hlinkClick r:id="rId6" action="ppaction://hlinksldjump"/>
              <a:extLst>
                <a:ext uri="{FF2B5EF4-FFF2-40B4-BE49-F238E27FC236}">
                  <a16:creationId xmlns:a16="http://schemas.microsoft.com/office/drawing/2014/main" id="{473C2265-2CB8-CF8A-E7E4-D9530E17B226}"/>
                </a:ext>
              </a:extLst>
            </p:cNvPr>
            <p:cNvSpPr/>
            <p:nvPr/>
          </p:nvSpPr>
          <p:spPr>
            <a:xfrm>
              <a:off x="2328464" y="3107859"/>
              <a:ext cx="583223" cy="583223"/>
            </a:xfrm>
            <a:prstGeom prst="roundRect">
              <a:avLst>
                <a:gd name="adj" fmla="val 20771"/>
              </a:avLst>
            </a:prstGeom>
            <a:solidFill>
              <a:schemeClr val="bg2"/>
            </a:solidFill>
            <a:ln>
              <a:noFill/>
            </a:ln>
            <a:effectLst>
              <a:outerShdw blurRad="127000" sx="101000" sy="101000" algn="c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77">
                <a:defRPr/>
              </a:pPr>
              <a:endParaRPr lang="zh-CN" altLang="en-US">
                <a:solidFill>
                  <a:srgbClr val="F5F5F5"/>
                </a:solidFill>
                <a:latin typeface="vivo Sans"/>
                <a:ea typeface="vivo Sans"/>
              </a:endParaRPr>
            </a:p>
          </p:txBody>
        </p:sp>
        <p:pic>
          <p:nvPicPr>
            <p:cNvPr id="29" name="图形 28">
              <a:extLst>
                <a:ext uri="{FF2B5EF4-FFF2-40B4-BE49-F238E27FC236}">
                  <a16:creationId xmlns:a16="http://schemas.microsoft.com/office/drawing/2014/main" id="{40A6580E-4E21-3E16-1A95-D27604E41E0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/>
          </p:blipFill>
          <p:spPr>
            <a:xfrm>
              <a:off x="2449200" y="3228595"/>
              <a:ext cx="341755" cy="341755"/>
            </a:xfrm>
            <a:prstGeom prst="rect">
              <a:avLst/>
            </a:prstGeom>
          </p:spPr>
        </p:pic>
      </p:grpSp>
      <p:sp>
        <p:nvSpPr>
          <p:cNvPr id="63" name="文本框 62">
            <a:extLst>
              <a:ext uri="{FF2B5EF4-FFF2-40B4-BE49-F238E27FC236}">
                <a16:creationId xmlns:a16="http://schemas.microsoft.com/office/drawing/2014/main" id="{F000F220-BCBE-A511-0AE0-087B87F94395}"/>
              </a:ext>
            </a:extLst>
          </p:cNvPr>
          <p:cNvSpPr txBox="1"/>
          <p:nvPr/>
        </p:nvSpPr>
        <p:spPr>
          <a:xfrm>
            <a:off x="462454" y="1233831"/>
            <a:ext cx="11113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dirty="0">
                <a:solidFill>
                  <a:schemeClr val="bg1">
                    <a:lumMod val="50000"/>
                  </a:schemeClr>
                </a:solidFill>
              </a:rPr>
              <a:t>网络与连接</a:t>
            </a:r>
          </a:p>
        </p:txBody>
      </p:sp>
      <p:grpSp>
        <p:nvGrpSpPr>
          <p:cNvPr id="6" name="!! dock右">
            <a:extLst>
              <a:ext uri="{FF2B5EF4-FFF2-40B4-BE49-F238E27FC236}">
                <a16:creationId xmlns:a16="http://schemas.microsoft.com/office/drawing/2014/main" id="{873506ED-AA17-DFC8-6B44-8B88B9A91300}"/>
              </a:ext>
            </a:extLst>
          </p:cNvPr>
          <p:cNvGrpSpPr/>
          <p:nvPr/>
        </p:nvGrpSpPr>
        <p:grpSpPr>
          <a:xfrm>
            <a:off x="4869920" y="7119572"/>
            <a:ext cx="2452159" cy="574899"/>
            <a:chOff x="7408333" y="5780624"/>
            <a:chExt cx="2452159" cy="704838"/>
          </a:xfrm>
        </p:grpSpPr>
        <p:sp useBgFill="1">
          <p:nvSpPr>
            <p:cNvPr id="7" name="!! 模糊">
              <a:extLst>
                <a:ext uri="{FF2B5EF4-FFF2-40B4-BE49-F238E27FC236}">
                  <a16:creationId xmlns:a16="http://schemas.microsoft.com/office/drawing/2014/main" id="{ED579B54-89B9-EB5C-B1E7-0511D9C8781C}"/>
                </a:ext>
              </a:extLst>
            </p:cNvPr>
            <p:cNvSpPr>
              <a:spLocks/>
            </p:cNvSpPr>
            <p:nvPr/>
          </p:nvSpPr>
          <p:spPr>
            <a:xfrm>
              <a:off x="7408333" y="5780624"/>
              <a:ext cx="2452159" cy="704838"/>
            </a:xfrm>
            <a:prstGeom prst="roundRect">
              <a:avLst>
                <a:gd name="adj" fmla="val 15000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189">
                <a:defRPr/>
              </a:pPr>
              <a:endParaRPr lang="zh-CN" altLang="en-US">
                <a:solidFill>
                  <a:srgbClr val="FFFFFF"/>
                </a:solidFill>
                <a:latin typeface="OPPOSans R"/>
                <a:ea typeface="OPPOSans R"/>
              </a:endParaRPr>
            </a:p>
          </p:txBody>
        </p:sp>
        <p:sp>
          <p:nvSpPr>
            <p:cNvPr id="9" name="!! 颜色遮罩">
              <a:extLst>
                <a:ext uri="{FF2B5EF4-FFF2-40B4-BE49-F238E27FC236}">
                  <a16:creationId xmlns:a16="http://schemas.microsoft.com/office/drawing/2014/main" id="{57C6A3E4-BE11-6CB5-A4A6-D7855E582D4A}"/>
                </a:ext>
              </a:extLst>
            </p:cNvPr>
            <p:cNvSpPr>
              <a:spLocks/>
            </p:cNvSpPr>
            <p:nvPr/>
          </p:nvSpPr>
          <p:spPr>
            <a:xfrm>
              <a:off x="7408333" y="5780624"/>
              <a:ext cx="2452159" cy="704838"/>
            </a:xfrm>
            <a:prstGeom prst="roundRect">
              <a:avLst>
                <a:gd name="adj" fmla="val 15000"/>
              </a:avLst>
            </a:prstGeom>
            <a:solidFill>
              <a:schemeClr val="bg2">
                <a:alpha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189">
                <a:defRPr/>
              </a:pPr>
              <a:endParaRPr lang="zh-CN" altLang="en-US" dirty="0">
                <a:solidFill>
                  <a:srgbClr val="FFFFFF"/>
                </a:solidFill>
                <a:latin typeface="OPPOSans R"/>
                <a:ea typeface="OPPOSans R"/>
              </a:endParaRPr>
            </a:p>
          </p:txBody>
        </p:sp>
        <p:pic>
          <p:nvPicPr>
            <p:cNvPr id="14" name="!! 信号">
              <a:extLst>
                <a:ext uri="{FF2B5EF4-FFF2-40B4-BE49-F238E27FC236}">
                  <a16:creationId xmlns:a16="http://schemas.microsoft.com/office/drawing/2014/main" id="{43192C29-0B2E-CBB0-9FDF-54C8CACF49CF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7638254" y="5893986"/>
              <a:ext cx="221460" cy="221458"/>
            </a:xfrm>
            <a:prstGeom prst="rect">
              <a:avLst/>
            </a:prstGeom>
          </p:spPr>
        </p:pic>
        <p:sp>
          <p:nvSpPr>
            <p:cNvPr id="16" name="!! 运营商">
              <a:extLst>
                <a:ext uri="{FF2B5EF4-FFF2-40B4-BE49-F238E27FC236}">
                  <a16:creationId xmlns:a16="http://schemas.microsoft.com/office/drawing/2014/main" id="{D3CD814B-6655-1A6E-79BF-76367A84D0F1}"/>
                </a:ext>
              </a:extLst>
            </p:cNvPr>
            <p:cNvSpPr txBox="1"/>
            <p:nvPr/>
          </p:nvSpPr>
          <p:spPr>
            <a:xfrm>
              <a:off x="7813676" y="5913455"/>
              <a:ext cx="1114424" cy="2830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457189">
                <a:defRPr/>
              </a:pPr>
              <a:r>
                <a:rPr lang="en-US" altLang="zh-CN" sz="900" dirty="0">
                  <a:latin typeface="OPPOSans M"/>
                  <a:ea typeface="OPPOSans M"/>
                </a:rPr>
                <a:t>Virtual Net</a:t>
              </a:r>
              <a:endParaRPr lang="zh-CN" altLang="en-US" sz="900" dirty="0">
                <a:latin typeface="OPPOSans M"/>
                <a:ea typeface="OPPOSans M"/>
              </a:endParaRPr>
            </a:p>
          </p:txBody>
        </p:sp>
        <p:pic>
          <p:nvPicPr>
            <p:cNvPr id="19" name="!! 通知">
              <a:extLst>
                <a:ext uri="{FF2B5EF4-FFF2-40B4-BE49-F238E27FC236}">
                  <a16:creationId xmlns:a16="http://schemas.microsoft.com/office/drawing/2014/main" id="{159288B2-8254-D356-5061-CB12647C8CF0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9287931" y="5948436"/>
              <a:ext cx="152400" cy="152400"/>
            </a:xfrm>
            <a:prstGeom prst="rect">
              <a:avLst/>
            </a:prstGeom>
          </p:spPr>
        </p:pic>
        <p:pic>
          <p:nvPicPr>
            <p:cNvPr id="20" name="!! 电池">
              <a:extLst>
                <a:ext uri="{FF2B5EF4-FFF2-40B4-BE49-F238E27FC236}">
                  <a16:creationId xmlns:a16="http://schemas.microsoft.com/office/drawing/2014/main" id="{0912FD3F-8C3F-5596-CAC7-AA380D77111D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7637460" y="6171965"/>
              <a:ext cx="191558" cy="191558"/>
            </a:xfrm>
            <a:prstGeom prst="rect">
              <a:avLst/>
            </a:prstGeom>
          </p:spPr>
        </p:pic>
        <p:sp>
          <p:nvSpPr>
            <p:cNvPr id="21" name="!! 时间">
              <a:extLst>
                <a:ext uri="{FF2B5EF4-FFF2-40B4-BE49-F238E27FC236}">
                  <a16:creationId xmlns:a16="http://schemas.microsoft.com/office/drawing/2014/main" id="{F3A66962-E828-6D2B-3963-F4041FDF14BD}"/>
                </a:ext>
              </a:extLst>
            </p:cNvPr>
            <p:cNvSpPr txBox="1"/>
            <p:nvPr/>
          </p:nvSpPr>
          <p:spPr>
            <a:xfrm>
              <a:off x="8982607" y="6148520"/>
              <a:ext cx="773641" cy="3114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defTabSz="457189">
                <a:defRPr/>
              </a:pPr>
              <a:r>
                <a:rPr lang="en-US" altLang="zh-CN" sz="1051" dirty="0">
                  <a:latin typeface="OPPOSans R"/>
                  <a:ea typeface="OPPOSans R"/>
                </a:rPr>
                <a:t>16:34</a:t>
              </a:r>
              <a:endParaRPr lang="zh-CN" altLang="en-US" sz="1051" dirty="0">
                <a:latin typeface="OPPOSans R"/>
                <a:ea typeface="OPPOSans R"/>
              </a:endParaRPr>
            </a:p>
          </p:txBody>
        </p:sp>
        <p:sp>
          <p:nvSpPr>
            <p:cNvPr id="22" name="!! AC">
              <a:extLst>
                <a:ext uri="{FF2B5EF4-FFF2-40B4-BE49-F238E27FC236}">
                  <a16:creationId xmlns:a16="http://schemas.microsoft.com/office/drawing/2014/main" id="{07825B7F-8FD8-D2A0-01A1-69337D033D02}"/>
                </a:ext>
              </a:extLst>
            </p:cNvPr>
            <p:cNvSpPr txBox="1"/>
            <p:nvPr/>
          </p:nvSpPr>
          <p:spPr>
            <a:xfrm>
              <a:off x="7766842" y="6152328"/>
              <a:ext cx="434183" cy="2830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457189">
                <a:defRPr/>
              </a:pPr>
              <a:r>
                <a:rPr lang="en-US" altLang="zh-CN" sz="900" dirty="0">
                  <a:latin typeface="OPPOSans R"/>
                  <a:ea typeface="OPPOSans R"/>
                </a:rPr>
                <a:t>49%</a:t>
              </a:r>
              <a:endParaRPr lang="zh-CN" altLang="en-US" sz="900" dirty="0">
                <a:latin typeface="OPPOSans R"/>
                <a:ea typeface="OPPOSans R"/>
              </a:endParaRPr>
            </a:p>
          </p:txBody>
        </p:sp>
        <p:pic>
          <p:nvPicPr>
            <p:cNvPr id="23" name="!! 声音">
              <a:extLst>
                <a:ext uri="{FF2B5EF4-FFF2-40B4-BE49-F238E27FC236}">
                  <a16:creationId xmlns:a16="http://schemas.microsoft.com/office/drawing/2014/main" id="{00FB629C-E330-C995-4A21-322156083D84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9048732" y="5934670"/>
              <a:ext cx="179932" cy="179932"/>
            </a:xfrm>
            <a:prstGeom prst="rect">
              <a:avLst/>
            </a:prstGeom>
          </p:spPr>
        </p:pic>
        <p:pic>
          <p:nvPicPr>
            <p:cNvPr id="30" name="!! 电源">
              <a:hlinkClick r:id="rId17" action="ppaction://hlinksldjump"/>
              <a:extLst>
                <a:ext uri="{FF2B5EF4-FFF2-40B4-BE49-F238E27FC236}">
                  <a16:creationId xmlns:a16="http://schemas.microsoft.com/office/drawing/2014/main" id="{DED96112-B15B-E08C-3054-C83932A7317A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9489000" y="5925331"/>
              <a:ext cx="208372" cy="208370"/>
            </a:xfrm>
            <a:prstGeom prst="rect">
              <a:avLst/>
            </a:prstGeom>
          </p:spPr>
        </p:pic>
      </p:grpSp>
      <p:grpSp>
        <p:nvGrpSpPr>
          <p:cNvPr id="42" name="!! 显示">
            <a:extLst>
              <a:ext uri="{FF2B5EF4-FFF2-40B4-BE49-F238E27FC236}">
                <a16:creationId xmlns:a16="http://schemas.microsoft.com/office/drawing/2014/main" id="{9AF6ADE1-1CEA-A0DD-0C80-64F18763DACC}"/>
              </a:ext>
            </a:extLst>
          </p:cNvPr>
          <p:cNvGrpSpPr/>
          <p:nvPr/>
        </p:nvGrpSpPr>
        <p:grpSpPr>
          <a:xfrm>
            <a:off x="470871" y="3706575"/>
            <a:ext cx="2552892" cy="457924"/>
            <a:chOff x="462453" y="2623554"/>
            <a:chExt cx="2552892" cy="457924"/>
          </a:xfrm>
        </p:grpSpPr>
        <p:sp>
          <p:nvSpPr>
            <p:cNvPr id="43" name="!! 未选中">
              <a:hlinkClick r:id="rId20" action="ppaction://hlinksldjump"/>
              <a:extLst>
                <a:ext uri="{FF2B5EF4-FFF2-40B4-BE49-F238E27FC236}">
                  <a16:creationId xmlns:a16="http://schemas.microsoft.com/office/drawing/2014/main" id="{3AD21A62-1005-C402-FFC5-3873ECEC698D}"/>
                </a:ext>
              </a:extLst>
            </p:cNvPr>
            <p:cNvSpPr/>
            <p:nvPr/>
          </p:nvSpPr>
          <p:spPr>
            <a:xfrm>
              <a:off x="462453" y="2623554"/>
              <a:ext cx="2552892" cy="457924"/>
            </a:xfrm>
            <a:prstGeom prst="roundRect">
              <a:avLst>
                <a:gd name="adj" fmla="val 22880"/>
              </a:avLst>
            </a:prstGeom>
            <a:solidFill>
              <a:schemeClr val="bg2"/>
            </a:solidFill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1998" defTabSz="914377">
                <a:defRPr/>
              </a:pPr>
              <a:r>
                <a:rPr lang="zh-CN" altLang="en-US" sz="1400" dirty="0">
                  <a:solidFill>
                    <a:schemeClr val="tx1">
                      <a:lumMod val="90000"/>
                      <a:lumOff val="10000"/>
                    </a:schemeClr>
                  </a:solidFill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      显示</a:t>
              </a:r>
            </a:p>
          </p:txBody>
        </p:sp>
        <p:grpSp>
          <p:nvGrpSpPr>
            <p:cNvPr id="44" name="组合 43">
              <a:extLst>
                <a:ext uri="{FF2B5EF4-FFF2-40B4-BE49-F238E27FC236}">
                  <a16:creationId xmlns:a16="http://schemas.microsoft.com/office/drawing/2014/main" id="{F5B8C4A1-CDC7-9475-E63B-8DC11BADB7C5}"/>
                </a:ext>
              </a:extLst>
            </p:cNvPr>
            <p:cNvGrpSpPr/>
            <p:nvPr/>
          </p:nvGrpSpPr>
          <p:grpSpPr>
            <a:xfrm>
              <a:off x="600851" y="2735577"/>
              <a:ext cx="245090" cy="245090"/>
              <a:chOff x="3449581" y="2374787"/>
              <a:chExt cx="263638" cy="263638"/>
            </a:xfrm>
          </p:grpSpPr>
          <p:sp>
            <p:nvSpPr>
              <p:cNvPr id="45" name="椭圆 44">
                <a:extLst>
                  <a:ext uri="{FF2B5EF4-FFF2-40B4-BE49-F238E27FC236}">
                    <a16:creationId xmlns:a16="http://schemas.microsoft.com/office/drawing/2014/main" id="{BA9A3808-EB82-804A-5FEC-5F598D48744B}"/>
                  </a:ext>
                </a:extLst>
              </p:cNvPr>
              <p:cNvSpPr/>
              <p:nvPr/>
            </p:nvSpPr>
            <p:spPr>
              <a:xfrm>
                <a:off x="3449581" y="2374787"/>
                <a:ext cx="263638" cy="263638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46" name="icon">
                <a:extLst>
                  <a:ext uri="{FF2B5EF4-FFF2-40B4-BE49-F238E27FC236}">
                    <a16:creationId xmlns:a16="http://schemas.microsoft.com/office/drawing/2014/main" id="{90B8111B-D6E4-DBB8-1B1B-46FFC0A2FC3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1">
                <a:extLst>
                  <a:ext uri="{96DAC541-7B7A-43D3-8B79-37D633B846F1}">
                    <asvg:svgBlip xmlns:asvg="http://schemas.microsoft.com/office/drawing/2016/SVG/main" r:embed="rId22"/>
                  </a:ext>
                </a:extLst>
              </a:blip>
              <a:srcRect/>
              <a:stretch/>
            </p:blipFill>
            <p:spPr>
              <a:xfrm>
                <a:off x="3513869" y="2435878"/>
                <a:ext cx="143060" cy="143060"/>
              </a:xfrm>
              <a:prstGeom prst="rect">
                <a:avLst/>
              </a:prstGeom>
            </p:spPr>
          </p:pic>
        </p:grpSp>
      </p:grpSp>
      <p:grpSp>
        <p:nvGrpSpPr>
          <p:cNvPr id="47" name="!! App">
            <a:extLst>
              <a:ext uri="{FF2B5EF4-FFF2-40B4-BE49-F238E27FC236}">
                <a16:creationId xmlns:a16="http://schemas.microsoft.com/office/drawing/2014/main" id="{183141ED-64B3-083C-1FE2-BE69C7BF845F}"/>
              </a:ext>
            </a:extLst>
          </p:cNvPr>
          <p:cNvGrpSpPr/>
          <p:nvPr/>
        </p:nvGrpSpPr>
        <p:grpSpPr>
          <a:xfrm>
            <a:off x="476549" y="2282681"/>
            <a:ext cx="2552892" cy="457924"/>
            <a:chOff x="462453" y="2623554"/>
            <a:chExt cx="2552892" cy="457924"/>
          </a:xfrm>
        </p:grpSpPr>
        <p:sp>
          <p:nvSpPr>
            <p:cNvPr id="48" name="!! 未选中">
              <a:hlinkClick r:id="rId23" action="ppaction://hlinksldjump"/>
              <a:extLst>
                <a:ext uri="{FF2B5EF4-FFF2-40B4-BE49-F238E27FC236}">
                  <a16:creationId xmlns:a16="http://schemas.microsoft.com/office/drawing/2014/main" id="{640DEDFD-59DB-0541-72B2-CCE3FB9DCB52}"/>
                </a:ext>
              </a:extLst>
            </p:cNvPr>
            <p:cNvSpPr/>
            <p:nvPr/>
          </p:nvSpPr>
          <p:spPr>
            <a:xfrm>
              <a:off x="462453" y="2623554"/>
              <a:ext cx="2552892" cy="457924"/>
            </a:xfrm>
            <a:prstGeom prst="roundRect">
              <a:avLst>
                <a:gd name="adj" fmla="val 22880"/>
              </a:avLst>
            </a:prstGeom>
            <a:solidFill>
              <a:schemeClr val="bg2"/>
            </a:solidFill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1998" defTabSz="914377">
                <a:defRPr/>
              </a:pPr>
              <a:r>
                <a:rPr lang="zh-CN" altLang="en-US" sz="1400" dirty="0">
                  <a:solidFill>
                    <a:schemeClr val="tx1">
                      <a:lumMod val="90000"/>
                      <a:lumOff val="10000"/>
                    </a:schemeClr>
                  </a:solidFill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      应用与模块</a:t>
              </a:r>
            </a:p>
          </p:txBody>
        </p:sp>
        <p:grpSp>
          <p:nvGrpSpPr>
            <p:cNvPr id="49" name="组合 48">
              <a:extLst>
                <a:ext uri="{FF2B5EF4-FFF2-40B4-BE49-F238E27FC236}">
                  <a16:creationId xmlns:a16="http://schemas.microsoft.com/office/drawing/2014/main" id="{FE93A579-4043-4D2E-7FEE-B92E2A6A7902}"/>
                </a:ext>
              </a:extLst>
            </p:cNvPr>
            <p:cNvGrpSpPr/>
            <p:nvPr/>
          </p:nvGrpSpPr>
          <p:grpSpPr>
            <a:xfrm>
              <a:off x="600851" y="2735577"/>
              <a:ext cx="245090" cy="245090"/>
              <a:chOff x="3449581" y="2374787"/>
              <a:chExt cx="263638" cy="263638"/>
            </a:xfrm>
          </p:grpSpPr>
          <p:sp>
            <p:nvSpPr>
              <p:cNvPr id="50" name="椭圆 49">
                <a:extLst>
                  <a:ext uri="{FF2B5EF4-FFF2-40B4-BE49-F238E27FC236}">
                    <a16:creationId xmlns:a16="http://schemas.microsoft.com/office/drawing/2014/main" id="{E7747BFA-0A94-363D-990A-102BEDA263BB}"/>
                  </a:ext>
                </a:extLst>
              </p:cNvPr>
              <p:cNvSpPr/>
              <p:nvPr/>
            </p:nvSpPr>
            <p:spPr>
              <a:xfrm>
                <a:off x="3449581" y="2374787"/>
                <a:ext cx="263638" cy="263638"/>
              </a:xfrm>
              <a:prstGeom prst="ellipse">
                <a:avLst/>
              </a:prstGeom>
              <a:solidFill>
                <a:schemeClr val="accent3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51" name="icon">
                <a:extLst>
                  <a:ext uri="{FF2B5EF4-FFF2-40B4-BE49-F238E27FC236}">
                    <a16:creationId xmlns:a16="http://schemas.microsoft.com/office/drawing/2014/main" id="{70B42A23-784A-B8C7-04C6-03A6A35C583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4">
                <a:extLst>
                  <a:ext uri="{96DAC541-7B7A-43D3-8B79-37D633B846F1}">
                    <asvg:svgBlip xmlns:asvg="http://schemas.microsoft.com/office/drawing/2016/SVG/main" r:embed="rId25"/>
                  </a:ext>
                </a:extLst>
              </a:blip>
              <a:srcRect/>
              <a:stretch/>
            </p:blipFill>
            <p:spPr>
              <a:xfrm>
                <a:off x="3513869" y="2435878"/>
                <a:ext cx="143060" cy="143060"/>
              </a:xfrm>
              <a:prstGeom prst="rect">
                <a:avLst/>
              </a:prstGeom>
            </p:spPr>
          </p:pic>
        </p:grpSp>
      </p:grpSp>
      <p:grpSp>
        <p:nvGrpSpPr>
          <p:cNvPr id="52" name="!! 电池">
            <a:extLst>
              <a:ext uri="{FF2B5EF4-FFF2-40B4-BE49-F238E27FC236}">
                <a16:creationId xmlns:a16="http://schemas.microsoft.com/office/drawing/2014/main" id="{63101E01-9200-B5B7-A499-BBF76AEEBC99}"/>
              </a:ext>
            </a:extLst>
          </p:cNvPr>
          <p:cNvGrpSpPr/>
          <p:nvPr/>
        </p:nvGrpSpPr>
        <p:grpSpPr>
          <a:xfrm>
            <a:off x="470871" y="2852627"/>
            <a:ext cx="2552892" cy="457924"/>
            <a:chOff x="462453" y="2623554"/>
            <a:chExt cx="2552892" cy="457924"/>
          </a:xfrm>
        </p:grpSpPr>
        <p:sp>
          <p:nvSpPr>
            <p:cNvPr id="53" name="!! 未选中">
              <a:hlinkClick r:id="rId26" action="ppaction://hlinksldjump"/>
              <a:extLst>
                <a:ext uri="{FF2B5EF4-FFF2-40B4-BE49-F238E27FC236}">
                  <a16:creationId xmlns:a16="http://schemas.microsoft.com/office/drawing/2014/main" id="{8D8C36BA-925F-104E-3441-DF17A5BB1FAD}"/>
                </a:ext>
              </a:extLst>
            </p:cNvPr>
            <p:cNvSpPr/>
            <p:nvPr/>
          </p:nvSpPr>
          <p:spPr>
            <a:xfrm>
              <a:off x="462453" y="2623554"/>
              <a:ext cx="2552892" cy="457924"/>
            </a:xfrm>
            <a:prstGeom prst="roundRect">
              <a:avLst>
                <a:gd name="adj" fmla="val 22880"/>
              </a:avLst>
            </a:prstGeom>
            <a:solidFill>
              <a:schemeClr val="bg2"/>
            </a:solidFill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1998" defTabSz="914377">
                <a:defRPr/>
              </a:pPr>
              <a:r>
                <a:rPr lang="zh-CN" altLang="en-US" sz="1400" dirty="0">
                  <a:solidFill>
                    <a:schemeClr val="tx1">
                      <a:lumMod val="90000"/>
                      <a:lumOff val="10000"/>
                    </a:schemeClr>
                  </a:solidFill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      电池</a:t>
              </a:r>
            </a:p>
          </p:txBody>
        </p:sp>
        <p:grpSp>
          <p:nvGrpSpPr>
            <p:cNvPr id="54" name="组合 53">
              <a:extLst>
                <a:ext uri="{FF2B5EF4-FFF2-40B4-BE49-F238E27FC236}">
                  <a16:creationId xmlns:a16="http://schemas.microsoft.com/office/drawing/2014/main" id="{FD1F548A-473E-F9D0-A764-83FA083B711B}"/>
                </a:ext>
              </a:extLst>
            </p:cNvPr>
            <p:cNvGrpSpPr/>
            <p:nvPr/>
          </p:nvGrpSpPr>
          <p:grpSpPr>
            <a:xfrm>
              <a:off x="600851" y="2735577"/>
              <a:ext cx="245090" cy="245090"/>
              <a:chOff x="3449581" y="2374787"/>
              <a:chExt cx="263638" cy="263638"/>
            </a:xfrm>
          </p:grpSpPr>
          <p:sp>
            <p:nvSpPr>
              <p:cNvPr id="55" name="椭圆 54">
                <a:extLst>
                  <a:ext uri="{FF2B5EF4-FFF2-40B4-BE49-F238E27FC236}">
                    <a16:creationId xmlns:a16="http://schemas.microsoft.com/office/drawing/2014/main" id="{C4E1B902-58FF-F921-DDDE-69D977FCCFCD}"/>
                  </a:ext>
                </a:extLst>
              </p:cNvPr>
              <p:cNvSpPr/>
              <p:nvPr/>
            </p:nvSpPr>
            <p:spPr>
              <a:xfrm>
                <a:off x="3449581" y="2374787"/>
                <a:ext cx="263638" cy="263638"/>
              </a:xfrm>
              <a:prstGeom prst="ellipse">
                <a:avLst/>
              </a:prstGeom>
              <a:solidFill>
                <a:srgbClr val="3ADE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56" name="icon">
                <a:extLst>
                  <a:ext uri="{FF2B5EF4-FFF2-40B4-BE49-F238E27FC236}">
                    <a16:creationId xmlns:a16="http://schemas.microsoft.com/office/drawing/2014/main" id="{06E2A274-430E-F689-5982-C778AEA8CE1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7">
                <a:extLst>
                  <a:ext uri="{96DAC541-7B7A-43D3-8B79-37D633B846F1}">
                    <asvg:svgBlip xmlns:asvg="http://schemas.microsoft.com/office/drawing/2016/SVG/main" r:embed="rId28"/>
                  </a:ext>
                </a:extLst>
              </a:blip>
              <a:srcRect/>
              <a:stretch/>
            </p:blipFill>
            <p:spPr>
              <a:xfrm>
                <a:off x="3513869" y="2435878"/>
                <a:ext cx="143060" cy="143060"/>
              </a:xfrm>
              <a:prstGeom prst="rect">
                <a:avLst/>
              </a:prstGeom>
            </p:spPr>
          </p:pic>
        </p:grpSp>
      </p:grpSp>
      <p:sp>
        <p:nvSpPr>
          <p:cNvPr id="57" name="!! 个性化">
            <a:extLst>
              <a:ext uri="{FF2B5EF4-FFF2-40B4-BE49-F238E27FC236}">
                <a16:creationId xmlns:a16="http://schemas.microsoft.com/office/drawing/2014/main" id="{0A6F3921-2B80-6E00-929A-977F30F4C6DC}"/>
              </a:ext>
            </a:extLst>
          </p:cNvPr>
          <p:cNvSpPr txBox="1"/>
          <p:nvPr/>
        </p:nvSpPr>
        <p:spPr>
          <a:xfrm>
            <a:off x="470872" y="3444966"/>
            <a:ext cx="11113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dirty="0">
                <a:solidFill>
                  <a:schemeClr val="bg1">
                    <a:lumMod val="50000"/>
                  </a:schemeClr>
                </a:solidFill>
              </a:rPr>
              <a:t>个性化</a:t>
            </a: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32C56AB6-9253-9481-BAE8-06323FBA72EA}"/>
              </a:ext>
            </a:extLst>
          </p:cNvPr>
          <p:cNvSpPr txBox="1"/>
          <p:nvPr/>
        </p:nvSpPr>
        <p:spPr>
          <a:xfrm>
            <a:off x="462454" y="2020809"/>
            <a:ext cx="11113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dirty="0">
                <a:solidFill>
                  <a:schemeClr val="bg1">
                    <a:lumMod val="50000"/>
                  </a:schemeClr>
                </a:solidFill>
              </a:rPr>
              <a:t>网络与连接</a:t>
            </a: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D95898E4-892E-B7CF-152E-60C2EA7E944F}"/>
              </a:ext>
            </a:extLst>
          </p:cNvPr>
          <p:cNvSpPr txBox="1"/>
          <p:nvPr/>
        </p:nvSpPr>
        <p:spPr>
          <a:xfrm>
            <a:off x="462455" y="4033431"/>
            <a:ext cx="11113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dirty="0">
                <a:solidFill>
                  <a:schemeClr val="bg1">
                    <a:lumMod val="50000"/>
                  </a:schemeClr>
                </a:solidFill>
              </a:rPr>
              <a:t>系统与安全</a:t>
            </a:r>
          </a:p>
        </p:txBody>
      </p:sp>
      <p:grpSp>
        <p:nvGrpSpPr>
          <p:cNvPr id="60" name="!! 软件更新">
            <a:extLst>
              <a:ext uri="{FF2B5EF4-FFF2-40B4-BE49-F238E27FC236}">
                <a16:creationId xmlns:a16="http://schemas.microsoft.com/office/drawing/2014/main" id="{F5FBDE1D-C730-E332-61DC-43D612BA803C}"/>
              </a:ext>
            </a:extLst>
          </p:cNvPr>
          <p:cNvGrpSpPr/>
          <p:nvPr/>
        </p:nvGrpSpPr>
        <p:grpSpPr>
          <a:xfrm>
            <a:off x="462455" y="4299750"/>
            <a:ext cx="2552892" cy="457924"/>
            <a:chOff x="481145" y="1890767"/>
            <a:chExt cx="2552892" cy="457924"/>
          </a:xfrm>
        </p:grpSpPr>
        <p:sp>
          <p:nvSpPr>
            <p:cNvPr id="61" name="!! 未选中">
              <a:hlinkClick r:id="rId29" action="ppaction://hlinksldjump"/>
              <a:extLst>
                <a:ext uri="{FF2B5EF4-FFF2-40B4-BE49-F238E27FC236}">
                  <a16:creationId xmlns:a16="http://schemas.microsoft.com/office/drawing/2014/main" id="{B0DE3545-9743-ED54-7117-A7191589176A}"/>
                </a:ext>
              </a:extLst>
            </p:cNvPr>
            <p:cNvSpPr/>
            <p:nvPr/>
          </p:nvSpPr>
          <p:spPr>
            <a:xfrm>
              <a:off x="481145" y="1890767"/>
              <a:ext cx="2552892" cy="457924"/>
            </a:xfrm>
            <a:prstGeom prst="roundRect">
              <a:avLst>
                <a:gd name="adj" fmla="val 22880"/>
              </a:avLst>
            </a:prstGeom>
            <a:solidFill>
              <a:schemeClr val="tx1">
                <a:lumMod val="10000"/>
                <a:lumOff val="90000"/>
              </a:schemeClr>
            </a:solidFill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1998" defTabSz="914377">
                <a:defRPr/>
              </a:pPr>
              <a:r>
                <a:rPr lang="zh-CN" altLang="en-US" sz="1400" dirty="0">
                  <a:solidFill>
                    <a:schemeClr val="tx1"/>
                  </a:solidFill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      系统更新</a:t>
              </a:r>
            </a:p>
          </p:txBody>
        </p:sp>
        <p:pic>
          <p:nvPicPr>
            <p:cNvPr id="62" name="icon">
              <a:extLst>
                <a:ext uri="{FF2B5EF4-FFF2-40B4-BE49-F238E27FC236}">
                  <a16:creationId xmlns:a16="http://schemas.microsoft.com/office/drawing/2014/main" id="{125C9B97-3A3D-63D7-2E3C-9EEB758C49EE}"/>
                </a:ext>
              </a:extLst>
            </p:cNvPr>
            <p:cNvPicPr>
              <a:picLocks noChangeAspect="1"/>
            </p:cNvPicPr>
            <p:nvPr/>
          </p:nvPicPr>
          <p:blipFill>
            <a:blip r:embed="rId30">
              <a:extLs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rcRect/>
            <a:stretch/>
          </p:blipFill>
          <p:spPr>
            <a:xfrm>
              <a:off x="623508" y="2001148"/>
              <a:ext cx="237162" cy="237162"/>
            </a:xfrm>
            <a:prstGeom prst="rect">
              <a:avLst/>
            </a:prstGeom>
          </p:spPr>
        </p:pic>
      </p:grpSp>
      <p:grpSp>
        <p:nvGrpSpPr>
          <p:cNvPr id="66" name="!! 更多连接">
            <a:extLst>
              <a:ext uri="{FF2B5EF4-FFF2-40B4-BE49-F238E27FC236}">
                <a16:creationId xmlns:a16="http://schemas.microsoft.com/office/drawing/2014/main" id="{4716545F-E6FC-6884-7646-135080CDA14A}"/>
              </a:ext>
            </a:extLst>
          </p:cNvPr>
          <p:cNvGrpSpPr/>
          <p:nvPr/>
        </p:nvGrpSpPr>
        <p:grpSpPr>
          <a:xfrm>
            <a:off x="462454" y="3410531"/>
            <a:ext cx="2552892" cy="457924"/>
            <a:chOff x="462453" y="2623554"/>
            <a:chExt cx="2552892" cy="457924"/>
          </a:xfrm>
        </p:grpSpPr>
        <p:sp>
          <p:nvSpPr>
            <p:cNvPr id="67" name="!! 未选中">
              <a:hlinkClick r:id="rId32" action="ppaction://hlinksldjump"/>
              <a:extLst>
                <a:ext uri="{FF2B5EF4-FFF2-40B4-BE49-F238E27FC236}">
                  <a16:creationId xmlns:a16="http://schemas.microsoft.com/office/drawing/2014/main" id="{21856F55-A2ED-1D31-EC32-90B857245E47}"/>
                </a:ext>
              </a:extLst>
            </p:cNvPr>
            <p:cNvSpPr/>
            <p:nvPr/>
          </p:nvSpPr>
          <p:spPr>
            <a:xfrm>
              <a:off x="462453" y="2623554"/>
              <a:ext cx="2552892" cy="457924"/>
            </a:xfrm>
            <a:prstGeom prst="roundRect">
              <a:avLst>
                <a:gd name="adj" fmla="val 22880"/>
              </a:avLst>
            </a:prstGeom>
            <a:solidFill>
              <a:schemeClr val="bg2"/>
            </a:solidFill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1998" defTabSz="914377">
                <a:defRPr/>
              </a:pPr>
              <a:r>
                <a:rPr lang="zh-CN" altLang="en-US" sz="1400" dirty="0">
                  <a:solidFill>
                    <a:schemeClr val="tx1">
                      <a:lumMod val="90000"/>
                      <a:lumOff val="10000"/>
                    </a:schemeClr>
                  </a:solidFill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      更多连接</a:t>
              </a:r>
            </a:p>
          </p:txBody>
        </p:sp>
        <p:grpSp>
          <p:nvGrpSpPr>
            <p:cNvPr id="68" name="组合 67">
              <a:extLst>
                <a:ext uri="{FF2B5EF4-FFF2-40B4-BE49-F238E27FC236}">
                  <a16:creationId xmlns:a16="http://schemas.microsoft.com/office/drawing/2014/main" id="{864497B8-CC4E-ED0A-9DF2-63964BD6AA1A}"/>
                </a:ext>
              </a:extLst>
            </p:cNvPr>
            <p:cNvGrpSpPr/>
            <p:nvPr/>
          </p:nvGrpSpPr>
          <p:grpSpPr>
            <a:xfrm>
              <a:off x="600851" y="2735577"/>
              <a:ext cx="245090" cy="245090"/>
              <a:chOff x="3449581" y="2374787"/>
              <a:chExt cx="263638" cy="263638"/>
            </a:xfrm>
          </p:grpSpPr>
          <p:sp>
            <p:nvSpPr>
              <p:cNvPr id="69" name="椭圆 68">
                <a:extLst>
                  <a:ext uri="{FF2B5EF4-FFF2-40B4-BE49-F238E27FC236}">
                    <a16:creationId xmlns:a16="http://schemas.microsoft.com/office/drawing/2014/main" id="{219A479A-C228-122B-58E1-32AFDD2BCC3D}"/>
                  </a:ext>
                </a:extLst>
              </p:cNvPr>
              <p:cNvSpPr/>
              <p:nvPr/>
            </p:nvSpPr>
            <p:spPr>
              <a:xfrm>
                <a:off x="3449581" y="2374787"/>
                <a:ext cx="263638" cy="263638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93" name="icon">
                <a:extLst>
                  <a:ext uri="{FF2B5EF4-FFF2-40B4-BE49-F238E27FC236}">
                    <a16:creationId xmlns:a16="http://schemas.microsoft.com/office/drawing/2014/main" id="{0119E9D9-84C7-868E-9C92-32910059F38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3">
                <a:extLst>
                  <a:ext uri="{96DAC541-7B7A-43D3-8B79-37D633B846F1}">
                    <asvg:svgBlip xmlns:asvg="http://schemas.microsoft.com/office/drawing/2016/SVG/main" r:embed="rId34"/>
                  </a:ext>
                </a:extLst>
              </a:blip>
              <a:srcRect/>
              <a:stretch/>
            </p:blipFill>
            <p:spPr>
              <a:xfrm>
                <a:off x="3513774" y="2433849"/>
                <a:ext cx="143060" cy="143060"/>
              </a:xfrm>
              <a:prstGeom prst="rect">
                <a:avLst/>
              </a:prstGeom>
            </p:spPr>
          </p:pic>
        </p:grpSp>
      </p:grpSp>
      <p:sp>
        <p:nvSpPr>
          <p:cNvPr id="94" name="!! 更多">
            <a:extLst>
              <a:ext uri="{FF2B5EF4-FFF2-40B4-BE49-F238E27FC236}">
                <a16:creationId xmlns:a16="http://schemas.microsoft.com/office/drawing/2014/main" id="{66094C43-14B1-868F-74FD-973BEB5BA3C4}"/>
              </a:ext>
            </a:extLst>
          </p:cNvPr>
          <p:cNvSpPr txBox="1"/>
          <p:nvPr/>
        </p:nvSpPr>
        <p:spPr>
          <a:xfrm>
            <a:off x="1310353" y="6016666"/>
            <a:ext cx="85443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100" dirty="0">
                <a:solidFill>
                  <a:schemeClr val="accent1"/>
                </a:solidFill>
              </a:rPr>
              <a:t>下一页</a:t>
            </a:r>
          </a:p>
        </p:txBody>
      </p:sp>
      <p:grpSp>
        <p:nvGrpSpPr>
          <p:cNvPr id="95" name="!! 蓝牙">
            <a:extLst>
              <a:ext uri="{FF2B5EF4-FFF2-40B4-BE49-F238E27FC236}">
                <a16:creationId xmlns:a16="http://schemas.microsoft.com/office/drawing/2014/main" id="{345213FB-9725-F80D-1E28-611C4345C128}"/>
              </a:ext>
            </a:extLst>
          </p:cNvPr>
          <p:cNvGrpSpPr/>
          <p:nvPr/>
        </p:nvGrpSpPr>
        <p:grpSpPr>
          <a:xfrm>
            <a:off x="462453" y="2846581"/>
            <a:ext cx="2552892" cy="457924"/>
            <a:chOff x="462452" y="2059603"/>
            <a:chExt cx="2552892" cy="457924"/>
          </a:xfrm>
        </p:grpSpPr>
        <p:sp>
          <p:nvSpPr>
            <p:cNvPr id="96" name="!! 未选中">
              <a:hlinkClick r:id="rId35" action="ppaction://hlinksldjump"/>
              <a:extLst>
                <a:ext uri="{FF2B5EF4-FFF2-40B4-BE49-F238E27FC236}">
                  <a16:creationId xmlns:a16="http://schemas.microsoft.com/office/drawing/2014/main" id="{C7A6F35F-4EF4-F190-5CE1-0A5A6174D7CF}"/>
                </a:ext>
              </a:extLst>
            </p:cNvPr>
            <p:cNvSpPr/>
            <p:nvPr/>
          </p:nvSpPr>
          <p:spPr>
            <a:xfrm>
              <a:off x="462452" y="2059603"/>
              <a:ext cx="2552892" cy="457924"/>
            </a:xfrm>
            <a:prstGeom prst="roundRect">
              <a:avLst>
                <a:gd name="adj" fmla="val 22880"/>
              </a:avLst>
            </a:prstGeom>
            <a:solidFill>
              <a:schemeClr val="bg2"/>
            </a:solidFill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1998" defTabSz="914377">
                <a:defRPr/>
              </a:pPr>
              <a:r>
                <a:rPr lang="zh-CN" altLang="en-US" sz="1400" dirty="0">
                  <a:solidFill>
                    <a:schemeClr val="tx1">
                      <a:lumMod val="90000"/>
                      <a:lumOff val="10000"/>
                    </a:schemeClr>
                  </a:solidFill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      蓝牙</a:t>
              </a:r>
            </a:p>
          </p:txBody>
        </p:sp>
        <p:pic>
          <p:nvPicPr>
            <p:cNvPr id="97" name="图形 96">
              <a:extLst>
                <a:ext uri="{FF2B5EF4-FFF2-40B4-BE49-F238E27FC236}">
                  <a16:creationId xmlns:a16="http://schemas.microsoft.com/office/drawing/2014/main" id="{69DC13EE-27A8-E414-927B-A6BE7424E46F}"/>
                </a:ext>
              </a:extLst>
            </p:cNvPr>
            <p:cNvPicPr>
              <a:picLocks noChangeAspect="1"/>
            </p:cNvPicPr>
            <p:nvPr/>
          </p:nvPicPr>
          <p:blipFill>
            <a:blip r:embed="rId36"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/>
            </a:stretch>
          </p:blipFill>
          <p:spPr>
            <a:xfrm>
              <a:off x="600851" y="2174279"/>
              <a:ext cx="237166" cy="237166"/>
            </a:xfrm>
            <a:prstGeom prst="rect">
              <a:avLst/>
            </a:prstGeom>
          </p:spPr>
        </p:pic>
      </p:grpSp>
      <p:grpSp>
        <p:nvGrpSpPr>
          <p:cNvPr id="98" name="!! WLAN">
            <a:extLst>
              <a:ext uri="{FF2B5EF4-FFF2-40B4-BE49-F238E27FC236}">
                <a16:creationId xmlns:a16="http://schemas.microsoft.com/office/drawing/2014/main" id="{A14764A2-7C7B-D480-C20D-BA6A6C14D0C9}"/>
              </a:ext>
            </a:extLst>
          </p:cNvPr>
          <p:cNvGrpSpPr/>
          <p:nvPr/>
        </p:nvGrpSpPr>
        <p:grpSpPr>
          <a:xfrm>
            <a:off x="462453" y="2282631"/>
            <a:ext cx="2552892" cy="457924"/>
            <a:chOff x="462452" y="1495653"/>
            <a:chExt cx="2552892" cy="457924"/>
          </a:xfrm>
        </p:grpSpPr>
        <p:grpSp>
          <p:nvGrpSpPr>
            <p:cNvPr id="99" name="!! WLAN">
              <a:extLst>
                <a:ext uri="{FF2B5EF4-FFF2-40B4-BE49-F238E27FC236}">
                  <a16:creationId xmlns:a16="http://schemas.microsoft.com/office/drawing/2014/main" id="{8AA9588A-6C3D-331F-89EE-7400D1BCDFC5}"/>
                </a:ext>
              </a:extLst>
            </p:cNvPr>
            <p:cNvGrpSpPr/>
            <p:nvPr/>
          </p:nvGrpSpPr>
          <p:grpSpPr>
            <a:xfrm>
              <a:off x="462452" y="1495653"/>
              <a:ext cx="2552892" cy="457924"/>
              <a:chOff x="462452" y="1495653"/>
              <a:chExt cx="2552892" cy="457924"/>
            </a:xfrm>
          </p:grpSpPr>
          <p:sp>
            <p:nvSpPr>
              <p:cNvPr id="101" name="!! 未选中">
                <a:hlinkClick r:id="rId38" action="ppaction://hlinksldjump"/>
                <a:extLst>
                  <a:ext uri="{FF2B5EF4-FFF2-40B4-BE49-F238E27FC236}">
                    <a16:creationId xmlns:a16="http://schemas.microsoft.com/office/drawing/2014/main" id="{B0176083-1CD0-6849-72A1-BBB19683509B}"/>
                  </a:ext>
                </a:extLst>
              </p:cNvPr>
              <p:cNvSpPr/>
              <p:nvPr/>
            </p:nvSpPr>
            <p:spPr>
              <a:xfrm>
                <a:off x="462452" y="1495653"/>
                <a:ext cx="2552892" cy="457924"/>
              </a:xfrm>
              <a:prstGeom prst="roundRect">
                <a:avLst>
                  <a:gd name="adj" fmla="val 22880"/>
                </a:avLst>
              </a:prstGeom>
              <a:solidFill>
                <a:schemeClr val="bg2"/>
              </a:solidFill>
              <a:ln w="6350"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71998" defTabSz="914377">
                  <a:defRPr/>
                </a:pPr>
                <a:r>
                  <a:rPr lang="zh-CN" altLang="en-US" sz="1400" dirty="0">
                    <a:solidFill>
                      <a:schemeClr val="tx1">
                        <a:lumMod val="90000"/>
                        <a:lumOff val="10000"/>
                      </a:schemeClr>
                    </a:solidFill>
                    <a:latin typeface="vivo Sans Light" panose="02000400000000000000" pitchFamily="2" charset="-122"/>
                    <a:ea typeface="vivo Sans Light" panose="02000400000000000000" pitchFamily="2" charset="-122"/>
                    <a:cs typeface="vivo Sans Light" panose="02000400000000000000" pitchFamily="2" charset="-122"/>
                  </a:rPr>
                  <a:t>      无线局域网</a:t>
                </a:r>
              </a:p>
            </p:txBody>
          </p:sp>
          <p:pic>
            <p:nvPicPr>
              <p:cNvPr id="102" name="icon">
                <a:extLst>
                  <a:ext uri="{FF2B5EF4-FFF2-40B4-BE49-F238E27FC236}">
                    <a16:creationId xmlns:a16="http://schemas.microsoft.com/office/drawing/2014/main" id="{D741053C-2EF2-13D2-5986-4BB832AE9E0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9">
                <a:extLst>
                  <a:ext uri="{96DAC541-7B7A-43D3-8B79-37D633B846F1}">
                    <asvg:svgBlip xmlns:asvg="http://schemas.microsoft.com/office/drawing/2016/SVG/main" r:embed="rId40"/>
                  </a:ext>
                </a:extLst>
              </a:blip>
              <a:srcRect/>
              <a:stretch/>
            </p:blipFill>
            <p:spPr>
              <a:xfrm>
                <a:off x="638475" y="1636367"/>
                <a:ext cx="169842" cy="169842"/>
              </a:xfrm>
              <a:prstGeom prst="rect">
                <a:avLst/>
              </a:prstGeom>
            </p:spPr>
          </p:pic>
        </p:grpSp>
        <p:pic>
          <p:nvPicPr>
            <p:cNvPr id="100" name="图形 99">
              <a:extLst>
                <a:ext uri="{FF2B5EF4-FFF2-40B4-BE49-F238E27FC236}">
                  <a16:creationId xmlns:a16="http://schemas.microsoft.com/office/drawing/2014/main" id="{F0916025-30AB-9F07-59B8-FAD94B7623D0}"/>
                </a:ext>
              </a:extLst>
            </p:cNvPr>
            <p:cNvPicPr>
              <a:picLocks noChangeAspect="1"/>
            </p:cNvPicPr>
            <p:nvPr/>
          </p:nvPicPr>
          <p:blipFill>
            <a:blip r:embed="rId41">
              <a:extLst>
                <a:ext uri="{96DAC541-7B7A-43D3-8B79-37D633B846F1}">
                  <asvg:svgBlip xmlns:asvg="http://schemas.microsoft.com/office/drawing/2016/SVG/main" r:embed="rId42"/>
                </a:ext>
              </a:extLst>
            </a:blip>
            <a:stretch>
              <a:fillRect/>
            </a:stretch>
          </p:blipFill>
          <p:spPr>
            <a:xfrm>
              <a:off x="600489" y="1593839"/>
              <a:ext cx="245452" cy="245452"/>
            </a:xfrm>
            <a:prstGeom prst="rect">
              <a:avLst/>
            </a:prstGeom>
          </p:spPr>
        </p:pic>
      </p:grpSp>
      <p:grpSp>
        <p:nvGrpSpPr>
          <p:cNvPr id="103" name="!! 关于">
            <a:extLst>
              <a:ext uri="{FF2B5EF4-FFF2-40B4-BE49-F238E27FC236}">
                <a16:creationId xmlns:a16="http://schemas.microsoft.com/office/drawing/2014/main" id="{CBE42EC7-88DD-E0C7-75D9-B20616C2F3F1}"/>
              </a:ext>
            </a:extLst>
          </p:cNvPr>
          <p:cNvGrpSpPr/>
          <p:nvPr/>
        </p:nvGrpSpPr>
        <p:grpSpPr>
          <a:xfrm>
            <a:off x="461126" y="5442791"/>
            <a:ext cx="2552892" cy="457924"/>
            <a:chOff x="453977" y="4076722"/>
            <a:chExt cx="2552892" cy="457924"/>
          </a:xfrm>
        </p:grpSpPr>
        <p:sp>
          <p:nvSpPr>
            <p:cNvPr id="104" name="!! 未选中">
              <a:hlinkClick r:id="rId43" action="ppaction://hlinksldjump"/>
              <a:extLst>
                <a:ext uri="{FF2B5EF4-FFF2-40B4-BE49-F238E27FC236}">
                  <a16:creationId xmlns:a16="http://schemas.microsoft.com/office/drawing/2014/main" id="{F02F55B2-83FC-019B-209C-7A47CD651B42}"/>
                </a:ext>
              </a:extLst>
            </p:cNvPr>
            <p:cNvSpPr/>
            <p:nvPr/>
          </p:nvSpPr>
          <p:spPr>
            <a:xfrm>
              <a:off x="453977" y="4076722"/>
              <a:ext cx="2552892" cy="457924"/>
            </a:xfrm>
            <a:prstGeom prst="roundRect">
              <a:avLst>
                <a:gd name="adj" fmla="val 22880"/>
              </a:avLst>
            </a:prstGeom>
            <a:solidFill>
              <a:schemeClr val="bg2"/>
            </a:solidFill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1998" defTabSz="914377">
                <a:defRPr/>
              </a:pPr>
              <a:r>
                <a:rPr lang="zh-CN" altLang="en-US" sz="1400" dirty="0">
                  <a:solidFill>
                    <a:schemeClr val="tx1">
                      <a:lumMod val="90000"/>
                      <a:lumOff val="10000"/>
                    </a:schemeClr>
                  </a:solidFill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      关于此</a:t>
              </a:r>
              <a:r>
                <a:rPr lang="en-US" altLang="zh-CN" sz="1400" dirty="0">
                  <a:solidFill>
                    <a:schemeClr val="tx1">
                      <a:lumMod val="90000"/>
                      <a:lumOff val="10000"/>
                    </a:schemeClr>
                  </a:solidFill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Pad</a:t>
              </a:r>
              <a:endParaRPr lang="zh-CN" altLang="en-US" sz="1400" dirty="0">
                <a:solidFill>
                  <a:schemeClr val="tx1">
                    <a:lumMod val="90000"/>
                    <a:lumOff val="10000"/>
                  </a:schemeClr>
                </a:solidFill>
                <a:latin typeface="vivo Sans Light" panose="02000400000000000000" pitchFamily="2" charset="-122"/>
                <a:ea typeface="vivo Sans Light" panose="02000400000000000000" pitchFamily="2" charset="-122"/>
                <a:cs typeface="vivo Sans Light" panose="02000400000000000000" pitchFamily="2" charset="-122"/>
              </a:endParaRPr>
            </a:p>
          </p:txBody>
        </p:sp>
        <p:pic>
          <p:nvPicPr>
            <p:cNvPr id="105" name="图形 104">
              <a:extLst>
                <a:ext uri="{FF2B5EF4-FFF2-40B4-BE49-F238E27FC236}">
                  <a16:creationId xmlns:a16="http://schemas.microsoft.com/office/drawing/2014/main" id="{6EDA5108-F11A-D9E5-8675-218EA277D804}"/>
                </a:ext>
              </a:extLst>
            </p:cNvPr>
            <p:cNvPicPr>
              <a:picLocks noChangeAspect="1"/>
            </p:cNvPicPr>
            <p:nvPr/>
          </p:nvPicPr>
          <p:blipFill>
            <a:blip r:embed="rId44">
              <a:extLst>
                <a:ext uri="{96DAC541-7B7A-43D3-8B79-37D633B846F1}">
                  <asvg:svgBlip xmlns:asvg="http://schemas.microsoft.com/office/drawing/2016/SVG/main" r:embed="rId45"/>
                </a:ext>
              </a:extLst>
            </a:blip>
            <a:stretch>
              <a:fillRect/>
            </a:stretch>
          </p:blipFill>
          <p:spPr>
            <a:xfrm flipV="1">
              <a:off x="599323" y="4190280"/>
              <a:ext cx="238694" cy="238694"/>
            </a:xfrm>
            <a:prstGeom prst="rect">
              <a:avLst/>
            </a:prstGeom>
          </p:spPr>
        </p:pic>
      </p:grpSp>
      <p:grpSp>
        <p:nvGrpSpPr>
          <p:cNvPr id="106" name="!! 保护">
            <a:extLst>
              <a:ext uri="{FF2B5EF4-FFF2-40B4-BE49-F238E27FC236}">
                <a16:creationId xmlns:a16="http://schemas.microsoft.com/office/drawing/2014/main" id="{FB4C7E7A-FB2A-AE4C-A634-5A34C520E3F0}"/>
              </a:ext>
            </a:extLst>
          </p:cNvPr>
          <p:cNvGrpSpPr/>
          <p:nvPr/>
        </p:nvGrpSpPr>
        <p:grpSpPr>
          <a:xfrm>
            <a:off x="461126" y="4868915"/>
            <a:ext cx="2552892" cy="457924"/>
            <a:chOff x="462453" y="2623554"/>
            <a:chExt cx="2552892" cy="457924"/>
          </a:xfrm>
        </p:grpSpPr>
        <p:sp>
          <p:nvSpPr>
            <p:cNvPr id="107" name="!! 未选中">
              <a:hlinkClick r:id="rId46" action="ppaction://hlinksldjump"/>
              <a:extLst>
                <a:ext uri="{FF2B5EF4-FFF2-40B4-BE49-F238E27FC236}">
                  <a16:creationId xmlns:a16="http://schemas.microsoft.com/office/drawing/2014/main" id="{8AB4AE3A-2EC4-9EE2-A7BF-7C072B9FB6D8}"/>
                </a:ext>
              </a:extLst>
            </p:cNvPr>
            <p:cNvSpPr/>
            <p:nvPr/>
          </p:nvSpPr>
          <p:spPr>
            <a:xfrm>
              <a:off x="462453" y="2623554"/>
              <a:ext cx="2552892" cy="457924"/>
            </a:xfrm>
            <a:prstGeom prst="roundRect">
              <a:avLst>
                <a:gd name="adj" fmla="val 22880"/>
              </a:avLst>
            </a:prstGeom>
            <a:solidFill>
              <a:schemeClr val="bg2"/>
            </a:solidFill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1998" defTabSz="914377">
                <a:defRPr/>
              </a:pPr>
              <a:r>
                <a:rPr lang="zh-CN" altLang="en-US" sz="1400" dirty="0">
                  <a:solidFill>
                    <a:schemeClr val="tx1">
                      <a:lumMod val="90000"/>
                      <a:lumOff val="10000"/>
                    </a:schemeClr>
                  </a:solidFill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      设备安全性</a:t>
              </a:r>
            </a:p>
          </p:txBody>
        </p:sp>
        <p:grpSp>
          <p:nvGrpSpPr>
            <p:cNvPr id="108" name="组合 107">
              <a:extLst>
                <a:ext uri="{FF2B5EF4-FFF2-40B4-BE49-F238E27FC236}">
                  <a16:creationId xmlns:a16="http://schemas.microsoft.com/office/drawing/2014/main" id="{C5902721-9C30-03B1-DCD7-7DC711B827E4}"/>
                </a:ext>
              </a:extLst>
            </p:cNvPr>
            <p:cNvGrpSpPr/>
            <p:nvPr/>
          </p:nvGrpSpPr>
          <p:grpSpPr>
            <a:xfrm>
              <a:off x="600851" y="2735577"/>
              <a:ext cx="245090" cy="245090"/>
              <a:chOff x="3449581" y="2374787"/>
              <a:chExt cx="263638" cy="263638"/>
            </a:xfrm>
          </p:grpSpPr>
          <p:sp>
            <p:nvSpPr>
              <p:cNvPr id="109" name="椭圆 108">
                <a:extLst>
                  <a:ext uri="{FF2B5EF4-FFF2-40B4-BE49-F238E27FC236}">
                    <a16:creationId xmlns:a16="http://schemas.microsoft.com/office/drawing/2014/main" id="{F3B6CDA3-9D98-8440-E108-05A92CEB51B6}"/>
                  </a:ext>
                </a:extLst>
              </p:cNvPr>
              <p:cNvSpPr/>
              <p:nvPr/>
            </p:nvSpPr>
            <p:spPr>
              <a:xfrm>
                <a:off x="3449581" y="2374787"/>
                <a:ext cx="263638" cy="263638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110" name="icon">
                <a:extLst>
                  <a:ext uri="{FF2B5EF4-FFF2-40B4-BE49-F238E27FC236}">
                    <a16:creationId xmlns:a16="http://schemas.microsoft.com/office/drawing/2014/main" id="{219879B0-A94E-EB93-B275-B8B3CCB3323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7">
                <a:extLst>
                  <a:ext uri="{96DAC541-7B7A-43D3-8B79-37D633B846F1}">
                    <asvg:svgBlip xmlns:asvg="http://schemas.microsoft.com/office/drawing/2016/SVG/main" r:embed="rId48"/>
                  </a:ext>
                </a:extLst>
              </a:blip>
              <a:srcRect/>
              <a:stretch/>
            </p:blipFill>
            <p:spPr>
              <a:xfrm>
                <a:off x="3513869" y="2435878"/>
                <a:ext cx="143060" cy="143060"/>
              </a:xfrm>
              <a:prstGeom prst="rect">
                <a:avLst/>
              </a:prstGeom>
            </p:spPr>
          </p:pic>
        </p:grpSp>
      </p:grpSp>
      <p:grpSp>
        <p:nvGrpSpPr>
          <p:cNvPr id="111" name="组合 110">
            <a:extLst>
              <a:ext uri="{FF2B5EF4-FFF2-40B4-BE49-F238E27FC236}">
                <a16:creationId xmlns:a16="http://schemas.microsoft.com/office/drawing/2014/main" id="{436D909B-87DE-FCD3-EF21-C9EEBDE290E6}"/>
              </a:ext>
            </a:extLst>
          </p:cNvPr>
          <p:cNvGrpSpPr/>
          <p:nvPr/>
        </p:nvGrpSpPr>
        <p:grpSpPr>
          <a:xfrm>
            <a:off x="461126" y="1123111"/>
            <a:ext cx="2552892" cy="756471"/>
            <a:chOff x="461125" y="1123110"/>
            <a:chExt cx="2552892" cy="756471"/>
          </a:xfrm>
        </p:grpSpPr>
        <p:sp>
          <p:nvSpPr>
            <p:cNvPr id="112" name="矩形: 圆角 111">
              <a:hlinkClick r:id="rId49" action="ppaction://hlinksldjump"/>
              <a:extLst>
                <a:ext uri="{FF2B5EF4-FFF2-40B4-BE49-F238E27FC236}">
                  <a16:creationId xmlns:a16="http://schemas.microsoft.com/office/drawing/2014/main" id="{49D3BC59-E5CA-DD30-1F57-AB2C441C08D7}"/>
                </a:ext>
              </a:extLst>
            </p:cNvPr>
            <p:cNvSpPr/>
            <p:nvPr/>
          </p:nvSpPr>
          <p:spPr>
            <a:xfrm>
              <a:off x="461125" y="1123110"/>
              <a:ext cx="2552892" cy="756471"/>
            </a:xfrm>
            <a:prstGeom prst="roundRect">
              <a:avLst>
                <a:gd name="adj" fmla="val 13695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3" name="文本框 112">
              <a:extLst>
                <a:ext uri="{FF2B5EF4-FFF2-40B4-BE49-F238E27FC236}">
                  <a16:creationId xmlns:a16="http://schemas.microsoft.com/office/drawing/2014/main" id="{E11370A6-762A-AFD6-FE4C-8FB32E3F7232}"/>
                </a:ext>
              </a:extLst>
            </p:cNvPr>
            <p:cNvSpPr txBox="1"/>
            <p:nvPr/>
          </p:nvSpPr>
          <p:spPr>
            <a:xfrm>
              <a:off x="1119456" y="1283470"/>
              <a:ext cx="161993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dirty="0">
                  <a:latin typeface="+mn-ea"/>
                  <a:cs typeface="vivo Sans Light" panose="02000400000000000000" pitchFamily="2" charset="-122"/>
                </a:rPr>
                <a:t>雨夌</a:t>
              </a:r>
            </a:p>
          </p:txBody>
        </p:sp>
        <p:sp>
          <p:nvSpPr>
            <p:cNvPr id="114" name="文本框 113">
              <a:extLst>
                <a:ext uri="{FF2B5EF4-FFF2-40B4-BE49-F238E27FC236}">
                  <a16:creationId xmlns:a16="http://schemas.microsoft.com/office/drawing/2014/main" id="{CD844FBA-546E-E5E4-AAED-17B5CE80E763}"/>
                </a:ext>
              </a:extLst>
            </p:cNvPr>
            <p:cNvSpPr txBox="1"/>
            <p:nvPr/>
          </p:nvSpPr>
          <p:spPr>
            <a:xfrm>
              <a:off x="1119456" y="1497658"/>
              <a:ext cx="161993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000" dirty="0">
                  <a:solidFill>
                    <a:schemeClr val="bg1">
                      <a:lumMod val="75000"/>
                    </a:schemeClr>
                  </a:solidFill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管理你的云账户</a:t>
              </a:r>
            </a:p>
          </p:txBody>
        </p:sp>
        <p:sp>
          <p:nvSpPr>
            <p:cNvPr id="115" name="!! 头像框">
              <a:extLst>
                <a:ext uri="{FF2B5EF4-FFF2-40B4-BE49-F238E27FC236}">
                  <a16:creationId xmlns:a16="http://schemas.microsoft.com/office/drawing/2014/main" id="{E386FAAE-D742-B9F6-93E4-BD468A3D70E3}"/>
                </a:ext>
              </a:extLst>
            </p:cNvPr>
            <p:cNvSpPr/>
            <p:nvPr/>
          </p:nvSpPr>
          <p:spPr>
            <a:xfrm>
              <a:off x="638475" y="1267548"/>
              <a:ext cx="463636" cy="463636"/>
            </a:xfrm>
            <a:prstGeom prst="ellipse">
              <a:avLst/>
            </a:prstGeom>
            <a:blipFill>
              <a:blip r:embed="rId50"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77">
                <a:defRPr/>
              </a:pPr>
              <a:endParaRPr lang="zh-CN" altLang="en-US">
                <a:solidFill>
                  <a:srgbClr val="F5F5F5"/>
                </a:solidFill>
                <a:latin typeface="vivo Sans"/>
                <a:ea typeface="vivo Sans"/>
              </a:endParaRPr>
            </a:p>
          </p:txBody>
        </p:sp>
      </p:grpSp>
      <p:sp>
        <p:nvSpPr>
          <p:cNvPr id="8" name="文本框 7">
            <a:extLst>
              <a:ext uri="{FF2B5EF4-FFF2-40B4-BE49-F238E27FC236}">
                <a16:creationId xmlns:a16="http://schemas.microsoft.com/office/drawing/2014/main" id="{64C19129-CBFF-91C0-639C-A3619FFEB4EB}"/>
              </a:ext>
            </a:extLst>
          </p:cNvPr>
          <p:cNvSpPr txBox="1"/>
          <p:nvPr/>
        </p:nvSpPr>
        <p:spPr>
          <a:xfrm>
            <a:off x="4018597" y="395001"/>
            <a:ext cx="6959600" cy="6247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/>
              <a:t>更新日志：</a:t>
            </a:r>
            <a:endParaRPr lang="en-US" altLang="zh-CN" sz="1600" dirty="0"/>
          </a:p>
          <a:p>
            <a:r>
              <a:rPr lang="zh-CN" altLang="en-US" sz="1600" dirty="0"/>
              <a:t>欢迎使用 </a:t>
            </a:r>
            <a:r>
              <a:rPr lang="en-US" altLang="zh-CN" sz="1600" dirty="0"/>
              <a:t>Leaf OS 5 Beta </a:t>
            </a:r>
            <a:r>
              <a:rPr lang="zh-CN" altLang="en-US" sz="1600" dirty="0"/>
              <a:t>版本</a:t>
            </a:r>
            <a:endParaRPr lang="en-US" altLang="zh-CN" sz="1600" dirty="0"/>
          </a:p>
          <a:p>
            <a:endParaRPr lang="en-US" altLang="zh-CN" sz="1600" dirty="0"/>
          </a:p>
          <a:p>
            <a:r>
              <a:rPr lang="zh-CN" altLang="en-US" sz="1600" dirty="0"/>
              <a:t>设置</a:t>
            </a:r>
            <a:endParaRPr lang="en-US" altLang="zh-CN" sz="1600" dirty="0"/>
          </a:p>
          <a:p>
            <a:r>
              <a:rPr lang="zh-CN" altLang="en-US" sz="1600" dirty="0"/>
              <a:t>新增 显示、电池、应用与模块设置项（功能待开发）</a:t>
            </a:r>
            <a:endParaRPr lang="en-US" altLang="zh-CN" sz="1600" dirty="0"/>
          </a:p>
          <a:p>
            <a:r>
              <a:rPr lang="zh-CN" altLang="en-US" sz="1600" dirty="0"/>
              <a:t>新增 设置项分页</a:t>
            </a:r>
            <a:endParaRPr lang="en-US" altLang="zh-CN" sz="1600" dirty="0"/>
          </a:p>
          <a:p>
            <a:r>
              <a:rPr lang="zh-CN" altLang="en-US" sz="1600" dirty="0"/>
              <a:t>修改 部分设置项命名</a:t>
            </a:r>
            <a:endParaRPr lang="en-US" altLang="zh-CN" sz="1600" dirty="0"/>
          </a:p>
          <a:p>
            <a:r>
              <a:rPr lang="zh-CN" altLang="en-US" sz="1600" dirty="0"/>
              <a:t>优化 二级页面排版</a:t>
            </a:r>
            <a:endParaRPr lang="en-US" altLang="zh-CN" sz="1600" dirty="0"/>
          </a:p>
          <a:p>
            <a:endParaRPr lang="en-US" altLang="zh-CN" sz="1600" dirty="0"/>
          </a:p>
          <a:p>
            <a:r>
              <a:rPr lang="en-US" altLang="zh-CN" sz="1600" dirty="0"/>
              <a:t>Leaf </a:t>
            </a:r>
            <a:r>
              <a:rPr lang="zh-CN" altLang="en-US" sz="1600" dirty="0"/>
              <a:t>账户</a:t>
            </a:r>
            <a:endParaRPr lang="en-US" altLang="zh-CN" sz="1600" dirty="0"/>
          </a:p>
          <a:p>
            <a:r>
              <a:rPr lang="zh-CN" altLang="en-US" sz="1600" dirty="0"/>
              <a:t>新增 </a:t>
            </a:r>
            <a:r>
              <a:rPr lang="en-US" altLang="zh-CN" sz="1600" dirty="0"/>
              <a:t>Leaf</a:t>
            </a:r>
            <a:r>
              <a:rPr lang="zh-CN" altLang="en-US" sz="1600" dirty="0"/>
              <a:t>账户管理页，可在 设置</a:t>
            </a:r>
            <a:r>
              <a:rPr lang="en-US" altLang="zh-CN" sz="1600" dirty="0"/>
              <a:t>&gt;</a:t>
            </a:r>
            <a:r>
              <a:rPr lang="zh-CN" altLang="en-US" sz="1600" dirty="0"/>
              <a:t>云账户 打开</a:t>
            </a:r>
            <a:endParaRPr lang="en-US" altLang="zh-CN" sz="1600" dirty="0"/>
          </a:p>
          <a:p>
            <a:endParaRPr lang="en-US" altLang="zh-CN" sz="1600" dirty="0"/>
          </a:p>
          <a:p>
            <a:r>
              <a:rPr lang="zh-CN" altLang="en-US" sz="1600" dirty="0"/>
              <a:t>应用</a:t>
            </a:r>
            <a:endParaRPr lang="en-US" altLang="zh-CN" sz="1600" dirty="0"/>
          </a:p>
          <a:p>
            <a:r>
              <a:rPr lang="zh-CN" altLang="en-US" sz="1600" dirty="0"/>
              <a:t>新增 仪表、屏幕照明应用</a:t>
            </a:r>
            <a:endParaRPr lang="en-US" altLang="zh-CN" sz="1600" dirty="0"/>
          </a:p>
          <a:p>
            <a:endParaRPr lang="en-US" altLang="zh-CN" sz="1600" dirty="0"/>
          </a:p>
          <a:p>
            <a:r>
              <a:rPr lang="zh-CN" altLang="en-US" sz="1600" dirty="0"/>
              <a:t>硬件保护</a:t>
            </a:r>
            <a:endParaRPr lang="en-US" altLang="zh-CN" sz="1600" dirty="0"/>
          </a:p>
          <a:p>
            <a:r>
              <a:rPr lang="zh-CN" altLang="en-US" sz="1600" dirty="0"/>
              <a:t>修改 功能入口</a:t>
            </a:r>
            <a:endParaRPr lang="en-US" altLang="zh-CN" sz="1600" dirty="0"/>
          </a:p>
          <a:p>
            <a:endParaRPr lang="en-US" altLang="zh-CN" sz="1600" dirty="0"/>
          </a:p>
          <a:p>
            <a:r>
              <a:rPr lang="zh-CN" altLang="en-US" sz="1600" dirty="0"/>
              <a:t>其他</a:t>
            </a:r>
            <a:endParaRPr lang="en-US" altLang="zh-CN" sz="1600" dirty="0"/>
          </a:p>
          <a:p>
            <a:r>
              <a:rPr lang="zh-CN" altLang="en-US" sz="1600" dirty="0"/>
              <a:t>修复已知</a:t>
            </a:r>
            <a:r>
              <a:rPr lang="en-US" altLang="zh-CN" sz="1600" dirty="0"/>
              <a:t>Bug</a:t>
            </a:r>
          </a:p>
          <a:p>
            <a:r>
              <a:rPr lang="zh-CN" altLang="en-US" sz="1600" dirty="0"/>
              <a:t>优化部分动效</a:t>
            </a:r>
            <a:endParaRPr lang="en-US" altLang="zh-CN" sz="1600" dirty="0"/>
          </a:p>
          <a:p>
            <a:r>
              <a:rPr lang="zh-CN" altLang="en-US" sz="1600" dirty="0"/>
              <a:t>没有合并谷歌安全补丁（</a:t>
            </a:r>
            <a:r>
              <a:rPr lang="en-US" altLang="zh-CN" sz="1600" dirty="0"/>
              <a:t>2025-09</a:t>
            </a:r>
            <a:r>
              <a:rPr lang="zh-CN" altLang="en-US" sz="1600" dirty="0"/>
              <a:t>），系统安全性没有增加</a:t>
            </a:r>
            <a:endParaRPr lang="en-US" altLang="zh-CN" sz="1600" dirty="0"/>
          </a:p>
          <a:p>
            <a:endParaRPr lang="en-US" altLang="zh-CN" sz="1600" dirty="0"/>
          </a:p>
          <a:p>
            <a:r>
              <a:rPr lang="zh-CN" altLang="en-US" sz="1600" dirty="0"/>
              <a:t>后续将完善设置项、软件等项目</a:t>
            </a:r>
            <a:endParaRPr lang="en-US" altLang="zh-CN" sz="1600" dirty="0"/>
          </a:p>
          <a:p>
            <a:endParaRPr lang="en-US" altLang="zh-CN" sz="1600" dirty="0"/>
          </a:p>
        </p:txBody>
      </p:sp>
    </p:spTree>
    <p:extLst>
      <p:ext uri="{BB962C8B-B14F-4D97-AF65-F5344CB8AC3E}">
        <p14:creationId xmlns:p14="http://schemas.microsoft.com/office/powerpoint/2010/main" val="17683529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9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1" nodeType="clickEffect">
                                  <p:stCondLst>
                                    <p:cond delay="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15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15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xit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15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0" presetClass="exit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15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0" presetClass="exit" presetSubtype="0" fill="hold" grpId="1" nodeType="withEffect">
                                  <p:stCondLst>
                                    <p:cond delay="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15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0" presetClass="exit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15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0" presetClass="exit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15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0" presetClass="exit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15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35" presetClass="path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30" dur="33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1" presetID="35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32" dur="33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3" presetID="35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34" dur="33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5" presetID="35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36" dur="33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7" presetID="35" presetClass="path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38" dur="33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9" presetID="35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40" dur="33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1" presetID="35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42" dur="33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35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44" dur="33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5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5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5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63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5 0 E" pathEditMode="fixed" ptsTypes="">
                                      <p:cBhvr>
                                        <p:cTn id="58" dur="330" spd="-100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9" presetID="63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5 0 E" pathEditMode="fixed" ptsTypes="">
                                      <p:cBhvr>
                                        <p:cTn id="60" dur="330" spd="-100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1" presetID="63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5 0 E" pathEditMode="fixed" ptsTypes="">
                                      <p:cBhvr>
                                        <p:cTn id="62" dur="330" spd="-100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3" presetID="63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5 0 E" pathEditMode="fixed" ptsTypes="">
                                      <p:cBhvr>
                                        <p:cTn id="64" dur="330" spd="-100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3" nodeType="click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5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5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15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15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3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15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5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15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15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35" presetClass="path" presetSubtype="0" decel="10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92" dur="330" spd="-100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3" presetID="35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94" dur="330" spd="-1000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5" presetID="35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96" dur="330" spd="-1000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7" presetID="35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98" dur="330" spd="-100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9" presetID="35" presetClass="path" presetSubtype="0" decel="10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100" dur="330" spd="-100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1" presetID="35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102" dur="330" spd="-100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3" presetID="35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104" dur="330" spd="-1000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5" presetID="35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106" dur="330" spd="-1000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7" presetID="10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8" dur="15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1" dur="15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4" dur="15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7" dur="1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63" presetClass="path" presetSubtype="0" decel="10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5 0 E" pathEditMode="relative" ptsTypes="">
                                      <p:cBhvr>
                                        <p:cTn id="120" dur="33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1" presetID="63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5 0 E" pathEditMode="relative" ptsTypes="">
                                      <p:cBhvr>
                                        <p:cTn id="122" dur="33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3" presetID="63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5 0 E" pathEditMode="relative" ptsTypes="">
                                      <p:cBhvr>
                                        <p:cTn id="124" dur="33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5" presetID="63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5 0 E" pathEditMode="relative" ptsTypes="">
                                      <p:cBhvr>
                                        <p:cTn id="126" dur="33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4"/>
                  </p:tgtEl>
                </p:cond>
              </p:nextCondLst>
            </p:seq>
          </p:childTnLst>
        </p:cTn>
      </p:par>
    </p:tnLst>
    <p:bldLst>
      <p:bldP spid="57" grpId="0"/>
      <p:bldP spid="57" grpId="1"/>
      <p:bldP spid="57" grpId="2"/>
      <p:bldP spid="57" grpId="3"/>
      <p:bldP spid="58" grpId="0"/>
      <p:bldP spid="58" grpId="1"/>
      <p:bldP spid="58" grpId="2"/>
      <p:bldP spid="58" grpId="3"/>
      <p:bldP spid="59" grpId="0"/>
      <p:bldP spid="59" grpId="1"/>
      <p:bldP spid="59" grpId="2"/>
      <p:bldP spid="59" grpId="3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306FA-A40A-8C7B-26CF-1D604A7A92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!! 背景板">
            <a:extLst>
              <a:ext uri="{FF2B5EF4-FFF2-40B4-BE49-F238E27FC236}">
                <a16:creationId xmlns:a16="http://schemas.microsoft.com/office/drawing/2014/main" id="{EEE33D25-5C96-E4E7-9D15-853BC680E421}"/>
              </a:ext>
            </a:extLst>
          </p:cNvPr>
          <p:cNvSpPr/>
          <p:nvPr/>
        </p:nvSpPr>
        <p:spPr>
          <a:xfrm>
            <a:off x="3243" y="0"/>
            <a:ext cx="12192000" cy="6858000"/>
          </a:xfrm>
          <a:prstGeom prst="rect">
            <a:avLst/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>
              <a:defRPr/>
            </a:pPr>
            <a:endParaRPr lang="zh-CN" altLang="en-US" dirty="0">
              <a:solidFill>
                <a:srgbClr val="F5F5F5"/>
              </a:solidFill>
              <a:latin typeface="vivo Sans"/>
              <a:ea typeface="vivo Sans"/>
            </a:endParaRPr>
          </a:p>
        </p:txBody>
      </p:sp>
      <p:grpSp>
        <p:nvGrpSpPr>
          <p:cNvPr id="25" name="!! 大标题">
            <a:extLst>
              <a:ext uri="{FF2B5EF4-FFF2-40B4-BE49-F238E27FC236}">
                <a16:creationId xmlns:a16="http://schemas.microsoft.com/office/drawing/2014/main" id="{D4948672-29CA-8B22-50D9-A6DA7FE4EE4E}"/>
              </a:ext>
            </a:extLst>
          </p:cNvPr>
          <p:cNvGrpSpPr/>
          <p:nvPr/>
        </p:nvGrpSpPr>
        <p:grpSpPr>
          <a:xfrm>
            <a:off x="462457" y="484334"/>
            <a:ext cx="796551" cy="461665"/>
            <a:chOff x="3079753" y="1375827"/>
            <a:chExt cx="673782" cy="461665"/>
          </a:xfrm>
        </p:grpSpPr>
        <p:sp>
          <p:nvSpPr>
            <p:cNvPr id="27" name="!! 标题符">
              <a:extLst>
                <a:ext uri="{FF2B5EF4-FFF2-40B4-BE49-F238E27FC236}">
                  <a16:creationId xmlns:a16="http://schemas.microsoft.com/office/drawing/2014/main" id="{E1543C02-141D-A793-AC49-437CE0D98D46}"/>
                </a:ext>
              </a:extLst>
            </p:cNvPr>
            <p:cNvSpPr/>
            <p:nvPr/>
          </p:nvSpPr>
          <p:spPr>
            <a:xfrm>
              <a:off x="3146905" y="1685496"/>
              <a:ext cx="551700" cy="1255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defTabSz="457189">
                <a:defRPr/>
              </a:pPr>
              <a:endParaRPr lang="zh-CN" altLang="en-US">
                <a:solidFill>
                  <a:srgbClr val="FFFFFF"/>
                </a:solidFill>
                <a:latin typeface="OPPOSans R"/>
                <a:ea typeface="OPPOSans R"/>
              </a:endParaRPr>
            </a:p>
          </p:txBody>
        </p:sp>
        <p:sp>
          <p:nvSpPr>
            <p:cNvPr id="28" name="!! 标题">
              <a:extLst>
                <a:ext uri="{FF2B5EF4-FFF2-40B4-BE49-F238E27FC236}">
                  <a16:creationId xmlns:a16="http://schemas.microsoft.com/office/drawing/2014/main" id="{D1002918-7A7C-D2C3-B31E-7D9830EEDFC9}"/>
                </a:ext>
              </a:extLst>
            </p:cNvPr>
            <p:cNvSpPr txBox="1"/>
            <p:nvPr/>
          </p:nvSpPr>
          <p:spPr>
            <a:xfrm>
              <a:off x="3079753" y="1375827"/>
              <a:ext cx="67378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457189">
                <a:defRPr/>
              </a:pPr>
              <a:r>
                <a:rPr lang="zh-CN" altLang="en-US" sz="2400" dirty="0">
                  <a:solidFill>
                    <a:srgbClr val="000000">
                      <a:lumMod val="75000"/>
                      <a:lumOff val="25000"/>
                    </a:srgbClr>
                  </a:solidFill>
                  <a:latin typeface="vivo Sans Medium"/>
                  <a:ea typeface="vivo Sans Medium"/>
                </a:rPr>
                <a:t>设置</a:t>
              </a:r>
            </a:p>
          </p:txBody>
        </p:sp>
      </p:grpSp>
      <p:sp>
        <p:nvSpPr>
          <p:cNvPr id="2" name="!! 二级背景">
            <a:extLst>
              <a:ext uri="{FF2B5EF4-FFF2-40B4-BE49-F238E27FC236}">
                <a16:creationId xmlns:a16="http://schemas.microsoft.com/office/drawing/2014/main" id="{BB003D00-5FA5-2DEA-11D5-5EC291778417}"/>
              </a:ext>
            </a:extLst>
          </p:cNvPr>
          <p:cNvSpPr/>
          <p:nvPr/>
        </p:nvSpPr>
        <p:spPr>
          <a:xfrm>
            <a:off x="3594541" y="0"/>
            <a:ext cx="859746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>
              <a:defRPr/>
            </a:pPr>
            <a:endParaRPr lang="zh-CN" altLang="en-US">
              <a:solidFill>
                <a:srgbClr val="F5F5F5"/>
              </a:solidFill>
              <a:latin typeface="vivo Sans"/>
              <a:ea typeface="vivo Sans"/>
            </a:endParaRPr>
          </a:p>
        </p:txBody>
      </p:sp>
      <p:grpSp>
        <p:nvGrpSpPr>
          <p:cNvPr id="3" name="!! 关闭按钮">
            <a:extLst>
              <a:ext uri="{FF2B5EF4-FFF2-40B4-BE49-F238E27FC236}">
                <a16:creationId xmlns:a16="http://schemas.microsoft.com/office/drawing/2014/main" id="{F8383291-AE75-17EB-C104-B9F87D3018C9}"/>
              </a:ext>
            </a:extLst>
          </p:cNvPr>
          <p:cNvGrpSpPr/>
          <p:nvPr/>
        </p:nvGrpSpPr>
        <p:grpSpPr>
          <a:xfrm>
            <a:off x="2757496" y="569913"/>
            <a:ext cx="290511" cy="290511"/>
            <a:chOff x="2328464" y="3107859"/>
            <a:chExt cx="583223" cy="583223"/>
          </a:xfrm>
        </p:grpSpPr>
        <p:sp>
          <p:nvSpPr>
            <p:cNvPr id="4" name="矩形: 圆角 3">
              <a:hlinkClick r:id="rId3" action="ppaction://hlinksldjump"/>
              <a:extLst>
                <a:ext uri="{FF2B5EF4-FFF2-40B4-BE49-F238E27FC236}">
                  <a16:creationId xmlns:a16="http://schemas.microsoft.com/office/drawing/2014/main" id="{EFB3DFEF-0366-1C47-E5A4-20100BB96F15}"/>
                </a:ext>
              </a:extLst>
            </p:cNvPr>
            <p:cNvSpPr/>
            <p:nvPr/>
          </p:nvSpPr>
          <p:spPr>
            <a:xfrm>
              <a:off x="2328464" y="3107859"/>
              <a:ext cx="583223" cy="583223"/>
            </a:xfrm>
            <a:prstGeom prst="roundRect">
              <a:avLst>
                <a:gd name="adj" fmla="val 20771"/>
              </a:avLst>
            </a:prstGeom>
            <a:solidFill>
              <a:schemeClr val="bg2"/>
            </a:solidFill>
            <a:ln>
              <a:noFill/>
            </a:ln>
            <a:effectLst>
              <a:outerShdw blurRad="127000" sx="101000" sy="101000" algn="c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77">
                <a:defRPr/>
              </a:pPr>
              <a:endParaRPr lang="zh-CN" altLang="en-US">
                <a:solidFill>
                  <a:srgbClr val="F5F5F5"/>
                </a:solidFill>
                <a:latin typeface="vivo Sans"/>
                <a:ea typeface="vivo Sans"/>
              </a:endParaRPr>
            </a:p>
          </p:txBody>
        </p:sp>
        <p:pic>
          <p:nvPicPr>
            <p:cNvPr id="5" name="图形 4">
              <a:extLst>
                <a:ext uri="{FF2B5EF4-FFF2-40B4-BE49-F238E27FC236}">
                  <a16:creationId xmlns:a16="http://schemas.microsoft.com/office/drawing/2014/main" id="{0A37330B-3EBD-4DAF-9FB7-DED621DECCB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/>
          </p:blipFill>
          <p:spPr>
            <a:xfrm>
              <a:off x="2375480" y="3154875"/>
              <a:ext cx="489196" cy="489196"/>
            </a:xfrm>
            <a:prstGeom prst="rect">
              <a:avLst/>
            </a:prstGeom>
          </p:spPr>
        </p:pic>
      </p:grpSp>
      <p:grpSp>
        <p:nvGrpSpPr>
          <p:cNvPr id="24" name="!! 关闭按钮">
            <a:extLst>
              <a:ext uri="{FF2B5EF4-FFF2-40B4-BE49-F238E27FC236}">
                <a16:creationId xmlns:a16="http://schemas.microsoft.com/office/drawing/2014/main" id="{9DC628B2-BA1C-906C-2E8E-B824AA568742}"/>
              </a:ext>
            </a:extLst>
          </p:cNvPr>
          <p:cNvGrpSpPr/>
          <p:nvPr/>
        </p:nvGrpSpPr>
        <p:grpSpPr>
          <a:xfrm>
            <a:off x="2333440" y="569913"/>
            <a:ext cx="290511" cy="290511"/>
            <a:chOff x="2328464" y="3107859"/>
            <a:chExt cx="583223" cy="583223"/>
          </a:xfrm>
        </p:grpSpPr>
        <p:sp>
          <p:nvSpPr>
            <p:cNvPr id="26" name="矩形: 圆角 25">
              <a:hlinkClick r:id="rId6" action="ppaction://hlinksldjump"/>
              <a:extLst>
                <a:ext uri="{FF2B5EF4-FFF2-40B4-BE49-F238E27FC236}">
                  <a16:creationId xmlns:a16="http://schemas.microsoft.com/office/drawing/2014/main" id="{8C1EC92B-29A8-8C63-B180-969951B9E179}"/>
                </a:ext>
              </a:extLst>
            </p:cNvPr>
            <p:cNvSpPr/>
            <p:nvPr/>
          </p:nvSpPr>
          <p:spPr>
            <a:xfrm>
              <a:off x="2328464" y="3107859"/>
              <a:ext cx="583223" cy="583223"/>
            </a:xfrm>
            <a:prstGeom prst="roundRect">
              <a:avLst>
                <a:gd name="adj" fmla="val 20771"/>
              </a:avLst>
            </a:prstGeom>
            <a:solidFill>
              <a:schemeClr val="bg2"/>
            </a:solidFill>
            <a:ln>
              <a:noFill/>
            </a:ln>
            <a:effectLst>
              <a:outerShdw blurRad="127000" sx="101000" sy="101000" algn="c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77">
                <a:defRPr/>
              </a:pPr>
              <a:endParaRPr lang="zh-CN" altLang="en-US">
                <a:solidFill>
                  <a:srgbClr val="F5F5F5"/>
                </a:solidFill>
                <a:latin typeface="vivo Sans"/>
                <a:ea typeface="vivo Sans"/>
              </a:endParaRPr>
            </a:p>
          </p:txBody>
        </p:sp>
        <p:pic>
          <p:nvPicPr>
            <p:cNvPr id="29" name="图形 28">
              <a:extLst>
                <a:ext uri="{FF2B5EF4-FFF2-40B4-BE49-F238E27FC236}">
                  <a16:creationId xmlns:a16="http://schemas.microsoft.com/office/drawing/2014/main" id="{3BE128B2-C72D-985F-C7F7-99833C9C096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/>
          </p:blipFill>
          <p:spPr>
            <a:xfrm>
              <a:off x="2449200" y="3228595"/>
              <a:ext cx="341755" cy="341755"/>
            </a:xfrm>
            <a:prstGeom prst="rect">
              <a:avLst/>
            </a:prstGeom>
          </p:spPr>
        </p:pic>
      </p:grpSp>
      <p:sp>
        <p:nvSpPr>
          <p:cNvPr id="74" name="!! 按钮">
            <a:extLst>
              <a:ext uri="{FF2B5EF4-FFF2-40B4-BE49-F238E27FC236}">
                <a16:creationId xmlns:a16="http://schemas.microsoft.com/office/drawing/2014/main" id="{5F895277-E9EE-EE94-0045-1B948940BED9}"/>
              </a:ext>
            </a:extLst>
          </p:cNvPr>
          <p:cNvSpPr/>
          <p:nvPr/>
        </p:nvSpPr>
        <p:spPr>
          <a:xfrm>
            <a:off x="10984953" y="3346146"/>
            <a:ext cx="142932" cy="142932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>
              <a:defRPr/>
            </a:pPr>
            <a:endParaRPr lang="zh-CN" altLang="en-US" dirty="0">
              <a:solidFill>
                <a:srgbClr val="F5F5F5"/>
              </a:solidFill>
              <a:latin typeface="vivo Sans"/>
              <a:ea typeface="vivo Sans"/>
            </a:endParaRPr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2F951439-87CD-C3C5-AF26-AEF18ABD9AF5}"/>
              </a:ext>
            </a:extLst>
          </p:cNvPr>
          <p:cNvSpPr txBox="1"/>
          <p:nvPr/>
        </p:nvSpPr>
        <p:spPr>
          <a:xfrm>
            <a:off x="4175491" y="1749048"/>
            <a:ext cx="2775099" cy="5774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377">
              <a:defRPr/>
            </a:pPr>
            <a:r>
              <a:rPr lang="zh-CN" altLang="en-US" sz="1051" dirty="0">
                <a:solidFill>
                  <a:srgbClr val="F5F5F5">
                    <a:lumMod val="50000"/>
                  </a:srgbClr>
                </a:solidFill>
                <a:latin typeface="vivo Sans"/>
                <a:ea typeface="vivo Sans"/>
              </a:rPr>
              <a:t>此设备已启用编辑模式。</a:t>
            </a:r>
            <a:endParaRPr lang="en-US" altLang="zh-CN" sz="1051" dirty="0">
              <a:solidFill>
                <a:srgbClr val="F5F5F5">
                  <a:lumMod val="50000"/>
                </a:srgbClr>
              </a:solidFill>
              <a:latin typeface="vivo Sans"/>
              <a:ea typeface="vivo Sans"/>
            </a:endParaRPr>
          </a:p>
          <a:p>
            <a:pPr defTabSz="914377">
              <a:defRPr/>
            </a:pPr>
            <a:endParaRPr lang="en-US" altLang="zh-CN" sz="1051" dirty="0">
              <a:solidFill>
                <a:srgbClr val="F5F5F5">
                  <a:lumMod val="50000"/>
                </a:srgbClr>
              </a:solidFill>
              <a:latin typeface="vivo Sans"/>
              <a:ea typeface="vivo Sans"/>
            </a:endParaRPr>
          </a:p>
          <a:p>
            <a:pPr defTabSz="914377">
              <a:defRPr/>
            </a:pPr>
            <a:r>
              <a:rPr lang="zh-CN" altLang="en-US" sz="1051" dirty="0">
                <a:solidFill>
                  <a:srgbClr val="F5F5F5">
                    <a:lumMod val="50000"/>
                  </a:srgbClr>
                </a:solidFill>
                <a:latin typeface="vivo Sans"/>
                <a:ea typeface="vivo Sans"/>
              </a:rPr>
              <a:t>设备已解锁。</a:t>
            </a:r>
            <a:endParaRPr lang="en-US" altLang="zh-CN" sz="1051" dirty="0">
              <a:solidFill>
                <a:srgbClr val="F5F5F5">
                  <a:lumMod val="50000"/>
                </a:srgbClr>
              </a:solidFill>
              <a:latin typeface="vivo Sans"/>
              <a:ea typeface="vivo Sans"/>
            </a:endParaRPr>
          </a:p>
        </p:txBody>
      </p:sp>
      <p:grpSp>
        <p:nvGrpSpPr>
          <p:cNvPr id="8" name="!! dock右">
            <a:extLst>
              <a:ext uri="{FF2B5EF4-FFF2-40B4-BE49-F238E27FC236}">
                <a16:creationId xmlns:a16="http://schemas.microsoft.com/office/drawing/2014/main" id="{3F80E55E-A8CE-D2E0-06D1-09E7A75C88E2}"/>
              </a:ext>
            </a:extLst>
          </p:cNvPr>
          <p:cNvGrpSpPr/>
          <p:nvPr/>
        </p:nvGrpSpPr>
        <p:grpSpPr>
          <a:xfrm>
            <a:off x="4869920" y="7119572"/>
            <a:ext cx="2452159" cy="574899"/>
            <a:chOff x="7408333" y="5780624"/>
            <a:chExt cx="2452159" cy="704838"/>
          </a:xfrm>
        </p:grpSpPr>
        <p:sp useBgFill="1">
          <p:nvSpPr>
            <p:cNvPr id="11" name="!! 模糊">
              <a:extLst>
                <a:ext uri="{FF2B5EF4-FFF2-40B4-BE49-F238E27FC236}">
                  <a16:creationId xmlns:a16="http://schemas.microsoft.com/office/drawing/2014/main" id="{4CC4F331-2AF6-0370-4393-74305807733D}"/>
                </a:ext>
              </a:extLst>
            </p:cNvPr>
            <p:cNvSpPr>
              <a:spLocks/>
            </p:cNvSpPr>
            <p:nvPr/>
          </p:nvSpPr>
          <p:spPr>
            <a:xfrm>
              <a:off x="7408333" y="5780624"/>
              <a:ext cx="2452159" cy="704838"/>
            </a:xfrm>
            <a:prstGeom prst="roundRect">
              <a:avLst>
                <a:gd name="adj" fmla="val 15000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189">
                <a:defRPr/>
              </a:pPr>
              <a:endParaRPr lang="zh-CN" altLang="en-US">
                <a:solidFill>
                  <a:srgbClr val="FFFFFF"/>
                </a:solidFill>
                <a:latin typeface="OPPOSans R"/>
                <a:ea typeface="OPPOSans R"/>
              </a:endParaRPr>
            </a:p>
          </p:txBody>
        </p:sp>
        <p:sp>
          <p:nvSpPr>
            <p:cNvPr id="12" name="!! 颜色遮罩">
              <a:extLst>
                <a:ext uri="{FF2B5EF4-FFF2-40B4-BE49-F238E27FC236}">
                  <a16:creationId xmlns:a16="http://schemas.microsoft.com/office/drawing/2014/main" id="{A860381C-4EC8-BA83-6CF3-2F1CDEE585BC}"/>
                </a:ext>
              </a:extLst>
            </p:cNvPr>
            <p:cNvSpPr>
              <a:spLocks/>
            </p:cNvSpPr>
            <p:nvPr/>
          </p:nvSpPr>
          <p:spPr>
            <a:xfrm>
              <a:off x="7408333" y="5780624"/>
              <a:ext cx="2452159" cy="704838"/>
            </a:xfrm>
            <a:prstGeom prst="roundRect">
              <a:avLst>
                <a:gd name="adj" fmla="val 15000"/>
              </a:avLst>
            </a:prstGeom>
            <a:solidFill>
              <a:schemeClr val="bg2">
                <a:alpha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189">
                <a:defRPr/>
              </a:pPr>
              <a:endParaRPr lang="zh-CN" altLang="en-US" dirty="0">
                <a:solidFill>
                  <a:srgbClr val="FFFFFF"/>
                </a:solidFill>
                <a:latin typeface="OPPOSans R"/>
                <a:ea typeface="OPPOSans R"/>
              </a:endParaRPr>
            </a:p>
          </p:txBody>
        </p:sp>
        <p:pic>
          <p:nvPicPr>
            <p:cNvPr id="14" name="!! 信号">
              <a:extLst>
                <a:ext uri="{FF2B5EF4-FFF2-40B4-BE49-F238E27FC236}">
                  <a16:creationId xmlns:a16="http://schemas.microsoft.com/office/drawing/2014/main" id="{48A91CCF-2347-B7D8-63D1-BA870F55AFAF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7638254" y="5893986"/>
              <a:ext cx="221460" cy="221458"/>
            </a:xfrm>
            <a:prstGeom prst="rect">
              <a:avLst/>
            </a:prstGeom>
          </p:spPr>
        </p:pic>
        <p:sp>
          <p:nvSpPr>
            <p:cNvPr id="15" name="!! 运营商">
              <a:extLst>
                <a:ext uri="{FF2B5EF4-FFF2-40B4-BE49-F238E27FC236}">
                  <a16:creationId xmlns:a16="http://schemas.microsoft.com/office/drawing/2014/main" id="{646D270E-A877-6F4E-8DD1-903130B2D510}"/>
                </a:ext>
              </a:extLst>
            </p:cNvPr>
            <p:cNvSpPr txBox="1"/>
            <p:nvPr/>
          </p:nvSpPr>
          <p:spPr>
            <a:xfrm>
              <a:off x="7813676" y="5913455"/>
              <a:ext cx="1114424" cy="2830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457189">
                <a:defRPr/>
              </a:pPr>
              <a:r>
                <a:rPr lang="en-US" altLang="zh-CN" sz="900" dirty="0">
                  <a:solidFill>
                    <a:srgbClr val="181818"/>
                  </a:solidFill>
                  <a:latin typeface="OPPOSans M"/>
                  <a:ea typeface="OPPOSans M"/>
                </a:rPr>
                <a:t>Virtual Net</a:t>
              </a:r>
              <a:endParaRPr lang="zh-CN" altLang="en-US" sz="900" dirty="0">
                <a:solidFill>
                  <a:srgbClr val="181818"/>
                </a:solidFill>
                <a:latin typeface="OPPOSans M"/>
                <a:ea typeface="OPPOSans M"/>
              </a:endParaRPr>
            </a:p>
          </p:txBody>
        </p:sp>
        <p:pic>
          <p:nvPicPr>
            <p:cNvPr id="16" name="!! 通知">
              <a:extLst>
                <a:ext uri="{FF2B5EF4-FFF2-40B4-BE49-F238E27FC236}">
                  <a16:creationId xmlns:a16="http://schemas.microsoft.com/office/drawing/2014/main" id="{DF984805-5F0B-FFAD-7548-2256A84F8988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9287931" y="5948436"/>
              <a:ext cx="152400" cy="152400"/>
            </a:xfrm>
            <a:prstGeom prst="rect">
              <a:avLst/>
            </a:prstGeom>
          </p:spPr>
        </p:pic>
        <p:pic>
          <p:nvPicPr>
            <p:cNvPr id="20" name="!! 电池">
              <a:extLst>
                <a:ext uri="{FF2B5EF4-FFF2-40B4-BE49-F238E27FC236}">
                  <a16:creationId xmlns:a16="http://schemas.microsoft.com/office/drawing/2014/main" id="{6C6E6C69-DF52-7C4C-5962-6B68656F31F2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7637460" y="6171965"/>
              <a:ext cx="191558" cy="191558"/>
            </a:xfrm>
            <a:prstGeom prst="rect">
              <a:avLst/>
            </a:prstGeom>
          </p:spPr>
        </p:pic>
        <p:sp>
          <p:nvSpPr>
            <p:cNvPr id="21" name="!! 时间">
              <a:extLst>
                <a:ext uri="{FF2B5EF4-FFF2-40B4-BE49-F238E27FC236}">
                  <a16:creationId xmlns:a16="http://schemas.microsoft.com/office/drawing/2014/main" id="{37A9C104-1FDA-BDB5-5E1A-382B66644F6A}"/>
                </a:ext>
              </a:extLst>
            </p:cNvPr>
            <p:cNvSpPr txBox="1"/>
            <p:nvPr/>
          </p:nvSpPr>
          <p:spPr>
            <a:xfrm>
              <a:off x="8982607" y="6148520"/>
              <a:ext cx="773641" cy="3114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defTabSz="457189">
                <a:defRPr/>
              </a:pPr>
              <a:r>
                <a:rPr lang="en-US" altLang="zh-CN" sz="1051" dirty="0">
                  <a:solidFill>
                    <a:srgbClr val="181818"/>
                  </a:solidFill>
                  <a:latin typeface="OPPOSans R"/>
                  <a:ea typeface="OPPOSans R"/>
                </a:rPr>
                <a:t>16:34</a:t>
              </a:r>
              <a:endParaRPr lang="zh-CN" altLang="en-US" sz="1051" dirty="0">
                <a:solidFill>
                  <a:srgbClr val="181818"/>
                </a:solidFill>
                <a:latin typeface="OPPOSans R"/>
                <a:ea typeface="OPPOSans R"/>
              </a:endParaRPr>
            </a:p>
          </p:txBody>
        </p:sp>
        <p:sp>
          <p:nvSpPr>
            <p:cNvPr id="22" name="!! AC">
              <a:extLst>
                <a:ext uri="{FF2B5EF4-FFF2-40B4-BE49-F238E27FC236}">
                  <a16:creationId xmlns:a16="http://schemas.microsoft.com/office/drawing/2014/main" id="{45AE861B-D5AE-F263-9A25-6DAD56B07873}"/>
                </a:ext>
              </a:extLst>
            </p:cNvPr>
            <p:cNvSpPr txBox="1"/>
            <p:nvPr/>
          </p:nvSpPr>
          <p:spPr>
            <a:xfrm>
              <a:off x="7766842" y="6152328"/>
              <a:ext cx="434183" cy="2830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457189">
                <a:defRPr/>
              </a:pPr>
              <a:r>
                <a:rPr lang="en-US" altLang="zh-CN" sz="900" dirty="0">
                  <a:solidFill>
                    <a:srgbClr val="181818"/>
                  </a:solidFill>
                  <a:latin typeface="OPPOSans R"/>
                  <a:ea typeface="OPPOSans R"/>
                </a:rPr>
                <a:t>49%</a:t>
              </a:r>
              <a:endParaRPr lang="zh-CN" altLang="en-US" sz="900" dirty="0">
                <a:solidFill>
                  <a:srgbClr val="181818"/>
                </a:solidFill>
                <a:latin typeface="OPPOSans R"/>
                <a:ea typeface="OPPOSans R"/>
              </a:endParaRPr>
            </a:p>
          </p:txBody>
        </p:sp>
        <p:pic>
          <p:nvPicPr>
            <p:cNvPr id="23" name="!! 声音">
              <a:extLst>
                <a:ext uri="{FF2B5EF4-FFF2-40B4-BE49-F238E27FC236}">
                  <a16:creationId xmlns:a16="http://schemas.microsoft.com/office/drawing/2014/main" id="{C8F6F838-0E15-55D6-7DB9-93656FA40155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9048732" y="5934670"/>
              <a:ext cx="179932" cy="179932"/>
            </a:xfrm>
            <a:prstGeom prst="rect">
              <a:avLst/>
            </a:prstGeom>
          </p:spPr>
        </p:pic>
        <p:pic>
          <p:nvPicPr>
            <p:cNvPr id="33" name="!! 电源">
              <a:hlinkClick r:id="rId17" action="ppaction://hlinksldjump"/>
              <a:extLst>
                <a:ext uri="{FF2B5EF4-FFF2-40B4-BE49-F238E27FC236}">
                  <a16:creationId xmlns:a16="http://schemas.microsoft.com/office/drawing/2014/main" id="{B456A42D-7C37-A2F7-B104-1D4AA009B57E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9489000" y="5925331"/>
              <a:ext cx="208372" cy="208370"/>
            </a:xfrm>
            <a:prstGeom prst="rect">
              <a:avLst/>
            </a:prstGeom>
          </p:spPr>
        </p:pic>
      </p:grpSp>
      <p:sp>
        <p:nvSpPr>
          <p:cNvPr id="36" name="!! 小白条">
            <a:hlinkClick r:id="rId3" action="ppaction://hlinksldjump"/>
            <a:extLst>
              <a:ext uri="{FF2B5EF4-FFF2-40B4-BE49-F238E27FC236}">
                <a16:creationId xmlns:a16="http://schemas.microsoft.com/office/drawing/2014/main" id="{C8CDA5D2-F2A1-0BCB-EB9F-974991EC91E3}"/>
              </a:ext>
            </a:extLst>
          </p:cNvPr>
          <p:cNvSpPr/>
          <p:nvPr/>
        </p:nvSpPr>
        <p:spPr>
          <a:xfrm>
            <a:off x="5177623" y="6706376"/>
            <a:ext cx="1836752" cy="45719"/>
          </a:xfrm>
          <a:prstGeom prst="roundRect">
            <a:avLst>
              <a:gd name="adj" fmla="val 50000"/>
            </a:avLst>
          </a:prstGeom>
          <a:solidFill>
            <a:schemeClr val="tx1">
              <a:alpha val="90000"/>
            </a:schemeClr>
          </a:solidFill>
          <a:ln>
            <a:noFill/>
          </a:ln>
          <a:effectLst>
            <a:outerShdw blurRad="1016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>
              <a:defRPr/>
            </a:pPr>
            <a:endParaRPr lang="zh-CN" altLang="en-US">
              <a:solidFill>
                <a:srgbClr val="F5F5F5"/>
              </a:solidFill>
              <a:latin typeface="vivo Sans"/>
              <a:ea typeface="vivo Sans"/>
            </a:endParaRPr>
          </a:p>
        </p:txBody>
      </p:sp>
      <p:grpSp>
        <p:nvGrpSpPr>
          <p:cNvPr id="41" name="返回">
            <a:extLst>
              <a:ext uri="{FF2B5EF4-FFF2-40B4-BE49-F238E27FC236}">
                <a16:creationId xmlns:a16="http://schemas.microsoft.com/office/drawing/2014/main" id="{4455638C-8880-369C-93EA-2F560D6C5F3A}"/>
              </a:ext>
            </a:extLst>
          </p:cNvPr>
          <p:cNvGrpSpPr/>
          <p:nvPr/>
        </p:nvGrpSpPr>
        <p:grpSpPr>
          <a:xfrm>
            <a:off x="4133691" y="519573"/>
            <a:ext cx="2667863" cy="369332"/>
            <a:chOff x="4133687" y="519573"/>
            <a:chExt cx="2667863" cy="369331"/>
          </a:xfrm>
        </p:grpSpPr>
        <p:sp>
          <p:nvSpPr>
            <p:cNvPr id="43" name="!! 副标题">
              <a:hlinkClick r:id="rId20" action="ppaction://hlinksldjump"/>
              <a:extLst>
                <a:ext uri="{FF2B5EF4-FFF2-40B4-BE49-F238E27FC236}">
                  <a16:creationId xmlns:a16="http://schemas.microsoft.com/office/drawing/2014/main" id="{97B0EAE8-D6B0-390A-75CC-98EB386737D2}"/>
                </a:ext>
              </a:extLst>
            </p:cNvPr>
            <p:cNvSpPr txBox="1"/>
            <p:nvPr/>
          </p:nvSpPr>
          <p:spPr>
            <a:xfrm>
              <a:off x="4393644" y="519573"/>
              <a:ext cx="2407906" cy="369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914377">
                <a:defRPr/>
              </a:pPr>
              <a:r>
                <a:rPr lang="zh-CN" altLang="en-US" dirty="0">
                  <a:solidFill>
                    <a:srgbClr val="181818"/>
                  </a:solidFill>
                  <a:latin typeface="vivo Sans"/>
                  <a:ea typeface="vivo Sans"/>
                </a:rPr>
                <a:t>设备安全性</a:t>
              </a:r>
            </a:p>
          </p:txBody>
        </p:sp>
        <p:pic>
          <p:nvPicPr>
            <p:cNvPr id="44" name="图形 43">
              <a:hlinkClick r:id="rId20" action="ppaction://hlinksldjump"/>
              <a:extLst>
                <a:ext uri="{FF2B5EF4-FFF2-40B4-BE49-F238E27FC236}">
                  <a16:creationId xmlns:a16="http://schemas.microsoft.com/office/drawing/2014/main" id="{6CDA0748-53B1-9F10-F771-6DEA119EC86D}"/>
                </a:ext>
              </a:extLst>
            </p:cNvPr>
            <p:cNvPicPr/>
            <p:nvPr/>
          </p:nvPicPr>
          <p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p:blipFill>
          <p:spPr>
            <a:xfrm>
              <a:off x="4133687" y="584302"/>
              <a:ext cx="241776" cy="241776"/>
            </a:xfrm>
            <a:prstGeom prst="rect">
              <a:avLst/>
            </a:prstGeom>
          </p:spPr>
        </p:pic>
      </p:grpSp>
      <p:grpSp>
        <p:nvGrpSpPr>
          <p:cNvPr id="10" name="!! 网1按钮属性">
            <a:extLst>
              <a:ext uri="{FF2B5EF4-FFF2-40B4-BE49-F238E27FC236}">
                <a16:creationId xmlns:a16="http://schemas.microsoft.com/office/drawing/2014/main" id="{F3CB3AD8-4C8C-AA12-9D90-1BB663B0D63F}"/>
              </a:ext>
            </a:extLst>
          </p:cNvPr>
          <p:cNvGrpSpPr/>
          <p:nvPr/>
        </p:nvGrpSpPr>
        <p:grpSpPr>
          <a:xfrm>
            <a:off x="4178597" y="1098378"/>
            <a:ext cx="7429351" cy="545100"/>
            <a:chOff x="3640667" y="2582968"/>
            <a:chExt cx="4910666" cy="545100"/>
          </a:xfrm>
        </p:grpSpPr>
        <p:sp>
          <p:nvSpPr>
            <p:cNvPr id="17" name="按钮">
              <a:hlinkClick r:id="rId23" action="ppaction://hlinksldjump"/>
              <a:extLst>
                <a:ext uri="{FF2B5EF4-FFF2-40B4-BE49-F238E27FC236}">
                  <a16:creationId xmlns:a16="http://schemas.microsoft.com/office/drawing/2014/main" id="{E79FBD5E-ED2F-80BB-8A48-0AB68D9139E1}"/>
                </a:ext>
              </a:extLst>
            </p:cNvPr>
            <p:cNvSpPr/>
            <p:nvPr/>
          </p:nvSpPr>
          <p:spPr>
            <a:xfrm>
              <a:off x="3640667" y="2582968"/>
              <a:ext cx="4910666" cy="545100"/>
            </a:xfrm>
            <a:prstGeom prst="roundRect">
              <a:avLst>
                <a:gd name="adj" fmla="val 14376"/>
              </a:avLst>
            </a:prstGeom>
            <a:solidFill>
              <a:schemeClr val="bg2"/>
            </a:solidFill>
            <a:ln w="3175">
              <a:solidFill>
                <a:schemeClr val="bg1">
                  <a:lumMod val="90000"/>
                </a:schemeClr>
              </a:solidFill>
            </a:ln>
            <a:effectLst>
              <a:outerShdw blurRad="190500" algn="ctr" rotWithShape="0">
                <a:prstClr val="black">
                  <a:alpha val="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07997"/>
              <a:r>
                <a:rPr lang="zh-CN" altLang="en-US" sz="1400" dirty="0">
                  <a:solidFill>
                    <a:schemeClr val="tx1"/>
                  </a:solidFill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硬件保护</a:t>
              </a:r>
            </a:p>
          </p:txBody>
        </p:sp>
        <p:pic>
          <p:nvPicPr>
            <p:cNvPr id="18" name="图形 17">
              <a:extLst>
                <a:ext uri="{FF2B5EF4-FFF2-40B4-BE49-F238E27FC236}">
                  <a16:creationId xmlns:a16="http://schemas.microsoft.com/office/drawing/2014/main" id="{D206F373-7656-0E95-F738-4D06555EF79A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/>
            </a:stretch>
          </p:blipFill>
          <p:spPr>
            <a:xfrm>
              <a:off x="8297292" y="2779318"/>
              <a:ext cx="112234" cy="152400"/>
            </a:xfrm>
            <a:prstGeom prst="rect">
              <a:avLst/>
            </a:prstGeom>
          </p:spPr>
        </p:pic>
      </p:grpSp>
      <p:grpSp>
        <p:nvGrpSpPr>
          <p:cNvPr id="49" name="!! 显示">
            <a:extLst>
              <a:ext uri="{FF2B5EF4-FFF2-40B4-BE49-F238E27FC236}">
                <a16:creationId xmlns:a16="http://schemas.microsoft.com/office/drawing/2014/main" id="{AD365EE5-F063-C666-9D90-1174D94CFD44}"/>
              </a:ext>
            </a:extLst>
          </p:cNvPr>
          <p:cNvGrpSpPr/>
          <p:nvPr/>
        </p:nvGrpSpPr>
        <p:grpSpPr>
          <a:xfrm>
            <a:off x="470871" y="3706575"/>
            <a:ext cx="2552892" cy="457924"/>
            <a:chOff x="462453" y="2623554"/>
            <a:chExt cx="2552892" cy="457924"/>
          </a:xfrm>
        </p:grpSpPr>
        <p:sp>
          <p:nvSpPr>
            <p:cNvPr id="52" name="!! 未选中">
              <a:hlinkClick r:id="rId26" action="ppaction://hlinksldjump"/>
              <a:extLst>
                <a:ext uri="{FF2B5EF4-FFF2-40B4-BE49-F238E27FC236}">
                  <a16:creationId xmlns:a16="http://schemas.microsoft.com/office/drawing/2014/main" id="{8BB0EE06-EE87-88A2-0144-96FF12652D38}"/>
                </a:ext>
              </a:extLst>
            </p:cNvPr>
            <p:cNvSpPr/>
            <p:nvPr/>
          </p:nvSpPr>
          <p:spPr>
            <a:xfrm>
              <a:off x="462453" y="2623554"/>
              <a:ext cx="2552892" cy="457924"/>
            </a:xfrm>
            <a:prstGeom prst="roundRect">
              <a:avLst>
                <a:gd name="adj" fmla="val 22880"/>
              </a:avLst>
            </a:prstGeom>
            <a:solidFill>
              <a:schemeClr val="bg2"/>
            </a:solidFill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1998" defTabSz="914377">
                <a:defRPr/>
              </a:pPr>
              <a:r>
                <a:rPr lang="zh-CN" altLang="en-US" sz="1400" dirty="0">
                  <a:solidFill>
                    <a:schemeClr val="tx1">
                      <a:lumMod val="90000"/>
                      <a:lumOff val="10000"/>
                    </a:schemeClr>
                  </a:solidFill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      显示</a:t>
              </a:r>
            </a:p>
          </p:txBody>
        </p:sp>
        <p:grpSp>
          <p:nvGrpSpPr>
            <p:cNvPr id="54" name="组合 53">
              <a:extLst>
                <a:ext uri="{FF2B5EF4-FFF2-40B4-BE49-F238E27FC236}">
                  <a16:creationId xmlns:a16="http://schemas.microsoft.com/office/drawing/2014/main" id="{829026CA-D262-499E-EF47-6A5F6DB96039}"/>
                </a:ext>
              </a:extLst>
            </p:cNvPr>
            <p:cNvGrpSpPr/>
            <p:nvPr/>
          </p:nvGrpSpPr>
          <p:grpSpPr>
            <a:xfrm>
              <a:off x="600851" y="2735577"/>
              <a:ext cx="245090" cy="245090"/>
              <a:chOff x="3449581" y="2374787"/>
              <a:chExt cx="263638" cy="263638"/>
            </a:xfrm>
          </p:grpSpPr>
          <p:sp>
            <p:nvSpPr>
              <p:cNvPr id="63" name="椭圆 62">
                <a:extLst>
                  <a:ext uri="{FF2B5EF4-FFF2-40B4-BE49-F238E27FC236}">
                    <a16:creationId xmlns:a16="http://schemas.microsoft.com/office/drawing/2014/main" id="{F5F849BB-8F66-6546-DCEC-7F2171EE9BDE}"/>
                  </a:ext>
                </a:extLst>
              </p:cNvPr>
              <p:cNvSpPr/>
              <p:nvPr/>
            </p:nvSpPr>
            <p:spPr>
              <a:xfrm>
                <a:off x="3449581" y="2374787"/>
                <a:ext cx="263638" cy="263638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64" name="icon">
                <a:extLst>
                  <a:ext uri="{FF2B5EF4-FFF2-40B4-BE49-F238E27FC236}">
                    <a16:creationId xmlns:a16="http://schemas.microsoft.com/office/drawing/2014/main" id="{035B8443-0620-037B-229B-B45373FC7D9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7">
                <a:extLst>
                  <a:ext uri="{96DAC541-7B7A-43D3-8B79-37D633B846F1}">
                    <asvg:svgBlip xmlns:asvg="http://schemas.microsoft.com/office/drawing/2016/SVG/main" r:embed="rId28"/>
                  </a:ext>
                </a:extLst>
              </a:blip>
              <a:srcRect/>
              <a:stretch/>
            </p:blipFill>
            <p:spPr>
              <a:xfrm>
                <a:off x="3513869" y="2435878"/>
                <a:ext cx="143060" cy="143060"/>
              </a:xfrm>
              <a:prstGeom prst="rect">
                <a:avLst/>
              </a:prstGeom>
            </p:spPr>
          </p:pic>
        </p:grpSp>
      </p:grpSp>
      <p:grpSp>
        <p:nvGrpSpPr>
          <p:cNvPr id="66" name="!! App">
            <a:extLst>
              <a:ext uri="{FF2B5EF4-FFF2-40B4-BE49-F238E27FC236}">
                <a16:creationId xmlns:a16="http://schemas.microsoft.com/office/drawing/2014/main" id="{2CBC9D9F-4D8C-D7A5-F143-BD7E0E0985BE}"/>
              </a:ext>
            </a:extLst>
          </p:cNvPr>
          <p:cNvGrpSpPr/>
          <p:nvPr/>
        </p:nvGrpSpPr>
        <p:grpSpPr>
          <a:xfrm>
            <a:off x="476549" y="2282681"/>
            <a:ext cx="2552892" cy="457924"/>
            <a:chOff x="462453" y="2623554"/>
            <a:chExt cx="2552892" cy="457924"/>
          </a:xfrm>
        </p:grpSpPr>
        <p:sp>
          <p:nvSpPr>
            <p:cNvPr id="67" name="!! 未选中">
              <a:hlinkClick r:id="rId23" action="ppaction://hlinksldjump"/>
              <a:extLst>
                <a:ext uri="{FF2B5EF4-FFF2-40B4-BE49-F238E27FC236}">
                  <a16:creationId xmlns:a16="http://schemas.microsoft.com/office/drawing/2014/main" id="{F96E9FF0-2743-7ECF-D085-A99C8A001454}"/>
                </a:ext>
              </a:extLst>
            </p:cNvPr>
            <p:cNvSpPr/>
            <p:nvPr/>
          </p:nvSpPr>
          <p:spPr>
            <a:xfrm>
              <a:off x="462453" y="2623554"/>
              <a:ext cx="2552892" cy="457924"/>
            </a:xfrm>
            <a:prstGeom prst="roundRect">
              <a:avLst>
                <a:gd name="adj" fmla="val 22880"/>
              </a:avLst>
            </a:prstGeom>
            <a:solidFill>
              <a:schemeClr val="bg2"/>
            </a:solidFill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1998" defTabSz="914377">
                <a:defRPr/>
              </a:pPr>
              <a:r>
                <a:rPr lang="zh-CN" altLang="en-US" sz="1400" dirty="0">
                  <a:solidFill>
                    <a:schemeClr val="tx1">
                      <a:lumMod val="90000"/>
                      <a:lumOff val="10000"/>
                    </a:schemeClr>
                  </a:solidFill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      应用与模块</a:t>
              </a:r>
            </a:p>
          </p:txBody>
        </p:sp>
        <p:grpSp>
          <p:nvGrpSpPr>
            <p:cNvPr id="68" name="组合 67">
              <a:extLst>
                <a:ext uri="{FF2B5EF4-FFF2-40B4-BE49-F238E27FC236}">
                  <a16:creationId xmlns:a16="http://schemas.microsoft.com/office/drawing/2014/main" id="{2AA8FC72-5581-6D63-129D-462A3228B523}"/>
                </a:ext>
              </a:extLst>
            </p:cNvPr>
            <p:cNvGrpSpPr/>
            <p:nvPr/>
          </p:nvGrpSpPr>
          <p:grpSpPr>
            <a:xfrm>
              <a:off x="600851" y="2735577"/>
              <a:ext cx="245090" cy="245090"/>
              <a:chOff x="3449581" y="2374787"/>
              <a:chExt cx="263638" cy="263638"/>
            </a:xfrm>
          </p:grpSpPr>
          <p:sp>
            <p:nvSpPr>
              <p:cNvPr id="69" name="椭圆 68">
                <a:extLst>
                  <a:ext uri="{FF2B5EF4-FFF2-40B4-BE49-F238E27FC236}">
                    <a16:creationId xmlns:a16="http://schemas.microsoft.com/office/drawing/2014/main" id="{0B386818-573F-A241-FDE4-296AC167029C}"/>
                  </a:ext>
                </a:extLst>
              </p:cNvPr>
              <p:cNvSpPr/>
              <p:nvPr/>
            </p:nvSpPr>
            <p:spPr>
              <a:xfrm>
                <a:off x="3449581" y="2374787"/>
                <a:ext cx="263638" cy="263638"/>
              </a:xfrm>
              <a:prstGeom prst="ellipse">
                <a:avLst/>
              </a:prstGeom>
              <a:solidFill>
                <a:schemeClr val="accent3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71" name="icon">
                <a:extLst>
                  <a:ext uri="{FF2B5EF4-FFF2-40B4-BE49-F238E27FC236}">
                    <a16:creationId xmlns:a16="http://schemas.microsoft.com/office/drawing/2014/main" id="{B7A59DAF-D968-7984-355E-78DA7C480BC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9">
                <a:extLst>
                  <a:ext uri="{96DAC541-7B7A-43D3-8B79-37D633B846F1}">
                    <asvg:svgBlip xmlns:asvg="http://schemas.microsoft.com/office/drawing/2016/SVG/main" r:embed="rId30"/>
                  </a:ext>
                </a:extLst>
              </a:blip>
              <a:srcRect/>
              <a:stretch/>
            </p:blipFill>
            <p:spPr>
              <a:xfrm>
                <a:off x="3513869" y="2435878"/>
                <a:ext cx="143060" cy="143060"/>
              </a:xfrm>
              <a:prstGeom prst="rect">
                <a:avLst/>
              </a:prstGeom>
            </p:spPr>
          </p:pic>
        </p:grpSp>
      </p:grpSp>
      <p:grpSp>
        <p:nvGrpSpPr>
          <p:cNvPr id="73" name="!! 电池">
            <a:extLst>
              <a:ext uri="{FF2B5EF4-FFF2-40B4-BE49-F238E27FC236}">
                <a16:creationId xmlns:a16="http://schemas.microsoft.com/office/drawing/2014/main" id="{AFF4E3FB-B986-2F19-5096-039F41F10564}"/>
              </a:ext>
            </a:extLst>
          </p:cNvPr>
          <p:cNvGrpSpPr/>
          <p:nvPr/>
        </p:nvGrpSpPr>
        <p:grpSpPr>
          <a:xfrm>
            <a:off x="470871" y="2852627"/>
            <a:ext cx="2552892" cy="457924"/>
            <a:chOff x="462453" y="2623554"/>
            <a:chExt cx="2552892" cy="457924"/>
          </a:xfrm>
        </p:grpSpPr>
        <p:sp>
          <p:nvSpPr>
            <p:cNvPr id="76" name="!! 未选中">
              <a:hlinkClick r:id="rId31" action="ppaction://hlinksldjump"/>
              <a:extLst>
                <a:ext uri="{FF2B5EF4-FFF2-40B4-BE49-F238E27FC236}">
                  <a16:creationId xmlns:a16="http://schemas.microsoft.com/office/drawing/2014/main" id="{B6B5B93E-972E-8307-55FA-50F44D5011B4}"/>
                </a:ext>
              </a:extLst>
            </p:cNvPr>
            <p:cNvSpPr/>
            <p:nvPr/>
          </p:nvSpPr>
          <p:spPr>
            <a:xfrm>
              <a:off x="462453" y="2623554"/>
              <a:ext cx="2552892" cy="457924"/>
            </a:xfrm>
            <a:prstGeom prst="roundRect">
              <a:avLst>
                <a:gd name="adj" fmla="val 22880"/>
              </a:avLst>
            </a:prstGeom>
            <a:solidFill>
              <a:schemeClr val="bg2"/>
            </a:solidFill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1998" defTabSz="914377">
                <a:defRPr/>
              </a:pPr>
              <a:r>
                <a:rPr lang="zh-CN" altLang="en-US" sz="1400" dirty="0">
                  <a:solidFill>
                    <a:schemeClr val="tx1">
                      <a:lumMod val="90000"/>
                      <a:lumOff val="10000"/>
                    </a:schemeClr>
                  </a:solidFill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      电池</a:t>
              </a:r>
            </a:p>
          </p:txBody>
        </p:sp>
        <p:grpSp>
          <p:nvGrpSpPr>
            <p:cNvPr id="77" name="组合 76">
              <a:extLst>
                <a:ext uri="{FF2B5EF4-FFF2-40B4-BE49-F238E27FC236}">
                  <a16:creationId xmlns:a16="http://schemas.microsoft.com/office/drawing/2014/main" id="{6E2DFAD4-63EF-967A-3838-5CBA4FDFBFE9}"/>
                </a:ext>
              </a:extLst>
            </p:cNvPr>
            <p:cNvGrpSpPr/>
            <p:nvPr/>
          </p:nvGrpSpPr>
          <p:grpSpPr>
            <a:xfrm>
              <a:off x="600851" y="2735577"/>
              <a:ext cx="245090" cy="245090"/>
              <a:chOff x="3449581" y="2374787"/>
              <a:chExt cx="263638" cy="263638"/>
            </a:xfrm>
          </p:grpSpPr>
          <p:sp>
            <p:nvSpPr>
              <p:cNvPr id="78" name="椭圆 77">
                <a:extLst>
                  <a:ext uri="{FF2B5EF4-FFF2-40B4-BE49-F238E27FC236}">
                    <a16:creationId xmlns:a16="http://schemas.microsoft.com/office/drawing/2014/main" id="{38570E3E-2A17-2851-1ADD-31E6D8A28AB7}"/>
                  </a:ext>
                </a:extLst>
              </p:cNvPr>
              <p:cNvSpPr/>
              <p:nvPr/>
            </p:nvSpPr>
            <p:spPr>
              <a:xfrm>
                <a:off x="3449581" y="2374787"/>
                <a:ext cx="263638" cy="263638"/>
              </a:xfrm>
              <a:prstGeom prst="ellipse">
                <a:avLst/>
              </a:prstGeom>
              <a:solidFill>
                <a:srgbClr val="3ADE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79" name="icon">
                <a:extLst>
                  <a:ext uri="{FF2B5EF4-FFF2-40B4-BE49-F238E27FC236}">
                    <a16:creationId xmlns:a16="http://schemas.microsoft.com/office/drawing/2014/main" id="{F30084B8-778A-103D-880B-ED094500071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2">
                <a:extLst>
                  <a:ext uri="{96DAC541-7B7A-43D3-8B79-37D633B846F1}">
                    <asvg:svgBlip xmlns:asvg="http://schemas.microsoft.com/office/drawing/2016/SVG/main" r:embed="rId33"/>
                  </a:ext>
                </a:extLst>
              </a:blip>
              <a:srcRect/>
              <a:stretch/>
            </p:blipFill>
            <p:spPr>
              <a:xfrm>
                <a:off x="3513869" y="2435878"/>
                <a:ext cx="143060" cy="143060"/>
              </a:xfrm>
              <a:prstGeom prst="rect">
                <a:avLst/>
              </a:prstGeom>
            </p:spPr>
          </p:pic>
        </p:grpSp>
      </p:grpSp>
      <p:sp>
        <p:nvSpPr>
          <p:cNvPr id="80" name="!! 个性化">
            <a:extLst>
              <a:ext uri="{FF2B5EF4-FFF2-40B4-BE49-F238E27FC236}">
                <a16:creationId xmlns:a16="http://schemas.microsoft.com/office/drawing/2014/main" id="{FF154AA0-84F8-6228-749D-464C3488099B}"/>
              </a:ext>
            </a:extLst>
          </p:cNvPr>
          <p:cNvSpPr txBox="1"/>
          <p:nvPr/>
        </p:nvSpPr>
        <p:spPr>
          <a:xfrm>
            <a:off x="470872" y="3444966"/>
            <a:ext cx="11113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dirty="0">
                <a:solidFill>
                  <a:schemeClr val="bg1">
                    <a:lumMod val="50000"/>
                  </a:schemeClr>
                </a:solidFill>
              </a:rPr>
              <a:t>个性化</a:t>
            </a:r>
          </a:p>
        </p:txBody>
      </p:sp>
      <p:sp>
        <p:nvSpPr>
          <p:cNvPr id="81" name="文本框 80">
            <a:extLst>
              <a:ext uri="{FF2B5EF4-FFF2-40B4-BE49-F238E27FC236}">
                <a16:creationId xmlns:a16="http://schemas.microsoft.com/office/drawing/2014/main" id="{9F465C24-863C-BDD7-7990-2DD4B4AC9900}"/>
              </a:ext>
            </a:extLst>
          </p:cNvPr>
          <p:cNvSpPr txBox="1"/>
          <p:nvPr/>
        </p:nvSpPr>
        <p:spPr>
          <a:xfrm>
            <a:off x="462454" y="2020809"/>
            <a:ext cx="11113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dirty="0">
                <a:solidFill>
                  <a:schemeClr val="bg1">
                    <a:lumMod val="50000"/>
                  </a:schemeClr>
                </a:solidFill>
              </a:rPr>
              <a:t>网络与连接</a:t>
            </a:r>
          </a:p>
        </p:txBody>
      </p:sp>
      <p:sp>
        <p:nvSpPr>
          <p:cNvPr id="82" name="文本框 81">
            <a:extLst>
              <a:ext uri="{FF2B5EF4-FFF2-40B4-BE49-F238E27FC236}">
                <a16:creationId xmlns:a16="http://schemas.microsoft.com/office/drawing/2014/main" id="{3607D1C4-8AC6-66D4-09DC-D0AF8EDC0B6B}"/>
              </a:ext>
            </a:extLst>
          </p:cNvPr>
          <p:cNvSpPr txBox="1"/>
          <p:nvPr/>
        </p:nvSpPr>
        <p:spPr>
          <a:xfrm>
            <a:off x="462455" y="4033431"/>
            <a:ext cx="11113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dirty="0">
                <a:solidFill>
                  <a:schemeClr val="bg1">
                    <a:lumMod val="50000"/>
                  </a:schemeClr>
                </a:solidFill>
              </a:rPr>
              <a:t>系统与安全</a:t>
            </a:r>
          </a:p>
        </p:txBody>
      </p:sp>
      <p:grpSp>
        <p:nvGrpSpPr>
          <p:cNvPr id="83" name="!! 软件更新">
            <a:extLst>
              <a:ext uri="{FF2B5EF4-FFF2-40B4-BE49-F238E27FC236}">
                <a16:creationId xmlns:a16="http://schemas.microsoft.com/office/drawing/2014/main" id="{D549F338-68AE-F63D-04EA-7140B40C000D}"/>
              </a:ext>
            </a:extLst>
          </p:cNvPr>
          <p:cNvGrpSpPr/>
          <p:nvPr/>
        </p:nvGrpSpPr>
        <p:grpSpPr>
          <a:xfrm>
            <a:off x="462455" y="4299750"/>
            <a:ext cx="2552892" cy="457924"/>
            <a:chOff x="481145" y="1890767"/>
            <a:chExt cx="2552892" cy="457924"/>
          </a:xfrm>
        </p:grpSpPr>
        <p:sp>
          <p:nvSpPr>
            <p:cNvPr id="84" name="!! 未选中">
              <a:hlinkClick r:id="rId34" action="ppaction://hlinksldjump"/>
              <a:extLst>
                <a:ext uri="{FF2B5EF4-FFF2-40B4-BE49-F238E27FC236}">
                  <a16:creationId xmlns:a16="http://schemas.microsoft.com/office/drawing/2014/main" id="{C6A63D8F-B559-C644-F59F-29A115E5AB2A}"/>
                </a:ext>
              </a:extLst>
            </p:cNvPr>
            <p:cNvSpPr/>
            <p:nvPr/>
          </p:nvSpPr>
          <p:spPr>
            <a:xfrm>
              <a:off x="481145" y="1890767"/>
              <a:ext cx="2552892" cy="457924"/>
            </a:xfrm>
            <a:prstGeom prst="roundRect">
              <a:avLst>
                <a:gd name="adj" fmla="val 22880"/>
              </a:avLst>
            </a:prstGeom>
            <a:solidFill>
              <a:schemeClr val="bg2"/>
            </a:solidFill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1998" defTabSz="914377">
                <a:defRPr/>
              </a:pPr>
              <a:r>
                <a:rPr lang="zh-CN" altLang="en-US" sz="1400" dirty="0">
                  <a:solidFill>
                    <a:schemeClr val="tx1"/>
                  </a:solidFill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      系统更新</a:t>
              </a:r>
            </a:p>
          </p:txBody>
        </p:sp>
        <p:pic>
          <p:nvPicPr>
            <p:cNvPr id="85" name="icon">
              <a:extLst>
                <a:ext uri="{FF2B5EF4-FFF2-40B4-BE49-F238E27FC236}">
                  <a16:creationId xmlns:a16="http://schemas.microsoft.com/office/drawing/2014/main" id="{5EA845BC-214E-65A4-5B3F-D77B87C3D88B}"/>
                </a:ext>
              </a:extLst>
            </p:cNvPr>
            <p:cNvPicPr>
              <a:picLocks noChangeAspect="1"/>
            </p:cNvPicPr>
            <p:nvPr/>
          </p:nvPicPr>
          <p:blipFill>
            <a:blip r:embed="rId35">
              <a:extLst>
                <a:ext uri="{96DAC541-7B7A-43D3-8B79-37D633B846F1}">
                  <asvg:svgBlip xmlns:asvg="http://schemas.microsoft.com/office/drawing/2016/SVG/main" r:embed="rId36"/>
                </a:ext>
              </a:extLst>
            </a:blip>
            <a:srcRect/>
            <a:stretch/>
          </p:blipFill>
          <p:spPr>
            <a:xfrm>
              <a:off x="623508" y="2001148"/>
              <a:ext cx="237162" cy="237162"/>
            </a:xfrm>
            <a:prstGeom prst="rect">
              <a:avLst/>
            </a:prstGeom>
          </p:spPr>
        </p:pic>
      </p:grpSp>
      <p:grpSp>
        <p:nvGrpSpPr>
          <p:cNvPr id="86" name="!! 更多连接">
            <a:extLst>
              <a:ext uri="{FF2B5EF4-FFF2-40B4-BE49-F238E27FC236}">
                <a16:creationId xmlns:a16="http://schemas.microsoft.com/office/drawing/2014/main" id="{B18F0FBE-93C2-5551-1E08-1FB3E1D0AE3A}"/>
              </a:ext>
            </a:extLst>
          </p:cNvPr>
          <p:cNvGrpSpPr/>
          <p:nvPr/>
        </p:nvGrpSpPr>
        <p:grpSpPr>
          <a:xfrm>
            <a:off x="462454" y="3410531"/>
            <a:ext cx="2552892" cy="457924"/>
            <a:chOff x="462453" y="2623554"/>
            <a:chExt cx="2552892" cy="457924"/>
          </a:xfrm>
        </p:grpSpPr>
        <p:sp>
          <p:nvSpPr>
            <p:cNvPr id="87" name="!! 未选中">
              <a:hlinkClick r:id="rId37" action="ppaction://hlinksldjump"/>
              <a:extLst>
                <a:ext uri="{FF2B5EF4-FFF2-40B4-BE49-F238E27FC236}">
                  <a16:creationId xmlns:a16="http://schemas.microsoft.com/office/drawing/2014/main" id="{EF389B12-8872-A524-412F-332A042C75E3}"/>
                </a:ext>
              </a:extLst>
            </p:cNvPr>
            <p:cNvSpPr/>
            <p:nvPr/>
          </p:nvSpPr>
          <p:spPr>
            <a:xfrm>
              <a:off x="462453" y="2623554"/>
              <a:ext cx="2552892" cy="457924"/>
            </a:xfrm>
            <a:prstGeom prst="roundRect">
              <a:avLst>
                <a:gd name="adj" fmla="val 22880"/>
              </a:avLst>
            </a:prstGeom>
            <a:solidFill>
              <a:schemeClr val="bg2"/>
            </a:solidFill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1998" defTabSz="914377">
                <a:defRPr/>
              </a:pPr>
              <a:r>
                <a:rPr lang="zh-CN" altLang="en-US" sz="1400" dirty="0">
                  <a:solidFill>
                    <a:schemeClr val="tx1">
                      <a:lumMod val="90000"/>
                      <a:lumOff val="10000"/>
                    </a:schemeClr>
                  </a:solidFill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      更多连接</a:t>
              </a:r>
            </a:p>
          </p:txBody>
        </p:sp>
        <p:grpSp>
          <p:nvGrpSpPr>
            <p:cNvPr id="88" name="组合 87">
              <a:extLst>
                <a:ext uri="{FF2B5EF4-FFF2-40B4-BE49-F238E27FC236}">
                  <a16:creationId xmlns:a16="http://schemas.microsoft.com/office/drawing/2014/main" id="{BB0B66C6-AD6F-45EB-18C1-939DFC1A2647}"/>
                </a:ext>
              </a:extLst>
            </p:cNvPr>
            <p:cNvGrpSpPr/>
            <p:nvPr/>
          </p:nvGrpSpPr>
          <p:grpSpPr>
            <a:xfrm>
              <a:off x="600851" y="2735577"/>
              <a:ext cx="245090" cy="245090"/>
              <a:chOff x="3449581" y="2374787"/>
              <a:chExt cx="263638" cy="263638"/>
            </a:xfrm>
          </p:grpSpPr>
          <p:sp>
            <p:nvSpPr>
              <p:cNvPr id="89" name="椭圆 88">
                <a:extLst>
                  <a:ext uri="{FF2B5EF4-FFF2-40B4-BE49-F238E27FC236}">
                    <a16:creationId xmlns:a16="http://schemas.microsoft.com/office/drawing/2014/main" id="{C86D89BD-DDF0-E9DF-EBA8-25035C02E0D2}"/>
                  </a:ext>
                </a:extLst>
              </p:cNvPr>
              <p:cNvSpPr/>
              <p:nvPr/>
            </p:nvSpPr>
            <p:spPr>
              <a:xfrm>
                <a:off x="3449581" y="2374787"/>
                <a:ext cx="263638" cy="263638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90" name="icon">
                <a:extLst>
                  <a:ext uri="{FF2B5EF4-FFF2-40B4-BE49-F238E27FC236}">
                    <a16:creationId xmlns:a16="http://schemas.microsoft.com/office/drawing/2014/main" id="{928E37F9-BB7F-FC65-0FF5-20DD33AAEC3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8">
                <a:extLst>
                  <a:ext uri="{96DAC541-7B7A-43D3-8B79-37D633B846F1}">
                    <asvg:svgBlip xmlns:asvg="http://schemas.microsoft.com/office/drawing/2016/SVG/main" r:embed="rId39"/>
                  </a:ext>
                </a:extLst>
              </a:blip>
              <a:srcRect/>
              <a:stretch/>
            </p:blipFill>
            <p:spPr>
              <a:xfrm>
                <a:off x="3513774" y="2433849"/>
                <a:ext cx="143060" cy="143060"/>
              </a:xfrm>
              <a:prstGeom prst="rect">
                <a:avLst/>
              </a:prstGeom>
            </p:spPr>
          </p:pic>
        </p:grpSp>
      </p:grpSp>
      <p:sp>
        <p:nvSpPr>
          <p:cNvPr id="91" name="!! 更多">
            <a:extLst>
              <a:ext uri="{FF2B5EF4-FFF2-40B4-BE49-F238E27FC236}">
                <a16:creationId xmlns:a16="http://schemas.microsoft.com/office/drawing/2014/main" id="{59A65481-7206-028E-B666-83F461B48079}"/>
              </a:ext>
            </a:extLst>
          </p:cNvPr>
          <p:cNvSpPr txBox="1"/>
          <p:nvPr/>
        </p:nvSpPr>
        <p:spPr>
          <a:xfrm>
            <a:off x="1310353" y="6016666"/>
            <a:ext cx="85443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100" dirty="0">
                <a:solidFill>
                  <a:schemeClr val="accent1"/>
                </a:solidFill>
              </a:rPr>
              <a:t>下一页</a:t>
            </a:r>
          </a:p>
        </p:txBody>
      </p:sp>
      <p:grpSp>
        <p:nvGrpSpPr>
          <p:cNvPr id="92" name="!! 蓝牙">
            <a:extLst>
              <a:ext uri="{FF2B5EF4-FFF2-40B4-BE49-F238E27FC236}">
                <a16:creationId xmlns:a16="http://schemas.microsoft.com/office/drawing/2014/main" id="{51476990-0EE2-102A-9A13-B5B97164F643}"/>
              </a:ext>
            </a:extLst>
          </p:cNvPr>
          <p:cNvGrpSpPr/>
          <p:nvPr/>
        </p:nvGrpSpPr>
        <p:grpSpPr>
          <a:xfrm>
            <a:off x="462453" y="2846581"/>
            <a:ext cx="2552892" cy="457924"/>
            <a:chOff x="462452" y="2059603"/>
            <a:chExt cx="2552892" cy="457924"/>
          </a:xfrm>
        </p:grpSpPr>
        <p:sp>
          <p:nvSpPr>
            <p:cNvPr id="93" name="!! 未选中">
              <a:hlinkClick r:id="rId40" action="ppaction://hlinksldjump"/>
              <a:extLst>
                <a:ext uri="{FF2B5EF4-FFF2-40B4-BE49-F238E27FC236}">
                  <a16:creationId xmlns:a16="http://schemas.microsoft.com/office/drawing/2014/main" id="{F883C658-A687-2C65-E7CD-F10D1F01BEF4}"/>
                </a:ext>
              </a:extLst>
            </p:cNvPr>
            <p:cNvSpPr/>
            <p:nvPr/>
          </p:nvSpPr>
          <p:spPr>
            <a:xfrm>
              <a:off x="462452" y="2059603"/>
              <a:ext cx="2552892" cy="457924"/>
            </a:xfrm>
            <a:prstGeom prst="roundRect">
              <a:avLst>
                <a:gd name="adj" fmla="val 22880"/>
              </a:avLst>
            </a:prstGeom>
            <a:solidFill>
              <a:schemeClr val="bg2"/>
            </a:solidFill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1998" defTabSz="914377">
                <a:defRPr/>
              </a:pPr>
              <a:r>
                <a:rPr lang="zh-CN" altLang="en-US" sz="1400" dirty="0">
                  <a:solidFill>
                    <a:schemeClr val="tx1">
                      <a:lumMod val="90000"/>
                      <a:lumOff val="10000"/>
                    </a:schemeClr>
                  </a:solidFill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      蓝牙</a:t>
              </a:r>
            </a:p>
          </p:txBody>
        </p:sp>
        <p:pic>
          <p:nvPicPr>
            <p:cNvPr id="94" name="图形 93">
              <a:extLst>
                <a:ext uri="{FF2B5EF4-FFF2-40B4-BE49-F238E27FC236}">
                  <a16:creationId xmlns:a16="http://schemas.microsoft.com/office/drawing/2014/main" id="{05E27784-AC3E-9DE0-ADD7-C7CD0ECCEF95}"/>
                </a:ext>
              </a:extLst>
            </p:cNvPr>
            <p:cNvPicPr>
              <a:picLocks noChangeAspect="1"/>
            </p:cNvPicPr>
            <p:nvPr/>
          </p:nvPicPr>
          <p:blipFill>
            <a:blip r:embed="rId41">
              <a:extLst>
                <a:ext uri="{96DAC541-7B7A-43D3-8B79-37D633B846F1}">
                  <asvg:svgBlip xmlns:asvg="http://schemas.microsoft.com/office/drawing/2016/SVG/main" r:embed="rId42"/>
                </a:ext>
              </a:extLst>
            </a:blip>
            <a:stretch>
              <a:fillRect/>
            </a:stretch>
          </p:blipFill>
          <p:spPr>
            <a:xfrm>
              <a:off x="600851" y="2174279"/>
              <a:ext cx="237166" cy="237166"/>
            </a:xfrm>
            <a:prstGeom prst="rect">
              <a:avLst/>
            </a:prstGeom>
          </p:spPr>
        </p:pic>
      </p:grpSp>
      <p:grpSp>
        <p:nvGrpSpPr>
          <p:cNvPr id="95" name="!! WLAN">
            <a:extLst>
              <a:ext uri="{FF2B5EF4-FFF2-40B4-BE49-F238E27FC236}">
                <a16:creationId xmlns:a16="http://schemas.microsoft.com/office/drawing/2014/main" id="{10629217-DF2A-D606-B349-53D61EF96BC8}"/>
              </a:ext>
            </a:extLst>
          </p:cNvPr>
          <p:cNvGrpSpPr/>
          <p:nvPr/>
        </p:nvGrpSpPr>
        <p:grpSpPr>
          <a:xfrm>
            <a:off x="462453" y="2282631"/>
            <a:ext cx="2552892" cy="457924"/>
            <a:chOff x="462452" y="1495653"/>
            <a:chExt cx="2552892" cy="457924"/>
          </a:xfrm>
        </p:grpSpPr>
        <p:grpSp>
          <p:nvGrpSpPr>
            <p:cNvPr id="96" name="!! WLAN">
              <a:extLst>
                <a:ext uri="{FF2B5EF4-FFF2-40B4-BE49-F238E27FC236}">
                  <a16:creationId xmlns:a16="http://schemas.microsoft.com/office/drawing/2014/main" id="{29943AAE-6F05-B801-E614-027ED3C44F64}"/>
                </a:ext>
              </a:extLst>
            </p:cNvPr>
            <p:cNvGrpSpPr/>
            <p:nvPr/>
          </p:nvGrpSpPr>
          <p:grpSpPr>
            <a:xfrm>
              <a:off x="462452" y="1495653"/>
              <a:ext cx="2552892" cy="457924"/>
              <a:chOff x="462452" y="1495653"/>
              <a:chExt cx="2552892" cy="457924"/>
            </a:xfrm>
          </p:grpSpPr>
          <p:sp>
            <p:nvSpPr>
              <p:cNvPr id="98" name="!! 未选中">
                <a:hlinkClick r:id="rId43" action="ppaction://hlinksldjump"/>
                <a:extLst>
                  <a:ext uri="{FF2B5EF4-FFF2-40B4-BE49-F238E27FC236}">
                    <a16:creationId xmlns:a16="http://schemas.microsoft.com/office/drawing/2014/main" id="{AB272F1B-A91C-96B9-B09C-E60E43DCBF16}"/>
                  </a:ext>
                </a:extLst>
              </p:cNvPr>
              <p:cNvSpPr/>
              <p:nvPr/>
            </p:nvSpPr>
            <p:spPr>
              <a:xfrm>
                <a:off x="462452" y="1495653"/>
                <a:ext cx="2552892" cy="457924"/>
              </a:xfrm>
              <a:prstGeom prst="roundRect">
                <a:avLst>
                  <a:gd name="adj" fmla="val 22880"/>
                </a:avLst>
              </a:prstGeom>
              <a:solidFill>
                <a:schemeClr val="bg2"/>
              </a:solidFill>
              <a:ln w="6350"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71998" defTabSz="914377">
                  <a:defRPr/>
                </a:pPr>
                <a:r>
                  <a:rPr lang="zh-CN" altLang="en-US" sz="1400" dirty="0">
                    <a:solidFill>
                      <a:schemeClr val="tx1">
                        <a:lumMod val="90000"/>
                        <a:lumOff val="10000"/>
                      </a:schemeClr>
                    </a:solidFill>
                    <a:latin typeface="vivo Sans Light" panose="02000400000000000000" pitchFamily="2" charset="-122"/>
                    <a:ea typeface="vivo Sans Light" panose="02000400000000000000" pitchFamily="2" charset="-122"/>
                    <a:cs typeface="vivo Sans Light" panose="02000400000000000000" pitchFamily="2" charset="-122"/>
                  </a:rPr>
                  <a:t>      无线局域网</a:t>
                </a:r>
              </a:p>
            </p:txBody>
          </p:sp>
          <p:pic>
            <p:nvPicPr>
              <p:cNvPr id="99" name="icon">
                <a:extLst>
                  <a:ext uri="{FF2B5EF4-FFF2-40B4-BE49-F238E27FC236}">
                    <a16:creationId xmlns:a16="http://schemas.microsoft.com/office/drawing/2014/main" id="{C6790DDC-5381-700D-D698-9531B552A85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4">
                <a:extLst>
                  <a:ext uri="{96DAC541-7B7A-43D3-8B79-37D633B846F1}">
                    <asvg:svgBlip xmlns:asvg="http://schemas.microsoft.com/office/drawing/2016/SVG/main" r:embed="rId45"/>
                  </a:ext>
                </a:extLst>
              </a:blip>
              <a:srcRect/>
              <a:stretch/>
            </p:blipFill>
            <p:spPr>
              <a:xfrm>
                <a:off x="638475" y="1636367"/>
                <a:ext cx="169842" cy="169842"/>
              </a:xfrm>
              <a:prstGeom prst="rect">
                <a:avLst/>
              </a:prstGeom>
            </p:spPr>
          </p:pic>
        </p:grpSp>
        <p:pic>
          <p:nvPicPr>
            <p:cNvPr id="97" name="图形 96">
              <a:extLst>
                <a:ext uri="{FF2B5EF4-FFF2-40B4-BE49-F238E27FC236}">
                  <a16:creationId xmlns:a16="http://schemas.microsoft.com/office/drawing/2014/main" id="{E3A785C3-B24A-62C4-18C0-E8DC75FF5D04}"/>
                </a:ext>
              </a:extLst>
            </p:cNvPr>
            <p:cNvPicPr>
              <a:picLocks noChangeAspect="1"/>
            </p:cNvPicPr>
            <p:nvPr/>
          </p:nvPicPr>
          <p:blipFill>
            <a:blip r:embed="rId46">
              <a:extLst>
                <a:ext uri="{96DAC541-7B7A-43D3-8B79-37D633B846F1}">
                  <asvg:svgBlip xmlns:asvg="http://schemas.microsoft.com/office/drawing/2016/SVG/main" r:embed="rId47"/>
                </a:ext>
              </a:extLst>
            </a:blip>
            <a:stretch>
              <a:fillRect/>
            </a:stretch>
          </p:blipFill>
          <p:spPr>
            <a:xfrm>
              <a:off x="600489" y="1593839"/>
              <a:ext cx="245452" cy="245452"/>
            </a:xfrm>
            <a:prstGeom prst="rect">
              <a:avLst/>
            </a:prstGeom>
          </p:spPr>
        </p:pic>
      </p:grpSp>
      <p:grpSp>
        <p:nvGrpSpPr>
          <p:cNvPr id="100" name="!! 关于">
            <a:extLst>
              <a:ext uri="{FF2B5EF4-FFF2-40B4-BE49-F238E27FC236}">
                <a16:creationId xmlns:a16="http://schemas.microsoft.com/office/drawing/2014/main" id="{4097BB5F-DD88-B8F8-BC11-A33E560130CB}"/>
              </a:ext>
            </a:extLst>
          </p:cNvPr>
          <p:cNvGrpSpPr/>
          <p:nvPr/>
        </p:nvGrpSpPr>
        <p:grpSpPr>
          <a:xfrm>
            <a:off x="461126" y="5442791"/>
            <a:ext cx="2552892" cy="457924"/>
            <a:chOff x="453977" y="4076722"/>
            <a:chExt cx="2552892" cy="457924"/>
          </a:xfrm>
        </p:grpSpPr>
        <p:sp>
          <p:nvSpPr>
            <p:cNvPr id="101" name="!! 未选中">
              <a:hlinkClick r:id="rId48" action="ppaction://hlinksldjump"/>
              <a:extLst>
                <a:ext uri="{FF2B5EF4-FFF2-40B4-BE49-F238E27FC236}">
                  <a16:creationId xmlns:a16="http://schemas.microsoft.com/office/drawing/2014/main" id="{120DBADC-9D9F-BFE9-A1C8-082C629302C8}"/>
                </a:ext>
              </a:extLst>
            </p:cNvPr>
            <p:cNvSpPr/>
            <p:nvPr/>
          </p:nvSpPr>
          <p:spPr>
            <a:xfrm>
              <a:off x="453977" y="4076722"/>
              <a:ext cx="2552892" cy="457924"/>
            </a:xfrm>
            <a:prstGeom prst="roundRect">
              <a:avLst>
                <a:gd name="adj" fmla="val 22880"/>
              </a:avLst>
            </a:prstGeom>
            <a:solidFill>
              <a:schemeClr val="bg2"/>
            </a:solidFill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1998" defTabSz="914377">
                <a:defRPr/>
              </a:pPr>
              <a:r>
                <a:rPr lang="zh-CN" altLang="en-US" sz="1400" dirty="0">
                  <a:solidFill>
                    <a:schemeClr val="tx1">
                      <a:lumMod val="90000"/>
                      <a:lumOff val="10000"/>
                    </a:schemeClr>
                  </a:solidFill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      关于此</a:t>
              </a:r>
              <a:r>
                <a:rPr lang="en-US" altLang="zh-CN" sz="1400" dirty="0">
                  <a:solidFill>
                    <a:schemeClr val="tx1">
                      <a:lumMod val="90000"/>
                      <a:lumOff val="10000"/>
                    </a:schemeClr>
                  </a:solidFill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Pad</a:t>
              </a:r>
              <a:endParaRPr lang="zh-CN" altLang="en-US" sz="1400" dirty="0">
                <a:solidFill>
                  <a:schemeClr val="tx1">
                    <a:lumMod val="90000"/>
                    <a:lumOff val="10000"/>
                  </a:schemeClr>
                </a:solidFill>
                <a:latin typeface="vivo Sans Light" panose="02000400000000000000" pitchFamily="2" charset="-122"/>
                <a:ea typeface="vivo Sans Light" panose="02000400000000000000" pitchFamily="2" charset="-122"/>
                <a:cs typeface="vivo Sans Light" panose="02000400000000000000" pitchFamily="2" charset="-122"/>
              </a:endParaRPr>
            </a:p>
          </p:txBody>
        </p:sp>
        <p:pic>
          <p:nvPicPr>
            <p:cNvPr id="102" name="图形 101">
              <a:extLst>
                <a:ext uri="{FF2B5EF4-FFF2-40B4-BE49-F238E27FC236}">
                  <a16:creationId xmlns:a16="http://schemas.microsoft.com/office/drawing/2014/main" id="{C03AFF00-94DC-AC13-BCDB-5E3D5E973757}"/>
                </a:ext>
              </a:extLst>
            </p:cNvPr>
            <p:cNvPicPr>
              <a:picLocks noChangeAspect="1"/>
            </p:cNvPicPr>
            <p:nvPr/>
          </p:nvPicPr>
          <p:blipFill>
            <a:blip r:embed="rId49">
              <a:extLst>
                <a:ext uri="{96DAC541-7B7A-43D3-8B79-37D633B846F1}">
                  <asvg:svgBlip xmlns:asvg="http://schemas.microsoft.com/office/drawing/2016/SVG/main" r:embed="rId50"/>
                </a:ext>
              </a:extLst>
            </a:blip>
            <a:stretch>
              <a:fillRect/>
            </a:stretch>
          </p:blipFill>
          <p:spPr>
            <a:xfrm flipV="1">
              <a:off x="599323" y="4190280"/>
              <a:ext cx="238694" cy="238694"/>
            </a:xfrm>
            <a:prstGeom prst="rect">
              <a:avLst/>
            </a:prstGeom>
          </p:spPr>
        </p:pic>
      </p:grpSp>
      <p:grpSp>
        <p:nvGrpSpPr>
          <p:cNvPr id="103" name="!! 保护">
            <a:extLst>
              <a:ext uri="{FF2B5EF4-FFF2-40B4-BE49-F238E27FC236}">
                <a16:creationId xmlns:a16="http://schemas.microsoft.com/office/drawing/2014/main" id="{BEEF6129-C637-199D-6D2F-D1E54735FC6D}"/>
              </a:ext>
            </a:extLst>
          </p:cNvPr>
          <p:cNvGrpSpPr/>
          <p:nvPr/>
        </p:nvGrpSpPr>
        <p:grpSpPr>
          <a:xfrm>
            <a:off x="461126" y="4868915"/>
            <a:ext cx="2552892" cy="457924"/>
            <a:chOff x="462453" y="2623554"/>
            <a:chExt cx="2552892" cy="457924"/>
          </a:xfrm>
        </p:grpSpPr>
        <p:sp>
          <p:nvSpPr>
            <p:cNvPr id="104" name="!! 未选中">
              <a:hlinkClick r:id="rId51" action="ppaction://hlinksldjump"/>
              <a:extLst>
                <a:ext uri="{FF2B5EF4-FFF2-40B4-BE49-F238E27FC236}">
                  <a16:creationId xmlns:a16="http://schemas.microsoft.com/office/drawing/2014/main" id="{542AC565-0114-325E-18AD-EA2EDE4AF415}"/>
                </a:ext>
              </a:extLst>
            </p:cNvPr>
            <p:cNvSpPr/>
            <p:nvPr/>
          </p:nvSpPr>
          <p:spPr>
            <a:xfrm>
              <a:off x="462453" y="2623554"/>
              <a:ext cx="2552892" cy="457924"/>
            </a:xfrm>
            <a:prstGeom prst="roundRect">
              <a:avLst>
                <a:gd name="adj" fmla="val 22880"/>
              </a:avLst>
            </a:prstGeom>
            <a:solidFill>
              <a:schemeClr val="tx1">
                <a:lumMod val="10000"/>
                <a:lumOff val="90000"/>
              </a:schemeClr>
            </a:solidFill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1998" defTabSz="914377">
                <a:defRPr/>
              </a:pPr>
              <a:r>
                <a:rPr lang="zh-CN" altLang="en-US" sz="1400" dirty="0">
                  <a:solidFill>
                    <a:schemeClr val="tx1">
                      <a:lumMod val="90000"/>
                      <a:lumOff val="10000"/>
                    </a:schemeClr>
                  </a:solidFill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      设备安全性</a:t>
              </a:r>
            </a:p>
          </p:txBody>
        </p:sp>
        <p:grpSp>
          <p:nvGrpSpPr>
            <p:cNvPr id="105" name="组合 104">
              <a:extLst>
                <a:ext uri="{FF2B5EF4-FFF2-40B4-BE49-F238E27FC236}">
                  <a16:creationId xmlns:a16="http://schemas.microsoft.com/office/drawing/2014/main" id="{923AE89C-4B47-AFB0-3F52-21C64D6B9E78}"/>
                </a:ext>
              </a:extLst>
            </p:cNvPr>
            <p:cNvGrpSpPr/>
            <p:nvPr/>
          </p:nvGrpSpPr>
          <p:grpSpPr>
            <a:xfrm>
              <a:off x="600851" y="2735577"/>
              <a:ext cx="245090" cy="245090"/>
              <a:chOff x="3449581" y="2374787"/>
              <a:chExt cx="263638" cy="263638"/>
            </a:xfrm>
          </p:grpSpPr>
          <p:sp>
            <p:nvSpPr>
              <p:cNvPr id="106" name="椭圆 105">
                <a:extLst>
                  <a:ext uri="{FF2B5EF4-FFF2-40B4-BE49-F238E27FC236}">
                    <a16:creationId xmlns:a16="http://schemas.microsoft.com/office/drawing/2014/main" id="{B79FCA44-E79B-6C64-0B3D-3A7BF843AD1B}"/>
                  </a:ext>
                </a:extLst>
              </p:cNvPr>
              <p:cNvSpPr/>
              <p:nvPr/>
            </p:nvSpPr>
            <p:spPr>
              <a:xfrm>
                <a:off x="3449581" y="2374787"/>
                <a:ext cx="263638" cy="263638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107" name="icon">
                <a:extLst>
                  <a:ext uri="{FF2B5EF4-FFF2-40B4-BE49-F238E27FC236}">
                    <a16:creationId xmlns:a16="http://schemas.microsoft.com/office/drawing/2014/main" id="{8E88EEC8-4E04-98F3-60B0-3C153F73542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2">
                <a:extLst>
                  <a:ext uri="{96DAC541-7B7A-43D3-8B79-37D633B846F1}">
                    <asvg:svgBlip xmlns:asvg="http://schemas.microsoft.com/office/drawing/2016/SVG/main" r:embed="rId53"/>
                  </a:ext>
                </a:extLst>
              </a:blip>
              <a:srcRect/>
              <a:stretch/>
            </p:blipFill>
            <p:spPr>
              <a:xfrm>
                <a:off x="3513869" y="2435878"/>
                <a:ext cx="143060" cy="143060"/>
              </a:xfrm>
              <a:prstGeom prst="rect">
                <a:avLst/>
              </a:prstGeom>
            </p:spPr>
          </p:pic>
        </p:grpSp>
      </p:grpSp>
      <p:grpSp>
        <p:nvGrpSpPr>
          <p:cNvPr id="108" name="组合 107">
            <a:extLst>
              <a:ext uri="{FF2B5EF4-FFF2-40B4-BE49-F238E27FC236}">
                <a16:creationId xmlns:a16="http://schemas.microsoft.com/office/drawing/2014/main" id="{6362AB07-1C84-D9B0-2C1F-E3EDB46477EB}"/>
              </a:ext>
            </a:extLst>
          </p:cNvPr>
          <p:cNvGrpSpPr/>
          <p:nvPr/>
        </p:nvGrpSpPr>
        <p:grpSpPr>
          <a:xfrm>
            <a:off x="461126" y="1123111"/>
            <a:ext cx="2552892" cy="756471"/>
            <a:chOff x="461125" y="1123110"/>
            <a:chExt cx="2552892" cy="756471"/>
          </a:xfrm>
        </p:grpSpPr>
        <p:sp>
          <p:nvSpPr>
            <p:cNvPr id="109" name="矩形: 圆角 108">
              <a:hlinkClick r:id="rId54" action="ppaction://hlinksldjump"/>
              <a:extLst>
                <a:ext uri="{FF2B5EF4-FFF2-40B4-BE49-F238E27FC236}">
                  <a16:creationId xmlns:a16="http://schemas.microsoft.com/office/drawing/2014/main" id="{7D4136C6-834C-79D0-6F8C-9E80DFB0E99F}"/>
                </a:ext>
              </a:extLst>
            </p:cNvPr>
            <p:cNvSpPr/>
            <p:nvPr/>
          </p:nvSpPr>
          <p:spPr>
            <a:xfrm>
              <a:off x="461125" y="1123110"/>
              <a:ext cx="2552892" cy="756471"/>
            </a:xfrm>
            <a:prstGeom prst="roundRect">
              <a:avLst>
                <a:gd name="adj" fmla="val 13695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0" name="文本框 109">
              <a:extLst>
                <a:ext uri="{FF2B5EF4-FFF2-40B4-BE49-F238E27FC236}">
                  <a16:creationId xmlns:a16="http://schemas.microsoft.com/office/drawing/2014/main" id="{34AA1CF7-8EAF-FF82-E336-F4FB2B973196}"/>
                </a:ext>
              </a:extLst>
            </p:cNvPr>
            <p:cNvSpPr txBox="1"/>
            <p:nvPr/>
          </p:nvSpPr>
          <p:spPr>
            <a:xfrm>
              <a:off x="1119456" y="1283470"/>
              <a:ext cx="161993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dirty="0">
                  <a:latin typeface="+mn-ea"/>
                  <a:cs typeface="vivo Sans Light" panose="02000400000000000000" pitchFamily="2" charset="-122"/>
                </a:rPr>
                <a:t>雨夌</a:t>
              </a:r>
            </a:p>
          </p:txBody>
        </p:sp>
        <p:sp>
          <p:nvSpPr>
            <p:cNvPr id="111" name="文本框 110">
              <a:extLst>
                <a:ext uri="{FF2B5EF4-FFF2-40B4-BE49-F238E27FC236}">
                  <a16:creationId xmlns:a16="http://schemas.microsoft.com/office/drawing/2014/main" id="{D8E0AAC7-C875-F8D9-559A-96D7CF46782C}"/>
                </a:ext>
              </a:extLst>
            </p:cNvPr>
            <p:cNvSpPr txBox="1"/>
            <p:nvPr/>
          </p:nvSpPr>
          <p:spPr>
            <a:xfrm>
              <a:off x="1119456" y="1497658"/>
              <a:ext cx="161993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000" dirty="0">
                  <a:solidFill>
                    <a:schemeClr val="bg1">
                      <a:lumMod val="75000"/>
                    </a:schemeClr>
                  </a:solidFill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管理你的云账户</a:t>
              </a:r>
            </a:p>
          </p:txBody>
        </p:sp>
        <p:sp>
          <p:nvSpPr>
            <p:cNvPr id="112" name="!! 头像框">
              <a:extLst>
                <a:ext uri="{FF2B5EF4-FFF2-40B4-BE49-F238E27FC236}">
                  <a16:creationId xmlns:a16="http://schemas.microsoft.com/office/drawing/2014/main" id="{34E30813-B62A-5C6E-74AD-BDC76599DDBE}"/>
                </a:ext>
              </a:extLst>
            </p:cNvPr>
            <p:cNvSpPr/>
            <p:nvPr/>
          </p:nvSpPr>
          <p:spPr>
            <a:xfrm>
              <a:off x="638475" y="1267548"/>
              <a:ext cx="463636" cy="463636"/>
            </a:xfrm>
            <a:prstGeom prst="ellipse">
              <a:avLst/>
            </a:prstGeom>
            <a:blipFill>
              <a:blip r:embed="rId55"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77">
                <a:defRPr/>
              </a:pPr>
              <a:endParaRPr lang="zh-CN" altLang="en-US">
                <a:solidFill>
                  <a:srgbClr val="F5F5F5"/>
                </a:solidFill>
                <a:latin typeface="vivo Sans"/>
                <a:ea typeface="vivo San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745029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9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1" nodeType="clickEffect">
                                  <p:stCondLst>
                                    <p:cond delay="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15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15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xit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15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0" presetClass="exit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15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0" presetClass="exit" presetSubtype="0" fill="hold" grpId="1" nodeType="withEffect">
                                  <p:stCondLst>
                                    <p:cond delay="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15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0" presetClass="exit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15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0" presetClass="exit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15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0" presetClass="exit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15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35" presetClass="path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30" dur="33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1" presetID="35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32" dur="33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3" presetID="35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34" dur="33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5" presetID="35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36" dur="33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7" presetID="35" presetClass="path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38" dur="33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9" presetID="35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40" dur="33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1" presetID="35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42" dur="33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35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44" dur="33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5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5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5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5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63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5 0 E" pathEditMode="fixed" ptsTypes="">
                                      <p:cBhvr>
                                        <p:cTn id="58" dur="330" spd="-1000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9" presetID="63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5 0 E" pathEditMode="fixed" ptsTypes="">
                                      <p:cBhvr>
                                        <p:cTn id="60" dur="330" spd="-100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1" presetID="63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5 0 E" pathEditMode="fixed" ptsTypes="">
                                      <p:cBhvr>
                                        <p:cTn id="62" dur="330" spd="-100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3" presetID="63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5 0 E" pathEditMode="fixed" ptsTypes="">
                                      <p:cBhvr>
                                        <p:cTn id="64" dur="330" spd="-100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3" nodeType="click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5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5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15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15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3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15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5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15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15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35" presetClass="path" presetSubtype="0" decel="10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92" dur="330" spd="-1000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3" presetID="35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94" dur="330" spd="-1000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5" presetID="35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96" dur="330" spd="-1000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7" presetID="35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98" dur="330" spd="-1000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9" presetID="35" presetClass="path" presetSubtype="0" decel="10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100" dur="330" spd="-1000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1" presetID="35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102" dur="330" spd="-1000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3" presetID="35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104" dur="330" spd="-1000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5" presetID="35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106" dur="330" spd="-1000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7" presetID="10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8" dur="15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1" dur="15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4" dur="15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7" dur="15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63" presetClass="path" presetSubtype="0" decel="10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5 0 E" pathEditMode="relative" ptsTypes="">
                                      <p:cBhvr>
                                        <p:cTn id="120" dur="33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1" presetID="63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5 0 E" pathEditMode="relative" ptsTypes="">
                                      <p:cBhvr>
                                        <p:cTn id="122" dur="33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3" presetID="63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5 0 E" pathEditMode="relative" ptsTypes="">
                                      <p:cBhvr>
                                        <p:cTn id="124" dur="33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5" presetID="63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5 0 E" pathEditMode="relative" ptsTypes="">
                                      <p:cBhvr>
                                        <p:cTn id="126" dur="33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"/>
                  </p:tgtEl>
                </p:cond>
              </p:nextCondLst>
            </p:seq>
          </p:childTnLst>
        </p:cTn>
      </p:par>
    </p:tnLst>
    <p:bldLst>
      <p:bldP spid="80" grpId="0"/>
      <p:bldP spid="80" grpId="1"/>
      <p:bldP spid="80" grpId="2"/>
      <p:bldP spid="80" grpId="3"/>
      <p:bldP spid="81" grpId="0"/>
      <p:bldP spid="81" grpId="1"/>
      <p:bldP spid="81" grpId="2"/>
      <p:bldP spid="81" grpId="3"/>
      <p:bldP spid="82" grpId="0"/>
      <p:bldP spid="82" grpId="1"/>
      <p:bldP spid="82" grpId="2"/>
      <p:bldP spid="82" grpId="3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7B4F36-572D-0F19-8DAE-B4E42EC286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!! 背景板">
            <a:extLst>
              <a:ext uri="{FF2B5EF4-FFF2-40B4-BE49-F238E27FC236}">
                <a16:creationId xmlns:a16="http://schemas.microsoft.com/office/drawing/2014/main" id="{7334E906-66F4-EFA7-260B-3C1A41607521}"/>
              </a:ext>
            </a:extLst>
          </p:cNvPr>
          <p:cNvSpPr/>
          <p:nvPr/>
        </p:nvSpPr>
        <p:spPr>
          <a:xfrm>
            <a:off x="3243" y="0"/>
            <a:ext cx="12192000" cy="6858000"/>
          </a:xfrm>
          <a:prstGeom prst="rect">
            <a:avLst/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>
              <a:defRPr/>
            </a:pPr>
            <a:endParaRPr lang="zh-CN" altLang="en-US" dirty="0">
              <a:solidFill>
                <a:srgbClr val="F5F5F5"/>
              </a:solidFill>
              <a:latin typeface="vivo Sans"/>
              <a:ea typeface="vivo Sans"/>
            </a:endParaRPr>
          </a:p>
        </p:txBody>
      </p:sp>
      <p:grpSp>
        <p:nvGrpSpPr>
          <p:cNvPr id="111" name="!! 大标题">
            <a:extLst>
              <a:ext uri="{FF2B5EF4-FFF2-40B4-BE49-F238E27FC236}">
                <a16:creationId xmlns:a16="http://schemas.microsoft.com/office/drawing/2014/main" id="{4BCA4A88-5F30-CDFA-9D61-74EF79667611}"/>
              </a:ext>
            </a:extLst>
          </p:cNvPr>
          <p:cNvGrpSpPr/>
          <p:nvPr/>
        </p:nvGrpSpPr>
        <p:grpSpPr>
          <a:xfrm>
            <a:off x="462457" y="484334"/>
            <a:ext cx="796551" cy="461665"/>
            <a:chOff x="3079753" y="1375827"/>
            <a:chExt cx="673782" cy="461665"/>
          </a:xfrm>
        </p:grpSpPr>
        <p:sp>
          <p:nvSpPr>
            <p:cNvPr id="112" name="!! 标题符">
              <a:extLst>
                <a:ext uri="{FF2B5EF4-FFF2-40B4-BE49-F238E27FC236}">
                  <a16:creationId xmlns:a16="http://schemas.microsoft.com/office/drawing/2014/main" id="{14892652-AC40-0867-D7ED-AC8663FC1203}"/>
                </a:ext>
              </a:extLst>
            </p:cNvPr>
            <p:cNvSpPr/>
            <p:nvPr/>
          </p:nvSpPr>
          <p:spPr>
            <a:xfrm>
              <a:off x="3146905" y="1685496"/>
              <a:ext cx="551700" cy="1255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defTabSz="457189">
                <a:defRPr/>
              </a:pPr>
              <a:endParaRPr lang="zh-CN" altLang="en-US">
                <a:solidFill>
                  <a:srgbClr val="FFFFFF"/>
                </a:solidFill>
                <a:latin typeface="OPPOSans R"/>
                <a:ea typeface="OPPOSans R"/>
              </a:endParaRPr>
            </a:p>
          </p:txBody>
        </p:sp>
        <p:sp>
          <p:nvSpPr>
            <p:cNvPr id="113" name="!! 标题">
              <a:extLst>
                <a:ext uri="{FF2B5EF4-FFF2-40B4-BE49-F238E27FC236}">
                  <a16:creationId xmlns:a16="http://schemas.microsoft.com/office/drawing/2014/main" id="{A5B86E8B-935F-DE4C-CFC5-4C4C6AAFD921}"/>
                </a:ext>
              </a:extLst>
            </p:cNvPr>
            <p:cNvSpPr txBox="1"/>
            <p:nvPr/>
          </p:nvSpPr>
          <p:spPr>
            <a:xfrm>
              <a:off x="3079753" y="1375827"/>
              <a:ext cx="67378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457189">
                <a:defRPr/>
              </a:pPr>
              <a:r>
                <a:rPr lang="zh-CN" altLang="en-US" sz="2400" dirty="0">
                  <a:solidFill>
                    <a:srgbClr val="000000">
                      <a:lumMod val="75000"/>
                      <a:lumOff val="25000"/>
                    </a:srgbClr>
                  </a:solidFill>
                  <a:latin typeface="vivo Sans Medium"/>
                  <a:ea typeface="vivo Sans Medium"/>
                </a:rPr>
                <a:t>设置</a:t>
              </a:r>
            </a:p>
          </p:txBody>
        </p:sp>
      </p:grpSp>
      <p:sp>
        <p:nvSpPr>
          <p:cNvPr id="114" name="!! 二级背景">
            <a:extLst>
              <a:ext uri="{FF2B5EF4-FFF2-40B4-BE49-F238E27FC236}">
                <a16:creationId xmlns:a16="http://schemas.microsoft.com/office/drawing/2014/main" id="{BDBCF399-17D3-6D6C-4FB4-EBD1BADED600}"/>
              </a:ext>
            </a:extLst>
          </p:cNvPr>
          <p:cNvSpPr/>
          <p:nvPr/>
        </p:nvSpPr>
        <p:spPr>
          <a:xfrm>
            <a:off x="3594541" y="0"/>
            <a:ext cx="859746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>
              <a:defRPr/>
            </a:pPr>
            <a:endParaRPr lang="zh-CN" altLang="en-US">
              <a:solidFill>
                <a:srgbClr val="F5F5F5"/>
              </a:solidFill>
              <a:latin typeface="vivo Sans"/>
              <a:ea typeface="vivo Sans"/>
            </a:endParaRPr>
          </a:p>
        </p:txBody>
      </p:sp>
      <p:grpSp>
        <p:nvGrpSpPr>
          <p:cNvPr id="115" name="!! 关闭按钮">
            <a:extLst>
              <a:ext uri="{FF2B5EF4-FFF2-40B4-BE49-F238E27FC236}">
                <a16:creationId xmlns:a16="http://schemas.microsoft.com/office/drawing/2014/main" id="{19E0CA2B-11D0-426E-6F1F-A3DB477BD414}"/>
              </a:ext>
            </a:extLst>
          </p:cNvPr>
          <p:cNvGrpSpPr/>
          <p:nvPr/>
        </p:nvGrpSpPr>
        <p:grpSpPr>
          <a:xfrm>
            <a:off x="2757496" y="569913"/>
            <a:ext cx="290511" cy="290511"/>
            <a:chOff x="2328464" y="3107859"/>
            <a:chExt cx="583223" cy="583223"/>
          </a:xfrm>
        </p:grpSpPr>
        <p:sp>
          <p:nvSpPr>
            <p:cNvPr id="116" name="矩形: 圆角 115">
              <a:hlinkClick r:id="rId3" action="ppaction://hlinksldjump"/>
              <a:extLst>
                <a:ext uri="{FF2B5EF4-FFF2-40B4-BE49-F238E27FC236}">
                  <a16:creationId xmlns:a16="http://schemas.microsoft.com/office/drawing/2014/main" id="{F93B1A08-791B-5C74-A7DB-5998E33122EC}"/>
                </a:ext>
              </a:extLst>
            </p:cNvPr>
            <p:cNvSpPr/>
            <p:nvPr/>
          </p:nvSpPr>
          <p:spPr>
            <a:xfrm>
              <a:off x="2328464" y="3107859"/>
              <a:ext cx="583223" cy="583223"/>
            </a:xfrm>
            <a:prstGeom prst="roundRect">
              <a:avLst>
                <a:gd name="adj" fmla="val 20771"/>
              </a:avLst>
            </a:prstGeom>
            <a:solidFill>
              <a:schemeClr val="bg2"/>
            </a:solidFill>
            <a:ln>
              <a:noFill/>
            </a:ln>
            <a:effectLst>
              <a:outerShdw blurRad="127000" sx="101000" sy="101000" algn="c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77">
                <a:defRPr/>
              </a:pPr>
              <a:endParaRPr lang="zh-CN" altLang="en-US">
                <a:solidFill>
                  <a:srgbClr val="F5F5F5"/>
                </a:solidFill>
                <a:latin typeface="vivo Sans"/>
                <a:ea typeface="vivo Sans"/>
              </a:endParaRPr>
            </a:p>
          </p:txBody>
        </p:sp>
        <p:pic>
          <p:nvPicPr>
            <p:cNvPr id="117" name="图形 116">
              <a:extLst>
                <a:ext uri="{FF2B5EF4-FFF2-40B4-BE49-F238E27FC236}">
                  <a16:creationId xmlns:a16="http://schemas.microsoft.com/office/drawing/2014/main" id="{C593B588-C6C3-7194-3540-A5278CD1FF3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/>
          </p:blipFill>
          <p:spPr>
            <a:xfrm>
              <a:off x="2375480" y="3154875"/>
              <a:ext cx="489196" cy="489196"/>
            </a:xfrm>
            <a:prstGeom prst="rect">
              <a:avLst/>
            </a:prstGeom>
          </p:spPr>
        </p:pic>
      </p:grpSp>
      <p:grpSp>
        <p:nvGrpSpPr>
          <p:cNvPr id="118" name="!! 关闭按钮">
            <a:extLst>
              <a:ext uri="{FF2B5EF4-FFF2-40B4-BE49-F238E27FC236}">
                <a16:creationId xmlns:a16="http://schemas.microsoft.com/office/drawing/2014/main" id="{50DA73F1-78AE-6043-CC6A-FBC32CE55380}"/>
              </a:ext>
            </a:extLst>
          </p:cNvPr>
          <p:cNvGrpSpPr/>
          <p:nvPr/>
        </p:nvGrpSpPr>
        <p:grpSpPr>
          <a:xfrm>
            <a:off x="2333440" y="569913"/>
            <a:ext cx="290511" cy="290511"/>
            <a:chOff x="2328464" y="3107859"/>
            <a:chExt cx="583223" cy="583223"/>
          </a:xfrm>
        </p:grpSpPr>
        <p:sp>
          <p:nvSpPr>
            <p:cNvPr id="119" name="矩形: 圆角 118">
              <a:hlinkClick r:id="rId6" action="ppaction://hlinksldjump"/>
              <a:extLst>
                <a:ext uri="{FF2B5EF4-FFF2-40B4-BE49-F238E27FC236}">
                  <a16:creationId xmlns:a16="http://schemas.microsoft.com/office/drawing/2014/main" id="{0DAFB8FE-0BE0-26E4-F004-652E68FD7767}"/>
                </a:ext>
              </a:extLst>
            </p:cNvPr>
            <p:cNvSpPr/>
            <p:nvPr/>
          </p:nvSpPr>
          <p:spPr>
            <a:xfrm>
              <a:off x="2328464" y="3107859"/>
              <a:ext cx="583223" cy="583223"/>
            </a:xfrm>
            <a:prstGeom prst="roundRect">
              <a:avLst>
                <a:gd name="adj" fmla="val 20771"/>
              </a:avLst>
            </a:prstGeom>
            <a:solidFill>
              <a:schemeClr val="bg2"/>
            </a:solidFill>
            <a:ln>
              <a:noFill/>
            </a:ln>
            <a:effectLst>
              <a:outerShdw blurRad="127000" sx="101000" sy="101000" algn="c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77">
                <a:defRPr/>
              </a:pPr>
              <a:endParaRPr lang="zh-CN" altLang="en-US">
                <a:solidFill>
                  <a:srgbClr val="F5F5F5"/>
                </a:solidFill>
                <a:latin typeface="vivo Sans"/>
                <a:ea typeface="vivo Sans"/>
              </a:endParaRPr>
            </a:p>
          </p:txBody>
        </p:sp>
        <p:pic>
          <p:nvPicPr>
            <p:cNvPr id="120" name="图形 119">
              <a:extLst>
                <a:ext uri="{FF2B5EF4-FFF2-40B4-BE49-F238E27FC236}">
                  <a16:creationId xmlns:a16="http://schemas.microsoft.com/office/drawing/2014/main" id="{BE3A9BB4-723E-3679-D337-B08BBFC64B2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/>
          </p:blipFill>
          <p:spPr>
            <a:xfrm>
              <a:off x="2449200" y="3228595"/>
              <a:ext cx="341755" cy="341755"/>
            </a:xfrm>
            <a:prstGeom prst="rect">
              <a:avLst/>
            </a:prstGeom>
          </p:spPr>
        </p:pic>
      </p:grpSp>
      <p:sp>
        <p:nvSpPr>
          <p:cNvPr id="121" name="!! 按钮">
            <a:extLst>
              <a:ext uri="{FF2B5EF4-FFF2-40B4-BE49-F238E27FC236}">
                <a16:creationId xmlns:a16="http://schemas.microsoft.com/office/drawing/2014/main" id="{6D44EBE2-AA55-2992-2C9E-19987520684D}"/>
              </a:ext>
            </a:extLst>
          </p:cNvPr>
          <p:cNvSpPr/>
          <p:nvPr/>
        </p:nvSpPr>
        <p:spPr>
          <a:xfrm>
            <a:off x="10984953" y="3346146"/>
            <a:ext cx="142932" cy="142932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>
              <a:defRPr/>
            </a:pPr>
            <a:endParaRPr lang="zh-CN" altLang="en-US" dirty="0">
              <a:solidFill>
                <a:srgbClr val="F5F5F5"/>
              </a:solidFill>
              <a:latin typeface="vivo Sans"/>
              <a:ea typeface="vivo Sans"/>
            </a:endParaRPr>
          </a:p>
        </p:txBody>
      </p:sp>
      <p:grpSp>
        <p:nvGrpSpPr>
          <p:cNvPr id="122" name="!! dock右">
            <a:extLst>
              <a:ext uri="{FF2B5EF4-FFF2-40B4-BE49-F238E27FC236}">
                <a16:creationId xmlns:a16="http://schemas.microsoft.com/office/drawing/2014/main" id="{C922A839-373C-8DEA-93C9-72C8024AC457}"/>
              </a:ext>
            </a:extLst>
          </p:cNvPr>
          <p:cNvGrpSpPr/>
          <p:nvPr/>
        </p:nvGrpSpPr>
        <p:grpSpPr>
          <a:xfrm>
            <a:off x="4869920" y="6976792"/>
            <a:ext cx="2452159" cy="717680"/>
            <a:chOff x="7408333" y="5780624"/>
            <a:chExt cx="2452159" cy="704838"/>
          </a:xfrm>
        </p:grpSpPr>
        <p:sp useBgFill="1">
          <p:nvSpPr>
            <p:cNvPr id="123" name="!! 模糊">
              <a:extLst>
                <a:ext uri="{FF2B5EF4-FFF2-40B4-BE49-F238E27FC236}">
                  <a16:creationId xmlns:a16="http://schemas.microsoft.com/office/drawing/2014/main" id="{38B93E17-41EC-47EE-945B-8C893ABF6BE4}"/>
                </a:ext>
              </a:extLst>
            </p:cNvPr>
            <p:cNvSpPr>
              <a:spLocks/>
            </p:cNvSpPr>
            <p:nvPr/>
          </p:nvSpPr>
          <p:spPr>
            <a:xfrm>
              <a:off x="7408333" y="5780624"/>
              <a:ext cx="2452159" cy="704838"/>
            </a:xfrm>
            <a:prstGeom prst="roundRect">
              <a:avLst>
                <a:gd name="adj" fmla="val 15000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189">
                <a:defRPr/>
              </a:pPr>
              <a:endParaRPr lang="zh-CN" altLang="en-US">
                <a:solidFill>
                  <a:srgbClr val="FFFFFF"/>
                </a:solidFill>
                <a:latin typeface="OPPOSans R"/>
                <a:ea typeface="OPPOSans R"/>
              </a:endParaRPr>
            </a:p>
          </p:txBody>
        </p:sp>
        <p:sp>
          <p:nvSpPr>
            <p:cNvPr id="124" name="!! 颜色遮罩">
              <a:extLst>
                <a:ext uri="{FF2B5EF4-FFF2-40B4-BE49-F238E27FC236}">
                  <a16:creationId xmlns:a16="http://schemas.microsoft.com/office/drawing/2014/main" id="{D9623001-992D-FCDD-EBE3-904F0F748705}"/>
                </a:ext>
              </a:extLst>
            </p:cNvPr>
            <p:cNvSpPr>
              <a:spLocks/>
            </p:cNvSpPr>
            <p:nvPr/>
          </p:nvSpPr>
          <p:spPr>
            <a:xfrm>
              <a:off x="7408333" y="5780624"/>
              <a:ext cx="2452159" cy="704838"/>
            </a:xfrm>
            <a:prstGeom prst="roundRect">
              <a:avLst>
                <a:gd name="adj" fmla="val 15000"/>
              </a:avLst>
            </a:prstGeom>
            <a:solidFill>
              <a:schemeClr val="bg2">
                <a:alpha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189">
                <a:defRPr/>
              </a:pPr>
              <a:endParaRPr lang="zh-CN" altLang="en-US" dirty="0">
                <a:solidFill>
                  <a:srgbClr val="FFFFFF"/>
                </a:solidFill>
                <a:latin typeface="OPPOSans R"/>
                <a:ea typeface="OPPOSans R"/>
              </a:endParaRPr>
            </a:p>
          </p:txBody>
        </p:sp>
        <p:pic>
          <p:nvPicPr>
            <p:cNvPr id="125" name="!! 信号">
              <a:extLst>
                <a:ext uri="{FF2B5EF4-FFF2-40B4-BE49-F238E27FC236}">
                  <a16:creationId xmlns:a16="http://schemas.microsoft.com/office/drawing/2014/main" id="{D61DBB23-F55A-83D8-D432-AC96577931F8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7638254" y="5893986"/>
              <a:ext cx="221460" cy="221458"/>
            </a:xfrm>
            <a:prstGeom prst="rect">
              <a:avLst/>
            </a:prstGeom>
          </p:spPr>
        </p:pic>
        <p:sp>
          <p:nvSpPr>
            <p:cNvPr id="126" name="!! 运营商">
              <a:extLst>
                <a:ext uri="{FF2B5EF4-FFF2-40B4-BE49-F238E27FC236}">
                  <a16:creationId xmlns:a16="http://schemas.microsoft.com/office/drawing/2014/main" id="{E44C7975-5ADF-3F1D-2F63-E27CC3C61982}"/>
                </a:ext>
              </a:extLst>
            </p:cNvPr>
            <p:cNvSpPr txBox="1"/>
            <p:nvPr/>
          </p:nvSpPr>
          <p:spPr>
            <a:xfrm>
              <a:off x="7813676" y="5913455"/>
              <a:ext cx="1114424" cy="2830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457189">
                <a:defRPr/>
              </a:pPr>
              <a:r>
                <a:rPr lang="en-US" altLang="zh-CN" sz="900" dirty="0">
                  <a:solidFill>
                    <a:srgbClr val="181818"/>
                  </a:solidFill>
                  <a:latin typeface="OPPOSans M"/>
                  <a:ea typeface="OPPOSans M"/>
                </a:rPr>
                <a:t>Virtual Net</a:t>
              </a:r>
              <a:endParaRPr lang="zh-CN" altLang="en-US" sz="900" dirty="0">
                <a:solidFill>
                  <a:srgbClr val="181818"/>
                </a:solidFill>
                <a:latin typeface="OPPOSans M"/>
                <a:ea typeface="OPPOSans M"/>
              </a:endParaRPr>
            </a:p>
          </p:txBody>
        </p:sp>
        <p:pic>
          <p:nvPicPr>
            <p:cNvPr id="127" name="!! 通知">
              <a:extLst>
                <a:ext uri="{FF2B5EF4-FFF2-40B4-BE49-F238E27FC236}">
                  <a16:creationId xmlns:a16="http://schemas.microsoft.com/office/drawing/2014/main" id="{A83E0760-0795-9EDE-9384-76AEF9D87189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9287931" y="5948436"/>
              <a:ext cx="152400" cy="152400"/>
            </a:xfrm>
            <a:prstGeom prst="rect">
              <a:avLst/>
            </a:prstGeom>
          </p:spPr>
        </p:pic>
        <p:pic>
          <p:nvPicPr>
            <p:cNvPr id="128" name="!! 电池">
              <a:extLst>
                <a:ext uri="{FF2B5EF4-FFF2-40B4-BE49-F238E27FC236}">
                  <a16:creationId xmlns:a16="http://schemas.microsoft.com/office/drawing/2014/main" id="{040EFF21-CFAD-A326-9F8C-508241FBABB7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7637460" y="6171965"/>
              <a:ext cx="191558" cy="191558"/>
            </a:xfrm>
            <a:prstGeom prst="rect">
              <a:avLst/>
            </a:prstGeom>
          </p:spPr>
        </p:pic>
        <p:sp>
          <p:nvSpPr>
            <p:cNvPr id="129" name="!! 时间">
              <a:extLst>
                <a:ext uri="{FF2B5EF4-FFF2-40B4-BE49-F238E27FC236}">
                  <a16:creationId xmlns:a16="http://schemas.microsoft.com/office/drawing/2014/main" id="{5FF7CB1F-74B0-BC2B-0B55-9DF33BEEC6BD}"/>
                </a:ext>
              </a:extLst>
            </p:cNvPr>
            <p:cNvSpPr txBox="1"/>
            <p:nvPr/>
          </p:nvSpPr>
          <p:spPr>
            <a:xfrm>
              <a:off x="8982607" y="6148520"/>
              <a:ext cx="773641" cy="3114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defTabSz="457189">
                <a:defRPr/>
              </a:pPr>
              <a:r>
                <a:rPr lang="en-US" altLang="zh-CN" sz="1051" dirty="0">
                  <a:solidFill>
                    <a:srgbClr val="181818"/>
                  </a:solidFill>
                  <a:latin typeface="OPPOSans R"/>
                  <a:ea typeface="OPPOSans R"/>
                </a:rPr>
                <a:t>16:34</a:t>
              </a:r>
              <a:endParaRPr lang="zh-CN" altLang="en-US" sz="1051" dirty="0">
                <a:solidFill>
                  <a:srgbClr val="181818"/>
                </a:solidFill>
                <a:latin typeface="OPPOSans R"/>
                <a:ea typeface="OPPOSans R"/>
              </a:endParaRPr>
            </a:p>
          </p:txBody>
        </p:sp>
        <p:sp>
          <p:nvSpPr>
            <p:cNvPr id="130" name="!! AC">
              <a:extLst>
                <a:ext uri="{FF2B5EF4-FFF2-40B4-BE49-F238E27FC236}">
                  <a16:creationId xmlns:a16="http://schemas.microsoft.com/office/drawing/2014/main" id="{0B08E0D2-BA0B-0D20-DFB7-D280D0324F2A}"/>
                </a:ext>
              </a:extLst>
            </p:cNvPr>
            <p:cNvSpPr txBox="1"/>
            <p:nvPr/>
          </p:nvSpPr>
          <p:spPr>
            <a:xfrm>
              <a:off x="7766842" y="6152328"/>
              <a:ext cx="434183" cy="2830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457189">
                <a:defRPr/>
              </a:pPr>
              <a:r>
                <a:rPr lang="en-US" altLang="zh-CN" sz="900" dirty="0">
                  <a:solidFill>
                    <a:srgbClr val="181818"/>
                  </a:solidFill>
                  <a:latin typeface="OPPOSans R"/>
                  <a:ea typeface="OPPOSans R"/>
                </a:rPr>
                <a:t>49%</a:t>
              </a:r>
              <a:endParaRPr lang="zh-CN" altLang="en-US" sz="900" dirty="0">
                <a:solidFill>
                  <a:srgbClr val="181818"/>
                </a:solidFill>
                <a:latin typeface="OPPOSans R"/>
                <a:ea typeface="OPPOSans R"/>
              </a:endParaRPr>
            </a:p>
          </p:txBody>
        </p:sp>
        <p:pic>
          <p:nvPicPr>
            <p:cNvPr id="131" name="!! 声音">
              <a:extLst>
                <a:ext uri="{FF2B5EF4-FFF2-40B4-BE49-F238E27FC236}">
                  <a16:creationId xmlns:a16="http://schemas.microsoft.com/office/drawing/2014/main" id="{66A362C5-406E-D87E-A16D-F9B73BE87B78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9048732" y="5934670"/>
              <a:ext cx="179932" cy="179932"/>
            </a:xfrm>
            <a:prstGeom prst="rect">
              <a:avLst/>
            </a:prstGeom>
          </p:spPr>
        </p:pic>
        <p:pic>
          <p:nvPicPr>
            <p:cNvPr id="132" name="!! 电源">
              <a:hlinkClick r:id="rId17" action="ppaction://hlinksldjump"/>
              <a:extLst>
                <a:ext uri="{FF2B5EF4-FFF2-40B4-BE49-F238E27FC236}">
                  <a16:creationId xmlns:a16="http://schemas.microsoft.com/office/drawing/2014/main" id="{417905F0-FE9D-D283-391D-D507DAB6F431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9489000" y="5925331"/>
              <a:ext cx="208372" cy="208370"/>
            </a:xfrm>
            <a:prstGeom prst="rect">
              <a:avLst/>
            </a:prstGeom>
          </p:spPr>
        </p:pic>
      </p:grpSp>
      <p:sp>
        <p:nvSpPr>
          <p:cNvPr id="133" name="!! 小白条">
            <a:hlinkClick r:id="rId3" action="ppaction://hlinksldjump"/>
            <a:extLst>
              <a:ext uri="{FF2B5EF4-FFF2-40B4-BE49-F238E27FC236}">
                <a16:creationId xmlns:a16="http://schemas.microsoft.com/office/drawing/2014/main" id="{F02CE54C-F568-2E3D-3800-7241A2E4B012}"/>
              </a:ext>
            </a:extLst>
          </p:cNvPr>
          <p:cNvSpPr/>
          <p:nvPr/>
        </p:nvSpPr>
        <p:spPr>
          <a:xfrm>
            <a:off x="5177623" y="6706376"/>
            <a:ext cx="1836752" cy="45719"/>
          </a:xfrm>
          <a:prstGeom prst="roundRect">
            <a:avLst>
              <a:gd name="adj" fmla="val 50000"/>
            </a:avLst>
          </a:prstGeom>
          <a:solidFill>
            <a:schemeClr val="tx1">
              <a:alpha val="90000"/>
            </a:schemeClr>
          </a:solidFill>
          <a:ln>
            <a:noFill/>
          </a:ln>
          <a:effectLst>
            <a:outerShdw blurRad="1016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>
              <a:defRPr/>
            </a:pPr>
            <a:endParaRPr lang="zh-CN" altLang="en-US">
              <a:solidFill>
                <a:srgbClr val="F5F5F5"/>
              </a:solidFill>
              <a:latin typeface="vivo Sans"/>
              <a:ea typeface="vivo Sans"/>
            </a:endParaRPr>
          </a:p>
        </p:txBody>
      </p:sp>
      <p:grpSp>
        <p:nvGrpSpPr>
          <p:cNvPr id="134" name="返回">
            <a:extLst>
              <a:ext uri="{FF2B5EF4-FFF2-40B4-BE49-F238E27FC236}">
                <a16:creationId xmlns:a16="http://schemas.microsoft.com/office/drawing/2014/main" id="{5DAD7109-1355-4DB6-3964-A6BA573AE6CD}"/>
              </a:ext>
            </a:extLst>
          </p:cNvPr>
          <p:cNvGrpSpPr/>
          <p:nvPr/>
        </p:nvGrpSpPr>
        <p:grpSpPr>
          <a:xfrm>
            <a:off x="4133691" y="519573"/>
            <a:ext cx="2667863" cy="369332"/>
            <a:chOff x="4133687" y="519573"/>
            <a:chExt cx="2667863" cy="369331"/>
          </a:xfrm>
        </p:grpSpPr>
        <p:sp>
          <p:nvSpPr>
            <p:cNvPr id="135" name="!! 副标题">
              <a:hlinkClick r:id="rId20" action="ppaction://hlinksldjump"/>
              <a:extLst>
                <a:ext uri="{FF2B5EF4-FFF2-40B4-BE49-F238E27FC236}">
                  <a16:creationId xmlns:a16="http://schemas.microsoft.com/office/drawing/2014/main" id="{86BDC712-5D8F-3540-6D9D-598DAC723702}"/>
                </a:ext>
              </a:extLst>
            </p:cNvPr>
            <p:cNvSpPr txBox="1"/>
            <p:nvPr/>
          </p:nvSpPr>
          <p:spPr>
            <a:xfrm>
              <a:off x="4393644" y="519573"/>
              <a:ext cx="2407906" cy="369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914377">
                <a:defRPr/>
              </a:pPr>
              <a:r>
                <a:rPr lang="zh-CN" altLang="en-US" dirty="0">
                  <a:solidFill>
                    <a:srgbClr val="181818"/>
                  </a:solidFill>
                  <a:latin typeface="vivo Sans"/>
                  <a:ea typeface="vivo Sans"/>
                </a:rPr>
                <a:t>应用与模块</a:t>
              </a:r>
            </a:p>
          </p:txBody>
        </p:sp>
        <p:pic>
          <p:nvPicPr>
            <p:cNvPr id="136" name="图形 135">
              <a:hlinkClick r:id="rId20" action="ppaction://hlinksldjump"/>
              <a:extLst>
                <a:ext uri="{FF2B5EF4-FFF2-40B4-BE49-F238E27FC236}">
                  <a16:creationId xmlns:a16="http://schemas.microsoft.com/office/drawing/2014/main" id="{344FEA32-7C84-0D50-13FB-2BAD2E67915E}"/>
                </a:ext>
              </a:extLst>
            </p:cNvPr>
            <p:cNvPicPr/>
            <p:nvPr/>
          </p:nvPicPr>
          <p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p:blipFill>
          <p:spPr>
            <a:xfrm>
              <a:off x="4133687" y="584302"/>
              <a:ext cx="241776" cy="241776"/>
            </a:xfrm>
            <a:prstGeom prst="rect">
              <a:avLst/>
            </a:prstGeom>
          </p:spPr>
        </p:pic>
      </p:grpSp>
      <p:grpSp>
        <p:nvGrpSpPr>
          <p:cNvPr id="137" name="!! 网1按钮属性">
            <a:extLst>
              <a:ext uri="{FF2B5EF4-FFF2-40B4-BE49-F238E27FC236}">
                <a16:creationId xmlns:a16="http://schemas.microsoft.com/office/drawing/2014/main" id="{7E4FF027-32FA-9717-C909-C4E84D17CA17}"/>
              </a:ext>
            </a:extLst>
          </p:cNvPr>
          <p:cNvGrpSpPr/>
          <p:nvPr/>
        </p:nvGrpSpPr>
        <p:grpSpPr>
          <a:xfrm>
            <a:off x="4178597" y="1098378"/>
            <a:ext cx="7429351" cy="545100"/>
            <a:chOff x="3640667" y="2582968"/>
            <a:chExt cx="4910666" cy="545100"/>
          </a:xfrm>
        </p:grpSpPr>
        <p:sp>
          <p:nvSpPr>
            <p:cNvPr id="138" name="按钮">
              <a:hlinkClick r:id="rId23" action="ppaction://hlinksldjump"/>
              <a:extLst>
                <a:ext uri="{FF2B5EF4-FFF2-40B4-BE49-F238E27FC236}">
                  <a16:creationId xmlns:a16="http://schemas.microsoft.com/office/drawing/2014/main" id="{65545C88-9FD0-B2BE-8F68-EBC360F6DC46}"/>
                </a:ext>
              </a:extLst>
            </p:cNvPr>
            <p:cNvSpPr/>
            <p:nvPr/>
          </p:nvSpPr>
          <p:spPr>
            <a:xfrm>
              <a:off x="3640667" y="2582968"/>
              <a:ext cx="4910666" cy="545100"/>
            </a:xfrm>
            <a:prstGeom prst="roundRect">
              <a:avLst>
                <a:gd name="adj" fmla="val 14376"/>
              </a:avLst>
            </a:prstGeom>
            <a:solidFill>
              <a:schemeClr val="bg2"/>
            </a:solidFill>
            <a:ln w="3175">
              <a:solidFill>
                <a:schemeClr val="bg1">
                  <a:lumMod val="90000"/>
                </a:schemeClr>
              </a:solidFill>
            </a:ln>
            <a:effectLst>
              <a:outerShdw blurRad="190500" algn="ctr" rotWithShape="0">
                <a:prstClr val="black">
                  <a:alpha val="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07997" defTabSz="914377">
                <a:defRPr/>
              </a:pPr>
              <a:r>
                <a:rPr lang="zh-CN" altLang="en-US" sz="1400" dirty="0">
                  <a:solidFill>
                    <a:srgbClr val="181818"/>
                  </a:solidFill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已安装应用</a:t>
              </a:r>
            </a:p>
          </p:txBody>
        </p:sp>
        <p:pic>
          <p:nvPicPr>
            <p:cNvPr id="139" name="图形 138">
              <a:extLst>
                <a:ext uri="{FF2B5EF4-FFF2-40B4-BE49-F238E27FC236}">
                  <a16:creationId xmlns:a16="http://schemas.microsoft.com/office/drawing/2014/main" id="{56B2BF4B-C96A-C816-7AB4-8DECDBB73DCB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/>
            </a:stretch>
          </p:blipFill>
          <p:spPr>
            <a:xfrm>
              <a:off x="8297292" y="2779318"/>
              <a:ext cx="112234" cy="152400"/>
            </a:xfrm>
            <a:prstGeom prst="rect">
              <a:avLst/>
            </a:prstGeom>
          </p:spPr>
        </p:pic>
      </p:grpSp>
      <p:grpSp>
        <p:nvGrpSpPr>
          <p:cNvPr id="140" name="!! 网1按钮属性">
            <a:extLst>
              <a:ext uri="{FF2B5EF4-FFF2-40B4-BE49-F238E27FC236}">
                <a16:creationId xmlns:a16="http://schemas.microsoft.com/office/drawing/2014/main" id="{50B0F5D3-D1EA-700C-3AB4-4F36CD6E01CA}"/>
              </a:ext>
            </a:extLst>
          </p:cNvPr>
          <p:cNvGrpSpPr/>
          <p:nvPr/>
        </p:nvGrpSpPr>
        <p:grpSpPr>
          <a:xfrm>
            <a:off x="4178597" y="1762269"/>
            <a:ext cx="7429351" cy="545100"/>
            <a:chOff x="3640667" y="2582968"/>
            <a:chExt cx="4910666" cy="545100"/>
          </a:xfrm>
        </p:grpSpPr>
        <p:sp>
          <p:nvSpPr>
            <p:cNvPr id="141" name="按钮">
              <a:hlinkClick r:id="rId23" action="ppaction://hlinksldjump"/>
              <a:extLst>
                <a:ext uri="{FF2B5EF4-FFF2-40B4-BE49-F238E27FC236}">
                  <a16:creationId xmlns:a16="http://schemas.microsoft.com/office/drawing/2014/main" id="{F5D0C2A0-0D12-82AF-9B95-A8667F292848}"/>
                </a:ext>
              </a:extLst>
            </p:cNvPr>
            <p:cNvSpPr/>
            <p:nvPr/>
          </p:nvSpPr>
          <p:spPr>
            <a:xfrm>
              <a:off x="3640667" y="2582968"/>
              <a:ext cx="4910666" cy="545100"/>
            </a:xfrm>
            <a:prstGeom prst="roundRect">
              <a:avLst>
                <a:gd name="adj" fmla="val 14376"/>
              </a:avLst>
            </a:prstGeom>
            <a:solidFill>
              <a:schemeClr val="bg2"/>
            </a:solidFill>
            <a:ln w="3175">
              <a:solidFill>
                <a:schemeClr val="bg1">
                  <a:lumMod val="90000"/>
                </a:schemeClr>
              </a:solidFill>
            </a:ln>
            <a:effectLst>
              <a:outerShdw blurRad="190500" algn="ctr" rotWithShape="0">
                <a:prstClr val="black">
                  <a:alpha val="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07997" defTabSz="914377">
                <a:defRPr/>
              </a:pPr>
              <a:r>
                <a:rPr lang="zh-CN" altLang="en-US" sz="1400" dirty="0">
                  <a:solidFill>
                    <a:srgbClr val="181818"/>
                  </a:solidFill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系统应用</a:t>
              </a:r>
            </a:p>
          </p:txBody>
        </p:sp>
        <p:pic>
          <p:nvPicPr>
            <p:cNvPr id="142" name="图形 141">
              <a:extLst>
                <a:ext uri="{FF2B5EF4-FFF2-40B4-BE49-F238E27FC236}">
                  <a16:creationId xmlns:a16="http://schemas.microsoft.com/office/drawing/2014/main" id="{54453264-2200-6CAD-8D4E-4E0C1E269C31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/>
            </a:stretch>
          </p:blipFill>
          <p:spPr>
            <a:xfrm>
              <a:off x="8297292" y="2779318"/>
              <a:ext cx="112234" cy="152400"/>
            </a:xfrm>
            <a:prstGeom prst="rect">
              <a:avLst/>
            </a:prstGeom>
          </p:spPr>
        </p:pic>
      </p:grpSp>
      <p:sp>
        <p:nvSpPr>
          <p:cNvPr id="143" name="文本框 142">
            <a:extLst>
              <a:ext uri="{FF2B5EF4-FFF2-40B4-BE49-F238E27FC236}">
                <a16:creationId xmlns:a16="http://schemas.microsoft.com/office/drawing/2014/main" id="{EDF14C89-EEA2-180A-0AA6-1F53DD4E34AC}"/>
              </a:ext>
            </a:extLst>
          </p:cNvPr>
          <p:cNvSpPr txBox="1"/>
          <p:nvPr/>
        </p:nvSpPr>
        <p:spPr>
          <a:xfrm>
            <a:off x="4178597" y="2417916"/>
            <a:ext cx="2775099" cy="2540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377">
              <a:defRPr/>
            </a:pPr>
            <a:r>
              <a:rPr lang="zh-CN" altLang="en-US" sz="1051" dirty="0">
                <a:solidFill>
                  <a:srgbClr val="F5F5F5">
                    <a:lumMod val="50000"/>
                  </a:srgbClr>
                </a:solidFill>
                <a:latin typeface="vivo Sans"/>
                <a:ea typeface="vivo Sans"/>
              </a:rPr>
              <a:t>模块未激活。</a:t>
            </a:r>
            <a:endParaRPr lang="en-US" altLang="zh-CN" sz="1051" dirty="0">
              <a:solidFill>
                <a:srgbClr val="F5F5F5">
                  <a:lumMod val="50000"/>
                </a:srgbClr>
              </a:solidFill>
              <a:latin typeface="vivo Sans"/>
              <a:ea typeface="vivo Sans"/>
            </a:endParaRPr>
          </a:p>
        </p:txBody>
      </p:sp>
      <p:grpSp>
        <p:nvGrpSpPr>
          <p:cNvPr id="144" name="!! 显示">
            <a:extLst>
              <a:ext uri="{FF2B5EF4-FFF2-40B4-BE49-F238E27FC236}">
                <a16:creationId xmlns:a16="http://schemas.microsoft.com/office/drawing/2014/main" id="{18FEE75C-ADEC-F27A-254E-603961EA285D}"/>
              </a:ext>
            </a:extLst>
          </p:cNvPr>
          <p:cNvGrpSpPr/>
          <p:nvPr/>
        </p:nvGrpSpPr>
        <p:grpSpPr>
          <a:xfrm>
            <a:off x="470871" y="3706575"/>
            <a:ext cx="2552892" cy="457924"/>
            <a:chOff x="462453" y="2623554"/>
            <a:chExt cx="2552892" cy="457924"/>
          </a:xfrm>
        </p:grpSpPr>
        <p:sp>
          <p:nvSpPr>
            <p:cNvPr id="145" name="!! 未选中">
              <a:hlinkClick r:id="rId26" action="ppaction://hlinksldjump"/>
              <a:extLst>
                <a:ext uri="{FF2B5EF4-FFF2-40B4-BE49-F238E27FC236}">
                  <a16:creationId xmlns:a16="http://schemas.microsoft.com/office/drawing/2014/main" id="{7AB9C03D-EAFB-8180-FBF5-4ACD1FA8A653}"/>
                </a:ext>
              </a:extLst>
            </p:cNvPr>
            <p:cNvSpPr/>
            <p:nvPr/>
          </p:nvSpPr>
          <p:spPr>
            <a:xfrm>
              <a:off x="462453" y="2623554"/>
              <a:ext cx="2552892" cy="457924"/>
            </a:xfrm>
            <a:prstGeom prst="roundRect">
              <a:avLst>
                <a:gd name="adj" fmla="val 22880"/>
              </a:avLst>
            </a:prstGeom>
            <a:solidFill>
              <a:schemeClr val="bg2"/>
            </a:solidFill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1998" defTabSz="914377">
                <a:defRPr/>
              </a:pPr>
              <a:r>
                <a:rPr lang="zh-CN" altLang="en-US" sz="1400" dirty="0">
                  <a:solidFill>
                    <a:schemeClr val="tx1">
                      <a:lumMod val="90000"/>
                      <a:lumOff val="10000"/>
                    </a:schemeClr>
                  </a:solidFill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      显示</a:t>
              </a:r>
            </a:p>
          </p:txBody>
        </p:sp>
        <p:grpSp>
          <p:nvGrpSpPr>
            <p:cNvPr id="146" name="组合 145">
              <a:extLst>
                <a:ext uri="{FF2B5EF4-FFF2-40B4-BE49-F238E27FC236}">
                  <a16:creationId xmlns:a16="http://schemas.microsoft.com/office/drawing/2014/main" id="{8A0CDCF5-024F-4F55-43E0-1CD06FD6B886}"/>
                </a:ext>
              </a:extLst>
            </p:cNvPr>
            <p:cNvGrpSpPr/>
            <p:nvPr/>
          </p:nvGrpSpPr>
          <p:grpSpPr>
            <a:xfrm>
              <a:off x="600851" y="2735577"/>
              <a:ext cx="245090" cy="245090"/>
              <a:chOff x="3449581" y="2374787"/>
              <a:chExt cx="263638" cy="263638"/>
            </a:xfrm>
          </p:grpSpPr>
          <p:sp>
            <p:nvSpPr>
              <p:cNvPr id="147" name="椭圆 146">
                <a:extLst>
                  <a:ext uri="{FF2B5EF4-FFF2-40B4-BE49-F238E27FC236}">
                    <a16:creationId xmlns:a16="http://schemas.microsoft.com/office/drawing/2014/main" id="{EB057A9B-50E2-01CF-8A63-57F1C2273192}"/>
                  </a:ext>
                </a:extLst>
              </p:cNvPr>
              <p:cNvSpPr/>
              <p:nvPr/>
            </p:nvSpPr>
            <p:spPr>
              <a:xfrm>
                <a:off x="3449581" y="2374787"/>
                <a:ext cx="263638" cy="263638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148" name="icon">
                <a:extLst>
                  <a:ext uri="{FF2B5EF4-FFF2-40B4-BE49-F238E27FC236}">
                    <a16:creationId xmlns:a16="http://schemas.microsoft.com/office/drawing/2014/main" id="{46C23938-DC5F-C047-AC25-E2F12277054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7">
                <a:extLst>
                  <a:ext uri="{96DAC541-7B7A-43D3-8B79-37D633B846F1}">
                    <asvg:svgBlip xmlns:asvg="http://schemas.microsoft.com/office/drawing/2016/SVG/main" r:embed="rId28"/>
                  </a:ext>
                </a:extLst>
              </a:blip>
              <a:srcRect/>
              <a:stretch/>
            </p:blipFill>
            <p:spPr>
              <a:xfrm>
                <a:off x="3513869" y="2435878"/>
                <a:ext cx="143060" cy="143060"/>
              </a:xfrm>
              <a:prstGeom prst="rect">
                <a:avLst/>
              </a:prstGeom>
            </p:spPr>
          </p:pic>
        </p:grpSp>
      </p:grpSp>
      <p:grpSp>
        <p:nvGrpSpPr>
          <p:cNvPr id="149" name="!! App">
            <a:extLst>
              <a:ext uri="{FF2B5EF4-FFF2-40B4-BE49-F238E27FC236}">
                <a16:creationId xmlns:a16="http://schemas.microsoft.com/office/drawing/2014/main" id="{0186DD42-096C-B1C7-F090-66B1B2AE03E9}"/>
              </a:ext>
            </a:extLst>
          </p:cNvPr>
          <p:cNvGrpSpPr/>
          <p:nvPr/>
        </p:nvGrpSpPr>
        <p:grpSpPr>
          <a:xfrm>
            <a:off x="476549" y="2282681"/>
            <a:ext cx="2552892" cy="457924"/>
            <a:chOff x="462453" y="2623554"/>
            <a:chExt cx="2552892" cy="457924"/>
          </a:xfrm>
        </p:grpSpPr>
        <p:sp>
          <p:nvSpPr>
            <p:cNvPr id="150" name="!! 未选中">
              <a:hlinkClick r:id="rId23" action="ppaction://hlinksldjump"/>
              <a:extLst>
                <a:ext uri="{FF2B5EF4-FFF2-40B4-BE49-F238E27FC236}">
                  <a16:creationId xmlns:a16="http://schemas.microsoft.com/office/drawing/2014/main" id="{328B186C-77BA-ACEF-3187-75785781752B}"/>
                </a:ext>
              </a:extLst>
            </p:cNvPr>
            <p:cNvSpPr/>
            <p:nvPr/>
          </p:nvSpPr>
          <p:spPr>
            <a:xfrm>
              <a:off x="462453" y="2623554"/>
              <a:ext cx="2552892" cy="457924"/>
            </a:xfrm>
            <a:prstGeom prst="roundRect">
              <a:avLst>
                <a:gd name="adj" fmla="val 22880"/>
              </a:avLst>
            </a:prstGeom>
            <a:solidFill>
              <a:schemeClr val="tx1">
                <a:lumMod val="10000"/>
                <a:lumOff val="90000"/>
              </a:schemeClr>
            </a:solidFill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1998" defTabSz="914377">
                <a:defRPr/>
              </a:pPr>
              <a:r>
                <a:rPr lang="zh-CN" altLang="en-US" sz="1400" dirty="0">
                  <a:solidFill>
                    <a:schemeClr val="tx1">
                      <a:lumMod val="90000"/>
                      <a:lumOff val="10000"/>
                    </a:schemeClr>
                  </a:solidFill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      应用与模块</a:t>
              </a:r>
            </a:p>
          </p:txBody>
        </p:sp>
        <p:grpSp>
          <p:nvGrpSpPr>
            <p:cNvPr id="151" name="组合 150">
              <a:extLst>
                <a:ext uri="{FF2B5EF4-FFF2-40B4-BE49-F238E27FC236}">
                  <a16:creationId xmlns:a16="http://schemas.microsoft.com/office/drawing/2014/main" id="{E3E95F79-3DBE-1A4D-38C5-1ECEC717D987}"/>
                </a:ext>
              </a:extLst>
            </p:cNvPr>
            <p:cNvGrpSpPr/>
            <p:nvPr/>
          </p:nvGrpSpPr>
          <p:grpSpPr>
            <a:xfrm>
              <a:off x="600851" y="2735577"/>
              <a:ext cx="245090" cy="245090"/>
              <a:chOff x="3449581" y="2374787"/>
              <a:chExt cx="263638" cy="263638"/>
            </a:xfrm>
          </p:grpSpPr>
          <p:sp>
            <p:nvSpPr>
              <p:cNvPr id="152" name="椭圆 151">
                <a:extLst>
                  <a:ext uri="{FF2B5EF4-FFF2-40B4-BE49-F238E27FC236}">
                    <a16:creationId xmlns:a16="http://schemas.microsoft.com/office/drawing/2014/main" id="{0F7B90EC-5E9A-3E84-BDD6-722D8F20AF2F}"/>
                  </a:ext>
                </a:extLst>
              </p:cNvPr>
              <p:cNvSpPr/>
              <p:nvPr/>
            </p:nvSpPr>
            <p:spPr>
              <a:xfrm>
                <a:off x="3449581" y="2374787"/>
                <a:ext cx="263638" cy="263638"/>
              </a:xfrm>
              <a:prstGeom prst="ellipse">
                <a:avLst/>
              </a:prstGeom>
              <a:solidFill>
                <a:schemeClr val="accent3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153" name="icon">
                <a:extLst>
                  <a:ext uri="{FF2B5EF4-FFF2-40B4-BE49-F238E27FC236}">
                    <a16:creationId xmlns:a16="http://schemas.microsoft.com/office/drawing/2014/main" id="{A13D0DE8-41E5-76F0-2B94-B3DCE485268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9">
                <a:extLst>
                  <a:ext uri="{96DAC541-7B7A-43D3-8B79-37D633B846F1}">
                    <asvg:svgBlip xmlns:asvg="http://schemas.microsoft.com/office/drawing/2016/SVG/main" r:embed="rId30"/>
                  </a:ext>
                </a:extLst>
              </a:blip>
              <a:srcRect/>
              <a:stretch/>
            </p:blipFill>
            <p:spPr>
              <a:xfrm>
                <a:off x="3513869" y="2435878"/>
                <a:ext cx="143060" cy="143060"/>
              </a:xfrm>
              <a:prstGeom prst="rect">
                <a:avLst/>
              </a:prstGeom>
            </p:spPr>
          </p:pic>
        </p:grpSp>
      </p:grpSp>
      <p:grpSp>
        <p:nvGrpSpPr>
          <p:cNvPr id="154" name="!! 电池">
            <a:extLst>
              <a:ext uri="{FF2B5EF4-FFF2-40B4-BE49-F238E27FC236}">
                <a16:creationId xmlns:a16="http://schemas.microsoft.com/office/drawing/2014/main" id="{9A1FB5A4-1383-95F0-644E-FC6DC75194D1}"/>
              </a:ext>
            </a:extLst>
          </p:cNvPr>
          <p:cNvGrpSpPr/>
          <p:nvPr/>
        </p:nvGrpSpPr>
        <p:grpSpPr>
          <a:xfrm>
            <a:off x="470871" y="2852627"/>
            <a:ext cx="2552892" cy="457924"/>
            <a:chOff x="462453" y="2623554"/>
            <a:chExt cx="2552892" cy="457924"/>
          </a:xfrm>
        </p:grpSpPr>
        <p:sp>
          <p:nvSpPr>
            <p:cNvPr id="155" name="!! 未选中">
              <a:hlinkClick r:id="rId31" action="ppaction://hlinksldjump"/>
              <a:extLst>
                <a:ext uri="{FF2B5EF4-FFF2-40B4-BE49-F238E27FC236}">
                  <a16:creationId xmlns:a16="http://schemas.microsoft.com/office/drawing/2014/main" id="{F469D6F6-F106-19CD-A640-03AABC3D33CF}"/>
                </a:ext>
              </a:extLst>
            </p:cNvPr>
            <p:cNvSpPr/>
            <p:nvPr/>
          </p:nvSpPr>
          <p:spPr>
            <a:xfrm>
              <a:off x="462453" y="2623554"/>
              <a:ext cx="2552892" cy="457924"/>
            </a:xfrm>
            <a:prstGeom prst="roundRect">
              <a:avLst>
                <a:gd name="adj" fmla="val 22880"/>
              </a:avLst>
            </a:prstGeom>
            <a:solidFill>
              <a:schemeClr val="bg2"/>
            </a:solidFill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1998" defTabSz="914377">
                <a:defRPr/>
              </a:pPr>
              <a:r>
                <a:rPr lang="zh-CN" altLang="en-US" sz="1400" dirty="0">
                  <a:solidFill>
                    <a:schemeClr val="tx1">
                      <a:lumMod val="90000"/>
                      <a:lumOff val="10000"/>
                    </a:schemeClr>
                  </a:solidFill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      电池</a:t>
              </a:r>
            </a:p>
          </p:txBody>
        </p:sp>
        <p:grpSp>
          <p:nvGrpSpPr>
            <p:cNvPr id="156" name="组合 155">
              <a:extLst>
                <a:ext uri="{FF2B5EF4-FFF2-40B4-BE49-F238E27FC236}">
                  <a16:creationId xmlns:a16="http://schemas.microsoft.com/office/drawing/2014/main" id="{905639ED-DF32-1959-9DAD-10385B8152EF}"/>
                </a:ext>
              </a:extLst>
            </p:cNvPr>
            <p:cNvGrpSpPr/>
            <p:nvPr/>
          </p:nvGrpSpPr>
          <p:grpSpPr>
            <a:xfrm>
              <a:off x="600851" y="2735577"/>
              <a:ext cx="245090" cy="245090"/>
              <a:chOff x="3449581" y="2374787"/>
              <a:chExt cx="263638" cy="263638"/>
            </a:xfrm>
          </p:grpSpPr>
          <p:sp>
            <p:nvSpPr>
              <p:cNvPr id="157" name="椭圆 156">
                <a:extLst>
                  <a:ext uri="{FF2B5EF4-FFF2-40B4-BE49-F238E27FC236}">
                    <a16:creationId xmlns:a16="http://schemas.microsoft.com/office/drawing/2014/main" id="{1AA9EA5B-6851-9195-8893-21A8C51F1391}"/>
                  </a:ext>
                </a:extLst>
              </p:cNvPr>
              <p:cNvSpPr/>
              <p:nvPr/>
            </p:nvSpPr>
            <p:spPr>
              <a:xfrm>
                <a:off x="3449581" y="2374787"/>
                <a:ext cx="263638" cy="263638"/>
              </a:xfrm>
              <a:prstGeom prst="ellipse">
                <a:avLst/>
              </a:prstGeom>
              <a:solidFill>
                <a:srgbClr val="3ADE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158" name="icon">
                <a:extLst>
                  <a:ext uri="{FF2B5EF4-FFF2-40B4-BE49-F238E27FC236}">
                    <a16:creationId xmlns:a16="http://schemas.microsoft.com/office/drawing/2014/main" id="{8795694E-2101-635F-C3ED-CB186888E6A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2">
                <a:extLst>
                  <a:ext uri="{96DAC541-7B7A-43D3-8B79-37D633B846F1}">
                    <asvg:svgBlip xmlns:asvg="http://schemas.microsoft.com/office/drawing/2016/SVG/main" r:embed="rId33"/>
                  </a:ext>
                </a:extLst>
              </a:blip>
              <a:srcRect/>
              <a:stretch/>
            </p:blipFill>
            <p:spPr>
              <a:xfrm>
                <a:off x="3513869" y="2435878"/>
                <a:ext cx="143060" cy="143060"/>
              </a:xfrm>
              <a:prstGeom prst="rect">
                <a:avLst/>
              </a:prstGeom>
            </p:spPr>
          </p:pic>
        </p:grpSp>
      </p:grpSp>
      <p:sp>
        <p:nvSpPr>
          <p:cNvPr id="159" name="!! 个性化">
            <a:extLst>
              <a:ext uri="{FF2B5EF4-FFF2-40B4-BE49-F238E27FC236}">
                <a16:creationId xmlns:a16="http://schemas.microsoft.com/office/drawing/2014/main" id="{EC32851C-04E6-CA3D-3A8F-0B5000E8B29F}"/>
              </a:ext>
            </a:extLst>
          </p:cNvPr>
          <p:cNvSpPr txBox="1"/>
          <p:nvPr/>
        </p:nvSpPr>
        <p:spPr>
          <a:xfrm>
            <a:off x="470872" y="3444966"/>
            <a:ext cx="11113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dirty="0">
                <a:solidFill>
                  <a:schemeClr val="bg1">
                    <a:lumMod val="50000"/>
                  </a:schemeClr>
                </a:solidFill>
              </a:rPr>
              <a:t>个性化</a:t>
            </a:r>
          </a:p>
        </p:txBody>
      </p:sp>
      <p:sp>
        <p:nvSpPr>
          <p:cNvPr id="160" name="文本框 159">
            <a:extLst>
              <a:ext uri="{FF2B5EF4-FFF2-40B4-BE49-F238E27FC236}">
                <a16:creationId xmlns:a16="http://schemas.microsoft.com/office/drawing/2014/main" id="{9CFA1F68-8FDD-8E95-AF61-523FA05A0FED}"/>
              </a:ext>
            </a:extLst>
          </p:cNvPr>
          <p:cNvSpPr txBox="1"/>
          <p:nvPr/>
        </p:nvSpPr>
        <p:spPr>
          <a:xfrm>
            <a:off x="462454" y="2020809"/>
            <a:ext cx="11113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dirty="0">
                <a:solidFill>
                  <a:schemeClr val="bg1">
                    <a:lumMod val="50000"/>
                  </a:schemeClr>
                </a:solidFill>
              </a:rPr>
              <a:t>网络与连接</a:t>
            </a:r>
          </a:p>
        </p:txBody>
      </p:sp>
      <p:sp>
        <p:nvSpPr>
          <p:cNvPr id="161" name="文本框 160">
            <a:extLst>
              <a:ext uri="{FF2B5EF4-FFF2-40B4-BE49-F238E27FC236}">
                <a16:creationId xmlns:a16="http://schemas.microsoft.com/office/drawing/2014/main" id="{08EC5E7B-A570-5C21-83E7-CE8D83774C80}"/>
              </a:ext>
            </a:extLst>
          </p:cNvPr>
          <p:cNvSpPr txBox="1"/>
          <p:nvPr/>
        </p:nvSpPr>
        <p:spPr>
          <a:xfrm>
            <a:off x="462455" y="4033431"/>
            <a:ext cx="11113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dirty="0">
                <a:solidFill>
                  <a:schemeClr val="bg1">
                    <a:lumMod val="50000"/>
                  </a:schemeClr>
                </a:solidFill>
              </a:rPr>
              <a:t>系统与安全</a:t>
            </a:r>
          </a:p>
        </p:txBody>
      </p:sp>
      <p:grpSp>
        <p:nvGrpSpPr>
          <p:cNvPr id="162" name="!! 软件更新">
            <a:extLst>
              <a:ext uri="{FF2B5EF4-FFF2-40B4-BE49-F238E27FC236}">
                <a16:creationId xmlns:a16="http://schemas.microsoft.com/office/drawing/2014/main" id="{DA7E066C-E4A7-D0E4-7389-DA087C3194E4}"/>
              </a:ext>
            </a:extLst>
          </p:cNvPr>
          <p:cNvGrpSpPr/>
          <p:nvPr/>
        </p:nvGrpSpPr>
        <p:grpSpPr>
          <a:xfrm>
            <a:off x="462455" y="4299750"/>
            <a:ext cx="2552892" cy="457924"/>
            <a:chOff x="481145" y="1890767"/>
            <a:chExt cx="2552892" cy="457924"/>
          </a:xfrm>
        </p:grpSpPr>
        <p:sp>
          <p:nvSpPr>
            <p:cNvPr id="163" name="!! 未选中">
              <a:hlinkClick r:id="rId34" action="ppaction://hlinksldjump"/>
              <a:extLst>
                <a:ext uri="{FF2B5EF4-FFF2-40B4-BE49-F238E27FC236}">
                  <a16:creationId xmlns:a16="http://schemas.microsoft.com/office/drawing/2014/main" id="{33F592FA-3F5F-8073-D083-4846B747BB8F}"/>
                </a:ext>
              </a:extLst>
            </p:cNvPr>
            <p:cNvSpPr/>
            <p:nvPr/>
          </p:nvSpPr>
          <p:spPr>
            <a:xfrm>
              <a:off x="481145" y="1890767"/>
              <a:ext cx="2552892" cy="457924"/>
            </a:xfrm>
            <a:prstGeom prst="roundRect">
              <a:avLst>
                <a:gd name="adj" fmla="val 22880"/>
              </a:avLst>
            </a:prstGeom>
            <a:solidFill>
              <a:schemeClr val="bg2"/>
            </a:solidFill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1998" defTabSz="914377">
                <a:defRPr/>
              </a:pPr>
              <a:r>
                <a:rPr lang="zh-CN" altLang="en-US" sz="1400" dirty="0">
                  <a:solidFill>
                    <a:schemeClr val="tx1"/>
                  </a:solidFill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      系统更新</a:t>
              </a:r>
            </a:p>
          </p:txBody>
        </p:sp>
        <p:pic>
          <p:nvPicPr>
            <p:cNvPr id="164" name="icon">
              <a:extLst>
                <a:ext uri="{FF2B5EF4-FFF2-40B4-BE49-F238E27FC236}">
                  <a16:creationId xmlns:a16="http://schemas.microsoft.com/office/drawing/2014/main" id="{67E744BE-70E4-B923-17F8-7A37FBC482B2}"/>
                </a:ext>
              </a:extLst>
            </p:cNvPr>
            <p:cNvPicPr>
              <a:picLocks noChangeAspect="1"/>
            </p:cNvPicPr>
            <p:nvPr/>
          </p:nvPicPr>
          <p:blipFill>
            <a:blip r:embed="rId35">
              <a:extLst>
                <a:ext uri="{96DAC541-7B7A-43D3-8B79-37D633B846F1}">
                  <asvg:svgBlip xmlns:asvg="http://schemas.microsoft.com/office/drawing/2016/SVG/main" r:embed="rId36"/>
                </a:ext>
              </a:extLst>
            </a:blip>
            <a:srcRect/>
            <a:stretch/>
          </p:blipFill>
          <p:spPr>
            <a:xfrm>
              <a:off x="623508" y="2001148"/>
              <a:ext cx="237162" cy="237162"/>
            </a:xfrm>
            <a:prstGeom prst="rect">
              <a:avLst/>
            </a:prstGeom>
          </p:spPr>
        </p:pic>
      </p:grpSp>
      <p:grpSp>
        <p:nvGrpSpPr>
          <p:cNvPr id="165" name="!! 更多连接">
            <a:extLst>
              <a:ext uri="{FF2B5EF4-FFF2-40B4-BE49-F238E27FC236}">
                <a16:creationId xmlns:a16="http://schemas.microsoft.com/office/drawing/2014/main" id="{E6B74210-725C-480A-2743-0A3592FE5DD5}"/>
              </a:ext>
            </a:extLst>
          </p:cNvPr>
          <p:cNvGrpSpPr/>
          <p:nvPr/>
        </p:nvGrpSpPr>
        <p:grpSpPr>
          <a:xfrm>
            <a:off x="462454" y="3410531"/>
            <a:ext cx="2552892" cy="457924"/>
            <a:chOff x="462453" y="2623554"/>
            <a:chExt cx="2552892" cy="457924"/>
          </a:xfrm>
        </p:grpSpPr>
        <p:sp>
          <p:nvSpPr>
            <p:cNvPr id="166" name="!! 未选中">
              <a:hlinkClick r:id="rId37" action="ppaction://hlinksldjump"/>
              <a:extLst>
                <a:ext uri="{FF2B5EF4-FFF2-40B4-BE49-F238E27FC236}">
                  <a16:creationId xmlns:a16="http://schemas.microsoft.com/office/drawing/2014/main" id="{DC322FEB-6CFE-9426-8353-B4B2F2EECCC5}"/>
                </a:ext>
              </a:extLst>
            </p:cNvPr>
            <p:cNvSpPr/>
            <p:nvPr/>
          </p:nvSpPr>
          <p:spPr>
            <a:xfrm>
              <a:off x="462453" y="2623554"/>
              <a:ext cx="2552892" cy="457924"/>
            </a:xfrm>
            <a:prstGeom prst="roundRect">
              <a:avLst>
                <a:gd name="adj" fmla="val 22880"/>
              </a:avLst>
            </a:prstGeom>
            <a:solidFill>
              <a:schemeClr val="bg2"/>
            </a:solidFill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1998" defTabSz="914377">
                <a:defRPr/>
              </a:pPr>
              <a:r>
                <a:rPr lang="zh-CN" altLang="en-US" sz="1400" dirty="0">
                  <a:solidFill>
                    <a:schemeClr val="tx1">
                      <a:lumMod val="90000"/>
                      <a:lumOff val="10000"/>
                    </a:schemeClr>
                  </a:solidFill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      更多连接</a:t>
              </a:r>
            </a:p>
          </p:txBody>
        </p:sp>
        <p:grpSp>
          <p:nvGrpSpPr>
            <p:cNvPr id="167" name="组合 166">
              <a:extLst>
                <a:ext uri="{FF2B5EF4-FFF2-40B4-BE49-F238E27FC236}">
                  <a16:creationId xmlns:a16="http://schemas.microsoft.com/office/drawing/2014/main" id="{77A8DA2F-578A-55DA-A6B0-241B53EC8F74}"/>
                </a:ext>
              </a:extLst>
            </p:cNvPr>
            <p:cNvGrpSpPr/>
            <p:nvPr/>
          </p:nvGrpSpPr>
          <p:grpSpPr>
            <a:xfrm>
              <a:off x="600851" y="2735577"/>
              <a:ext cx="245090" cy="245090"/>
              <a:chOff x="3449581" y="2374787"/>
              <a:chExt cx="263638" cy="263638"/>
            </a:xfrm>
          </p:grpSpPr>
          <p:sp>
            <p:nvSpPr>
              <p:cNvPr id="168" name="椭圆 167">
                <a:extLst>
                  <a:ext uri="{FF2B5EF4-FFF2-40B4-BE49-F238E27FC236}">
                    <a16:creationId xmlns:a16="http://schemas.microsoft.com/office/drawing/2014/main" id="{FB709905-A7DD-18C3-DF7E-2902A50CE185}"/>
                  </a:ext>
                </a:extLst>
              </p:cNvPr>
              <p:cNvSpPr/>
              <p:nvPr/>
            </p:nvSpPr>
            <p:spPr>
              <a:xfrm>
                <a:off x="3449581" y="2374787"/>
                <a:ext cx="263638" cy="263638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169" name="icon">
                <a:extLst>
                  <a:ext uri="{FF2B5EF4-FFF2-40B4-BE49-F238E27FC236}">
                    <a16:creationId xmlns:a16="http://schemas.microsoft.com/office/drawing/2014/main" id="{23CC94D4-39CF-E7BD-D808-282BFF2D83F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8">
                <a:extLst>
                  <a:ext uri="{96DAC541-7B7A-43D3-8B79-37D633B846F1}">
                    <asvg:svgBlip xmlns:asvg="http://schemas.microsoft.com/office/drawing/2016/SVG/main" r:embed="rId39"/>
                  </a:ext>
                </a:extLst>
              </a:blip>
              <a:srcRect/>
              <a:stretch/>
            </p:blipFill>
            <p:spPr>
              <a:xfrm>
                <a:off x="3513774" y="2433849"/>
                <a:ext cx="143060" cy="143060"/>
              </a:xfrm>
              <a:prstGeom prst="rect">
                <a:avLst/>
              </a:prstGeom>
            </p:spPr>
          </p:pic>
        </p:grpSp>
      </p:grpSp>
      <p:sp>
        <p:nvSpPr>
          <p:cNvPr id="170" name="!! 更多">
            <a:extLst>
              <a:ext uri="{FF2B5EF4-FFF2-40B4-BE49-F238E27FC236}">
                <a16:creationId xmlns:a16="http://schemas.microsoft.com/office/drawing/2014/main" id="{1052143B-80FC-DCFA-8C9A-4F793BE73570}"/>
              </a:ext>
            </a:extLst>
          </p:cNvPr>
          <p:cNvSpPr txBox="1"/>
          <p:nvPr/>
        </p:nvSpPr>
        <p:spPr>
          <a:xfrm>
            <a:off x="1310353" y="6016666"/>
            <a:ext cx="85443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100" dirty="0">
                <a:solidFill>
                  <a:schemeClr val="accent1"/>
                </a:solidFill>
              </a:rPr>
              <a:t>下一页</a:t>
            </a:r>
          </a:p>
        </p:txBody>
      </p:sp>
      <p:grpSp>
        <p:nvGrpSpPr>
          <p:cNvPr id="171" name="!! 蓝牙">
            <a:extLst>
              <a:ext uri="{FF2B5EF4-FFF2-40B4-BE49-F238E27FC236}">
                <a16:creationId xmlns:a16="http://schemas.microsoft.com/office/drawing/2014/main" id="{DE8B7816-7F39-37FE-8B5C-8D6998BD97A0}"/>
              </a:ext>
            </a:extLst>
          </p:cNvPr>
          <p:cNvGrpSpPr/>
          <p:nvPr/>
        </p:nvGrpSpPr>
        <p:grpSpPr>
          <a:xfrm>
            <a:off x="462453" y="2846581"/>
            <a:ext cx="2552892" cy="457924"/>
            <a:chOff x="462452" y="2059603"/>
            <a:chExt cx="2552892" cy="457924"/>
          </a:xfrm>
        </p:grpSpPr>
        <p:sp>
          <p:nvSpPr>
            <p:cNvPr id="172" name="!! 未选中">
              <a:hlinkClick r:id="rId40" action="ppaction://hlinksldjump"/>
              <a:extLst>
                <a:ext uri="{FF2B5EF4-FFF2-40B4-BE49-F238E27FC236}">
                  <a16:creationId xmlns:a16="http://schemas.microsoft.com/office/drawing/2014/main" id="{DC8FC286-E3B6-52B8-9BF3-0516AC8AD00E}"/>
                </a:ext>
              </a:extLst>
            </p:cNvPr>
            <p:cNvSpPr/>
            <p:nvPr/>
          </p:nvSpPr>
          <p:spPr>
            <a:xfrm>
              <a:off x="462452" y="2059603"/>
              <a:ext cx="2552892" cy="457924"/>
            </a:xfrm>
            <a:prstGeom prst="roundRect">
              <a:avLst>
                <a:gd name="adj" fmla="val 22880"/>
              </a:avLst>
            </a:prstGeom>
            <a:solidFill>
              <a:schemeClr val="bg2"/>
            </a:solidFill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1998" defTabSz="914377">
                <a:defRPr/>
              </a:pPr>
              <a:r>
                <a:rPr lang="zh-CN" altLang="en-US" sz="1400" dirty="0">
                  <a:solidFill>
                    <a:schemeClr val="tx1">
                      <a:lumMod val="90000"/>
                      <a:lumOff val="10000"/>
                    </a:schemeClr>
                  </a:solidFill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      蓝牙</a:t>
              </a:r>
            </a:p>
          </p:txBody>
        </p:sp>
        <p:pic>
          <p:nvPicPr>
            <p:cNvPr id="173" name="图形 172">
              <a:extLst>
                <a:ext uri="{FF2B5EF4-FFF2-40B4-BE49-F238E27FC236}">
                  <a16:creationId xmlns:a16="http://schemas.microsoft.com/office/drawing/2014/main" id="{0093BEC8-4065-6E5F-E6A8-A9C6F3AED7DF}"/>
                </a:ext>
              </a:extLst>
            </p:cNvPr>
            <p:cNvPicPr>
              <a:picLocks noChangeAspect="1"/>
            </p:cNvPicPr>
            <p:nvPr/>
          </p:nvPicPr>
          <p:blipFill>
            <a:blip r:embed="rId41">
              <a:extLst>
                <a:ext uri="{96DAC541-7B7A-43D3-8B79-37D633B846F1}">
                  <asvg:svgBlip xmlns:asvg="http://schemas.microsoft.com/office/drawing/2016/SVG/main" r:embed="rId42"/>
                </a:ext>
              </a:extLst>
            </a:blip>
            <a:stretch>
              <a:fillRect/>
            </a:stretch>
          </p:blipFill>
          <p:spPr>
            <a:xfrm>
              <a:off x="600851" y="2174279"/>
              <a:ext cx="237166" cy="237166"/>
            </a:xfrm>
            <a:prstGeom prst="rect">
              <a:avLst/>
            </a:prstGeom>
          </p:spPr>
        </p:pic>
      </p:grpSp>
      <p:grpSp>
        <p:nvGrpSpPr>
          <p:cNvPr id="174" name="!! WLAN">
            <a:extLst>
              <a:ext uri="{FF2B5EF4-FFF2-40B4-BE49-F238E27FC236}">
                <a16:creationId xmlns:a16="http://schemas.microsoft.com/office/drawing/2014/main" id="{8FE7EE61-2FF3-5CDC-0054-3F84086A8BFF}"/>
              </a:ext>
            </a:extLst>
          </p:cNvPr>
          <p:cNvGrpSpPr/>
          <p:nvPr/>
        </p:nvGrpSpPr>
        <p:grpSpPr>
          <a:xfrm>
            <a:off x="462453" y="2282631"/>
            <a:ext cx="2552892" cy="457924"/>
            <a:chOff x="462452" y="1495653"/>
            <a:chExt cx="2552892" cy="457924"/>
          </a:xfrm>
        </p:grpSpPr>
        <p:grpSp>
          <p:nvGrpSpPr>
            <p:cNvPr id="175" name="!! WLAN">
              <a:extLst>
                <a:ext uri="{FF2B5EF4-FFF2-40B4-BE49-F238E27FC236}">
                  <a16:creationId xmlns:a16="http://schemas.microsoft.com/office/drawing/2014/main" id="{BF1CAE33-7CDC-AFEB-ADB9-1250EAFFB46E}"/>
                </a:ext>
              </a:extLst>
            </p:cNvPr>
            <p:cNvGrpSpPr/>
            <p:nvPr/>
          </p:nvGrpSpPr>
          <p:grpSpPr>
            <a:xfrm>
              <a:off x="462452" y="1495653"/>
              <a:ext cx="2552892" cy="457924"/>
              <a:chOff x="462452" y="1495653"/>
              <a:chExt cx="2552892" cy="457924"/>
            </a:xfrm>
          </p:grpSpPr>
          <p:sp>
            <p:nvSpPr>
              <p:cNvPr id="177" name="!! 未选中">
                <a:hlinkClick r:id="rId43" action="ppaction://hlinksldjump"/>
                <a:extLst>
                  <a:ext uri="{FF2B5EF4-FFF2-40B4-BE49-F238E27FC236}">
                    <a16:creationId xmlns:a16="http://schemas.microsoft.com/office/drawing/2014/main" id="{C053E5A4-AB59-0522-1D9A-D57D134DF3EA}"/>
                  </a:ext>
                </a:extLst>
              </p:cNvPr>
              <p:cNvSpPr/>
              <p:nvPr/>
            </p:nvSpPr>
            <p:spPr>
              <a:xfrm>
                <a:off x="462452" y="1495653"/>
                <a:ext cx="2552892" cy="457924"/>
              </a:xfrm>
              <a:prstGeom prst="roundRect">
                <a:avLst>
                  <a:gd name="adj" fmla="val 22880"/>
                </a:avLst>
              </a:prstGeom>
              <a:solidFill>
                <a:schemeClr val="bg2"/>
              </a:solidFill>
              <a:ln w="6350"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71998" defTabSz="914377">
                  <a:defRPr/>
                </a:pPr>
                <a:r>
                  <a:rPr lang="zh-CN" altLang="en-US" sz="1400" dirty="0">
                    <a:solidFill>
                      <a:schemeClr val="tx1">
                        <a:lumMod val="90000"/>
                        <a:lumOff val="10000"/>
                      </a:schemeClr>
                    </a:solidFill>
                    <a:latin typeface="vivo Sans Light" panose="02000400000000000000" pitchFamily="2" charset="-122"/>
                    <a:ea typeface="vivo Sans Light" panose="02000400000000000000" pitchFamily="2" charset="-122"/>
                    <a:cs typeface="vivo Sans Light" panose="02000400000000000000" pitchFamily="2" charset="-122"/>
                  </a:rPr>
                  <a:t>      无线局域网</a:t>
                </a:r>
              </a:p>
            </p:txBody>
          </p:sp>
          <p:pic>
            <p:nvPicPr>
              <p:cNvPr id="178" name="icon">
                <a:extLst>
                  <a:ext uri="{FF2B5EF4-FFF2-40B4-BE49-F238E27FC236}">
                    <a16:creationId xmlns:a16="http://schemas.microsoft.com/office/drawing/2014/main" id="{2DDA176B-8FD3-2436-811B-3AF07BDF3B2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4">
                <a:extLst>
                  <a:ext uri="{96DAC541-7B7A-43D3-8B79-37D633B846F1}">
                    <asvg:svgBlip xmlns:asvg="http://schemas.microsoft.com/office/drawing/2016/SVG/main" r:embed="rId45"/>
                  </a:ext>
                </a:extLst>
              </a:blip>
              <a:srcRect/>
              <a:stretch/>
            </p:blipFill>
            <p:spPr>
              <a:xfrm>
                <a:off x="638475" y="1636367"/>
                <a:ext cx="169842" cy="169842"/>
              </a:xfrm>
              <a:prstGeom prst="rect">
                <a:avLst/>
              </a:prstGeom>
            </p:spPr>
          </p:pic>
        </p:grpSp>
        <p:pic>
          <p:nvPicPr>
            <p:cNvPr id="176" name="图形 175">
              <a:extLst>
                <a:ext uri="{FF2B5EF4-FFF2-40B4-BE49-F238E27FC236}">
                  <a16:creationId xmlns:a16="http://schemas.microsoft.com/office/drawing/2014/main" id="{7268F1D3-F7E7-F733-61C6-9E7197643E70}"/>
                </a:ext>
              </a:extLst>
            </p:cNvPr>
            <p:cNvPicPr>
              <a:picLocks noChangeAspect="1"/>
            </p:cNvPicPr>
            <p:nvPr/>
          </p:nvPicPr>
          <p:blipFill>
            <a:blip r:embed="rId46">
              <a:extLst>
                <a:ext uri="{96DAC541-7B7A-43D3-8B79-37D633B846F1}">
                  <asvg:svgBlip xmlns:asvg="http://schemas.microsoft.com/office/drawing/2016/SVG/main" r:embed="rId47"/>
                </a:ext>
              </a:extLst>
            </a:blip>
            <a:stretch>
              <a:fillRect/>
            </a:stretch>
          </p:blipFill>
          <p:spPr>
            <a:xfrm>
              <a:off x="600489" y="1593839"/>
              <a:ext cx="245452" cy="245452"/>
            </a:xfrm>
            <a:prstGeom prst="rect">
              <a:avLst/>
            </a:prstGeom>
          </p:spPr>
        </p:pic>
      </p:grpSp>
      <p:grpSp>
        <p:nvGrpSpPr>
          <p:cNvPr id="179" name="!! 关于">
            <a:extLst>
              <a:ext uri="{FF2B5EF4-FFF2-40B4-BE49-F238E27FC236}">
                <a16:creationId xmlns:a16="http://schemas.microsoft.com/office/drawing/2014/main" id="{1E851E74-0F76-A207-9A6A-661BF117F8C6}"/>
              </a:ext>
            </a:extLst>
          </p:cNvPr>
          <p:cNvGrpSpPr/>
          <p:nvPr/>
        </p:nvGrpSpPr>
        <p:grpSpPr>
          <a:xfrm>
            <a:off x="461126" y="5442791"/>
            <a:ext cx="2552892" cy="457924"/>
            <a:chOff x="453977" y="4076722"/>
            <a:chExt cx="2552892" cy="457924"/>
          </a:xfrm>
        </p:grpSpPr>
        <p:sp>
          <p:nvSpPr>
            <p:cNvPr id="180" name="!! 未选中">
              <a:hlinkClick r:id="rId48" action="ppaction://hlinksldjump"/>
              <a:extLst>
                <a:ext uri="{FF2B5EF4-FFF2-40B4-BE49-F238E27FC236}">
                  <a16:creationId xmlns:a16="http://schemas.microsoft.com/office/drawing/2014/main" id="{AB573904-A406-AE45-4E62-87BF563CC765}"/>
                </a:ext>
              </a:extLst>
            </p:cNvPr>
            <p:cNvSpPr/>
            <p:nvPr/>
          </p:nvSpPr>
          <p:spPr>
            <a:xfrm>
              <a:off x="453977" y="4076722"/>
              <a:ext cx="2552892" cy="457924"/>
            </a:xfrm>
            <a:prstGeom prst="roundRect">
              <a:avLst>
                <a:gd name="adj" fmla="val 22880"/>
              </a:avLst>
            </a:prstGeom>
            <a:solidFill>
              <a:schemeClr val="bg2"/>
            </a:solidFill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1998" defTabSz="914377">
                <a:defRPr/>
              </a:pPr>
              <a:r>
                <a:rPr lang="zh-CN" altLang="en-US" sz="1400" dirty="0">
                  <a:solidFill>
                    <a:schemeClr val="tx1">
                      <a:lumMod val="90000"/>
                      <a:lumOff val="10000"/>
                    </a:schemeClr>
                  </a:solidFill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      关于此</a:t>
              </a:r>
              <a:r>
                <a:rPr lang="en-US" altLang="zh-CN" sz="1400" dirty="0">
                  <a:solidFill>
                    <a:schemeClr val="tx1">
                      <a:lumMod val="90000"/>
                      <a:lumOff val="10000"/>
                    </a:schemeClr>
                  </a:solidFill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Pad</a:t>
              </a:r>
              <a:endParaRPr lang="zh-CN" altLang="en-US" sz="1400" dirty="0">
                <a:solidFill>
                  <a:schemeClr val="tx1">
                    <a:lumMod val="90000"/>
                    <a:lumOff val="10000"/>
                  </a:schemeClr>
                </a:solidFill>
                <a:latin typeface="vivo Sans Light" panose="02000400000000000000" pitchFamily="2" charset="-122"/>
                <a:ea typeface="vivo Sans Light" panose="02000400000000000000" pitchFamily="2" charset="-122"/>
                <a:cs typeface="vivo Sans Light" panose="02000400000000000000" pitchFamily="2" charset="-122"/>
              </a:endParaRPr>
            </a:p>
          </p:txBody>
        </p:sp>
        <p:pic>
          <p:nvPicPr>
            <p:cNvPr id="181" name="图形 180">
              <a:extLst>
                <a:ext uri="{FF2B5EF4-FFF2-40B4-BE49-F238E27FC236}">
                  <a16:creationId xmlns:a16="http://schemas.microsoft.com/office/drawing/2014/main" id="{DA2BCA05-DC07-BA22-9229-DBBCC8F53B87}"/>
                </a:ext>
              </a:extLst>
            </p:cNvPr>
            <p:cNvPicPr>
              <a:picLocks noChangeAspect="1"/>
            </p:cNvPicPr>
            <p:nvPr/>
          </p:nvPicPr>
          <p:blipFill>
            <a:blip r:embed="rId49">
              <a:extLst>
                <a:ext uri="{96DAC541-7B7A-43D3-8B79-37D633B846F1}">
                  <asvg:svgBlip xmlns:asvg="http://schemas.microsoft.com/office/drawing/2016/SVG/main" r:embed="rId50"/>
                </a:ext>
              </a:extLst>
            </a:blip>
            <a:stretch>
              <a:fillRect/>
            </a:stretch>
          </p:blipFill>
          <p:spPr>
            <a:xfrm flipV="1">
              <a:off x="599323" y="4190280"/>
              <a:ext cx="238694" cy="238694"/>
            </a:xfrm>
            <a:prstGeom prst="rect">
              <a:avLst/>
            </a:prstGeom>
          </p:spPr>
        </p:pic>
      </p:grpSp>
      <p:grpSp>
        <p:nvGrpSpPr>
          <p:cNvPr id="182" name="!! 保护">
            <a:extLst>
              <a:ext uri="{FF2B5EF4-FFF2-40B4-BE49-F238E27FC236}">
                <a16:creationId xmlns:a16="http://schemas.microsoft.com/office/drawing/2014/main" id="{FC76506A-104E-46C2-8C61-77B2F887B680}"/>
              </a:ext>
            </a:extLst>
          </p:cNvPr>
          <p:cNvGrpSpPr/>
          <p:nvPr/>
        </p:nvGrpSpPr>
        <p:grpSpPr>
          <a:xfrm>
            <a:off x="461126" y="4868915"/>
            <a:ext cx="2552892" cy="457924"/>
            <a:chOff x="462453" y="2623554"/>
            <a:chExt cx="2552892" cy="457924"/>
          </a:xfrm>
        </p:grpSpPr>
        <p:sp>
          <p:nvSpPr>
            <p:cNvPr id="183" name="!! 未选中">
              <a:hlinkClick r:id="rId51" action="ppaction://hlinksldjump"/>
              <a:extLst>
                <a:ext uri="{FF2B5EF4-FFF2-40B4-BE49-F238E27FC236}">
                  <a16:creationId xmlns:a16="http://schemas.microsoft.com/office/drawing/2014/main" id="{36B02377-BFE8-4414-EB25-593A2A181A10}"/>
                </a:ext>
              </a:extLst>
            </p:cNvPr>
            <p:cNvSpPr/>
            <p:nvPr/>
          </p:nvSpPr>
          <p:spPr>
            <a:xfrm>
              <a:off x="462453" y="2623554"/>
              <a:ext cx="2552892" cy="457924"/>
            </a:xfrm>
            <a:prstGeom prst="roundRect">
              <a:avLst>
                <a:gd name="adj" fmla="val 22880"/>
              </a:avLst>
            </a:prstGeom>
            <a:solidFill>
              <a:schemeClr val="bg2"/>
            </a:solidFill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1998" defTabSz="914377">
                <a:defRPr/>
              </a:pPr>
              <a:r>
                <a:rPr lang="zh-CN" altLang="en-US" sz="1400" dirty="0">
                  <a:solidFill>
                    <a:schemeClr val="tx1">
                      <a:lumMod val="90000"/>
                      <a:lumOff val="10000"/>
                    </a:schemeClr>
                  </a:solidFill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      设备安全性</a:t>
              </a:r>
            </a:p>
          </p:txBody>
        </p:sp>
        <p:grpSp>
          <p:nvGrpSpPr>
            <p:cNvPr id="184" name="组合 183">
              <a:extLst>
                <a:ext uri="{FF2B5EF4-FFF2-40B4-BE49-F238E27FC236}">
                  <a16:creationId xmlns:a16="http://schemas.microsoft.com/office/drawing/2014/main" id="{D48F82E6-3A66-BC20-5AD4-6878B16B2F93}"/>
                </a:ext>
              </a:extLst>
            </p:cNvPr>
            <p:cNvGrpSpPr/>
            <p:nvPr/>
          </p:nvGrpSpPr>
          <p:grpSpPr>
            <a:xfrm>
              <a:off x="600851" y="2735577"/>
              <a:ext cx="245090" cy="245090"/>
              <a:chOff x="3449581" y="2374787"/>
              <a:chExt cx="263638" cy="263638"/>
            </a:xfrm>
          </p:grpSpPr>
          <p:sp>
            <p:nvSpPr>
              <p:cNvPr id="185" name="椭圆 184">
                <a:extLst>
                  <a:ext uri="{FF2B5EF4-FFF2-40B4-BE49-F238E27FC236}">
                    <a16:creationId xmlns:a16="http://schemas.microsoft.com/office/drawing/2014/main" id="{CB770AF8-FF6E-5C3B-8FF6-754F89BF77F9}"/>
                  </a:ext>
                </a:extLst>
              </p:cNvPr>
              <p:cNvSpPr/>
              <p:nvPr/>
            </p:nvSpPr>
            <p:spPr>
              <a:xfrm>
                <a:off x="3449581" y="2374787"/>
                <a:ext cx="263638" cy="263638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186" name="icon">
                <a:extLst>
                  <a:ext uri="{FF2B5EF4-FFF2-40B4-BE49-F238E27FC236}">
                    <a16:creationId xmlns:a16="http://schemas.microsoft.com/office/drawing/2014/main" id="{3B4AB430-48AF-B708-A3DC-009692A1822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2">
                <a:extLst>
                  <a:ext uri="{96DAC541-7B7A-43D3-8B79-37D633B846F1}">
                    <asvg:svgBlip xmlns:asvg="http://schemas.microsoft.com/office/drawing/2016/SVG/main" r:embed="rId53"/>
                  </a:ext>
                </a:extLst>
              </a:blip>
              <a:srcRect/>
              <a:stretch/>
            </p:blipFill>
            <p:spPr>
              <a:xfrm>
                <a:off x="3513869" y="2435878"/>
                <a:ext cx="143060" cy="143060"/>
              </a:xfrm>
              <a:prstGeom prst="rect">
                <a:avLst/>
              </a:prstGeom>
            </p:spPr>
          </p:pic>
        </p:grpSp>
      </p:grpSp>
      <p:grpSp>
        <p:nvGrpSpPr>
          <p:cNvPr id="187" name="组合 186">
            <a:extLst>
              <a:ext uri="{FF2B5EF4-FFF2-40B4-BE49-F238E27FC236}">
                <a16:creationId xmlns:a16="http://schemas.microsoft.com/office/drawing/2014/main" id="{FCD00B35-AEF9-7374-C6F7-9EACBC2497E5}"/>
              </a:ext>
            </a:extLst>
          </p:cNvPr>
          <p:cNvGrpSpPr/>
          <p:nvPr/>
        </p:nvGrpSpPr>
        <p:grpSpPr>
          <a:xfrm>
            <a:off x="461126" y="1123111"/>
            <a:ext cx="2552892" cy="756471"/>
            <a:chOff x="461125" y="1123110"/>
            <a:chExt cx="2552892" cy="756471"/>
          </a:xfrm>
        </p:grpSpPr>
        <p:sp>
          <p:nvSpPr>
            <p:cNvPr id="188" name="矩形: 圆角 187">
              <a:hlinkClick r:id="rId54" action="ppaction://hlinksldjump"/>
              <a:extLst>
                <a:ext uri="{FF2B5EF4-FFF2-40B4-BE49-F238E27FC236}">
                  <a16:creationId xmlns:a16="http://schemas.microsoft.com/office/drawing/2014/main" id="{9AC0096A-ED9C-98DD-8B85-1143F1F7001A}"/>
                </a:ext>
              </a:extLst>
            </p:cNvPr>
            <p:cNvSpPr/>
            <p:nvPr/>
          </p:nvSpPr>
          <p:spPr>
            <a:xfrm>
              <a:off x="461125" y="1123110"/>
              <a:ext cx="2552892" cy="756471"/>
            </a:xfrm>
            <a:prstGeom prst="roundRect">
              <a:avLst>
                <a:gd name="adj" fmla="val 13695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9" name="文本框 188">
              <a:extLst>
                <a:ext uri="{FF2B5EF4-FFF2-40B4-BE49-F238E27FC236}">
                  <a16:creationId xmlns:a16="http://schemas.microsoft.com/office/drawing/2014/main" id="{68051442-1939-817B-81CB-89087314F67F}"/>
                </a:ext>
              </a:extLst>
            </p:cNvPr>
            <p:cNvSpPr txBox="1"/>
            <p:nvPr/>
          </p:nvSpPr>
          <p:spPr>
            <a:xfrm>
              <a:off x="1119456" y="1283470"/>
              <a:ext cx="161993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dirty="0">
                  <a:latin typeface="+mn-ea"/>
                  <a:cs typeface="vivo Sans Light" panose="02000400000000000000" pitchFamily="2" charset="-122"/>
                </a:rPr>
                <a:t>雨夌</a:t>
              </a:r>
            </a:p>
          </p:txBody>
        </p:sp>
        <p:sp>
          <p:nvSpPr>
            <p:cNvPr id="190" name="文本框 189">
              <a:extLst>
                <a:ext uri="{FF2B5EF4-FFF2-40B4-BE49-F238E27FC236}">
                  <a16:creationId xmlns:a16="http://schemas.microsoft.com/office/drawing/2014/main" id="{3B2E4FA4-D4B1-67A9-0EBF-B3009D0DD991}"/>
                </a:ext>
              </a:extLst>
            </p:cNvPr>
            <p:cNvSpPr txBox="1"/>
            <p:nvPr/>
          </p:nvSpPr>
          <p:spPr>
            <a:xfrm>
              <a:off x="1119456" y="1497658"/>
              <a:ext cx="161993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000" dirty="0">
                  <a:solidFill>
                    <a:schemeClr val="bg1">
                      <a:lumMod val="75000"/>
                    </a:schemeClr>
                  </a:solidFill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管理你的云账户</a:t>
              </a:r>
            </a:p>
          </p:txBody>
        </p:sp>
        <p:sp>
          <p:nvSpPr>
            <p:cNvPr id="191" name="!! 头像框">
              <a:extLst>
                <a:ext uri="{FF2B5EF4-FFF2-40B4-BE49-F238E27FC236}">
                  <a16:creationId xmlns:a16="http://schemas.microsoft.com/office/drawing/2014/main" id="{53BA0B57-9E82-FD27-B894-22A163349BEF}"/>
                </a:ext>
              </a:extLst>
            </p:cNvPr>
            <p:cNvSpPr/>
            <p:nvPr/>
          </p:nvSpPr>
          <p:spPr>
            <a:xfrm>
              <a:off x="638475" y="1267548"/>
              <a:ext cx="463636" cy="463636"/>
            </a:xfrm>
            <a:prstGeom prst="ellipse">
              <a:avLst/>
            </a:prstGeom>
            <a:blipFill>
              <a:blip r:embed="rId55"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77">
                <a:defRPr/>
              </a:pPr>
              <a:endParaRPr lang="zh-CN" altLang="en-US">
                <a:solidFill>
                  <a:srgbClr val="F5F5F5"/>
                </a:solidFill>
                <a:latin typeface="vivo Sans"/>
                <a:ea typeface="vivo San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507058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7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3" nodeType="click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5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5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5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5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3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5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5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5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5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5" presetClass="path" presetSubtype="0" decel="10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30" dur="330" spd="-100000" fill="hold"/>
                                        <p:tgtEl>
                                          <p:spTgt spid="16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1" presetID="35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32" dur="330" spd="-100000" fill="hold"/>
                                        <p:tgtEl>
                                          <p:spTgt spid="17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3" presetID="35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34" dur="330" spd="-100000" fill="hold"/>
                                        <p:tgtEl>
                                          <p:spTgt spid="17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5" presetID="35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36" dur="330" spd="-100000" fill="hold"/>
                                        <p:tgtEl>
                                          <p:spTgt spid="16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7" presetID="35" presetClass="path" presetSubtype="0" decel="10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38" dur="330" spd="-100000" fill="hold"/>
                                        <p:tgtEl>
                                          <p:spTgt spid="16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9" presetID="35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40" dur="330" spd="-100000" fill="hold"/>
                                        <p:tgtEl>
                                          <p:spTgt spid="16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1" presetID="35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42" dur="330" spd="-100000" fill="hold"/>
                                        <p:tgtEl>
                                          <p:spTgt spid="18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35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44" dur="330" spd="-100000" fill="hold"/>
                                        <p:tgtEl>
                                          <p:spTgt spid="17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5" presetID="10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15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" dur="15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15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" dur="15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63" presetClass="path" presetSubtype="0" decel="10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5 0 E" pathEditMode="relative" ptsTypes="">
                                      <p:cBhvr>
                                        <p:cTn id="58" dur="330" fill="hold"/>
                                        <p:tgtEl>
                                          <p:spTgt spid="15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9" presetID="63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5 0 E" pathEditMode="relative" ptsTypes="">
                                      <p:cBhvr>
                                        <p:cTn id="60" dur="330" fill="hold"/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1" presetID="63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5 0 E" pathEditMode="relative" ptsTypes="">
                                      <p:cBhvr>
                                        <p:cTn id="62" dur="330" fill="hold"/>
                                        <p:tgtEl>
                                          <p:spTgt spid="14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3" presetID="63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5 0 E" pathEditMode="relative" ptsTypes="">
                                      <p:cBhvr>
                                        <p:cTn id="64" dur="330" fill="hold"/>
                                        <p:tgtEl>
                                          <p:spTgt spid="1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xit" presetSubtype="0" fill="hold" grpId="1" nodeType="clickEffect">
                                  <p:stCondLst>
                                    <p:cond delay="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8" dur="15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0" presetClass="exit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1" dur="15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0" presetClass="exit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4" dur="15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10" presetClass="exit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7" dur="15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0" presetClass="exit" presetSubtype="0" fill="hold" grpId="1" nodeType="withEffect">
                                  <p:stCondLst>
                                    <p:cond delay="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0" dur="15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10" presetClass="exit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3" dur="15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0" presetClass="exit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6" dur="15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10" presetClass="exit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9" dur="15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35" presetClass="path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92" dur="330" fill="hold"/>
                                        <p:tgtEl>
                                          <p:spTgt spid="16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3" presetID="35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94" dur="330" fill="hold"/>
                                        <p:tgtEl>
                                          <p:spTgt spid="17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5" presetID="35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96" dur="330" fill="hold"/>
                                        <p:tgtEl>
                                          <p:spTgt spid="17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7" presetID="35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98" dur="330" fill="hold"/>
                                        <p:tgtEl>
                                          <p:spTgt spid="16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9" presetID="35" presetClass="path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100" dur="330" fill="hold"/>
                                        <p:tgtEl>
                                          <p:spTgt spid="16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1" presetID="35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102" dur="330" fill="hold"/>
                                        <p:tgtEl>
                                          <p:spTgt spid="16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3" presetID="35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104" dur="330" fill="hold"/>
                                        <p:tgtEl>
                                          <p:spTgt spid="18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5" presetID="35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106" dur="330" fill="hold"/>
                                        <p:tgtEl>
                                          <p:spTgt spid="17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15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15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15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15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63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5 0 E" pathEditMode="fixed" ptsTypes="">
                                      <p:cBhvr>
                                        <p:cTn id="120" dur="330" spd="-100000" fill="hold"/>
                                        <p:tgtEl>
                                          <p:spTgt spid="15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1" presetID="63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5 0 E" pathEditMode="fixed" ptsTypes="">
                                      <p:cBhvr>
                                        <p:cTn id="122" dur="330" spd="-100000" fill="hold"/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3" presetID="63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5 0 E" pathEditMode="fixed" ptsTypes="">
                                      <p:cBhvr>
                                        <p:cTn id="124" dur="330" spd="-100000" fill="hold"/>
                                        <p:tgtEl>
                                          <p:spTgt spid="14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5" presetID="63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5 0 E" pathEditMode="fixed" ptsTypes="">
                                      <p:cBhvr>
                                        <p:cTn id="126" dur="330" spd="-100000" fill="hold"/>
                                        <p:tgtEl>
                                          <p:spTgt spid="1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0"/>
                  </p:tgtEl>
                </p:cond>
              </p:nextCondLst>
            </p:seq>
          </p:childTnLst>
        </p:cTn>
      </p:par>
    </p:tnLst>
    <p:bldLst>
      <p:bldP spid="159" grpId="0"/>
      <p:bldP spid="159" grpId="1"/>
      <p:bldP spid="159" grpId="2"/>
      <p:bldP spid="159" grpId="3"/>
      <p:bldP spid="160" grpId="0"/>
      <p:bldP spid="160" grpId="1"/>
      <p:bldP spid="160" grpId="2"/>
      <p:bldP spid="160" grpId="3"/>
      <p:bldP spid="161" grpId="0"/>
      <p:bldP spid="161" grpId="1"/>
      <p:bldP spid="161" grpId="2"/>
      <p:bldP spid="161" grpId="3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ACA478-EE0C-E0CA-CE7F-1C0105AD57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!! 背景板">
            <a:extLst>
              <a:ext uri="{FF2B5EF4-FFF2-40B4-BE49-F238E27FC236}">
                <a16:creationId xmlns:a16="http://schemas.microsoft.com/office/drawing/2014/main" id="{A6E15F46-1162-CD49-AF9B-E040A13C8868}"/>
              </a:ext>
            </a:extLst>
          </p:cNvPr>
          <p:cNvSpPr/>
          <p:nvPr/>
        </p:nvSpPr>
        <p:spPr>
          <a:xfrm>
            <a:off x="11709" y="0"/>
            <a:ext cx="12192000" cy="6858000"/>
          </a:xfrm>
          <a:prstGeom prst="rect">
            <a:avLst/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>
              <a:defRPr/>
            </a:pPr>
            <a:endParaRPr lang="zh-CN" altLang="en-US" dirty="0">
              <a:solidFill>
                <a:srgbClr val="F5F5F5"/>
              </a:solidFill>
              <a:latin typeface="vivo Sans"/>
              <a:ea typeface="vivo Sans"/>
            </a:endParaRPr>
          </a:p>
        </p:txBody>
      </p:sp>
      <p:grpSp>
        <p:nvGrpSpPr>
          <p:cNvPr id="25" name="!! 大标题">
            <a:extLst>
              <a:ext uri="{FF2B5EF4-FFF2-40B4-BE49-F238E27FC236}">
                <a16:creationId xmlns:a16="http://schemas.microsoft.com/office/drawing/2014/main" id="{0EEF77B0-CFFE-E8D1-ADA2-54D7C5BB0415}"/>
              </a:ext>
            </a:extLst>
          </p:cNvPr>
          <p:cNvGrpSpPr/>
          <p:nvPr/>
        </p:nvGrpSpPr>
        <p:grpSpPr>
          <a:xfrm>
            <a:off x="462457" y="484334"/>
            <a:ext cx="796551" cy="461665"/>
            <a:chOff x="3079753" y="1375827"/>
            <a:chExt cx="673782" cy="461665"/>
          </a:xfrm>
        </p:grpSpPr>
        <p:sp>
          <p:nvSpPr>
            <p:cNvPr id="27" name="!! 标题符">
              <a:extLst>
                <a:ext uri="{FF2B5EF4-FFF2-40B4-BE49-F238E27FC236}">
                  <a16:creationId xmlns:a16="http://schemas.microsoft.com/office/drawing/2014/main" id="{44001C25-D5C4-6F67-7F0A-58AAE4BF8B2F}"/>
                </a:ext>
              </a:extLst>
            </p:cNvPr>
            <p:cNvSpPr/>
            <p:nvPr/>
          </p:nvSpPr>
          <p:spPr>
            <a:xfrm>
              <a:off x="3146905" y="1685496"/>
              <a:ext cx="551700" cy="1255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defTabSz="457189">
                <a:defRPr/>
              </a:pPr>
              <a:endParaRPr lang="zh-CN" altLang="en-US">
                <a:solidFill>
                  <a:srgbClr val="FFFFFF"/>
                </a:solidFill>
                <a:latin typeface="OPPOSans R"/>
                <a:ea typeface="OPPOSans R"/>
              </a:endParaRPr>
            </a:p>
          </p:txBody>
        </p:sp>
        <p:sp>
          <p:nvSpPr>
            <p:cNvPr id="28" name="!! 标题">
              <a:extLst>
                <a:ext uri="{FF2B5EF4-FFF2-40B4-BE49-F238E27FC236}">
                  <a16:creationId xmlns:a16="http://schemas.microsoft.com/office/drawing/2014/main" id="{1A18AD4B-9BE4-06AC-D0B6-9221899D6E6D}"/>
                </a:ext>
              </a:extLst>
            </p:cNvPr>
            <p:cNvSpPr txBox="1"/>
            <p:nvPr/>
          </p:nvSpPr>
          <p:spPr>
            <a:xfrm>
              <a:off x="3079753" y="1375827"/>
              <a:ext cx="67378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457189">
                <a:defRPr/>
              </a:pPr>
              <a:r>
                <a:rPr lang="zh-CN" altLang="en-US" sz="2400" dirty="0">
                  <a:solidFill>
                    <a:srgbClr val="000000">
                      <a:lumMod val="75000"/>
                      <a:lumOff val="25000"/>
                    </a:srgbClr>
                  </a:solidFill>
                  <a:latin typeface="vivo Sans Medium"/>
                  <a:ea typeface="vivo Sans Medium"/>
                </a:rPr>
                <a:t>设置</a:t>
              </a:r>
            </a:p>
          </p:txBody>
        </p:sp>
      </p:grpSp>
      <p:sp>
        <p:nvSpPr>
          <p:cNvPr id="2" name="!! 二级背景">
            <a:extLst>
              <a:ext uri="{FF2B5EF4-FFF2-40B4-BE49-F238E27FC236}">
                <a16:creationId xmlns:a16="http://schemas.microsoft.com/office/drawing/2014/main" id="{938237D8-40F4-2445-B7BF-A277641C1D10}"/>
              </a:ext>
            </a:extLst>
          </p:cNvPr>
          <p:cNvSpPr/>
          <p:nvPr/>
        </p:nvSpPr>
        <p:spPr>
          <a:xfrm>
            <a:off x="3594541" y="0"/>
            <a:ext cx="859746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>
              <a:defRPr/>
            </a:pPr>
            <a:endParaRPr lang="zh-CN" altLang="en-US">
              <a:solidFill>
                <a:srgbClr val="F5F5F5"/>
              </a:solidFill>
              <a:latin typeface="vivo Sans"/>
              <a:ea typeface="vivo Sans"/>
            </a:endParaRPr>
          </a:p>
        </p:txBody>
      </p:sp>
      <p:grpSp>
        <p:nvGrpSpPr>
          <p:cNvPr id="151" name="!! 显示">
            <a:extLst>
              <a:ext uri="{FF2B5EF4-FFF2-40B4-BE49-F238E27FC236}">
                <a16:creationId xmlns:a16="http://schemas.microsoft.com/office/drawing/2014/main" id="{4AB3F515-A894-18AD-697A-0EDBC6D59A97}"/>
              </a:ext>
            </a:extLst>
          </p:cNvPr>
          <p:cNvGrpSpPr/>
          <p:nvPr/>
        </p:nvGrpSpPr>
        <p:grpSpPr>
          <a:xfrm>
            <a:off x="470871" y="3706575"/>
            <a:ext cx="2552892" cy="457924"/>
            <a:chOff x="462453" y="2623554"/>
            <a:chExt cx="2552892" cy="457924"/>
          </a:xfrm>
        </p:grpSpPr>
        <p:sp>
          <p:nvSpPr>
            <p:cNvPr id="152" name="!! 未选中">
              <a:hlinkClick r:id="rId3" action="ppaction://hlinksldjump"/>
              <a:extLst>
                <a:ext uri="{FF2B5EF4-FFF2-40B4-BE49-F238E27FC236}">
                  <a16:creationId xmlns:a16="http://schemas.microsoft.com/office/drawing/2014/main" id="{51637175-B600-A6B7-F062-9E73D465844E}"/>
                </a:ext>
              </a:extLst>
            </p:cNvPr>
            <p:cNvSpPr/>
            <p:nvPr/>
          </p:nvSpPr>
          <p:spPr>
            <a:xfrm>
              <a:off x="462453" y="2623554"/>
              <a:ext cx="2552892" cy="457924"/>
            </a:xfrm>
            <a:prstGeom prst="roundRect">
              <a:avLst>
                <a:gd name="adj" fmla="val 22880"/>
              </a:avLst>
            </a:prstGeom>
            <a:solidFill>
              <a:schemeClr val="bg2"/>
            </a:solidFill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1998" defTabSz="914377">
                <a:defRPr/>
              </a:pPr>
              <a:r>
                <a:rPr lang="zh-CN" altLang="en-US" sz="1400" dirty="0">
                  <a:solidFill>
                    <a:schemeClr val="tx1">
                      <a:lumMod val="90000"/>
                      <a:lumOff val="10000"/>
                    </a:schemeClr>
                  </a:solidFill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      显示</a:t>
              </a:r>
            </a:p>
          </p:txBody>
        </p:sp>
        <p:grpSp>
          <p:nvGrpSpPr>
            <p:cNvPr id="153" name="组合 152">
              <a:extLst>
                <a:ext uri="{FF2B5EF4-FFF2-40B4-BE49-F238E27FC236}">
                  <a16:creationId xmlns:a16="http://schemas.microsoft.com/office/drawing/2014/main" id="{E4F41404-F4A1-21B7-9614-CFF9C06FB031}"/>
                </a:ext>
              </a:extLst>
            </p:cNvPr>
            <p:cNvGrpSpPr/>
            <p:nvPr/>
          </p:nvGrpSpPr>
          <p:grpSpPr>
            <a:xfrm>
              <a:off x="600851" y="2735577"/>
              <a:ext cx="245090" cy="245090"/>
              <a:chOff x="3449581" y="2374787"/>
              <a:chExt cx="263638" cy="263638"/>
            </a:xfrm>
          </p:grpSpPr>
          <p:sp>
            <p:nvSpPr>
              <p:cNvPr id="154" name="椭圆 153">
                <a:extLst>
                  <a:ext uri="{FF2B5EF4-FFF2-40B4-BE49-F238E27FC236}">
                    <a16:creationId xmlns:a16="http://schemas.microsoft.com/office/drawing/2014/main" id="{13A4CF55-77E2-B11B-5CD6-3616C5C095C4}"/>
                  </a:ext>
                </a:extLst>
              </p:cNvPr>
              <p:cNvSpPr/>
              <p:nvPr/>
            </p:nvSpPr>
            <p:spPr>
              <a:xfrm>
                <a:off x="3449581" y="2374787"/>
                <a:ext cx="263638" cy="263638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155" name="icon">
                <a:extLst>
                  <a:ext uri="{FF2B5EF4-FFF2-40B4-BE49-F238E27FC236}">
                    <a16:creationId xmlns:a16="http://schemas.microsoft.com/office/drawing/2014/main" id="{CDF28CDB-0AC9-5200-2D3F-C107613CC69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rcRect/>
              <a:stretch/>
            </p:blipFill>
            <p:spPr>
              <a:xfrm>
                <a:off x="3513869" y="2435878"/>
                <a:ext cx="143060" cy="143060"/>
              </a:xfrm>
              <a:prstGeom prst="rect">
                <a:avLst/>
              </a:prstGeom>
            </p:spPr>
          </p:pic>
        </p:grpSp>
      </p:grpSp>
      <p:grpSp>
        <p:nvGrpSpPr>
          <p:cNvPr id="156" name="!! App">
            <a:extLst>
              <a:ext uri="{FF2B5EF4-FFF2-40B4-BE49-F238E27FC236}">
                <a16:creationId xmlns:a16="http://schemas.microsoft.com/office/drawing/2014/main" id="{F9686C1B-373D-C24C-98A6-910879C7A221}"/>
              </a:ext>
            </a:extLst>
          </p:cNvPr>
          <p:cNvGrpSpPr/>
          <p:nvPr/>
        </p:nvGrpSpPr>
        <p:grpSpPr>
          <a:xfrm>
            <a:off x="476549" y="2282681"/>
            <a:ext cx="2552892" cy="457924"/>
            <a:chOff x="462453" y="2623554"/>
            <a:chExt cx="2552892" cy="457924"/>
          </a:xfrm>
        </p:grpSpPr>
        <p:sp>
          <p:nvSpPr>
            <p:cNvPr id="157" name="!! 未选中">
              <a:hlinkClick r:id="rId6" action="ppaction://hlinksldjump"/>
              <a:extLst>
                <a:ext uri="{FF2B5EF4-FFF2-40B4-BE49-F238E27FC236}">
                  <a16:creationId xmlns:a16="http://schemas.microsoft.com/office/drawing/2014/main" id="{D37F8892-888A-1652-D4DE-3CF3A5D736A6}"/>
                </a:ext>
              </a:extLst>
            </p:cNvPr>
            <p:cNvSpPr/>
            <p:nvPr/>
          </p:nvSpPr>
          <p:spPr>
            <a:xfrm>
              <a:off x="462453" y="2623554"/>
              <a:ext cx="2552892" cy="457924"/>
            </a:xfrm>
            <a:prstGeom prst="roundRect">
              <a:avLst>
                <a:gd name="adj" fmla="val 22880"/>
              </a:avLst>
            </a:prstGeom>
            <a:solidFill>
              <a:schemeClr val="bg2"/>
            </a:solidFill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1998" defTabSz="914377">
                <a:defRPr/>
              </a:pPr>
              <a:r>
                <a:rPr lang="zh-CN" altLang="en-US" sz="1400" dirty="0">
                  <a:solidFill>
                    <a:schemeClr val="tx1">
                      <a:lumMod val="90000"/>
                      <a:lumOff val="10000"/>
                    </a:schemeClr>
                  </a:solidFill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      应用与模块</a:t>
              </a:r>
            </a:p>
          </p:txBody>
        </p:sp>
        <p:grpSp>
          <p:nvGrpSpPr>
            <p:cNvPr id="158" name="组合 157">
              <a:extLst>
                <a:ext uri="{FF2B5EF4-FFF2-40B4-BE49-F238E27FC236}">
                  <a16:creationId xmlns:a16="http://schemas.microsoft.com/office/drawing/2014/main" id="{9CF90251-7AB1-86F7-341D-D858D365F007}"/>
                </a:ext>
              </a:extLst>
            </p:cNvPr>
            <p:cNvGrpSpPr/>
            <p:nvPr/>
          </p:nvGrpSpPr>
          <p:grpSpPr>
            <a:xfrm>
              <a:off x="600851" y="2735577"/>
              <a:ext cx="245090" cy="245090"/>
              <a:chOff x="3449581" y="2374787"/>
              <a:chExt cx="263638" cy="263638"/>
            </a:xfrm>
          </p:grpSpPr>
          <p:sp>
            <p:nvSpPr>
              <p:cNvPr id="159" name="椭圆 158">
                <a:extLst>
                  <a:ext uri="{FF2B5EF4-FFF2-40B4-BE49-F238E27FC236}">
                    <a16:creationId xmlns:a16="http://schemas.microsoft.com/office/drawing/2014/main" id="{F521F87C-08D0-E54A-327C-14E0CC7807B0}"/>
                  </a:ext>
                </a:extLst>
              </p:cNvPr>
              <p:cNvSpPr/>
              <p:nvPr/>
            </p:nvSpPr>
            <p:spPr>
              <a:xfrm>
                <a:off x="3449581" y="2374787"/>
                <a:ext cx="263638" cy="263638"/>
              </a:xfrm>
              <a:prstGeom prst="ellipse">
                <a:avLst/>
              </a:prstGeom>
              <a:solidFill>
                <a:schemeClr val="accent3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160" name="icon">
                <a:extLst>
                  <a:ext uri="{FF2B5EF4-FFF2-40B4-BE49-F238E27FC236}">
                    <a16:creationId xmlns:a16="http://schemas.microsoft.com/office/drawing/2014/main" id="{1CB48907-2E4E-3B88-2BCB-4F46160DB94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rcRect/>
              <a:stretch/>
            </p:blipFill>
            <p:spPr>
              <a:xfrm>
                <a:off x="3513869" y="2435878"/>
                <a:ext cx="143060" cy="143060"/>
              </a:xfrm>
              <a:prstGeom prst="rect">
                <a:avLst/>
              </a:prstGeom>
            </p:spPr>
          </p:pic>
        </p:grpSp>
      </p:grpSp>
      <p:grpSp>
        <p:nvGrpSpPr>
          <p:cNvPr id="161" name="!! 电池">
            <a:extLst>
              <a:ext uri="{FF2B5EF4-FFF2-40B4-BE49-F238E27FC236}">
                <a16:creationId xmlns:a16="http://schemas.microsoft.com/office/drawing/2014/main" id="{7A04560A-28AF-F4DD-9101-5BBEE99058E8}"/>
              </a:ext>
            </a:extLst>
          </p:cNvPr>
          <p:cNvGrpSpPr/>
          <p:nvPr/>
        </p:nvGrpSpPr>
        <p:grpSpPr>
          <a:xfrm>
            <a:off x="470871" y="2852627"/>
            <a:ext cx="2552892" cy="457924"/>
            <a:chOff x="462453" y="2623554"/>
            <a:chExt cx="2552892" cy="457924"/>
          </a:xfrm>
        </p:grpSpPr>
        <p:sp>
          <p:nvSpPr>
            <p:cNvPr id="162" name="!! 未选中">
              <a:hlinkClick r:id="rId9" action="ppaction://hlinksldjump"/>
              <a:extLst>
                <a:ext uri="{FF2B5EF4-FFF2-40B4-BE49-F238E27FC236}">
                  <a16:creationId xmlns:a16="http://schemas.microsoft.com/office/drawing/2014/main" id="{9A6FC393-EB63-468F-EABC-B1713CE29950}"/>
                </a:ext>
              </a:extLst>
            </p:cNvPr>
            <p:cNvSpPr/>
            <p:nvPr/>
          </p:nvSpPr>
          <p:spPr>
            <a:xfrm>
              <a:off x="462453" y="2623554"/>
              <a:ext cx="2552892" cy="457924"/>
            </a:xfrm>
            <a:prstGeom prst="roundRect">
              <a:avLst>
                <a:gd name="adj" fmla="val 22880"/>
              </a:avLst>
            </a:prstGeom>
            <a:solidFill>
              <a:schemeClr val="bg2"/>
            </a:solidFill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1998" defTabSz="914377">
                <a:defRPr/>
              </a:pPr>
              <a:r>
                <a:rPr lang="zh-CN" altLang="en-US" sz="1400" dirty="0">
                  <a:solidFill>
                    <a:schemeClr val="tx1">
                      <a:lumMod val="90000"/>
                      <a:lumOff val="10000"/>
                    </a:schemeClr>
                  </a:solidFill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      电池</a:t>
              </a:r>
            </a:p>
          </p:txBody>
        </p:sp>
        <p:grpSp>
          <p:nvGrpSpPr>
            <p:cNvPr id="163" name="组合 162">
              <a:extLst>
                <a:ext uri="{FF2B5EF4-FFF2-40B4-BE49-F238E27FC236}">
                  <a16:creationId xmlns:a16="http://schemas.microsoft.com/office/drawing/2014/main" id="{AF61B986-80EB-DA5F-EB44-3410AB6295C6}"/>
                </a:ext>
              </a:extLst>
            </p:cNvPr>
            <p:cNvGrpSpPr/>
            <p:nvPr/>
          </p:nvGrpSpPr>
          <p:grpSpPr>
            <a:xfrm>
              <a:off x="600851" y="2735577"/>
              <a:ext cx="245090" cy="245090"/>
              <a:chOff x="3449581" y="2374787"/>
              <a:chExt cx="263638" cy="263638"/>
            </a:xfrm>
          </p:grpSpPr>
          <p:sp>
            <p:nvSpPr>
              <p:cNvPr id="164" name="椭圆 163">
                <a:extLst>
                  <a:ext uri="{FF2B5EF4-FFF2-40B4-BE49-F238E27FC236}">
                    <a16:creationId xmlns:a16="http://schemas.microsoft.com/office/drawing/2014/main" id="{65EE4E90-C230-9B1B-DB08-2369D994D351}"/>
                  </a:ext>
                </a:extLst>
              </p:cNvPr>
              <p:cNvSpPr/>
              <p:nvPr/>
            </p:nvSpPr>
            <p:spPr>
              <a:xfrm>
                <a:off x="3449581" y="2374787"/>
                <a:ext cx="263638" cy="263638"/>
              </a:xfrm>
              <a:prstGeom prst="ellipse">
                <a:avLst/>
              </a:prstGeom>
              <a:solidFill>
                <a:srgbClr val="3ADE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165" name="icon">
                <a:extLst>
                  <a:ext uri="{FF2B5EF4-FFF2-40B4-BE49-F238E27FC236}">
                    <a16:creationId xmlns:a16="http://schemas.microsoft.com/office/drawing/2014/main" id="{32250806-0D9B-DE0B-4CDE-2656264E563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rcRect/>
              <a:stretch/>
            </p:blipFill>
            <p:spPr>
              <a:xfrm>
                <a:off x="3513869" y="2435878"/>
                <a:ext cx="143060" cy="143060"/>
              </a:xfrm>
              <a:prstGeom prst="rect">
                <a:avLst/>
              </a:prstGeom>
            </p:spPr>
          </p:pic>
        </p:grpSp>
      </p:grpSp>
      <p:sp>
        <p:nvSpPr>
          <p:cNvPr id="166" name="!! 个性化">
            <a:extLst>
              <a:ext uri="{FF2B5EF4-FFF2-40B4-BE49-F238E27FC236}">
                <a16:creationId xmlns:a16="http://schemas.microsoft.com/office/drawing/2014/main" id="{6206D564-19DC-8E59-53EC-6006EB40749B}"/>
              </a:ext>
            </a:extLst>
          </p:cNvPr>
          <p:cNvSpPr txBox="1"/>
          <p:nvPr/>
        </p:nvSpPr>
        <p:spPr>
          <a:xfrm>
            <a:off x="470872" y="3444966"/>
            <a:ext cx="11113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dirty="0">
                <a:solidFill>
                  <a:schemeClr val="bg1">
                    <a:lumMod val="50000"/>
                  </a:schemeClr>
                </a:solidFill>
              </a:rPr>
              <a:t>个性化</a:t>
            </a:r>
          </a:p>
        </p:txBody>
      </p:sp>
      <p:sp>
        <p:nvSpPr>
          <p:cNvPr id="167" name="文本框 166">
            <a:extLst>
              <a:ext uri="{FF2B5EF4-FFF2-40B4-BE49-F238E27FC236}">
                <a16:creationId xmlns:a16="http://schemas.microsoft.com/office/drawing/2014/main" id="{08B36CEF-55F5-0FB1-24D1-55CBB88CA74B}"/>
              </a:ext>
            </a:extLst>
          </p:cNvPr>
          <p:cNvSpPr txBox="1"/>
          <p:nvPr/>
        </p:nvSpPr>
        <p:spPr>
          <a:xfrm>
            <a:off x="462454" y="2020809"/>
            <a:ext cx="11113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dirty="0">
                <a:solidFill>
                  <a:schemeClr val="bg1">
                    <a:lumMod val="50000"/>
                  </a:schemeClr>
                </a:solidFill>
              </a:rPr>
              <a:t>网络与连接</a:t>
            </a:r>
          </a:p>
        </p:txBody>
      </p:sp>
      <p:sp>
        <p:nvSpPr>
          <p:cNvPr id="168" name="文本框 167">
            <a:extLst>
              <a:ext uri="{FF2B5EF4-FFF2-40B4-BE49-F238E27FC236}">
                <a16:creationId xmlns:a16="http://schemas.microsoft.com/office/drawing/2014/main" id="{380DA393-3898-4CED-1CE2-6D268163FF26}"/>
              </a:ext>
            </a:extLst>
          </p:cNvPr>
          <p:cNvSpPr txBox="1"/>
          <p:nvPr/>
        </p:nvSpPr>
        <p:spPr>
          <a:xfrm>
            <a:off x="462455" y="4033431"/>
            <a:ext cx="11113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dirty="0">
                <a:solidFill>
                  <a:schemeClr val="bg1">
                    <a:lumMod val="50000"/>
                  </a:schemeClr>
                </a:solidFill>
              </a:rPr>
              <a:t>系统与安全</a:t>
            </a:r>
          </a:p>
        </p:txBody>
      </p:sp>
      <p:grpSp>
        <p:nvGrpSpPr>
          <p:cNvPr id="169" name="!! 软件更新">
            <a:extLst>
              <a:ext uri="{FF2B5EF4-FFF2-40B4-BE49-F238E27FC236}">
                <a16:creationId xmlns:a16="http://schemas.microsoft.com/office/drawing/2014/main" id="{36DE6A4C-3B79-E4FA-F03B-4A1F35FE3DC4}"/>
              </a:ext>
            </a:extLst>
          </p:cNvPr>
          <p:cNvGrpSpPr/>
          <p:nvPr/>
        </p:nvGrpSpPr>
        <p:grpSpPr>
          <a:xfrm>
            <a:off x="462455" y="4299750"/>
            <a:ext cx="2552892" cy="457924"/>
            <a:chOff x="481145" y="1890767"/>
            <a:chExt cx="2552892" cy="457924"/>
          </a:xfrm>
        </p:grpSpPr>
        <p:sp>
          <p:nvSpPr>
            <p:cNvPr id="170" name="!! 未选中">
              <a:hlinkClick r:id="rId12" action="ppaction://hlinksldjump"/>
              <a:extLst>
                <a:ext uri="{FF2B5EF4-FFF2-40B4-BE49-F238E27FC236}">
                  <a16:creationId xmlns:a16="http://schemas.microsoft.com/office/drawing/2014/main" id="{4550A3A0-D063-3F83-4ACC-EF5672FE14CC}"/>
                </a:ext>
              </a:extLst>
            </p:cNvPr>
            <p:cNvSpPr/>
            <p:nvPr/>
          </p:nvSpPr>
          <p:spPr>
            <a:xfrm>
              <a:off x="481145" y="1890767"/>
              <a:ext cx="2552892" cy="457924"/>
            </a:xfrm>
            <a:prstGeom prst="roundRect">
              <a:avLst>
                <a:gd name="adj" fmla="val 22880"/>
              </a:avLst>
            </a:prstGeom>
            <a:solidFill>
              <a:schemeClr val="bg2"/>
            </a:solidFill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1998" defTabSz="914377">
                <a:defRPr/>
              </a:pPr>
              <a:r>
                <a:rPr lang="zh-CN" altLang="en-US" sz="1400" dirty="0">
                  <a:solidFill>
                    <a:schemeClr val="tx1"/>
                  </a:solidFill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      系统更新</a:t>
              </a:r>
            </a:p>
          </p:txBody>
        </p:sp>
        <p:pic>
          <p:nvPicPr>
            <p:cNvPr id="171" name="icon">
              <a:extLst>
                <a:ext uri="{FF2B5EF4-FFF2-40B4-BE49-F238E27FC236}">
                  <a16:creationId xmlns:a16="http://schemas.microsoft.com/office/drawing/2014/main" id="{BC04AA68-88A3-E8D4-74F3-C03D645D01FA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rcRect/>
            <a:stretch/>
          </p:blipFill>
          <p:spPr>
            <a:xfrm>
              <a:off x="623508" y="2001148"/>
              <a:ext cx="237162" cy="237162"/>
            </a:xfrm>
            <a:prstGeom prst="rect">
              <a:avLst/>
            </a:prstGeom>
          </p:spPr>
        </p:pic>
      </p:grpSp>
      <p:grpSp>
        <p:nvGrpSpPr>
          <p:cNvPr id="172" name="!! 更多连接">
            <a:extLst>
              <a:ext uri="{FF2B5EF4-FFF2-40B4-BE49-F238E27FC236}">
                <a16:creationId xmlns:a16="http://schemas.microsoft.com/office/drawing/2014/main" id="{72EA52D0-895D-A3E1-6A20-84AE34C59081}"/>
              </a:ext>
            </a:extLst>
          </p:cNvPr>
          <p:cNvGrpSpPr/>
          <p:nvPr/>
        </p:nvGrpSpPr>
        <p:grpSpPr>
          <a:xfrm>
            <a:off x="462454" y="3410531"/>
            <a:ext cx="2552892" cy="457924"/>
            <a:chOff x="462453" y="2623554"/>
            <a:chExt cx="2552892" cy="457924"/>
          </a:xfrm>
        </p:grpSpPr>
        <p:sp>
          <p:nvSpPr>
            <p:cNvPr id="173" name="!! 未选中">
              <a:hlinkClick r:id="rId15" action="ppaction://hlinksldjump"/>
              <a:extLst>
                <a:ext uri="{FF2B5EF4-FFF2-40B4-BE49-F238E27FC236}">
                  <a16:creationId xmlns:a16="http://schemas.microsoft.com/office/drawing/2014/main" id="{01A03167-B6DA-3135-9808-A337C9DE9AD7}"/>
                </a:ext>
              </a:extLst>
            </p:cNvPr>
            <p:cNvSpPr/>
            <p:nvPr/>
          </p:nvSpPr>
          <p:spPr>
            <a:xfrm>
              <a:off x="462453" y="2623554"/>
              <a:ext cx="2552892" cy="457924"/>
            </a:xfrm>
            <a:prstGeom prst="roundRect">
              <a:avLst>
                <a:gd name="adj" fmla="val 22880"/>
              </a:avLst>
            </a:prstGeom>
            <a:solidFill>
              <a:schemeClr val="bg2"/>
            </a:solidFill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1998" defTabSz="914377">
                <a:defRPr/>
              </a:pPr>
              <a:r>
                <a:rPr lang="zh-CN" altLang="en-US" sz="1400" dirty="0">
                  <a:solidFill>
                    <a:schemeClr val="tx1">
                      <a:lumMod val="90000"/>
                      <a:lumOff val="10000"/>
                    </a:schemeClr>
                  </a:solidFill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      更多连接</a:t>
              </a:r>
            </a:p>
          </p:txBody>
        </p:sp>
        <p:grpSp>
          <p:nvGrpSpPr>
            <p:cNvPr id="174" name="组合 173">
              <a:extLst>
                <a:ext uri="{FF2B5EF4-FFF2-40B4-BE49-F238E27FC236}">
                  <a16:creationId xmlns:a16="http://schemas.microsoft.com/office/drawing/2014/main" id="{B38E384D-7DE6-493A-C9C2-07EF5B0D3580}"/>
                </a:ext>
              </a:extLst>
            </p:cNvPr>
            <p:cNvGrpSpPr/>
            <p:nvPr/>
          </p:nvGrpSpPr>
          <p:grpSpPr>
            <a:xfrm>
              <a:off x="600851" y="2735577"/>
              <a:ext cx="245090" cy="245090"/>
              <a:chOff x="3449581" y="2374787"/>
              <a:chExt cx="263638" cy="263638"/>
            </a:xfrm>
          </p:grpSpPr>
          <p:sp>
            <p:nvSpPr>
              <p:cNvPr id="175" name="椭圆 174">
                <a:extLst>
                  <a:ext uri="{FF2B5EF4-FFF2-40B4-BE49-F238E27FC236}">
                    <a16:creationId xmlns:a16="http://schemas.microsoft.com/office/drawing/2014/main" id="{2DBC1B28-0A59-B36A-B268-0B9274C2B126}"/>
                  </a:ext>
                </a:extLst>
              </p:cNvPr>
              <p:cNvSpPr/>
              <p:nvPr/>
            </p:nvSpPr>
            <p:spPr>
              <a:xfrm>
                <a:off x="3449581" y="2374787"/>
                <a:ext cx="263638" cy="263638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176" name="icon">
                <a:extLst>
                  <a:ext uri="{FF2B5EF4-FFF2-40B4-BE49-F238E27FC236}">
                    <a16:creationId xmlns:a16="http://schemas.microsoft.com/office/drawing/2014/main" id="{C302547F-5F5C-B3F2-8B72-10DAE6ABF08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>
                <a:extLs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rcRect/>
              <a:stretch/>
            </p:blipFill>
            <p:spPr>
              <a:xfrm>
                <a:off x="3513774" y="2433849"/>
                <a:ext cx="143060" cy="143060"/>
              </a:xfrm>
              <a:prstGeom prst="rect">
                <a:avLst/>
              </a:prstGeom>
            </p:spPr>
          </p:pic>
        </p:grpSp>
      </p:grpSp>
      <p:sp>
        <p:nvSpPr>
          <p:cNvPr id="177" name="!! 更多">
            <a:extLst>
              <a:ext uri="{FF2B5EF4-FFF2-40B4-BE49-F238E27FC236}">
                <a16:creationId xmlns:a16="http://schemas.microsoft.com/office/drawing/2014/main" id="{5F8C9D59-027E-056D-45F5-96C73B107FD9}"/>
              </a:ext>
            </a:extLst>
          </p:cNvPr>
          <p:cNvSpPr txBox="1"/>
          <p:nvPr/>
        </p:nvSpPr>
        <p:spPr>
          <a:xfrm>
            <a:off x="1310353" y="6016666"/>
            <a:ext cx="85443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100" dirty="0">
                <a:solidFill>
                  <a:schemeClr val="accent1"/>
                </a:solidFill>
              </a:rPr>
              <a:t>下一页</a:t>
            </a:r>
          </a:p>
        </p:txBody>
      </p:sp>
      <p:grpSp>
        <p:nvGrpSpPr>
          <p:cNvPr id="178" name="!! 蓝牙">
            <a:extLst>
              <a:ext uri="{FF2B5EF4-FFF2-40B4-BE49-F238E27FC236}">
                <a16:creationId xmlns:a16="http://schemas.microsoft.com/office/drawing/2014/main" id="{AC57C9C3-5B73-D28E-D9C0-C30F2BBEB19B}"/>
              </a:ext>
            </a:extLst>
          </p:cNvPr>
          <p:cNvGrpSpPr/>
          <p:nvPr/>
        </p:nvGrpSpPr>
        <p:grpSpPr>
          <a:xfrm>
            <a:off x="462453" y="2846581"/>
            <a:ext cx="2552892" cy="457924"/>
            <a:chOff x="462452" y="2059603"/>
            <a:chExt cx="2552892" cy="457924"/>
          </a:xfrm>
        </p:grpSpPr>
        <p:sp>
          <p:nvSpPr>
            <p:cNvPr id="179" name="!! 未选中">
              <a:hlinkClick r:id="rId18" action="ppaction://hlinksldjump"/>
              <a:extLst>
                <a:ext uri="{FF2B5EF4-FFF2-40B4-BE49-F238E27FC236}">
                  <a16:creationId xmlns:a16="http://schemas.microsoft.com/office/drawing/2014/main" id="{2036F909-5A73-ABD3-F7F0-5830BBC2D1F6}"/>
                </a:ext>
              </a:extLst>
            </p:cNvPr>
            <p:cNvSpPr/>
            <p:nvPr/>
          </p:nvSpPr>
          <p:spPr>
            <a:xfrm>
              <a:off x="462452" y="2059603"/>
              <a:ext cx="2552892" cy="457924"/>
            </a:xfrm>
            <a:prstGeom prst="roundRect">
              <a:avLst>
                <a:gd name="adj" fmla="val 22880"/>
              </a:avLst>
            </a:prstGeom>
            <a:solidFill>
              <a:schemeClr val="bg2"/>
            </a:solidFill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1998" defTabSz="914377">
                <a:defRPr/>
              </a:pPr>
              <a:r>
                <a:rPr lang="zh-CN" altLang="en-US" sz="1400" dirty="0">
                  <a:solidFill>
                    <a:schemeClr val="tx1">
                      <a:lumMod val="90000"/>
                      <a:lumOff val="10000"/>
                    </a:schemeClr>
                  </a:solidFill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      蓝牙</a:t>
              </a:r>
            </a:p>
          </p:txBody>
        </p:sp>
        <p:pic>
          <p:nvPicPr>
            <p:cNvPr id="180" name="图形 179">
              <a:extLst>
                <a:ext uri="{FF2B5EF4-FFF2-40B4-BE49-F238E27FC236}">
                  <a16:creationId xmlns:a16="http://schemas.microsoft.com/office/drawing/2014/main" id="{1DC41904-0ADA-951A-4CA5-51E18FC2D2BB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p:blipFill>
          <p:spPr>
            <a:xfrm>
              <a:off x="600851" y="2174279"/>
              <a:ext cx="237166" cy="237166"/>
            </a:xfrm>
            <a:prstGeom prst="rect">
              <a:avLst/>
            </a:prstGeom>
          </p:spPr>
        </p:pic>
      </p:grpSp>
      <p:grpSp>
        <p:nvGrpSpPr>
          <p:cNvPr id="181" name="!! WLAN">
            <a:extLst>
              <a:ext uri="{FF2B5EF4-FFF2-40B4-BE49-F238E27FC236}">
                <a16:creationId xmlns:a16="http://schemas.microsoft.com/office/drawing/2014/main" id="{FAA7441D-5895-6245-DB27-DCAFCC8797C2}"/>
              </a:ext>
            </a:extLst>
          </p:cNvPr>
          <p:cNvGrpSpPr/>
          <p:nvPr/>
        </p:nvGrpSpPr>
        <p:grpSpPr>
          <a:xfrm>
            <a:off x="462453" y="2282631"/>
            <a:ext cx="2552892" cy="457924"/>
            <a:chOff x="462452" y="1495653"/>
            <a:chExt cx="2552892" cy="457924"/>
          </a:xfrm>
        </p:grpSpPr>
        <p:grpSp>
          <p:nvGrpSpPr>
            <p:cNvPr id="182" name="!! WLAN">
              <a:extLst>
                <a:ext uri="{FF2B5EF4-FFF2-40B4-BE49-F238E27FC236}">
                  <a16:creationId xmlns:a16="http://schemas.microsoft.com/office/drawing/2014/main" id="{0A6EBE06-F067-7109-19B5-5667294D296D}"/>
                </a:ext>
              </a:extLst>
            </p:cNvPr>
            <p:cNvGrpSpPr/>
            <p:nvPr/>
          </p:nvGrpSpPr>
          <p:grpSpPr>
            <a:xfrm>
              <a:off x="462452" y="1495653"/>
              <a:ext cx="2552892" cy="457924"/>
              <a:chOff x="462452" y="1495653"/>
              <a:chExt cx="2552892" cy="457924"/>
            </a:xfrm>
          </p:grpSpPr>
          <p:sp>
            <p:nvSpPr>
              <p:cNvPr id="184" name="!! 未选中">
                <a:hlinkClick r:id="rId21" action="ppaction://hlinksldjump"/>
                <a:extLst>
                  <a:ext uri="{FF2B5EF4-FFF2-40B4-BE49-F238E27FC236}">
                    <a16:creationId xmlns:a16="http://schemas.microsoft.com/office/drawing/2014/main" id="{7CD2EF75-154B-B574-C9FE-C5774C7AD21F}"/>
                  </a:ext>
                </a:extLst>
              </p:cNvPr>
              <p:cNvSpPr/>
              <p:nvPr/>
            </p:nvSpPr>
            <p:spPr>
              <a:xfrm>
                <a:off x="462452" y="1495653"/>
                <a:ext cx="2552892" cy="457924"/>
              </a:xfrm>
              <a:prstGeom prst="roundRect">
                <a:avLst>
                  <a:gd name="adj" fmla="val 22880"/>
                </a:avLst>
              </a:prstGeom>
              <a:solidFill>
                <a:schemeClr val="bg2"/>
              </a:solidFill>
              <a:ln w="6350"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71998" defTabSz="914377">
                  <a:defRPr/>
                </a:pPr>
                <a:r>
                  <a:rPr lang="zh-CN" altLang="en-US" sz="1400" dirty="0">
                    <a:solidFill>
                      <a:schemeClr val="tx1">
                        <a:lumMod val="90000"/>
                        <a:lumOff val="10000"/>
                      </a:schemeClr>
                    </a:solidFill>
                    <a:latin typeface="vivo Sans Light" panose="02000400000000000000" pitchFamily="2" charset="-122"/>
                    <a:ea typeface="vivo Sans Light" panose="02000400000000000000" pitchFamily="2" charset="-122"/>
                    <a:cs typeface="vivo Sans Light" panose="02000400000000000000" pitchFamily="2" charset="-122"/>
                  </a:rPr>
                  <a:t>      无线局域网</a:t>
                </a:r>
              </a:p>
            </p:txBody>
          </p:sp>
          <p:pic>
            <p:nvPicPr>
              <p:cNvPr id="185" name="icon">
                <a:extLst>
                  <a:ext uri="{FF2B5EF4-FFF2-40B4-BE49-F238E27FC236}">
                    <a16:creationId xmlns:a16="http://schemas.microsoft.com/office/drawing/2014/main" id="{70A44521-6667-2947-ABB2-2F285C9B79F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2">
                <a:extLst>
                  <a:ext uri="{96DAC541-7B7A-43D3-8B79-37D633B846F1}">
                    <asvg:svgBlip xmlns:asvg="http://schemas.microsoft.com/office/drawing/2016/SVG/main" r:embed="rId23"/>
                  </a:ext>
                </a:extLst>
              </a:blip>
              <a:srcRect/>
              <a:stretch/>
            </p:blipFill>
            <p:spPr>
              <a:xfrm>
                <a:off x="638475" y="1636367"/>
                <a:ext cx="169842" cy="169842"/>
              </a:xfrm>
              <a:prstGeom prst="rect">
                <a:avLst/>
              </a:prstGeom>
            </p:spPr>
          </p:pic>
        </p:grpSp>
        <p:pic>
          <p:nvPicPr>
            <p:cNvPr id="183" name="图形 182">
              <a:extLst>
                <a:ext uri="{FF2B5EF4-FFF2-40B4-BE49-F238E27FC236}">
                  <a16:creationId xmlns:a16="http://schemas.microsoft.com/office/drawing/2014/main" id="{16C9BC7E-A45A-D5CC-7F9A-A9F542A6C7A0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/>
            </a:stretch>
          </p:blipFill>
          <p:spPr>
            <a:xfrm>
              <a:off x="600489" y="1593839"/>
              <a:ext cx="245452" cy="245452"/>
            </a:xfrm>
            <a:prstGeom prst="rect">
              <a:avLst/>
            </a:prstGeom>
          </p:spPr>
        </p:pic>
      </p:grpSp>
      <p:grpSp>
        <p:nvGrpSpPr>
          <p:cNvPr id="186" name="!! 关于">
            <a:extLst>
              <a:ext uri="{FF2B5EF4-FFF2-40B4-BE49-F238E27FC236}">
                <a16:creationId xmlns:a16="http://schemas.microsoft.com/office/drawing/2014/main" id="{98DCDEE7-D633-E61C-3073-B37C4D7F0A9A}"/>
              </a:ext>
            </a:extLst>
          </p:cNvPr>
          <p:cNvGrpSpPr/>
          <p:nvPr/>
        </p:nvGrpSpPr>
        <p:grpSpPr>
          <a:xfrm>
            <a:off x="461126" y="5442791"/>
            <a:ext cx="2552892" cy="457924"/>
            <a:chOff x="453977" y="4076722"/>
            <a:chExt cx="2552892" cy="457924"/>
          </a:xfrm>
        </p:grpSpPr>
        <p:sp>
          <p:nvSpPr>
            <p:cNvPr id="187" name="!! 未选中">
              <a:hlinkClick r:id="rId26" action="ppaction://hlinksldjump"/>
              <a:extLst>
                <a:ext uri="{FF2B5EF4-FFF2-40B4-BE49-F238E27FC236}">
                  <a16:creationId xmlns:a16="http://schemas.microsoft.com/office/drawing/2014/main" id="{0EF2823D-40FC-01E7-734E-46FFAA33AC8A}"/>
                </a:ext>
              </a:extLst>
            </p:cNvPr>
            <p:cNvSpPr/>
            <p:nvPr/>
          </p:nvSpPr>
          <p:spPr>
            <a:xfrm>
              <a:off x="453977" y="4076722"/>
              <a:ext cx="2552892" cy="457924"/>
            </a:xfrm>
            <a:prstGeom prst="roundRect">
              <a:avLst>
                <a:gd name="adj" fmla="val 22880"/>
              </a:avLst>
            </a:prstGeom>
            <a:solidFill>
              <a:schemeClr val="bg2"/>
            </a:solidFill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1998" defTabSz="914377">
                <a:defRPr/>
              </a:pPr>
              <a:r>
                <a:rPr lang="zh-CN" altLang="en-US" sz="1400" dirty="0">
                  <a:solidFill>
                    <a:schemeClr val="tx1">
                      <a:lumMod val="90000"/>
                      <a:lumOff val="10000"/>
                    </a:schemeClr>
                  </a:solidFill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      关于此</a:t>
              </a:r>
              <a:r>
                <a:rPr lang="en-US" altLang="zh-CN" sz="1400" dirty="0">
                  <a:solidFill>
                    <a:schemeClr val="tx1">
                      <a:lumMod val="90000"/>
                      <a:lumOff val="10000"/>
                    </a:schemeClr>
                  </a:solidFill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Pad</a:t>
              </a:r>
              <a:endParaRPr lang="zh-CN" altLang="en-US" sz="1400" dirty="0">
                <a:solidFill>
                  <a:schemeClr val="tx1">
                    <a:lumMod val="90000"/>
                    <a:lumOff val="10000"/>
                  </a:schemeClr>
                </a:solidFill>
                <a:latin typeface="vivo Sans Light" panose="02000400000000000000" pitchFamily="2" charset="-122"/>
                <a:ea typeface="vivo Sans Light" panose="02000400000000000000" pitchFamily="2" charset="-122"/>
                <a:cs typeface="vivo Sans Light" panose="02000400000000000000" pitchFamily="2" charset="-122"/>
              </a:endParaRPr>
            </a:p>
          </p:txBody>
        </p:sp>
        <p:pic>
          <p:nvPicPr>
            <p:cNvPr id="188" name="图形 187">
              <a:extLst>
                <a:ext uri="{FF2B5EF4-FFF2-40B4-BE49-F238E27FC236}">
                  <a16:creationId xmlns:a16="http://schemas.microsoft.com/office/drawing/2014/main" id="{7877C74A-0267-51A0-55E4-BBB08F306AE9}"/>
                </a:ext>
              </a:extLst>
            </p:cNvPr>
            <p:cNvPicPr>
              <a:picLocks noChangeAspect="1"/>
            </p:cNvPicPr>
            <p:nvPr/>
          </p:nvPicPr>
          <p:blipFill>
            <a:blip r:embed="rId27">
              <a:extLs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/>
            </a:stretch>
          </p:blipFill>
          <p:spPr>
            <a:xfrm flipV="1">
              <a:off x="599323" y="4190280"/>
              <a:ext cx="238694" cy="238694"/>
            </a:xfrm>
            <a:prstGeom prst="rect">
              <a:avLst/>
            </a:prstGeom>
          </p:spPr>
        </p:pic>
      </p:grpSp>
      <p:grpSp>
        <p:nvGrpSpPr>
          <p:cNvPr id="189" name="!! 保护">
            <a:extLst>
              <a:ext uri="{FF2B5EF4-FFF2-40B4-BE49-F238E27FC236}">
                <a16:creationId xmlns:a16="http://schemas.microsoft.com/office/drawing/2014/main" id="{CA25B259-9761-4797-801E-6D87392447D1}"/>
              </a:ext>
            </a:extLst>
          </p:cNvPr>
          <p:cNvGrpSpPr/>
          <p:nvPr/>
        </p:nvGrpSpPr>
        <p:grpSpPr>
          <a:xfrm>
            <a:off x="461126" y="4868915"/>
            <a:ext cx="2552892" cy="457924"/>
            <a:chOff x="462453" y="2623554"/>
            <a:chExt cx="2552892" cy="457924"/>
          </a:xfrm>
        </p:grpSpPr>
        <p:sp>
          <p:nvSpPr>
            <p:cNvPr id="190" name="!! 未选中">
              <a:hlinkClick r:id="rId29" action="ppaction://hlinksldjump"/>
              <a:extLst>
                <a:ext uri="{FF2B5EF4-FFF2-40B4-BE49-F238E27FC236}">
                  <a16:creationId xmlns:a16="http://schemas.microsoft.com/office/drawing/2014/main" id="{B7E28594-2652-DB54-2833-17AA7CCA7D12}"/>
                </a:ext>
              </a:extLst>
            </p:cNvPr>
            <p:cNvSpPr/>
            <p:nvPr/>
          </p:nvSpPr>
          <p:spPr>
            <a:xfrm>
              <a:off x="462453" y="2623554"/>
              <a:ext cx="2552892" cy="457924"/>
            </a:xfrm>
            <a:prstGeom prst="roundRect">
              <a:avLst>
                <a:gd name="adj" fmla="val 22880"/>
              </a:avLst>
            </a:prstGeom>
            <a:solidFill>
              <a:schemeClr val="tx1">
                <a:lumMod val="10000"/>
                <a:lumOff val="90000"/>
              </a:schemeClr>
            </a:solidFill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1998" defTabSz="914377">
                <a:defRPr/>
              </a:pPr>
              <a:r>
                <a:rPr lang="zh-CN" altLang="en-US" sz="1400" dirty="0">
                  <a:solidFill>
                    <a:schemeClr val="tx1">
                      <a:lumMod val="90000"/>
                      <a:lumOff val="10000"/>
                    </a:schemeClr>
                  </a:solidFill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      设备安全性</a:t>
              </a:r>
            </a:p>
          </p:txBody>
        </p:sp>
        <p:grpSp>
          <p:nvGrpSpPr>
            <p:cNvPr id="191" name="组合 190">
              <a:extLst>
                <a:ext uri="{FF2B5EF4-FFF2-40B4-BE49-F238E27FC236}">
                  <a16:creationId xmlns:a16="http://schemas.microsoft.com/office/drawing/2014/main" id="{092AD739-7308-D1E3-C583-261466CEE40F}"/>
                </a:ext>
              </a:extLst>
            </p:cNvPr>
            <p:cNvGrpSpPr/>
            <p:nvPr/>
          </p:nvGrpSpPr>
          <p:grpSpPr>
            <a:xfrm>
              <a:off x="600851" y="2735577"/>
              <a:ext cx="245090" cy="245090"/>
              <a:chOff x="3449581" y="2374787"/>
              <a:chExt cx="263638" cy="263638"/>
            </a:xfrm>
          </p:grpSpPr>
          <p:sp>
            <p:nvSpPr>
              <p:cNvPr id="192" name="椭圆 191">
                <a:extLst>
                  <a:ext uri="{FF2B5EF4-FFF2-40B4-BE49-F238E27FC236}">
                    <a16:creationId xmlns:a16="http://schemas.microsoft.com/office/drawing/2014/main" id="{FC7164D0-151B-1373-29B5-6E8417F1AE96}"/>
                  </a:ext>
                </a:extLst>
              </p:cNvPr>
              <p:cNvSpPr/>
              <p:nvPr/>
            </p:nvSpPr>
            <p:spPr>
              <a:xfrm>
                <a:off x="3449581" y="2374787"/>
                <a:ext cx="263638" cy="263638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193" name="icon">
                <a:extLst>
                  <a:ext uri="{FF2B5EF4-FFF2-40B4-BE49-F238E27FC236}">
                    <a16:creationId xmlns:a16="http://schemas.microsoft.com/office/drawing/2014/main" id="{EFDC7693-5A52-12C2-83AB-301AD97E236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0">
                <a:extLst>
                  <a:ext uri="{96DAC541-7B7A-43D3-8B79-37D633B846F1}">
                    <asvg:svgBlip xmlns:asvg="http://schemas.microsoft.com/office/drawing/2016/SVG/main" r:embed="rId31"/>
                  </a:ext>
                </a:extLst>
              </a:blip>
              <a:srcRect/>
              <a:stretch/>
            </p:blipFill>
            <p:spPr>
              <a:xfrm>
                <a:off x="3513869" y="2435878"/>
                <a:ext cx="143060" cy="143060"/>
              </a:xfrm>
              <a:prstGeom prst="rect">
                <a:avLst/>
              </a:prstGeom>
            </p:spPr>
          </p:pic>
        </p:grpSp>
      </p:grpSp>
      <p:grpSp>
        <p:nvGrpSpPr>
          <p:cNvPr id="194" name="组合 193">
            <a:extLst>
              <a:ext uri="{FF2B5EF4-FFF2-40B4-BE49-F238E27FC236}">
                <a16:creationId xmlns:a16="http://schemas.microsoft.com/office/drawing/2014/main" id="{0B0D35F7-0687-F3C3-323D-C504579A422F}"/>
              </a:ext>
            </a:extLst>
          </p:cNvPr>
          <p:cNvGrpSpPr/>
          <p:nvPr/>
        </p:nvGrpSpPr>
        <p:grpSpPr>
          <a:xfrm>
            <a:off x="461126" y="1123111"/>
            <a:ext cx="2552892" cy="756471"/>
            <a:chOff x="461125" y="1123110"/>
            <a:chExt cx="2552892" cy="756471"/>
          </a:xfrm>
        </p:grpSpPr>
        <p:sp>
          <p:nvSpPr>
            <p:cNvPr id="195" name="矩形: 圆角 194">
              <a:hlinkClick r:id="rId32" action="ppaction://hlinksldjump"/>
              <a:extLst>
                <a:ext uri="{FF2B5EF4-FFF2-40B4-BE49-F238E27FC236}">
                  <a16:creationId xmlns:a16="http://schemas.microsoft.com/office/drawing/2014/main" id="{65BA3AF7-A98E-0DF6-6466-6E7E7D43D826}"/>
                </a:ext>
              </a:extLst>
            </p:cNvPr>
            <p:cNvSpPr/>
            <p:nvPr/>
          </p:nvSpPr>
          <p:spPr>
            <a:xfrm>
              <a:off x="461125" y="1123110"/>
              <a:ext cx="2552892" cy="756471"/>
            </a:xfrm>
            <a:prstGeom prst="roundRect">
              <a:avLst>
                <a:gd name="adj" fmla="val 13695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6" name="文本框 195">
              <a:extLst>
                <a:ext uri="{FF2B5EF4-FFF2-40B4-BE49-F238E27FC236}">
                  <a16:creationId xmlns:a16="http://schemas.microsoft.com/office/drawing/2014/main" id="{D42F0357-7695-0DE8-177F-8C6696715F6E}"/>
                </a:ext>
              </a:extLst>
            </p:cNvPr>
            <p:cNvSpPr txBox="1"/>
            <p:nvPr/>
          </p:nvSpPr>
          <p:spPr>
            <a:xfrm>
              <a:off x="1119456" y="1283470"/>
              <a:ext cx="161993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dirty="0">
                  <a:latin typeface="+mn-ea"/>
                  <a:cs typeface="vivo Sans Light" panose="02000400000000000000" pitchFamily="2" charset="-122"/>
                </a:rPr>
                <a:t>雨夌</a:t>
              </a:r>
            </a:p>
          </p:txBody>
        </p:sp>
        <p:sp>
          <p:nvSpPr>
            <p:cNvPr id="197" name="文本框 196">
              <a:extLst>
                <a:ext uri="{FF2B5EF4-FFF2-40B4-BE49-F238E27FC236}">
                  <a16:creationId xmlns:a16="http://schemas.microsoft.com/office/drawing/2014/main" id="{FA1ABF7C-E80A-D2C3-51CE-EFE09C01585E}"/>
                </a:ext>
              </a:extLst>
            </p:cNvPr>
            <p:cNvSpPr txBox="1"/>
            <p:nvPr/>
          </p:nvSpPr>
          <p:spPr>
            <a:xfrm>
              <a:off x="1119456" y="1497658"/>
              <a:ext cx="161993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000" dirty="0">
                  <a:solidFill>
                    <a:schemeClr val="bg1">
                      <a:lumMod val="75000"/>
                    </a:schemeClr>
                  </a:solidFill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管理你的云账户</a:t>
              </a:r>
            </a:p>
          </p:txBody>
        </p:sp>
        <p:sp>
          <p:nvSpPr>
            <p:cNvPr id="198" name="!! 头像框">
              <a:extLst>
                <a:ext uri="{FF2B5EF4-FFF2-40B4-BE49-F238E27FC236}">
                  <a16:creationId xmlns:a16="http://schemas.microsoft.com/office/drawing/2014/main" id="{9DD507FF-1A95-1E29-6B3F-51691C9CD82E}"/>
                </a:ext>
              </a:extLst>
            </p:cNvPr>
            <p:cNvSpPr/>
            <p:nvPr/>
          </p:nvSpPr>
          <p:spPr>
            <a:xfrm>
              <a:off x="638475" y="1267548"/>
              <a:ext cx="463636" cy="463636"/>
            </a:xfrm>
            <a:prstGeom prst="ellipse">
              <a:avLst/>
            </a:prstGeom>
            <a:blipFill>
              <a:blip r:embed="rId33"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77">
                <a:defRPr/>
              </a:pPr>
              <a:endParaRPr lang="zh-CN" altLang="en-US">
                <a:solidFill>
                  <a:srgbClr val="F5F5F5"/>
                </a:solidFill>
                <a:latin typeface="vivo Sans"/>
                <a:ea typeface="vivo Sans"/>
              </a:endParaRPr>
            </a:p>
          </p:txBody>
        </p:sp>
      </p:grpSp>
      <p:grpSp>
        <p:nvGrpSpPr>
          <p:cNvPr id="3" name="!! 关闭按钮">
            <a:extLst>
              <a:ext uri="{FF2B5EF4-FFF2-40B4-BE49-F238E27FC236}">
                <a16:creationId xmlns:a16="http://schemas.microsoft.com/office/drawing/2014/main" id="{FCF3A87C-3FA0-E504-0A94-730D7E7858DA}"/>
              </a:ext>
            </a:extLst>
          </p:cNvPr>
          <p:cNvGrpSpPr/>
          <p:nvPr/>
        </p:nvGrpSpPr>
        <p:grpSpPr>
          <a:xfrm>
            <a:off x="2757496" y="569913"/>
            <a:ext cx="290511" cy="290511"/>
            <a:chOff x="2328464" y="3107859"/>
            <a:chExt cx="583223" cy="583223"/>
          </a:xfrm>
        </p:grpSpPr>
        <p:sp>
          <p:nvSpPr>
            <p:cNvPr id="4" name="矩形: 圆角 3">
              <a:hlinkClick r:id="rId34" action="ppaction://hlinksldjump"/>
              <a:extLst>
                <a:ext uri="{FF2B5EF4-FFF2-40B4-BE49-F238E27FC236}">
                  <a16:creationId xmlns:a16="http://schemas.microsoft.com/office/drawing/2014/main" id="{96B2F9E9-3326-68D8-53DD-DAE88BFA4627}"/>
                </a:ext>
              </a:extLst>
            </p:cNvPr>
            <p:cNvSpPr/>
            <p:nvPr/>
          </p:nvSpPr>
          <p:spPr>
            <a:xfrm>
              <a:off x="2328464" y="3107859"/>
              <a:ext cx="583223" cy="583223"/>
            </a:xfrm>
            <a:prstGeom prst="roundRect">
              <a:avLst>
                <a:gd name="adj" fmla="val 20771"/>
              </a:avLst>
            </a:prstGeom>
            <a:solidFill>
              <a:schemeClr val="bg2"/>
            </a:solidFill>
            <a:ln>
              <a:noFill/>
            </a:ln>
            <a:effectLst>
              <a:outerShdw blurRad="127000" sx="101000" sy="101000" algn="c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77">
                <a:defRPr/>
              </a:pPr>
              <a:endParaRPr lang="zh-CN" altLang="en-US">
                <a:solidFill>
                  <a:srgbClr val="F5F5F5"/>
                </a:solidFill>
                <a:latin typeface="vivo Sans"/>
                <a:ea typeface="vivo Sans"/>
              </a:endParaRPr>
            </a:p>
          </p:txBody>
        </p:sp>
        <p:pic>
          <p:nvPicPr>
            <p:cNvPr id="5" name="图形 4">
              <a:extLst>
                <a:ext uri="{FF2B5EF4-FFF2-40B4-BE49-F238E27FC236}">
                  <a16:creationId xmlns:a16="http://schemas.microsoft.com/office/drawing/2014/main" id="{607A8396-2064-D224-0DC9-CE65FA638A22}"/>
                </a:ext>
              </a:extLst>
            </p:cNvPr>
            <p:cNvPicPr>
              <a:picLocks noChangeAspect="1"/>
            </p:cNvPicPr>
            <p:nvPr/>
          </p:nvPicPr>
          <p:blipFill>
            <a:blip r:embed="rId35">
              <a:extLst>
                <a:ext uri="{96DAC541-7B7A-43D3-8B79-37D633B846F1}">
                  <asvg:svgBlip xmlns:asvg="http://schemas.microsoft.com/office/drawing/2016/SVG/main" r:embed="rId36"/>
                </a:ext>
              </a:extLst>
            </a:blip>
            <a:srcRect/>
            <a:stretch/>
          </p:blipFill>
          <p:spPr>
            <a:xfrm>
              <a:off x="2375480" y="3154875"/>
              <a:ext cx="489196" cy="489196"/>
            </a:xfrm>
            <a:prstGeom prst="rect">
              <a:avLst/>
            </a:prstGeom>
          </p:spPr>
        </p:pic>
      </p:grpSp>
      <p:grpSp>
        <p:nvGrpSpPr>
          <p:cNvPr id="24" name="!! 关闭按钮">
            <a:extLst>
              <a:ext uri="{FF2B5EF4-FFF2-40B4-BE49-F238E27FC236}">
                <a16:creationId xmlns:a16="http://schemas.microsoft.com/office/drawing/2014/main" id="{BA7BCD17-274E-A222-EF57-AF783DB9645F}"/>
              </a:ext>
            </a:extLst>
          </p:cNvPr>
          <p:cNvGrpSpPr/>
          <p:nvPr/>
        </p:nvGrpSpPr>
        <p:grpSpPr>
          <a:xfrm>
            <a:off x="2333440" y="569913"/>
            <a:ext cx="290511" cy="290511"/>
            <a:chOff x="2328464" y="3107859"/>
            <a:chExt cx="583223" cy="583223"/>
          </a:xfrm>
        </p:grpSpPr>
        <p:sp>
          <p:nvSpPr>
            <p:cNvPr id="26" name="矩形: 圆角 25">
              <a:hlinkClick r:id="rId37" action="ppaction://hlinksldjump"/>
              <a:extLst>
                <a:ext uri="{FF2B5EF4-FFF2-40B4-BE49-F238E27FC236}">
                  <a16:creationId xmlns:a16="http://schemas.microsoft.com/office/drawing/2014/main" id="{C56C8CA4-5EB0-C7C7-2F0D-44294885F92B}"/>
                </a:ext>
              </a:extLst>
            </p:cNvPr>
            <p:cNvSpPr/>
            <p:nvPr/>
          </p:nvSpPr>
          <p:spPr>
            <a:xfrm>
              <a:off x="2328464" y="3107859"/>
              <a:ext cx="583223" cy="583223"/>
            </a:xfrm>
            <a:prstGeom prst="roundRect">
              <a:avLst>
                <a:gd name="adj" fmla="val 20771"/>
              </a:avLst>
            </a:prstGeom>
            <a:solidFill>
              <a:schemeClr val="bg2"/>
            </a:solidFill>
            <a:ln>
              <a:noFill/>
            </a:ln>
            <a:effectLst>
              <a:outerShdw blurRad="127000" sx="101000" sy="101000" algn="c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77">
                <a:defRPr/>
              </a:pPr>
              <a:endParaRPr lang="zh-CN" altLang="en-US">
                <a:solidFill>
                  <a:srgbClr val="F5F5F5"/>
                </a:solidFill>
                <a:latin typeface="vivo Sans"/>
                <a:ea typeface="vivo Sans"/>
              </a:endParaRPr>
            </a:p>
          </p:txBody>
        </p:sp>
        <p:pic>
          <p:nvPicPr>
            <p:cNvPr id="29" name="图形 28">
              <a:extLst>
                <a:ext uri="{FF2B5EF4-FFF2-40B4-BE49-F238E27FC236}">
                  <a16:creationId xmlns:a16="http://schemas.microsoft.com/office/drawing/2014/main" id="{6B33A37B-A25D-5A86-B2B4-C8ADEE73888C}"/>
                </a:ext>
              </a:extLst>
            </p:cNvPr>
            <p:cNvPicPr>
              <a:picLocks noChangeAspect="1"/>
            </p:cNvPicPr>
            <p:nvPr/>
          </p:nvPicPr>
          <p:blipFill>
            <a:blip r:embed="rId38">
              <a:extLst>
                <a:ext uri="{96DAC541-7B7A-43D3-8B79-37D633B846F1}">
                  <asvg:svgBlip xmlns:asvg="http://schemas.microsoft.com/office/drawing/2016/SVG/main" r:embed="rId39"/>
                </a:ext>
              </a:extLst>
            </a:blip>
            <a:srcRect/>
            <a:stretch/>
          </p:blipFill>
          <p:spPr>
            <a:xfrm>
              <a:off x="2449200" y="3228595"/>
              <a:ext cx="341755" cy="341755"/>
            </a:xfrm>
            <a:prstGeom prst="rect">
              <a:avLst/>
            </a:prstGeom>
          </p:spPr>
        </p:pic>
      </p:grpSp>
      <p:grpSp>
        <p:nvGrpSpPr>
          <p:cNvPr id="10" name="返回">
            <a:extLst>
              <a:ext uri="{FF2B5EF4-FFF2-40B4-BE49-F238E27FC236}">
                <a16:creationId xmlns:a16="http://schemas.microsoft.com/office/drawing/2014/main" id="{A30F5AF4-F24F-A3BA-DF60-3E98CE5C8313}"/>
              </a:ext>
            </a:extLst>
          </p:cNvPr>
          <p:cNvGrpSpPr/>
          <p:nvPr/>
        </p:nvGrpSpPr>
        <p:grpSpPr>
          <a:xfrm>
            <a:off x="4133691" y="519573"/>
            <a:ext cx="2667863" cy="369332"/>
            <a:chOff x="4133687" y="519573"/>
            <a:chExt cx="2667863" cy="369331"/>
          </a:xfrm>
        </p:grpSpPr>
        <p:sp>
          <p:nvSpPr>
            <p:cNvPr id="17" name="!! 副标题">
              <a:extLst>
                <a:ext uri="{FF2B5EF4-FFF2-40B4-BE49-F238E27FC236}">
                  <a16:creationId xmlns:a16="http://schemas.microsoft.com/office/drawing/2014/main" id="{362145DC-4AF1-7491-44EE-DEECE4F9A345}"/>
                </a:ext>
              </a:extLst>
            </p:cNvPr>
            <p:cNvSpPr txBox="1"/>
            <p:nvPr/>
          </p:nvSpPr>
          <p:spPr>
            <a:xfrm>
              <a:off x="4393644" y="519573"/>
              <a:ext cx="2407906" cy="369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914377">
                <a:defRPr/>
              </a:pPr>
              <a:r>
                <a:rPr lang="zh-CN" altLang="en-US" dirty="0">
                  <a:solidFill>
                    <a:srgbClr val="181818"/>
                  </a:solidFill>
                  <a:latin typeface="vivo Sans"/>
                  <a:ea typeface="vivo Sans"/>
                </a:rPr>
                <a:t>硬件保护</a:t>
              </a:r>
            </a:p>
          </p:txBody>
        </p:sp>
        <p:pic>
          <p:nvPicPr>
            <p:cNvPr id="18" name="图形 17">
              <a:extLst>
                <a:ext uri="{FF2B5EF4-FFF2-40B4-BE49-F238E27FC236}">
                  <a16:creationId xmlns:a16="http://schemas.microsoft.com/office/drawing/2014/main" id="{EB182CF3-BCC8-D798-2F51-5868AB0716D1}"/>
                </a:ext>
              </a:extLst>
            </p:cNvPr>
            <p:cNvPicPr>
              <a:picLocks noChangeAspect="1"/>
            </p:cNvPicPr>
            <p:nvPr/>
          </p:nvPicPr>
          <p:blipFill>
            <a:blip r:embed="rId40">
              <a:extLst>
                <a:ext uri="{96DAC541-7B7A-43D3-8B79-37D633B846F1}">
                  <asvg:svgBlip xmlns:asvg="http://schemas.microsoft.com/office/drawing/2016/SVG/main" r:embed="rId41"/>
                </a:ext>
              </a:extLst>
            </a:blip>
            <a:stretch>
              <a:fillRect/>
            </a:stretch>
          </p:blipFill>
          <p:spPr>
            <a:xfrm>
              <a:off x="4133687" y="584302"/>
              <a:ext cx="241776" cy="241776"/>
            </a:xfrm>
            <a:prstGeom prst="rect">
              <a:avLst/>
            </a:prstGeom>
          </p:spPr>
        </p:pic>
      </p:grpSp>
      <p:pic>
        <p:nvPicPr>
          <p:cNvPr id="65" name="icon">
            <a:extLst>
              <a:ext uri="{FF2B5EF4-FFF2-40B4-BE49-F238E27FC236}">
                <a16:creationId xmlns:a16="http://schemas.microsoft.com/office/drawing/2014/main" id="{B27D05A1-99ED-C8E6-DF79-E6F262F17299}"/>
              </a:ext>
            </a:extLst>
          </p:cNvPr>
          <p:cNvPicPr>
            <a:picLocks noChangeAspect="1"/>
          </p:cNvPicPr>
          <p:nvPr/>
        </p:nvPicPr>
        <p:blipFill>
          <a:blip r:embed="rId42">
            <a:extLst>
              <a:ext uri="{96DAC541-7B7A-43D3-8B79-37D633B846F1}">
                <asvg:svgBlip xmlns:asvg="http://schemas.microsoft.com/office/drawing/2016/SVG/main" r:embed="rId43"/>
              </a:ext>
            </a:extLst>
          </a:blip>
          <a:srcRect/>
          <a:stretch/>
        </p:blipFill>
        <p:spPr>
          <a:xfrm>
            <a:off x="7449365" y="1377370"/>
            <a:ext cx="887812" cy="887812"/>
          </a:xfrm>
          <a:prstGeom prst="rect">
            <a:avLst/>
          </a:prstGeom>
        </p:spPr>
      </p:pic>
      <p:sp>
        <p:nvSpPr>
          <p:cNvPr id="70" name="!! 副标题">
            <a:extLst>
              <a:ext uri="{FF2B5EF4-FFF2-40B4-BE49-F238E27FC236}">
                <a16:creationId xmlns:a16="http://schemas.microsoft.com/office/drawing/2014/main" id="{ED59928A-498D-35C8-6A8F-17DBE7EC78FE}"/>
              </a:ext>
            </a:extLst>
          </p:cNvPr>
          <p:cNvSpPr txBox="1"/>
          <p:nvPr/>
        </p:nvSpPr>
        <p:spPr>
          <a:xfrm>
            <a:off x="6689319" y="2523369"/>
            <a:ext cx="240790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377">
              <a:defRPr/>
            </a:pPr>
            <a:r>
              <a:rPr lang="zh-CN" altLang="en-US" sz="2000" dirty="0">
                <a:solidFill>
                  <a:srgbClr val="181818"/>
                </a:solidFill>
                <a:latin typeface="vivo Sans Medium"/>
                <a:ea typeface="vivo Sans Medium"/>
              </a:rPr>
              <a:t>硬件保护未启用</a:t>
            </a:r>
          </a:p>
        </p:txBody>
      </p:sp>
      <p:sp>
        <p:nvSpPr>
          <p:cNvPr id="72" name="按钮">
            <a:extLst>
              <a:ext uri="{FF2B5EF4-FFF2-40B4-BE49-F238E27FC236}">
                <a16:creationId xmlns:a16="http://schemas.microsoft.com/office/drawing/2014/main" id="{375FE938-5187-064D-C2AF-B6BFE4937644}"/>
              </a:ext>
            </a:extLst>
          </p:cNvPr>
          <p:cNvSpPr/>
          <p:nvPr/>
        </p:nvSpPr>
        <p:spPr>
          <a:xfrm>
            <a:off x="4178597" y="3145062"/>
            <a:ext cx="7429351" cy="545100"/>
          </a:xfrm>
          <a:prstGeom prst="roundRect">
            <a:avLst>
              <a:gd name="adj" fmla="val 20746"/>
            </a:avLst>
          </a:prstGeom>
          <a:solidFill>
            <a:schemeClr val="bg2"/>
          </a:solidFill>
          <a:ln w="3175">
            <a:solidFill>
              <a:schemeClr val="bg1">
                <a:lumMod val="90000"/>
              </a:schemeClr>
            </a:solidFill>
          </a:ln>
          <a:effectLst>
            <a:outerShdw blurRad="190500" algn="ctr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07997" defTabSz="914377">
              <a:defRPr/>
            </a:pPr>
            <a:r>
              <a:rPr lang="zh-CN" altLang="en-US" sz="1400" dirty="0">
                <a:solidFill>
                  <a:srgbClr val="62A8D3"/>
                </a:solidFill>
                <a:latin typeface="vivo Sans"/>
                <a:ea typeface="vivo Sans"/>
              </a:rPr>
              <a:t>开启硬件保护</a:t>
            </a:r>
          </a:p>
        </p:txBody>
      </p:sp>
      <p:sp>
        <p:nvSpPr>
          <p:cNvPr id="74" name="!! 按钮">
            <a:extLst>
              <a:ext uri="{FF2B5EF4-FFF2-40B4-BE49-F238E27FC236}">
                <a16:creationId xmlns:a16="http://schemas.microsoft.com/office/drawing/2014/main" id="{9B6B4D55-9399-6C1D-C128-25D54789AF1E}"/>
              </a:ext>
            </a:extLst>
          </p:cNvPr>
          <p:cNvSpPr/>
          <p:nvPr/>
        </p:nvSpPr>
        <p:spPr>
          <a:xfrm>
            <a:off x="10984953" y="3346146"/>
            <a:ext cx="142932" cy="142932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>
              <a:defRPr/>
            </a:pPr>
            <a:endParaRPr lang="zh-CN" altLang="en-US" dirty="0">
              <a:solidFill>
                <a:srgbClr val="F5F5F5"/>
              </a:solidFill>
              <a:latin typeface="vivo Sans"/>
              <a:ea typeface="vivo Sans"/>
            </a:endParaRPr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CBD5E295-3546-7A7E-922D-707474E10499}"/>
              </a:ext>
            </a:extLst>
          </p:cNvPr>
          <p:cNvSpPr txBox="1"/>
          <p:nvPr/>
        </p:nvSpPr>
        <p:spPr>
          <a:xfrm>
            <a:off x="6505723" y="6220049"/>
            <a:ext cx="27750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377">
              <a:defRPr/>
            </a:pPr>
            <a:r>
              <a:rPr lang="zh-CN" altLang="en-US" sz="1200" dirty="0">
                <a:solidFill>
                  <a:srgbClr val="F5F5F5">
                    <a:lumMod val="50000"/>
                  </a:srgbClr>
                </a:solidFill>
                <a:latin typeface="vivo Sans"/>
                <a:ea typeface="vivo Sans"/>
              </a:rPr>
              <a:t>设备</a:t>
            </a:r>
            <a:r>
              <a:rPr lang="en-US" altLang="zh-CN" sz="1200" dirty="0">
                <a:solidFill>
                  <a:srgbClr val="F5F5F5">
                    <a:lumMod val="50000"/>
                  </a:srgbClr>
                </a:solidFill>
                <a:latin typeface="vivo Sans"/>
                <a:ea typeface="vivo Sans"/>
              </a:rPr>
              <a:t>ID</a:t>
            </a:r>
            <a:r>
              <a:rPr lang="zh-CN" altLang="en-US" sz="1200" dirty="0">
                <a:solidFill>
                  <a:srgbClr val="F5F5F5">
                    <a:lumMod val="50000"/>
                  </a:srgbClr>
                </a:solidFill>
                <a:latin typeface="vivo Sans"/>
                <a:ea typeface="vivo Sans"/>
              </a:rPr>
              <a:t>：</a:t>
            </a:r>
            <a:r>
              <a:rPr lang="en-US" altLang="zh-CN" sz="1200" dirty="0">
                <a:solidFill>
                  <a:srgbClr val="F5F5F5">
                    <a:lumMod val="50000"/>
                  </a:srgbClr>
                </a:solidFill>
                <a:latin typeface="vivo Sans"/>
                <a:ea typeface="vivo Sans"/>
              </a:rPr>
              <a:t>unknown</a:t>
            </a:r>
            <a:endParaRPr lang="zh-CN" altLang="en-US" sz="1200" dirty="0">
              <a:solidFill>
                <a:srgbClr val="F5F5F5">
                  <a:lumMod val="50000"/>
                </a:srgbClr>
              </a:solidFill>
              <a:latin typeface="vivo Sans"/>
              <a:ea typeface="vivo Sans"/>
            </a:endParaRPr>
          </a:p>
        </p:txBody>
      </p:sp>
      <p:sp>
        <p:nvSpPr>
          <p:cNvPr id="8" name="!! 遮罩2">
            <a:extLst>
              <a:ext uri="{FF2B5EF4-FFF2-40B4-BE49-F238E27FC236}">
                <a16:creationId xmlns:a16="http://schemas.microsoft.com/office/drawing/2014/main" id="{DC5CB39D-E78F-DE38-8AD9-3BB2887BDBA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>
              <a:defRPr/>
            </a:pPr>
            <a:endParaRPr lang="zh-CN" altLang="en-US" dirty="0">
              <a:solidFill>
                <a:srgbClr val="F5F5F5"/>
              </a:solidFill>
              <a:latin typeface="vivo Sans"/>
              <a:ea typeface="vivo Sans"/>
            </a:endParaRP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B0EE84E8-03A3-C706-B23B-3717ACA24F61}"/>
              </a:ext>
            </a:extLst>
          </p:cNvPr>
          <p:cNvSpPr/>
          <p:nvPr/>
        </p:nvSpPr>
        <p:spPr>
          <a:xfrm>
            <a:off x="3389116" y="704241"/>
            <a:ext cx="5390463" cy="5427671"/>
          </a:xfrm>
          <a:prstGeom prst="roundRect">
            <a:avLst>
              <a:gd name="adj" fmla="val 1955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>
              <a:defRPr/>
            </a:pPr>
            <a:endParaRPr lang="zh-CN" altLang="en-US" dirty="0">
              <a:solidFill>
                <a:srgbClr val="F5F5F5"/>
              </a:solidFill>
              <a:latin typeface="vivo Sans"/>
              <a:ea typeface="vivo Sans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A89BFFC-2802-D035-A63F-BDF18676EE6F}"/>
              </a:ext>
            </a:extLst>
          </p:cNvPr>
          <p:cNvSpPr txBox="1"/>
          <p:nvPr/>
        </p:nvSpPr>
        <p:spPr>
          <a:xfrm>
            <a:off x="3823761" y="1216318"/>
            <a:ext cx="38135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377">
              <a:defRPr/>
            </a:pPr>
            <a:r>
              <a:rPr lang="zh-CN" altLang="en-US" sz="2400" dirty="0">
                <a:solidFill>
                  <a:srgbClr val="181818"/>
                </a:solidFill>
                <a:latin typeface="vivo Sans Medium"/>
                <a:ea typeface="vivo Sans Medium"/>
              </a:rPr>
              <a:t>启用硬件保护</a:t>
            </a:r>
          </a:p>
        </p:txBody>
      </p:sp>
      <p:sp>
        <p:nvSpPr>
          <p:cNvPr id="16" name="!! 按钮">
            <a:hlinkClick r:id="rId6" action="ppaction://hlinksldjump"/>
            <a:extLst>
              <a:ext uri="{FF2B5EF4-FFF2-40B4-BE49-F238E27FC236}">
                <a16:creationId xmlns:a16="http://schemas.microsoft.com/office/drawing/2014/main" id="{59ABB1AE-86FD-772B-DAF6-A964DDBD0E64}"/>
              </a:ext>
            </a:extLst>
          </p:cNvPr>
          <p:cNvSpPr/>
          <p:nvPr/>
        </p:nvSpPr>
        <p:spPr>
          <a:xfrm>
            <a:off x="6689319" y="5308765"/>
            <a:ext cx="1655235" cy="408215"/>
          </a:xfrm>
          <a:prstGeom prst="roundRect">
            <a:avLst>
              <a:gd name="adj" fmla="val 50000"/>
            </a:avLst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>
            <a:outerShdw blurRad="88900" sx="101000" sy="101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>
              <a:defRPr/>
            </a:pPr>
            <a:r>
              <a:rPr lang="zh-CN" altLang="en-US" sz="1400" dirty="0">
                <a:solidFill>
                  <a:srgbClr val="FFFFFF"/>
                </a:solidFill>
                <a:latin typeface="vivo Sans"/>
                <a:ea typeface="vivo Sans"/>
              </a:rPr>
              <a:t>完成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8DFCFBE6-8022-3A13-D19B-D992030B518B}"/>
              </a:ext>
            </a:extLst>
          </p:cNvPr>
          <p:cNvSpPr txBox="1"/>
          <p:nvPr/>
        </p:nvSpPr>
        <p:spPr>
          <a:xfrm>
            <a:off x="3831135" y="1668330"/>
            <a:ext cx="45134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377">
              <a:defRPr/>
            </a:pPr>
            <a:r>
              <a:rPr lang="zh-CN" altLang="en-US" sz="1400" dirty="0">
                <a:solidFill>
                  <a:srgbClr val="181818"/>
                </a:solidFill>
                <a:latin typeface="vivo Sans"/>
                <a:ea typeface="vivo Sans"/>
              </a:rPr>
              <a:t>无法开启硬件保护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D346396-286A-C1B8-F0D8-6E0DF5B35BC8}"/>
              </a:ext>
            </a:extLst>
          </p:cNvPr>
          <p:cNvSpPr txBox="1"/>
          <p:nvPr/>
        </p:nvSpPr>
        <p:spPr>
          <a:xfrm>
            <a:off x="3819427" y="1924736"/>
            <a:ext cx="45134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377">
              <a:defRPr/>
            </a:pPr>
            <a:r>
              <a:rPr lang="zh-CN" altLang="en-US" sz="1400" dirty="0">
                <a:solidFill>
                  <a:srgbClr val="62A8D3">
                    <a:lumMod val="75000"/>
                  </a:srgbClr>
                </a:solidFill>
                <a:latin typeface="vivo Sans"/>
                <a:ea typeface="vivo Sans"/>
              </a:rPr>
              <a:t>详细信息</a:t>
            </a:r>
          </a:p>
        </p:txBody>
      </p:sp>
      <p:grpSp>
        <p:nvGrpSpPr>
          <p:cNvPr id="11" name="!! dock右">
            <a:extLst>
              <a:ext uri="{FF2B5EF4-FFF2-40B4-BE49-F238E27FC236}">
                <a16:creationId xmlns:a16="http://schemas.microsoft.com/office/drawing/2014/main" id="{8557F4AD-89FE-7701-F303-A8F423A5BCF2}"/>
              </a:ext>
            </a:extLst>
          </p:cNvPr>
          <p:cNvGrpSpPr/>
          <p:nvPr/>
        </p:nvGrpSpPr>
        <p:grpSpPr>
          <a:xfrm>
            <a:off x="4869920" y="7119572"/>
            <a:ext cx="2452159" cy="574899"/>
            <a:chOff x="7408333" y="5780624"/>
            <a:chExt cx="2452159" cy="704838"/>
          </a:xfrm>
        </p:grpSpPr>
        <p:sp useBgFill="1">
          <p:nvSpPr>
            <p:cNvPr id="15" name="!! 模糊">
              <a:extLst>
                <a:ext uri="{FF2B5EF4-FFF2-40B4-BE49-F238E27FC236}">
                  <a16:creationId xmlns:a16="http://schemas.microsoft.com/office/drawing/2014/main" id="{883256A1-C029-F6EF-DB18-3F2002EF3349}"/>
                </a:ext>
              </a:extLst>
            </p:cNvPr>
            <p:cNvSpPr>
              <a:spLocks/>
            </p:cNvSpPr>
            <p:nvPr/>
          </p:nvSpPr>
          <p:spPr>
            <a:xfrm>
              <a:off x="7408333" y="5780624"/>
              <a:ext cx="2452159" cy="704838"/>
            </a:xfrm>
            <a:prstGeom prst="roundRect">
              <a:avLst>
                <a:gd name="adj" fmla="val 15000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189">
                <a:defRPr/>
              </a:pPr>
              <a:endParaRPr lang="zh-CN" altLang="en-US">
                <a:solidFill>
                  <a:srgbClr val="FFFFFF"/>
                </a:solidFill>
                <a:latin typeface="OPPOSans R"/>
                <a:ea typeface="OPPOSans R"/>
              </a:endParaRPr>
            </a:p>
          </p:txBody>
        </p:sp>
        <p:sp>
          <p:nvSpPr>
            <p:cNvPr id="20" name="!! 颜色遮罩">
              <a:extLst>
                <a:ext uri="{FF2B5EF4-FFF2-40B4-BE49-F238E27FC236}">
                  <a16:creationId xmlns:a16="http://schemas.microsoft.com/office/drawing/2014/main" id="{B2F30984-97F9-7B33-CCB4-514C9A199E7A}"/>
                </a:ext>
              </a:extLst>
            </p:cNvPr>
            <p:cNvSpPr>
              <a:spLocks/>
            </p:cNvSpPr>
            <p:nvPr/>
          </p:nvSpPr>
          <p:spPr>
            <a:xfrm>
              <a:off x="7408333" y="5780624"/>
              <a:ext cx="2452159" cy="704838"/>
            </a:xfrm>
            <a:prstGeom prst="roundRect">
              <a:avLst>
                <a:gd name="adj" fmla="val 15000"/>
              </a:avLst>
            </a:prstGeom>
            <a:solidFill>
              <a:schemeClr val="bg2">
                <a:alpha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189">
                <a:defRPr/>
              </a:pPr>
              <a:endParaRPr lang="zh-CN" altLang="en-US" dirty="0">
                <a:solidFill>
                  <a:srgbClr val="FFFFFF"/>
                </a:solidFill>
                <a:latin typeface="OPPOSans R"/>
                <a:ea typeface="OPPOSans R"/>
              </a:endParaRPr>
            </a:p>
          </p:txBody>
        </p:sp>
        <p:pic>
          <p:nvPicPr>
            <p:cNvPr id="23" name="!! 信号">
              <a:extLst>
                <a:ext uri="{FF2B5EF4-FFF2-40B4-BE49-F238E27FC236}">
                  <a16:creationId xmlns:a16="http://schemas.microsoft.com/office/drawing/2014/main" id="{1D03FDAF-136B-DF7B-155D-2FA3A9F94388}"/>
                </a:ext>
              </a:extLst>
            </p:cNvPr>
            <p:cNvPicPr>
              <a:picLocks noChangeAspect="1"/>
            </p:cNvPicPr>
            <p:nvPr/>
          </p:nvPicPr>
          <p:blipFill>
            <a:blip r:embed="rId4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5"/>
                </a:ext>
              </a:extLst>
            </a:blip>
            <a:stretch>
              <a:fillRect/>
            </a:stretch>
          </p:blipFill>
          <p:spPr>
            <a:xfrm>
              <a:off x="7638254" y="5893986"/>
              <a:ext cx="221460" cy="221458"/>
            </a:xfrm>
            <a:prstGeom prst="rect">
              <a:avLst/>
            </a:prstGeom>
          </p:spPr>
        </p:pic>
        <p:sp>
          <p:nvSpPr>
            <p:cNvPr id="33" name="!! 运营商">
              <a:extLst>
                <a:ext uri="{FF2B5EF4-FFF2-40B4-BE49-F238E27FC236}">
                  <a16:creationId xmlns:a16="http://schemas.microsoft.com/office/drawing/2014/main" id="{5DDECEDF-E53C-49EE-993E-F9AEFF959499}"/>
                </a:ext>
              </a:extLst>
            </p:cNvPr>
            <p:cNvSpPr txBox="1"/>
            <p:nvPr/>
          </p:nvSpPr>
          <p:spPr>
            <a:xfrm>
              <a:off x="7813676" y="5913455"/>
              <a:ext cx="1114424" cy="2830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457189">
                <a:defRPr/>
              </a:pPr>
              <a:r>
                <a:rPr lang="en-US" altLang="zh-CN" sz="900" dirty="0">
                  <a:latin typeface="OPPOSans M"/>
                  <a:ea typeface="OPPOSans M"/>
                </a:rPr>
                <a:t>Virtual Net</a:t>
              </a:r>
              <a:endParaRPr lang="zh-CN" altLang="en-US" sz="900" dirty="0">
                <a:latin typeface="OPPOSans M"/>
                <a:ea typeface="OPPOSans M"/>
              </a:endParaRPr>
            </a:p>
          </p:txBody>
        </p:sp>
        <p:pic>
          <p:nvPicPr>
            <p:cNvPr id="36" name="!! 通知">
              <a:extLst>
                <a:ext uri="{FF2B5EF4-FFF2-40B4-BE49-F238E27FC236}">
                  <a16:creationId xmlns:a16="http://schemas.microsoft.com/office/drawing/2014/main" id="{6CF321DC-6A7C-A591-4FAA-BA9CA32DB91F}"/>
                </a:ext>
              </a:extLst>
            </p:cNvPr>
            <p:cNvPicPr>
              <a:picLocks noChangeAspect="1"/>
            </p:cNvPicPr>
            <p:nvPr/>
          </p:nvPicPr>
          <p:blipFill>
            <a:blip r:embed="rId4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7"/>
                </a:ext>
              </a:extLst>
            </a:blip>
            <a:stretch>
              <a:fillRect/>
            </a:stretch>
          </p:blipFill>
          <p:spPr>
            <a:xfrm>
              <a:off x="9287931" y="5948436"/>
              <a:ext cx="152400" cy="152400"/>
            </a:xfrm>
            <a:prstGeom prst="rect">
              <a:avLst/>
            </a:prstGeom>
          </p:spPr>
        </p:pic>
        <p:pic>
          <p:nvPicPr>
            <p:cNvPr id="41" name="!! 电池">
              <a:extLst>
                <a:ext uri="{FF2B5EF4-FFF2-40B4-BE49-F238E27FC236}">
                  <a16:creationId xmlns:a16="http://schemas.microsoft.com/office/drawing/2014/main" id="{259C72D4-4E5B-3E4D-236B-A022592AD209}"/>
                </a:ext>
              </a:extLst>
            </p:cNvPr>
            <p:cNvPicPr>
              <a:picLocks noChangeAspect="1"/>
            </p:cNvPicPr>
            <p:nvPr/>
          </p:nvPicPr>
          <p:blipFill>
            <a:blip r:embed="rId4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9"/>
                </a:ext>
              </a:extLst>
            </a:blip>
            <a:stretch>
              <a:fillRect/>
            </a:stretch>
          </p:blipFill>
          <p:spPr>
            <a:xfrm>
              <a:off x="7637460" y="6171965"/>
              <a:ext cx="191558" cy="191558"/>
            </a:xfrm>
            <a:prstGeom prst="rect">
              <a:avLst/>
            </a:prstGeom>
          </p:spPr>
        </p:pic>
        <p:sp>
          <p:nvSpPr>
            <p:cNvPr id="43" name="!! 时间">
              <a:extLst>
                <a:ext uri="{FF2B5EF4-FFF2-40B4-BE49-F238E27FC236}">
                  <a16:creationId xmlns:a16="http://schemas.microsoft.com/office/drawing/2014/main" id="{7B5CE725-6337-461B-F905-6A83FBE5B265}"/>
                </a:ext>
              </a:extLst>
            </p:cNvPr>
            <p:cNvSpPr txBox="1"/>
            <p:nvPr/>
          </p:nvSpPr>
          <p:spPr>
            <a:xfrm>
              <a:off x="8982607" y="6148520"/>
              <a:ext cx="773641" cy="3114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defTabSz="457189">
                <a:defRPr/>
              </a:pPr>
              <a:r>
                <a:rPr lang="en-US" altLang="zh-CN" sz="1051" dirty="0">
                  <a:latin typeface="OPPOSans R"/>
                  <a:ea typeface="OPPOSans R"/>
                </a:rPr>
                <a:t>16:34</a:t>
              </a:r>
              <a:endParaRPr lang="zh-CN" altLang="en-US" sz="1051" dirty="0">
                <a:latin typeface="OPPOSans R"/>
                <a:ea typeface="OPPOSans R"/>
              </a:endParaRPr>
            </a:p>
          </p:txBody>
        </p:sp>
        <p:sp>
          <p:nvSpPr>
            <p:cNvPr id="44" name="!! AC">
              <a:extLst>
                <a:ext uri="{FF2B5EF4-FFF2-40B4-BE49-F238E27FC236}">
                  <a16:creationId xmlns:a16="http://schemas.microsoft.com/office/drawing/2014/main" id="{D5405B80-C8D7-8C46-EDC8-983CE0197051}"/>
                </a:ext>
              </a:extLst>
            </p:cNvPr>
            <p:cNvSpPr txBox="1"/>
            <p:nvPr/>
          </p:nvSpPr>
          <p:spPr>
            <a:xfrm>
              <a:off x="7766842" y="6152328"/>
              <a:ext cx="434183" cy="2830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457189">
                <a:defRPr/>
              </a:pPr>
              <a:r>
                <a:rPr lang="en-US" altLang="zh-CN" sz="900" dirty="0">
                  <a:latin typeface="OPPOSans R"/>
                  <a:ea typeface="OPPOSans R"/>
                </a:rPr>
                <a:t>49%</a:t>
              </a:r>
              <a:endParaRPr lang="zh-CN" altLang="en-US" sz="900" dirty="0">
                <a:latin typeface="OPPOSans R"/>
                <a:ea typeface="OPPOSans R"/>
              </a:endParaRPr>
            </a:p>
          </p:txBody>
        </p:sp>
        <p:pic>
          <p:nvPicPr>
            <p:cNvPr id="45" name="!! 声音">
              <a:extLst>
                <a:ext uri="{FF2B5EF4-FFF2-40B4-BE49-F238E27FC236}">
                  <a16:creationId xmlns:a16="http://schemas.microsoft.com/office/drawing/2014/main" id="{71A07D04-AB3C-0EEC-9A2B-A19A8ED1B87F}"/>
                </a:ext>
              </a:extLst>
            </p:cNvPr>
            <p:cNvPicPr>
              <a:picLocks noChangeAspect="1"/>
            </p:cNvPicPr>
            <p:nvPr/>
          </p:nvPicPr>
          <p:blipFill>
            <a:blip r:embed="rId5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1"/>
                </a:ext>
              </a:extLst>
            </a:blip>
            <a:stretch>
              <a:fillRect/>
            </a:stretch>
          </p:blipFill>
          <p:spPr>
            <a:xfrm>
              <a:off x="9048732" y="5934670"/>
              <a:ext cx="179932" cy="179932"/>
            </a:xfrm>
            <a:prstGeom prst="rect">
              <a:avLst/>
            </a:prstGeom>
          </p:spPr>
        </p:pic>
        <p:pic>
          <p:nvPicPr>
            <p:cNvPr id="46" name="!! 电源">
              <a:hlinkClick r:id="rId52" action="ppaction://hlinksldjump"/>
              <a:extLst>
                <a:ext uri="{FF2B5EF4-FFF2-40B4-BE49-F238E27FC236}">
                  <a16:creationId xmlns:a16="http://schemas.microsoft.com/office/drawing/2014/main" id="{9E356FE1-7930-2C41-2110-09D8C10F1F1E}"/>
                </a:ext>
              </a:extLst>
            </p:cNvPr>
            <p:cNvPicPr>
              <a:picLocks noChangeAspect="1"/>
            </p:cNvPicPr>
            <p:nvPr/>
          </p:nvPicPr>
          <p:blipFill>
            <a:blip r:embed="rId53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54"/>
                </a:ext>
              </a:extLst>
            </a:blip>
            <a:stretch>
              <a:fillRect/>
            </a:stretch>
          </p:blipFill>
          <p:spPr>
            <a:xfrm>
              <a:off x="9489000" y="5925331"/>
              <a:ext cx="208372" cy="208370"/>
            </a:xfrm>
            <a:prstGeom prst="rect">
              <a:avLst/>
            </a:prstGeom>
          </p:spPr>
        </p:pic>
      </p:grpSp>
      <p:sp>
        <p:nvSpPr>
          <p:cNvPr id="47" name="!! 小白条">
            <a:hlinkClick r:id="rId34" action="ppaction://hlinksldjump"/>
            <a:extLst>
              <a:ext uri="{FF2B5EF4-FFF2-40B4-BE49-F238E27FC236}">
                <a16:creationId xmlns:a16="http://schemas.microsoft.com/office/drawing/2014/main" id="{353AE121-C602-4D9F-C28E-AE973F1BD18C}"/>
              </a:ext>
            </a:extLst>
          </p:cNvPr>
          <p:cNvSpPr/>
          <p:nvPr/>
        </p:nvSpPr>
        <p:spPr>
          <a:xfrm>
            <a:off x="5177623" y="6706376"/>
            <a:ext cx="1836752" cy="45719"/>
          </a:xfrm>
          <a:prstGeom prst="roundRect">
            <a:avLst>
              <a:gd name="adj" fmla="val 50000"/>
            </a:avLst>
          </a:prstGeom>
          <a:solidFill>
            <a:schemeClr val="bg2">
              <a:alpha val="90000"/>
            </a:schemeClr>
          </a:solidFill>
          <a:ln>
            <a:noFill/>
          </a:ln>
          <a:effectLst>
            <a:outerShdw blurRad="1016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35244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 advTm="0"/>
    </mc:Choice>
    <mc:Fallback xmlns="">
      <p:transition advClick="0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1" nodeType="withEffect">
                                  <p:stCondLst>
                                    <p:cond delay="1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1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42" presetClass="path" presetSubtype="0" accel="9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.03218 " pathEditMode="relative" rAng="0" ptsTypes="AA">
                                      <p:cBhvr>
                                        <p:cTn id="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597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0" presetClass="exit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1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42" presetClass="path" presetSubtype="0" accel="9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.03218 " pathEditMode="relative" rAng="0" ptsTypes="AA">
                                      <p:cBhvr>
                                        <p:cTn id="1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597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10" presetClass="exit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1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42" presetClass="path" presetSubtype="0" accel="9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.03218 " pathEditMode="relative" rAng="0" ptsTypes="AA">
                                      <p:cBhvr>
                                        <p:cTn id="1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597"/>
                                    </p:animMotion>
                                  </p:childTnLst>
                                </p:cTn>
                              </p:par>
                              <p:par>
                                <p:cTn id="20" presetID="10" presetClass="exit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1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42" presetClass="path" presetSubtype="0" accel="9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.03218 " pathEditMode="relative" rAng="0" ptsTypes="AA">
                                      <p:cBhvr>
                                        <p:cTn id="2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597"/>
                                    </p:animMotion>
                                  </p:childTnLst>
                                </p:cTn>
                              </p:par>
                              <p:par>
                                <p:cTn id="25" presetID="10" presetClass="exit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1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42" presetClass="path" presetSubtype="0" accel="9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.03218 " pathEditMode="relative" rAng="0" ptsTypes="AA">
                                      <p:cBhvr>
                                        <p:cTn id="2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597"/>
                                    </p:animMotion>
                                  </p:childTnLst>
                                </p:cTn>
                              </p:par>
                              <p:par>
                                <p:cTn id="30" presetID="10" presetClass="exit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2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33" restart="whenNotActive" fill="hold" evtFilter="cancelBubble" nodeType="interactiveSeq">
                <p:stCondLst>
                  <p:cond evt="onClick" delay="0">
                    <p:tgtEl>
                      <p:spTgt spid="17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4" fill="hold">
                      <p:stCondLst>
                        <p:cond delay="0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xit" presetSubtype="0" fill="hold" grpId="1" nodeType="clickEffect">
                                  <p:stCondLst>
                                    <p:cond delay="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" dur="15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0" presetClass="exit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" dur="15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0" presetClass="exit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15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0" presetClass="exit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15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0" presetClass="exit" presetSubtype="0" fill="hold" grpId="1" nodeType="withEffect">
                                  <p:stCondLst>
                                    <p:cond delay="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" dur="15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0" presetClass="exit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15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0" presetClass="exit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" dur="15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0" presetClass="exit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" dur="15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35" presetClass="path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61" dur="330" fill="hold"/>
                                        <p:tgtEl>
                                          <p:spTgt spid="16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2" presetID="35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63" dur="330" fill="hold"/>
                                        <p:tgtEl>
                                          <p:spTgt spid="18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4" presetID="35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65" dur="330" fill="hold"/>
                                        <p:tgtEl>
                                          <p:spTgt spid="17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6" presetID="35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67" dur="330" fill="hold"/>
                                        <p:tgtEl>
                                          <p:spTgt spid="17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8" presetID="35" presetClass="path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69" dur="330" fill="hold"/>
                                        <p:tgtEl>
                                          <p:spTgt spid="16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35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71" dur="330" fill="hold"/>
                                        <p:tgtEl>
                                          <p:spTgt spid="16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2" presetID="35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73" dur="330" fill="hold"/>
                                        <p:tgtEl>
                                          <p:spTgt spid="18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4" presetID="35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75" dur="330" fill="hold"/>
                                        <p:tgtEl>
                                          <p:spTgt spid="18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15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15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5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15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63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5 0 E" pathEditMode="fixed" ptsTypes="">
                                      <p:cBhvr>
                                        <p:cTn id="89" dur="330" spd="-100000" fill="hold"/>
                                        <p:tgtEl>
                                          <p:spTgt spid="16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0" presetID="63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5 0 E" pathEditMode="fixed" ptsTypes="">
                                      <p:cBhvr>
                                        <p:cTn id="91" dur="330" spd="-100000" fill="hold"/>
                                        <p:tgtEl>
                                          <p:spTgt spid="16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2" presetID="63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5 0 E" pathEditMode="fixed" ptsTypes="">
                                      <p:cBhvr>
                                        <p:cTn id="93" dur="330" spd="-100000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63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5 0 E" pathEditMode="fixed" ptsTypes="">
                                      <p:cBhvr>
                                        <p:cTn id="95" dur="330" spd="-100000" fill="hold"/>
                                        <p:tgtEl>
                                          <p:spTgt spid="15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0" presetClass="entr" presetSubtype="0" fill="hold" grpId="3" nodeType="click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15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15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15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15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3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15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15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15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15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35" presetClass="path" presetSubtype="0" decel="10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123" dur="330" spd="-100000" fill="hold"/>
                                        <p:tgtEl>
                                          <p:spTgt spid="16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4" presetID="35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125" dur="330" spd="-100000" fill="hold"/>
                                        <p:tgtEl>
                                          <p:spTgt spid="18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6" presetID="35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127" dur="330" spd="-100000" fill="hold"/>
                                        <p:tgtEl>
                                          <p:spTgt spid="17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8" presetID="35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129" dur="330" spd="-100000" fill="hold"/>
                                        <p:tgtEl>
                                          <p:spTgt spid="17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0" presetID="35" presetClass="path" presetSubtype="0" decel="10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131" dur="330" spd="-100000" fill="hold"/>
                                        <p:tgtEl>
                                          <p:spTgt spid="16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2" presetID="35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133" dur="330" spd="-100000" fill="hold"/>
                                        <p:tgtEl>
                                          <p:spTgt spid="16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4" presetID="35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135" dur="330" spd="-100000" fill="hold"/>
                                        <p:tgtEl>
                                          <p:spTgt spid="18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6" presetID="35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137" dur="330" spd="-100000" fill="hold"/>
                                        <p:tgtEl>
                                          <p:spTgt spid="18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8" presetID="10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9" dur="15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2" dur="15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5" dur="15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8" dur="15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0" presetID="63" presetClass="path" presetSubtype="0" decel="10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5 0 E" pathEditMode="relative" ptsTypes="">
                                      <p:cBhvr>
                                        <p:cTn id="151" dur="330" fill="hold"/>
                                        <p:tgtEl>
                                          <p:spTgt spid="16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2" presetID="63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5 0 E" pathEditMode="relative" ptsTypes="">
                                      <p:cBhvr>
                                        <p:cTn id="153" dur="330" fill="hold"/>
                                        <p:tgtEl>
                                          <p:spTgt spid="16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4" presetID="63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5 0 E" pathEditMode="relative" ptsTypes="">
                                      <p:cBhvr>
                                        <p:cTn id="155" dur="330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6" presetID="63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5 0 E" pathEditMode="relative" ptsTypes="">
                                      <p:cBhvr>
                                        <p:cTn id="157" dur="330" fill="hold"/>
                                        <p:tgtEl>
                                          <p:spTgt spid="15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7"/>
                  </p:tgtEl>
                </p:cond>
              </p:nextCondLst>
            </p:seq>
          </p:childTnLst>
        </p:cTn>
      </p:par>
    </p:tnLst>
    <p:bldLst>
      <p:bldP spid="166" grpId="0"/>
      <p:bldP spid="166" grpId="1"/>
      <p:bldP spid="166" grpId="2"/>
      <p:bldP spid="166" grpId="3"/>
      <p:bldP spid="167" grpId="0"/>
      <p:bldP spid="167" grpId="1"/>
      <p:bldP spid="167" grpId="2"/>
      <p:bldP spid="167" grpId="3"/>
      <p:bldP spid="168" grpId="0"/>
      <p:bldP spid="168" grpId="1"/>
      <p:bldP spid="168" grpId="2"/>
      <p:bldP spid="168" grpId="3"/>
      <p:bldP spid="8" grpId="0" animBg="1"/>
      <p:bldP spid="12" grpId="0" animBg="1"/>
      <p:bldP spid="12" grpId="1" animBg="1"/>
      <p:bldP spid="14" grpId="0"/>
      <p:bldP spid="14" grpId="1"/>
      <p:bldP spid="16" grpId="0" animBg="1"/>
      <p:bldP spid="16" grpId="1" animBg="1"/>
      <p:bldP spid="21" grpId="0"/>
      <p:bldP spid="21" grpId="1"/>
      <p:bldP spid="22" grpId="0"/>
      <p:bldP spid="22" grpId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158004-5333-9DA3-D8BF-C276AB1A2D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!! 背景板">
            <a:extLst>
              <a:ext uri="{FF2B5EF4-FFF2-40B4-BE49-F238E27FC236}">
                <a16:creationId xmlns:a16="http://schemas.microsoft.com/office/drawing/2014/main" id="{1AB780D1-4196-C1EF-1A4F-A958D3C38FB9}"/>
              </a:ext>
            </a:extLst>
          </p:cNvPr>
          <p:cNvSpPr/>
          <p:nvPr/>
        </p:nvSpPr>
        <p:spPr>
          <a:xfrm>
            <a:off x="3243" y="0"/>
            <a:ext cx="12192000" cy="6858000"/>
          </a:xfrm>
          <a:prstGeom prst="rect">
            <a:avLst/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>
              <a:defRPr/>
            </a:pPr>
            <a:endParaRPr lang="zh-CN" altLang="en-US" dirty="0">
              <a:solidFill>
                <a:srgbClr val="F5F5F5"/>
              </a:solidFill>
              <a:latin typeface="vivo Sans"/>
              <a:ea typeface="vivo Sans"/>
            </a:endParaRPr>
          </a:p>
        </p:txBody>
      </p:sp>
      <p:grpSp>
        <p:nvGrpSpPr>
          <p:cNvPr id="25" name="!! 大标题">
            <a:extLst>
              <a:ext uri="{FF2B5EF4-FFF2-40B4-BE49-F238E27FC236}">
                <a16:creationId xmlns:a16="http://schemas.microsoft.com/office/drawing/2014/main" id="{DA9911D3-A839-E34E-371B-5C4599DADBDF}"/>
              </a:ext>
            </a:extLst>
          </p:cNvPr>
          <p:cNvGrpSpPr/>
          <p:nvPr/>
        </p:nvGrpSpPr>
        <p:grpSpPr>
          <a:xfrm>
            <a:off x="462457" y="484334"/>
            <a:ext cx="796551" cy="461665"/>
            <a:chOff x="3079753" y="1375827"/>
            <a:chExt cx="673782" cy="461665"/>
          </a:xfrm>
        </p:grpSpPr>
        <p:sp>
          <p:nvSpPr>
            <p:cNvPr id="27" name="!! 标题符">
              <a:extLst>
                <a:ext uri="{FF2B5EF4-FFF2-40B4-BE49-F238E27FC236}">
                  <a16:creationId xmlns:a16="http://schemas.microsoft.com/office/drawing/2014/main" id="{770D09FE-9E25-9813-9342-83222A5A796D}"/>
                </a:ext>
              </a:extLst>
            </p:cNvPr>
            <p:cNvSpPr/>
            <p:nvPr/>
          </p:nvSpPr>
          <p:spPr>
            <a:xfrm>
              <a:off x="3146905" y="1685496"/>
              <a:ext cx="551700" cy="1255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defTabSz="457189">
                <a:defRPr/>
              </a:pPr>
              <a:endParaRPr lang="zh-CN" altLang="en-US">
                <a:solidFill>
                  <a:srgbClr val="FFFFFF"/>
                </a:solidFill>
                <a:latin typeface="OPPOSans R"/>
                <a:ea typeface="OPPOSans R"/>
              </a:endParaRPr>
            </a:p>
          </p:txBody>
        </p:sp>
        <p:sp>
          <p:nvSpPr>
            <p:cNvPr id="28" name="!! 标题">
              <a:extLst>
                <a:ext uri="{FF2B5EF4-FFF2-40B4-BE49-F238E27FC236}">
                  <a16:creationId xmlns:a16="http://schemas.microsoft.com/office/drawing/2014/main" id="{A5ED003D-11A5-E456-0C63-97F88F3CFCF5}"/>
                </a:ext>
              </a:extLst>
            </p:cNvPr>
            <p:cNvSpPr txBox="1"/>
            <p:nvPr/>
          </p:nvSpPr>
          <p:spPr>
            <a:xfrm>
              <a:off x="3079753" y="1375827"/>
              <a:ext cx="67378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457189">
                <a:defRPr/>
              </a:pPr>
              <a:r>
                <a:rPr lang="zh-CN" altLang="en-US" sz="2400" dirty="0">
                  <a:solidFill>
                    <a:srgbClr val="000000">
                      <a:lumMod val="75000"/>
                      <a:lumOff val="25000"/>
                    </a:srgbClr>
                  </a:solidFill>
                  <a:latin typeface="vivo Sans Medium"/>
                  <a:ea typeface="vivo Sans Medium"/>
                </a:rPr>
                <a:t>设置</a:t>
              </a:r>
            </a:p>
          </p:txBody>
        </p:sp>
      </p:grpSp>
      <p:sp>
        <p:nvSpPr>
          <p:cNvPr id="2" name="!! 二级背景">
            <a:extLst>
              <a:ext uri="{FF2B5EF4-FFF2-40B4-BE49-F238E27FC236}">
                <a16:creationId xmlns:a16="http://schemas.microsoft.com/office/drawing/2014/main" id="{C094F6AC-0C6C-0504-D79D-77F054AAFD45}"/>
              </a:ext>
            </a:extLst>
          </p:cNvPr>
          <p:cNvSpPr/>
          <p:nvPr/>
        </p:nvSpPr>
        <p:spPr>
          <a:xfrm>
            <a:off x="3594541" y="0"/>
            <a:ext cx="859746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>
              <a:defRPr/>
            </a:pPr>
            <a:endParaRPr lang="zh-CN" altLang="en-US">
              <a:solidFill>
                <a:srgbClr val="F5F5F5"/>
              </a:solidFill>
              <a:latin typeface="vivo Sans"/>
              <a:ea typeface="vivo Sans"/>
            </a:endParaRPr>
          </a:p>
        </p:txBody>
      </p:sp>
      <p:grpSp>
        <p:nvGrpSpPr>
          <p:cNvPr id="3" name="!! 关闭按钮">
            <a:extLst>
              <a:ext uri="{FF2B5EF4-FFF2-40B4-BE49-F238E27FC236}">
                <a16:creationId xmlns:a16="http://schemas.microsoft.com/office/drawing/2014/main" id="{1F1C2335-D3EA-0390-AC58-F765017270C3}"/>
              </a:ext>
            </a:extLst>
          </p:cNvPr>
          <p:cNvGrpSpPr/>
          <p:nvPr/>
        </p:nvGrpSpPr>
        <p:grpSpPr>
          <a:xfrm>
            <a:off x="2757496" y="569913"/>
            <a:ext cx="290511" cy="290511"/>
            <a:chOff x="2328464" y="3107859"/>
            <a:chExt cx="583223" cy="583223"/>
          </a:xfrm>
        </p:grpSpPr>
        <p:sp>
          <p:nvSpPr>
            <p:cNvPr id="4" name="矩形: 圆角 3">
              <a:hlinkClick r:id="rId3" action="ppaction://hlinksldjump"/>
              <a:extLst>
                <a:ext uri="{FF2B5EF4-FFF2-40B4-BE49-F238E27FC236}">
                  <a16:creationId xmlns:a16="http://schemas.microsoft.com/office/drawing/2014/main" id="{0AEC1DBC-C10A-8E94-DA3F-B64B4242E7A3}"/>
                </a:ext>
              </a:extLst>
            </p:cNvPr>
            <p:cNvSpPr/>
            <p:nvPr/>
          </p:nvSpPr>
          <p:spPr>
            <a:xfrm>
              <a:off x="2328464" y="3107859"/>
              <a:ext cx="583223" cy="583223"/>
            </a:xfrm>
            <a:prstGeom prst="roundRect">
              <a:avLst>
                <a:gd name="adj" fmla="val 20771"/>
              </a:avLst>
            </a:prstGeom>
            <a:solidFill>
              <a:schemeClr val="bg2"/>
            </a:solidFill>
            <a:ln>
              <a:noFill/>
            </a:ln>
            <a:effectLst>
              <a:outerShdw blurRad="127000" sx="101000" sy="101000" algn="c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77">
                <a:defRPr/>
              </a:pPr>
              <a:endParaRPr lang="zh-CN" altLang="en-US">
                <a:solidFill>
                  <a:srgbClr val="F5F5F5"/>
                </a:solidFill>
                <a:latin typeface="vivo Sans"/>
                <a:ea typeface="vivo Sans"/>
              </a:endParaRPr>
            </a:p>
          </p:txBody>
        </p:sp>
        <p:pic>
          <p:nvPicPr>
            <p:cNvPr id="5" name="图形 4">
              <a:extLst>
                <a:ext uri="{FF2B5EF4-FFF2-40B4-BE49-F238E27FC236}">
                  <a16:creationId xmlns:a16="http://schemas.microsoft.com/office/drawing/2014/main" id="{7C1B95C8-D1BE-D3E4-57C3-C1F6280AF8D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/>
          </p:blipFill>
          <p:spPr>
            <a:xfrm>
              <a:off x="2375480" y="3154875"/>
              <a:ext cx="489196" cy="489196"/>
            </a:xfrm>
            <a:prstGeom prst="rect">
              <a:avLst/>
            </a:prstGeom>
          </p:spPr>
        </p:pic>
      </p:grpSp>
      <p:grpSp>
        <p:nvGrpSpPr>
          <p:cNvPr id="24" name="!! 关闭按钮">
            <a:extLst>
              <a:ext uri="{FF2B5EF4-FFF2-40B4-BE49-F238E27FC236}">
                <a16:creationId xmlns:a16="http://schemas.microsoft.com/office/drawing/2014/main" id="{F3F1650D-00B2-13B6-8393-E32B07E3E50D}"/>
              </a:ext>
            </a:extLst>
          </p:cNvPr>
          <p:cNvGrpSpPr/>
          <p:nvPr/>
        </p:nvGrpSpPr>
        <p:grpSpPr>
          <a:xfrm>
            <a:off x="2333440" y="569913"/>
            <a:ext cx="290511" cy="290511"/>
            <a:chOff x="2328464" y="3107859"/>
            <a:chExt cx="583223" cy="583223"/>
          </a:xfrm>
        </p:grpSpPr>
        <p:sp>
          <p:nvSpPr>
            <p:cNvPr id="26" name="矩形: 圆角 25">
              <a:hlinkClick r:id="rId6" action="ppaction://hlinksldjump"/>
              <a:extLst>
                <a:ext uri="{FF2B5EF4-FFF2-40B4-BE49-F238E27FC236}">
                  <a16:creationId xmlns:a16="http://schemas.microsoft.com/office/drawing/2014/main" id="{135A3519-EC76-8C92-9A9C-605A567ED738}"/>
                </a:ext>
              </a:extLst>
            </p:cNvPr>
            <p:cNvSpPr/>
            <p:nvPr/>
          </p:nvSpPr>
          <p:spPr>
            <a:xfrm>
              <a:off x="2328464" y="3107859"/>
              <a:ext cx="583223" cy="583223"/>
            </a:xfrm>
            <a:prstGeom prst="roundRect">
              <a:avLst>
                <a:gd name="adj" fmla="val 20771"/>
              </a:avLst>
            </a:prstGeom>
            <a:solidFill>
              <a:schemeClr val="bg2"/>
            </a:solidFill>
            <a:ln>
              <a:noFill/>
            </a:ln>
            <a:effectLst>
              <a:outerShdw blurRad="127000" sx="101000" sy="101000" algn="c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77">
                <a:defRPr/>
              </a:pPr>
              <a:endParaRPr lang="zh-CN" altLang="en-US">
                <a:solidFill>
                  <a:srgbClr val="F5F5F5"/>
                </a:solidFill>
                <a:latin typeface="vivo Sans"/>
                <a:ea typeface="vivo Sans"/>
              </a:endParaRPr>
            </a:p>
          </p:txBody>
        </p:sp>
        <p:pic>
          <p:nvPicPr>
            <p:cNvPr id="29" name="图形 28">
              <a:extLst>
                <a:ext uri="{FF2B5EF4-FFF2-40B4-BE49-F238E27FC236}">
                  <a16:creationId xmlns:a16="http://schemas.microsoft.com/office/drawing/2014/main" id="{15B0257B-2C3D-F6B2-D71D-C920DD4F244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/>
          </p:blipFill>
          <p:spPr>
            <a:xfrm>
              <a:off x="2449200" y="3228595"/>
              <a:ext cx="341755" cy="341755"/>
            </a:xfrm>
            <a:prstGeom prst="rect">
              <a:avLst/>
            </a:prstGeom>
          </p:spPr>
        </p:pic>
      </p:grpSp>
      <p:pic>
        <p:nvPicPr>
          <p:cNvPr id="65" name="icon">
            <a:extLst>
              <a:ext uri="{FF2B5EF4-FFF2-40B4-BE49-F238E27FC236}">
                <a16:creationId xmlns:a16="http://schemas.microsoft.com/office/drawing/2014/main" id="{40CBB0C3-11C7-658B-99D2-9B7C11D073E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/>
        </p:blipFill>
        <p:spPr>
          <a:xfrm>
            <a:off x="7449365" y="1377370"/>
            <a:ext cx="887812" cy="887812"/>
          </a:xfrm>
          <a:prstGeom prst="rect">
            <a:avLst/>
          </a:prstGeom>
        </p:spPr>
      </p:pic>
      <p:sp>
        <p:nvSpPr>
          <p:cNvPr id="70" name="!! 副标题">
            <a:extLst>
              <a:ext uri="{FF2B5EF4-FFF2-40B4-BE49-F238E27FC236}">
                <a16:creationId xmlns:a16="http://schemas.microsoft.com/office/drawing/2014/main" id="{FC28EAA1-AF54-ECCE-A172-E0BC99414C65}"/>
              </a:ext>
            </a:extLst>
          </p:cNvPr>
          <p:cNvSpPr txBox="1"/>
          <p:nvPr/>
        </p:nvSpPr>
        <p:spPr>
          <a:xfrm>
            <a:off x="6689319" y="2523369"/>
            <a:ext cx="240790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377">
              <a:defRPr/>
            </a:pPr>
            <a:r>
              <a:rPr lang="zh-CN" altLang="en-US" sz="2000" dirty="0">
                <a:solidFill>
                  <a:srgbClr val="181818"/>
                </a:solidFill>
                <a:latin typeface="vivo Sans Medium"/>
                <a:ea typeface="vivo Sans Medium"/>
              </a:rPr>
              <a:t>硬件保护未启用</a:t>
            </a:r>
          </a:p>
        </p:txBody>
      </p:sp>
      <p:sp>
        <p:nvSpPr>
          <p:cNvPr id="72" name="按钮">
            <a:hlinkClick r:id="rId11" action="ppaction://hlinksldjump"/>
            <a:extLst>
              <a:ext uri="{FF2B5EF4-FFF2-40B4-BE49-F238E27FC236}">
                <a16:creationId xmlns:a16="http://schemas.microsoft.com/office/drawing/2014/main" id="{7A34C390-CCA4-9F0A-CA89-2155D981CA72}"/>
              </a:ext>
            </a:extLst>
          </p:cNvPr>
          <p:cNvSpPr/>
          <p:nvPr/>
        </p:nvSpPr>
        <p:spPr>
          <a:xfrm>
            <a:off x="4178597" y="3145062"/>
            <a:ext cx="7429351" cy="545100"/>
          </a:xfrm>
          <a:prstGeom prst="roundRect">
            <a:avLst>
              <a:gd name="adj" fmla="val 20746"/>
            </a:avLst>
          </a:prstGeom>
          <a:solidFill>
            <a:schemeClr val="bg2"/>
          </a:solidFill>
          <a:ln w="3175">
            <a:solidFill>
              <a:schemeClr val="bg1">
                <a:lumMod val="90000"/>
              </a:schemeClr>
            </a:solidFill>
          </a:ln>
          <a:effectLst>
            <a:outerShdw blurRad="190500" algn="ctr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07997" defTabSz="914377">
              <a:defRPr/>
            </a:pPr>
            <a:r>
              <a:rPr lang="zh-CN" altLang="en-US" sz="1400" dirty="0">
                <a:solidFill>
                  <a:srgbClr val="62A8D3"/>
                </a:solidFill>
                <a:latin typeface="vivo Sans"/>
                <a:ea typeface="vivo Sans"/>
              </a:rPr>
              <a:t>开启硬件保护</a:t>
            </a:r>
          </a:p>
        </p:txBody>
      </p:sp>
      <p:sp>
        <p:nvSpPr>
          <p:cNvPr id="74" name="!! 按钮">
            <a:extLst>
              <a:ext uri="{FF2B5EF4-FFF2-40B4-BE49-F238E27FC236}">
                <a16:creationId xmlns:a16="http://schemas.microsoft.com/office/drawing/2014/main" id="{A12D84B2-9E02-0454-4D08-313D0ED5E8FB}"/>
              </a:ext>
            </a:extLst>
          </p:cNvPr>
          <p:cNvSpPr/>
          <p:nvPr/>
        </p:nvSpPr>
        <p:spPr>
          <a:xfrm>
            <a:off x="10984953" y="3346146"/>
            <a:ext cx="142932" cy="142932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>
              <a:defRPr/>
            </a:pPr>
            <a:endParaRPr lang="zh-CN" altLang="en-US" dirty="0">
              <a:solidFill>
                <a:srgbClr val="F5F5F5"/>
              </a:solidFill>
              <a:latin typeface="vivo Sans"/>
              <a:ea typeface="vivo Sans"/>
            </a:endParaRPr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09E681F8-192A-694C-EF74-DBE0CA332971}"/>
              </a:ext>
            </a:extLst>
          </p:cNvPr>
          <p:cNvSpPr txBox="1"/>
          <p:nvPr/>
        </p:nvSpPr>
        <p:spPr>
          <a:xfrm>
            <a:off x="6505723" y="6220049"/>
            <a:ext cx="27750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377">
              <a:defRPr/>
            </a:pPr>
            <a:r>
              <a:rPr lang="zh-CN" altLang="en-US" sz="1200" dirty="0">
                <a:solidFill>
                  <a:srgbClr val="F5F5F5">
                    <a:lumMod val="50000"/>
                  </a:srgbClr>
                </a:solidFill>
                <a:latin typeface="vivo Sans"/>
                <a:ea typeface="vivo Sans"/>
              </a:rPr>
              <a:t>设备</a:t>
            </a:r>
            <a:r>
              <a:rPr lang="en-US" altLang="zh-CN" sz="1200" dirty="0">
                <a:solidFill>
                  <a:srgbClr val="F5F5F5">
                    <a:lumMod val="50000"/>
                  </a:srgbClr>
                </a:solidFill>
                <a:latin typeface="vivo Sans"/>
                <a:ea typeface="vivo Sans"/>
              </a:rPr>
              <a:t>ID</a:t>
            </a:r>
            <a:r>
              <a:rPr lang="zh-CN" altLang="en-US" sz="1200" dirty="0">
                <a:solidFill>
                  <a:srgbClr val="F5F5F5">
                    <a:lumMod val="50000"/>
                  </a:srgbClr>
                </a:solidFill>
                <a:latin typeface="vivo Sans"/>
                <a:ea typeface="vivo Sans"/>
              </a:rPr>
              <a:t>：</a:t>
            </a:r>
            <a:r>
              <a:rPr lang="en-US" altLang="zh-CN" sz="1200" dirty="0">
                <a:solidFill>
                  <a:srgbClr val="F5F5F5">
                    <a:lumMod val="50000"/>
                  </a:srgbClr>
                </a:solidFill>
                <a:latin typeface="vivo Sans"/>
                <a:ea typeface="vivo Sans"/>
              </a:rPr>
              <a:t>unknown</a:t>
            </a:r>
            <a:endParaRPr lang="zh-CN" altLang="en-US" sz="1200" dirty="0">
              <a:solidFill>
                <a:srgbClr val="F5F5F5">
                  <a:lumMod val="50000"/>
                </a:srgbClr>
              </a:solidFill>
              <a:latin typeface="vivo Sans"/>
              <a:ea typeface="vivo Sans"/>
            </a:endParaRPr>
          </a:p>
        </p:txBody>
      </p:sp>
      <p:grpSp>
        <p:nvGrpSpPr>
          <p:cNvPr id="8" name="!! dock右">
            <a:extLst>
              <a:ext uri="{FF2B5EF4-FFF2-40B4-BE49-F238E27FC236}">
                <a16:creationId xmlns:a16="http://schemas.microsoft.com/office/drawing/2014/main" id="{1CAC583B-A4D5-691C-69A6-F09699C3CCD2}"/>
              </a:ext>
            </a:extLst>
          </p:cNvPr>
          <p:cNvGrpSpPr/>
          <p:nvPr/>
        </p:nvGrpSpPr>
        <p:grpSpPr>
          <a:xfrm>
            <a:off x="4869920" y="7119572"/>
            <a:ext cx="2452159" cy="574899"/>
            <a:chOff x="7408333" y="5780624"/>
            <a:chExt cx="2452159" cy="704838"/>
          </a:xfrm>
        </p:grpSpPr>
        <p:sp useBgFill="1">
          <p:nvSpPr>
            <p:cNvPr id="11" name="!! 模糊">
              <a:extLst>
                <a:ext uri="{FF2B5EF4-FFF2-40B4-BE49-F238E27FC236}">
                  <a16:creationId xmlns:a16="http://schemas.microsoft.com/office/drawing/2014/main" id="{4103816D-3231-9690-1A66-851A3C2214AE}"/>
                </a:ext>
              </a:extLst>
            </p:cNvPr>
            <p:cNvSpPr>
              <a:spLocks/>
            </p:cNvSpPr>
            <p:nvPr/>
          </p:nvSpPr>
          <p:spPr>
            <a:xfrm>
              <a:off x="7408333" y="5780624"/>
              <a:ext cx="2452159" cy="704838"/>
            </a:xfrm>
            <a:prstGeom prst="roundRect">
              <a:avLst>
                <a:gd name="adj" fmla="val 15000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189">
                <a:defRPr/>
              </a:pPr>
              <a:endParaRPr lang="zh-CN" altLang="en-US">
                <a:solidFill>
                  <a:srgbClr val="FFFFFF"/>
                </a:solidFill>
                <a:latin typeface="OPPOSans R"/>
                <a:ea typeface="OPPOSans R"/>
              </a:endParaRPr>
            </a:p>
          </p:txBody>
        </p:sp>
        <p:sp>
          <p:nvSpPr>
            <p:cNvPr id="12" name="!! 颜色遮罩">
              <a:extLst>
                <a:ext uri="{FF2B5EF4-FFF2-40B4-BE49-F238E27FC236}">
                  <a16:creationId xmlns:a16="http://schemas.microsoft.com/office/drawing/2014/main" id="{07BBB4E5-89B0-B83B-D379-0D7894612AAD}"/>
                </a:ext>
              </a:extLst>
            </p:cNvPr>
            <p:cNvSpPr>
              <a:spLocks/>
            </p:cNvSpPr>
            <p:nvPr/>
          </p:nvSpPr>
          <p:spPr>
            <a:xfrm>
              <a:off x="7408333" y="5780624"/>
              <a:ext cx="2452159" cy="704838"/>
            </a:xfrm>
            <a:prstGeom prst="roundRect">
              <a:avLst>
                <a:gd name="adj" fmla="val 15000"/>
              </a:avLst>
            </a:prstGeom>
            <a:solidFill>
              <a:schemeClr val="bg2">
                <a:alpha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189">
                <a:defRPr/>
              </a:pPr>
              <a:endParaRPr lang="zh-CN" altLang="en-US" dirty="0">
                <a:solidFill>
                  <a:srgbClr val="FFFFFF"/>
                </a:solidFill>
                <a:latin typeface="OPPOSans R"/>
                <a:ea typeface="OPPOSans R"/>
              </a:endParaRPr>
            </a:p>
          </p:txBody>
        </p:sp>
        <p:pic>
          <p:nvPicPr>
            <p:cNvPr id="14" name="!! 信号">
              <a:extLst>
                <a:ext uri="{FF2B5EF4-FFF2-40B4-BE49-F238E27FC236}">
                  <a16:creationId xmlns:a16="http://schemas.microsoft.com/office/drawing/2014/main" id="{75F92377-22E6-C88A-0B00-E94B078B6650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7638254" y="5893986"/>
              <a:ext cx="221460" cy="221458"/>
            </a:xfrm>
            <a:prstGeom prst="rect">
              <a:avLst/>
            </a:prstGeom>
          </p:spPr>
        </p:pic>
        <p:sp>
          <p:nvSpPr>
            <p:cNvPr id="15" name="!! 运营商">
              <a:extLst>
                <a:ext uri="{FF2B5EF4-FFF2-40B4-BE49-F238E27FC236}">
                  <a16:creationId xmlns:a16="http://schemas.microsoft.com/office/drawing/2014/main" id="{8A36B032-29AA-B0EE-ABE7-E1685152CA1B}"/>
                </a:ext>
              </a:extLst>
            </p:cNvPr>
            <p:cNvSpPr txBox="1"/>
            <p:nvPr/>
          </p:nvSpPr>
          <p:spPr>
            <a:xfrm>
              <a:off x="7813676" y="5913455"/>
              <a:ext cx="1114424" cy="2830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457189">
                <a:defRPr/>
              </a:pPr>
              <a:r>
                <a:rPr lang="en-US" altLang="zh-CN" sz="900" dirty="0">
                  <a:solidFill>
                    <a:srgbClr val="181818"/>
                  </a:solidFill>
                  <a:latin typeface="OPPOSans M"/>
                  <a:ea typeface="OPPOSans M"/>
                </a:rPr>
                <a:t>Virtual Net</a:t>
              </a:r>
              <a:endParaRPr lang="zh-CN" altLang="en-US" sz="900" dirty="0">
                <a:solidFill>
                  <a:srgbClr val="181818"/>
                </a:solidFill>
                <a:latin typeface="OPPOSans M"/>
                <a:ea typeface="OPPOSans M"/>
              </a:endParaRPr>
            </a:p>
          </p:txBody>
        </p:sp>
        <p:pic>
          <p:nvPicPr>
            <p:cNvPr id="16" name="!! 通知">
              <a:extLst>
                <a:ext uri="{FF2B5EF4-FFF2-40B4-BE49-F238E27FC236}">
                  <a16:creationId xmlns:a16="http://schemas.microsoft.com/office/drawing/2014/main" id="{AC9FF671-EF42-78FC-AEA0-12D33CE33093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9287931" y="5948436"/>
              <a:ext cx="152400" cy="152400"/>
            </a:xfrm>
            <a:prstGeom prst="rect">
              <a:avLst/>
            </a:prstGeom>
          </p:spPr>
        </p:pic>
        <p:pic>
          <p:nvPicPr>
            <p:cNvPr id="20" name="!! 电池">
              <a:extLst>
                <a:ext uri="{FF2B5EF4-FFF2-40B4-BE49-F238E27FC236}">
                  <a16:creationId xmlns:a16="http://schemas.microsoft.com/office/drawing/2014/main" id="{E7D3432C-1D8B-B397-D48C-FD7B80EF33AB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7637460" y="6171965"/>
              <a:ext cx="191558" cy="191558"/>
            </a:xfrm>
            <a:prstGeom prst="rect">
              <a:avLst/>
            </a:prstGeom>
          </p:spPr>
        </p:pic>
        <p:sp>
          <p:nvSpPr>
            <p:cNvPr id="21" name="!! 时间">
              <a:extLst>
                <a:ext uri="{FF2B5EF4-FFF2-40B4-BE49-F238E27FC236}">
                  <a16:creationId xmlns:a16="http://schemas.microsoft.com/office/drawing/2014/main" id="{3BCDF707-0BE4-D296-519E-23B163B1B5C6}"/>
                </a:ext>
              </a:extLst>
            </p:cNvPr>
            <p:cNvSpPr txBox="1"/>
            <p:nvPr/>
          </p:nvSpPr>
          <p:spPr>
            <a:xfrm>
              <a:off x="8982607" y="6148520"/>
              <a:ext cx="773641" cy="3114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defTabSz="457189">
                <a:defRPr/>
              </a:pPr>
              <a:r>
                <a:rPr lang="en-US" altLang="zh-CN" sz="1051" dirty="0">
                  <a:solidFill>
                    <a:srgbClr val="181818"/>
                  </a:solidFill>
                  <a:latin typeface="OPPOSans R"/>
                  <a:ea typeface="OPPOSans R"/>
                </a:rPr>
                <a:t>16:34</a:t>
              </a:r>
              <a:endParaRPr lang="zh-CN" altLang="en-US" sz="1051" dirty="0">
                <a:solidFill>
                  <a:srgbClr val="181818"/>
                </a:solidFill>
                <a:latin typeface="OPPOSans R"/>
                <a:ea typeface="OPPOSans R"/>
              </a:endParaRPr>
            </a:p>
          </p:txBody>
        </p:sp>
        <p:sp>
          <p:nvSpPr>
            <p:cNvPr id="22" name="!! AC">
              <a:extLst>
                <a:ext uri="{FF2B5EF4-FFF2-40B4-BE49-F238E27FC236}">
                  <a16:creationId xmlns:a16="http://schemas.microsoft.com/office/drawing/2014/main" id="{55339E48-C526-3143-81CB-68A23C536BD1}"/>
                </a:ext>
              </a:extLst>
            </p:cNvPr>
            <p:cNvSpPr txBox="1"/>
            <p:nvPr/>
          </p:nvSpPr>
          <p:spPr>
            <a:xfrm>
              <a:off x="7766842" y="6152328"/>
              <a:ext cx="434183" cy="2830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457189">
                <a:defRPr/>
              </a:pPr>
              <a:r>
                <a:rPr lang="en-US" altLang="zh-CN" sz="900" dirty="0">
                  <a:solidFill>
                    <a:srgbClr val="181818"/>
                  </a:solidFill>
                  <a:latin typeface="OPPOSans R"/>
                  <a:ea typeface="OPPOSans R"/>
                </a:rPr>
                <a:t>49%</a:t>
              </a:r>
              <a:endParaRPr lang="zh-CN" altLang="en-US" sz="900" dirty="0">
                <a:solidFill>
                  <a:srgbClr val="181818"/>
                </a:solidFill>
                <a:latin typeface="OPPOSans R"/>
                <a:ea typeface="OPPOSans R"/>
              </a:endParaRPr>
            </a:p>
          </p:txBody>
        </p:sp>
        <p:pic>
          <p:nvPicPr>
            <p:cNvPr id="23" name="!! 声音">
              <a:extLst>
                <a:ext uri="{FF2B5EF4-FFF2-40B4-BE49-F238E27FC236}">
                  <a16:creationId xmlns:a16="http://schemas.microsoft.com/office/drawing/2014/main" id="{2975F68A-E307-2455-6008-FE7D7896D6E3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9048732" y="5934670"/>
              <a:ext cx="179932" cy="179932"/>
            </a:xfrm>
            <a:prstGeom prst="rect">
              <a:avLst/>
            </a:prstGeom>
          </p:spPr>
        </p:pic>
        <p:pic>
          <p:nvPicPr>
            <p:cNvPr id="33" name="!! 电源">
              <a:hlinkClick r:id="rId20" action="ppaction://hlinksldjump"/>
              <a:extLst>
                <a:ext uri="{FF2B5EF4-FFF2-40B4-BE49-F238E27FC236}">
                  <a16:creationId xmlns:a16="http://schemas.microsoft.com/office/drawing/2014/main" id="{27B48F33-00F1-7E8D-83DE-EF05F1910443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p:blipFill>
          <p:spPr>
            <a:xfrm>
              <a:off x="9489000" y="5925331"/>
              <a:ext cx="208372" cy="208370"/>
            </a:xfrm>
            <a:prstGeom prst="rect">
              <a:avLst/>
            </a:prstGeom>
          </p:spPr>
        </p:pic>
      </p:grpSp>
      <p:sp>
        <p:nvSpPr>
          <p:cNvPr id="36" name="!! 小白条">
            <a:hlinkClick r:id="rId3" action="ppaction://hlinksldjump"/>
            <a:extLst>
              <a:ext uri="{FF2B5EF4-FFF2-40B4-BE49-F238E27FC236}">
                <a16:creationId xmlns:a16="http://schemas.microsoft.com/office/drawing/2014/main" id="{1DF5DB59-759C-5D30-9C65-935DEFF85E82}"/>
              </a:ext>
            </a:extLst>
          </p:cNvPr>
          <p:cNvSpPr/>
          <p:nvPr/>
        </p:nvSpPr>
        <p:spPr>
          <a:xfrm>
            <a:off x="5177623" y="6706376"/>
            <a:ext cx="1836752" cy="45719"/>
          </a:xfrm>
          <a:prstGeom prst="roundRect">
            <a:avLst>
              <a:gd name="adj" fmla="val 50000"/>
            </a:avLst>
          </a:prstGeom>
          <a:solidFill>
            <a:schemeClr val="tx1">
              <a:alpha val="90000"/>
            </a:schemeClr>
          </a:solidFill>
          <a:ln>
            <a:noFill/>
          </a:ln>
          <a:effectLst>
            <a:outerShdw blurRad="1016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>
              <a:defRPr/>
            </a:pPr>
            <a:endParaRPr lang="zh-CN" altLang="en-US">
              <a:solidFill>
                <a:srgbClr val="F5F5F5"/>
              </a:solidFill>
              <a:latin typeface="vivo Sans"/>
              <a:ea typeface="vivo Sans"/>
            </a:endParaRPr>
          </a:p>
        </p:txBody>
      </p:sp>
      <p:grpSp>
        <p:nvGrpSpPr>
          <p:cNvPr id="41" name="返回">
            <a:extLst>
              <a:ext uri="{FF2B5EF4-FFF2-40B4-BE49-F238E27FC236}">
                <a16:creationId xmlns:a16="http://schemas.microsoft.com/office/drawing/2014/main" id="{3B0EF9DE-E0B4-954E-74F5-B2F6F31DEABD}"/>
              </a:ext>
            </a:extLst>
          </p:cNvPr>
          <p:cNvGrpSpPr/>
          <p:nvPr/>
        </p:nvGrpSpPr>
        <p:grpSpPr>
          <a:xfrm>
            <a:off x="4133691" y="519573"/>
            <a:ext cx="2667863" cy="369332"/>
            <a:chOff x="4133687" y="519573"/>
            <a:chExt cx="2667863" cy="369331"/>
          </a:xfrm>
        </p:grpSpPr>
        <p:sp>
          <p:nvSpPr>
            <p:cNvPr id="43" name="!! 副标题">
              <a:hlinkClick r:id="rId23" action="ppaction://hlinksldjump"/>
              <a:extLst>
                <a:ext uri="{FF2B5EF4-FFF2-40B4-BE49-F238E27FC236}">
                  <a16:creationId xmlns:a16="http://schemas.microsoft.com/office/drawing/2014/main" id="{2FA129D9-C327-D207-648B-9F635DC79405}"/>
                </a:ext>
              </a:extLst>
            </p:cNvPr>
            <p:cNvSpPr txBox="1"/>
            <p:nvPr/>
          </p:nvSpPr>
          <p:spPr>
            <a:xfrm>
              <a:off x="4393644" y="519573"/>
              <a:ext cx="2407906" cy="369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914377">
                <a:defRPr/>
              </a:pPr>
              <a:r>
                <a:rPr lang="zh-CN" altLang="en-US" dirty="0">
                  <a:solidFill>
                    <a:srgbClr val="181818"/>
                  </a:solidFill>
                  <a:latin typeface="vivo Sans"/>
                  <a:ea typeface="vivo Sans"/>
                </a:rPr>
                <a:t>硬件保护</a:t>
              </a:r>
            </a:p>
          </p:txBody>
        </p:sp>
        <p:pic>
          <p:nvPicPr>
            <p:cNvPr id="44" name="图形 43">
              <a:hlinkClick r:id="rId24" action="ppaction://hlinksldjump"/>
              <a:extLst>
                <a:ext uri="{FF2B5EF4-FFF2-40B4-BE49-F238E27FC236}">
                  <a16:creationId xmlns:a16="http://schemas.microsoft.com/office/drawing/2014/main" id="{D39AFB37-60AA-772E-95D8-EBBB5448D8E9}"/>
                </a:ext>
              </a:extLst>
            </p:cNvPr>
            <p:cNvPicPr/>
            <p:nvPr/>
          </p:nvPicPr>
          <p:blipFill>
            <a:blip r:embed="rId25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/>
            </a:stretch>
          </p:blipFill>
          <p:spPr>
            <a:xfrm>
              <a:off x="4133687" y="584302"/>
              <a:ext cx="241776" cy="241776"/>
            </a:xfrm>
            <a:prstGeom prst="rect">
              <a:avLst/>
            </a:prstGeom>
          </p:spPr>
        </p:pic>
      </p:grpSp>
      <p:grpSp>
        <p:nvGrpSpPr>
          <p:cNvPr id="45" name="!! 显示">
            <a:extLst>
              <a:ext uri="{FF2B5EF4-FFF2-40B4-BE49-F238E27FC236}">
                <a16:creationId xmlns:a16="http://schemas.microsoft.com/office/drawing/2014/main" id="{3194A3A4-0322-74B1-76A8-34F64D2CA67C}"/>
              </a:ext>
            </a:extLst>
          </p:cNvPr>
          <p:cNvGrpSpPr/>
          <p:nvPr/>
        </p:nvGrpSpPr>
        <p:grpSpPr>
          <a:xfrm>
            <a:off x="470871" y="3706575"/>
            <a:ext cx="2552892" cy="457924"/>
            <a:chOff x="462453" y="2623554"/>
            <a:chExt cx="2552892" cy="457924"/>
          </a:xfrm>
        </p:grpSpPr>
        <p:sp>
          <p:nvSpPr>
            <p:cNvPr id="46" name="!! 未选中">
              <a:hlinkClick r:id="rId27" action="ppaction://hlinksldjump"/>
              <a:extLst>
                <a:ext uri="{FF2B5EF4-FFF2-40B4-BE49-F238E27FC236}">
                  <a16:creationId xmlns:a16="http://schemas.microsoft.com/office/drawing/2014/main" id="{9E3861A4-F10B-C6D5-3F5F-132B608C2F7C}"/>
                </a:ext>
              </a:extLst>
            </p:cNvPr>
            <p:cNvSpPr/>
            <p:nvPr/>
          </p:nvSpPr>
          <p:spPr>
            <a:xfrm>
              <a:off x="462453" y="2623554"/>
              <a:ext cx="2552892" cy="457924"/>
            </a:xfrm>
            <a:prstGeom prst="roundRect">
              <a:avLst>
                <a:gd name="adj" fmla="val 22880"/>
              </a:avLst>
            </a:prstGeom>
            <a:solidFill>
              <a:schemeClr val="bg2"/>
            </a:solidFill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1998" defTabSz="914377">
                <a:defRPr/>
              </a:pPr>
              <a:r>
                <a:rPr lang="zh-CN" altLang="en-US" sz="1400" dirty="0">
                  <a:solidFill>
                    <a:srgbClr val="181818">
                      <a:lumMod val="90000"/>
                      <a:lumOff val="10000"/>
                    </a:srgbClr>
                  </a:solidFill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      显示</a:t>
              </a:r>
            </a:p>
          </p:txBody>
        </p:sp>
        <p:grpSp>
          <p:nvGrpSpPr>
            <p:cNvPr id="47" name="组合 46">
              <a:extLst>
                <a:ext uri="{FF2B5EF4-FFF2-40B4-BE49-F238E27FC236}">
                  <a16:creationId xmlns:a16="http://schemas.microsoft.com/office/drawing/2014/main" id="{11EA434F-FD69-766E-4AAE-004BD68FB506}"/>
                </a:ext>
              </a:extLst>
            </p:cNvPr>
            <p:cNvGrpSpPr/>
            <p:nvPr/>
          </p:nvGrpSpPr>
          <p:grpSpPr>
            <a:xfrm>
              <a:off x="600851" y="2735577"/>
              <a:ext cx="245090" cy="245090"/>
              <a:chOff x="3449581" y="2374787"/>
              <a:chExt cx="263638" cy="263638"/>
            </a:xfrm>
          </p:grpSpPr>
          <p:sp>
            <p:nvSpPr>
              <p:cNvPr id="49" name="椭圆 48">
                <a:extLst>
                  <a:ext uri="{FF2B5EF4-FFF2-40B4-BE49-F238E27FC236}">
                    <a16:creationId xmlns:a16="http://schemas.microsoft.com/office/drawing/2014/main" id="{D8A7C2D1-59F2-C8A3-7DC1-DFE30F26A126}"/>
                  </a:ext>
                </a:extLst>
              </p:cNvPr>
              <p:cNvSpPr/>
              <p:nvPr/>
            </p:nvSpPr>
            <p:spPr>
              <a:xfrm>
                <a:off x="3449581" y="2374787"/>
                <a:ext cx="263638" cy="263638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377">
                  <a:defRPr/>
                </a:pPr>
                <a:endParaRPr lang="zh-CN" altLang="en-US">
                  <a:solidFill>
                    <a:srgbClr val="F5F5F5"/>
                  </a:solidFill>
                  <a:latin typeface="vivo Sans"/>
                  <a:ea typeface="vivo Sans"/>
                </a:endParaRPr>
              </a:p>
            </p:txBody>
          </p:sp>
          <p:pic>
            <p:nvPicPr>
              <p:cNvPr id="52" name="icon">
                <a:extLst>
                  <a:ext uri="{FF2B5EF4-FFF2-40B4-BE49-F238E27FC236}">
                    <a16:creationId xmlns:a16="http://schemas.microsoft.com/office/drawing/2014/main" id="{2C217360-EF3F-BD75-143C-381F51951BE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8">
                <a:extLst>
                  <a:ext uri="{96DAC541-7B7A-43D3-8B79-37D633B846F1}">
                    <asvg:svgBlip xmlns:asvg="http://schemas.microsoft.com/office/drawing/2016/SVG/main" r:embed="rId29"/>
                  </a:ext>
                </a:extLst>
              </a:blip>
              <a:srcRect/>
              <a:stretch/>
            </p:blipFill>
            <p:spPr>
              <a:xfrm>
                <a:off x="3513869" y="2435878"/>
                <a:ext cx="143060" cy="143060"/>
              </a:xfrm>
              <a:prstGeom prst="rect">
                <a:avLst/>
              </a:prstGeom>
            </p:spPr>
          </p:pic>
        </p:grpSp>
      </p:grpSp>
      <p:grpSp>
        <p:nvGrpSpPr>
          <p:cNvPr id="54" name="!! App">
            <a:extLst>
              <a:ext uri="{FF2B5EF4-FFF2-40B4-BE49-F238E27FC236}">
                <a16:creationId xmlns:a16="http://schemas.microsoft.com/office/drawing/2014/main" id="{49760E73-DE94-0F5E-892C-32D7FA346D6C}"/>
              </a:ext>
            </a:extLst>
          </p:cNvPr>
          <p:cNvGrpSpPr/>
          <p:nvPr/>
        </p:nvGrpSpPr>
        <p:grpSpPr>
          <a:xfrm>
            <a:off x="476549" y="2282681"/>
            <a:ext cx="2552892" cy="457924"/>
            <a:chOff x="462453" y="2623554"/>
            <a:chExt cx="2552892" cy="457924"/>
          </a:xfrm>
        </p:grpSpPr>
        <p:sp>
          <p:nvSpPr>
            <p:cNvPr id="63" name="!! 未选中">
              <a:hlinkClick r:id="rId30" action="ppaction://hlinksldjump"/>
              <a:extLst>
                <a:ext uri="{FF2B5EF4-FFF2-40B4-BE49-F238E27FC236}">
                  <a16:creationId xmlns:a16="http://schemas.microsoft.com/office/drawing/2014/main" id="{84AB8C61-BF57-DF2A-667F-7F63D401E421}"/>
                </a:ext>
              </a:extLst>
            </p:cNvPr>
            <p:cNvSpPr/>
            <p:nvPr/>
          </p:nvSpPr>
          <p:spPr>
            <a:xfrm>
              <a:off x="462453" y="2623554"/>
              <a:ext cx="2552892" cy="457924"/>
            </a:xfrm>
            <a:prstGeom prst="roundRect">
              <a:avLst>
                <a:gd name="adj" fmla="val 22880"/>
              </a:avLst>
            </a:prstGeom>
            <a:solidFill>
              <a:schemeClr val="bg2"/>
            </a:solidFill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1998" defTabSz="914377">
                <a:defRPr/>
              </a:pPr>
              <a:r>
                <a:rPr lang="zh-CN" altLang="en-US" sz="1400" dirty="0">
                  <a:solidFill>
                    <a:srgbClr val="181818">
                      <a:lumMod val="90000"/>
                      <a:lumOff val="10000"/>
                    </a:srgbClr>
                  </a:solidFill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      应用与模块</a:t>
              </a:r>
            </a:p>
          </p:txBody>
        </p:sp>
        <p:grpSp>
          <p:nvGrpSpPr>
            <p:cNvPr id="64" name="组合 63">
              <a:extLst>
                <a:ext uri="{FF2B5EF4-FFF2-40B4-BE49-F238E27FC236}">
                  <a16:creationId xmlns:a16="http://schemas.microsoft.com/office/drawing/2014/main" id="{31781122-C4A2-1B7B-8B9B-AF1B7AD705B3}"/>
                </a:ext>
              </a:extLst>
            </p:cNvPr>
            <p:cNvGrpSpPr/>
            <p:nvPr/>
          </p:nvGrpSpPr>
          <p:grpSpPr>
            <a:xfrm>
              <a:off x="600851" y="2735577"/>
              <a:ext cx="245090" cy="245090"/>
              <a:chOff x="3449581" y="2374787"/>
              <a:chExt cx="263638" cy="263638"/>
            </a:xfrm>
          </p:grpSpPr>
          <p:sp>
            <p:nvSpPr>
              <p:cNvPr id="66" name="椭圆 65">
                <a:extLst>
                  <a:ext uri="{FF2B5EF4-FFF2-40B4-BE49-F238E27FC236}">
                    <a16:creationId xmlns:a16="http://schemas.microsoft.com/office/drawing/2014/main" id="{E8CEE6C7-96E9-ADE2-17A9-4DB8E33482C8}"/>
                  </a:ext>
                </a:extLst>
              </p:cNvPr>
              <p:cNvSpPr/>
              <p:nvPr/>
            </p:nvSpPr>
            <p:spPr>
              <a:xfrm>
                <a:off x="3449581" y="2374787"/>
                <a:ext cx="263638" cy="263638"/>
              </a:xfrm>
              <a:prstGeom prst="ellipse">
                <a:avLst/>
              </a:prstGeom>
              <a:solidFill>
                <a:schemeClr val="accent3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377">
                  <a:defRPr/>
                </a:pPr>
                <a:endParaRPr lang="zh-CN" altLang="en-US">
                  <a:solidFill>
                    <a:srgbClr val="F5F5F5"/>
                  </a:solidFill>
                  <a:latin typeface="vivo Sans"/>
                  <a:ea typeface="vivo Sans"/>
                </a:endParaRPr>
              </a:p>
            </p:txBody>
          </p:sp>
          <p:pic>
            <p:nvPicPr>
              <p:cNvPr id="67" name="icon">
                <a:extLst>
                  <a:ext uri="{FF2B5EF4-FFF2-40B4-BE49-F238E27FC236}">
                    <a16:creationId xmlns:a16="http://schemas.microsoft.com/office/drawing/2014/main" id="{1641A2D6-7E24-B496-EEA9-B2E2D3A07DF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1">
                <a:extLst>
                  <a:ext uri="{96DAC541-7B7A-43D3-8B79-37D633B846F1}">
                    <asvg:svgBlip xmlns:asvg="http://schemas.microsoft.com/office/drawing/2016/SVG/main" r:embed="rId32"/>
                  </a:ext>
                </a:extLst>
              </a:blip>
              <a:srcRect/>
              <a:stretch/>
            </p:blipFill>
            <p:spPr>
              <a:xfrm>
                <a:off x="3513869" y="2435878"/>
                <a:ext cx="143060" cy="143060"/>
              </a:xfrm>
              <a:prstGeom prst="rect">
                <a:avLst/>
              </a:prstGeom>
            </p:spPr>
          </p:pic>
        </p:grpSp>
      </p:grpSp>
      <p:grpSp>
        <p:nvGrpSpPr>
          <p:cNvPr id="68" name="!! 电池">
            <a:extLst>
              <a:ext uri="{FF2B5EF4-FFF2-40B4-BE49-F238E27FC236}">
                <a16:creationId xmlns:a16="http://schemas.microsoft.com/office/drawing/2014/main" id="{B795302F-27FC-1891-DF1F-41EBE1504E54}"/>
              </a:ext>
            </a:extLst>
          </p:cNvPr>
          <p:cNvGrpSpPr/>
          <p:nvPr/>
        </p:nvGrpSpPr>
        <p:grpSpPr>
          <a:xfrm>
            <a:off x="470871" y="2852627"/>
            <a:ext cx="2552892" cy="457924"/>
            <a:chOff x="462453" y="2623554"/>
            <a:chExt cx="2552892" cy="457924"/>
          </a:xfrm>
        </p:grpSpPr>
        <p:sp>
          <p:nvSpPr>
            <p:cNvPr id="69" name="!! 未选中">
              <a:hlinkClick r:id="rId33" action="ppaction://hlinksldjump"/>
              <a:extLst>
                <a:ext uri="{FF2B5EF4-FFF2-40B4-BE49-F238E27FC236}">
                  <a16:creationId xmlns:a16="http://schemas.microsoft.com/office/drawing/2014/main" id="{BF8D372C-35CB-03A5-B209-5F8B23096C44}"/>
                </a:ext>
              </a:extLst>
            </p:cNvPr>
            <p:cNvSpPr/>
            <p:nvPr/>
          </p:nvSpPr>
          <p:spPr>
            <a:xfrm>
              <a:off x="462453" y="2623554"/>
              <a:ext cx="2552892" cy="457924"/>
            </a:xfrm>
            <a:prstGeom prst="roundRect">
              <a:avLst>
                <a:gd name="adj" fmla="val 22880"/>
              </a:avLst>
            </a:prstGeom>
            <a:solidFill>
              <a:schemeClr val="bg2"/>
            </a:solidFill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1998" defTabSz="914377">
                <a:defRPr/>
              </a:pPr>
              <a:r>
                <a:rPr lang="zh-CN" altLang="en-US" sz="1400" dirty="0">
                  <a:solidFill>
                    <a:srgbClr val="181818">
                      <a:lumMod val="90000"/>
                      <a:lumOff val="10000"/>
                    </a:srgbClr>
                  </a:solidFill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      电池</a:t>
              </a:r>
            </a:p>
          </p:txBody>
        </p:sp>
        <p:grpSp>
          <p:nvGrpSpPr>
            <p:cNvPr id="71" name="组合 70">
              <a:extLst>
                <a:ext uri="{FF2B5EF4-FFF2-40B4-BE49-F238E27FC236}">
                  <a16:creationId xmlns:a16="http://schemas.microsoft.com/office/drawing/2014/main" id="{088D8819-465B-1852-0E1F-6EECFF01E193}"/>
                </a:ext>
              </a:extLst>
            </p:cNvPr>
            <p:cNvGrpSpPr/>
            <p:nvPr/>
          </p:nvGrpSpPr>
          <p:grpSpPr>
            <a:xfrm>
              <a:off x="600851" y="2735577"/>
              <a:ext cx="245090" cy="245090"/>
              <a:chOff x="3449581" y="2374787"/>
              <a:chExt cx="263638" cy="263638"/>
            </a:xfrm>
          </p:grpSpPr>
          <p:sp>
            <p:nvSpPr>
              <p:cNvPr id="73" name="椭圆 72">
                <a:extLst>
                  <a:ext uri="{FF2B5EF4-FFF2-40B4-BE49-F238E27FC236}">
                    <a16:creationId xmlns:a16="http://schemas.microsoft.com/office/drawing/2014/main" id="{47E1308B-3989-5AC7-8B30-A310D2502D76}"/>
                  </a:ext>
                </a:extLst>
              </p:cNvPr>
              <p:cNvSpPr/>
              <p:nvPr/>
            </p:nvSpPr>
            <p:spPr>
              <a:xfrm>
                <a:off x="3449581" y="2374787"/>
                <a:ext cx="263638" cy="263638"/>
              </a:xfrm>
              <a:prstGeom prst="ellipse">
                <a:avLst/>
              </a:prstGeom>
              <a:solidFill>
                <a:srgbClr val="3ADE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377">
                  <a:defRPr/>
                </a:pPr>
                <a:endParaRPr lang="zh-CN" altLang="en-US">
                  <a:solidFill>
                    <a:srgbClr val="F5F5F5"/>
                  </a:solidFill>
                  <a:latin typeface="vivo Sans"/>
                  <a:ea typeface="vivo Sans"/>
                </a:endParaRPr>
              </a:p>
            </p:txBody>
          </p:sp>
          <p:pic>
            <p:nvPicPr>
              <p:cNvPr id="76" name="icon">
                <a:extLst>
                  <a:ext uri="{FF2B5EF4-FFF2-40B4-BE49-F238E27FC236}">
                    <a16:creationId xmlns:a16="http://schemas.microsoft.com/office/drawing/2014/main" id="{FCD7AD68-F964-83A0-C9D2-0AAC971ED26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4">
                <a:extLst>
                  <a:ext uri="{96DAC541-7B7A-43D3-8B79-37D633B846F1}">
                    <asvg:svgBlip xmlns:asvg="http://schemas.microsoft.com/office/drawing/2016/SVG/main" r:embed="rId35"/>
                  </a:ext>
                </a:extLst>
              </a:blip>
              <a:srcRect/>
              <a:stretch/>
            </p:blipFill>
            <p:spPr>
              <a:xfrm>
                <a:off x="3513869" y="2435878"/>
                <a:ext cx="143060" cy="143060"/>
              </a:xfrm>
              <a:prstGeom prst="rect">
                <a:avLst/>
              </a:prstGeom>
            </p:spPr>
          </p:pic>
        </p:grpSp>
      </p:grpSp>
      <p:sp>
        <p:nvSpPr>
          <p:cNvPr id="77" name="!! 个性化">
            <a:extLst>
              <a:ext uri="{FF2B5EF4-FFF2-40B4-BE49-F238E27FC236}">
                <a16:creationId xmlns:a16="http://schemas.microsoft.com/office/drawing/2014/main" id="{81696468-FF12-DC0F-D36E-623828072860}"/>
              </a:ext>
            </a:extLst>
          </p:cNvPr>
          <p:cNvSpPr txBox="1"/>
          <p:nvPr/>
        </p:nvSpPr>
        <p:spPr>
          <a:xfrm>
            <a:off x="470872" y="3444966"/>
            <a:ext cx="11113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377">
              <a:defRPr/>
            </a:pPr>
            <a:r>
              <a:rPr lang="zh-CN" altLang="en-US" sz="1100" dirty="0">
                <a:solidFill>
                  <a:srgbClr val="F5F5F5">
                    <a:lumMod val="50000"/>
                  </a:srgbClr>
                </a:solidFill>
                <a:latin typeface="vivo Sans"/>
                <a:ea typeface="vivo Sans"/>
              </a:rPr>
              <a:t>个性化</a:t>
            </a:r>
          </a:p>
        </p:txBody>
      </p:sp>
      <p:sp>
        <p:nvSpPr>
          <p:cNvPr id="78" name="文本框 77">
            <a:extLst>
              <a:ext uri="{FF2B5EF4-FFF2-40B4-BE49-F238E27FC236}">
                <a16:creationId xmlns:a16="http://schemas.microsoft.com/office/drawing/2014/main" id="{39E67BB1-BB39-BAB9-0239-85D89B3F7624}"/>
              </a:ext>
            </a:extLst>
          </p:cNvPr>
          <p:cNvSpPr txBox="1"/>
          <p:nvPr/>
        </p:nvSpPr>
        <p:spPr>
          <a:xfrm>
            <a:off x="462454" y="2020809"/>
            <a:ext cx="11113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377">
              <a:defRPr/>
            </a:pPr>
            <a:r>
              <a:rPr lang="zh-CN" altLang="en-US" sz="1100" dirty="0">
                <a:solidFill>
                  <a:srgbClr val="F5F5F5">
                    <a:lumMod val="50000"/>
                  </a:srgbClr>
                </a:solidFill>
                <a:latin typeface="vivo Sans"/>
                <a:ea typeface="vivo Sans"/>
              </a:rPr>
              <a:t>网络与连接</a:t>
            </a:r>
          </a:p>
        </p:txBody>
      </p:sp>
      <p:sp>
        <p:nvSpPr>
          <p:cNvPr id="79" name="文本框 78">
            <a:extLst>
              <a:ext uri="{FF2B5EF4-FFF2-40B4-BE49-F238E27FC236}">
                <a16:creationId xmlns:a16="http://schemas.microsoft.com/office/drawing/2014/main" id="{692DCEDE-59F9-9ADD-E4E4-7A3E4FD0FC23}"/>
              </a:ext>
            </a:extLst>
          </p:cNvPr>
          <p:cNvSpPr txBox="1"/>
          <p:nvPr/>
        </p:nvSpPr>
        <p:spPr>
          <a:xfrm>
            <a:off x="462455" y="4033431"/>
            <a:ext cx="11113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377">
              <a:defRPr/>
            </a:pPr>
            <a:r>
              <a:rPr lang="zh-CN" altLang="en-US" sz="1100" dirty="0">
                <a:solidFill>
                  <a:srgbClr val="F5F5F5">
                    <a:lumMod val="50000"/>
                  </a:srgbClr>
                </a:solidFill>
                <a:latin typeface="vivo Sans"/>
                <a:ea typeface="vivo Sans"/>
              </a:rPr>
              <a:t>系统与安全</a:t>
            </a:r>
          </a:p>
        </p:txBody>
      </p:sp>
      <p:grpSp>
        <p:nvGrpSpPr>
          <p:cNvPr id="80" name="!! 软件更新">
            <a:extLst>
              <a:ext uri="{FF2B5EF4-FFF2-40B4-BE49-F238E27FC236}">
                <a16:creationId xmlns:a16="http://schemas.microsoft.com/office/drawing/2014/main" id="{C644B824-C32B-FA0D-6914-EF081A35BB03}"/>
              </a:ext>
            </a:extLst>
          </p:cNvPr>
          <p:cNvGrpSpPr/>
          <p:nvPr/>
        </p:nvGrpSpPr>
        <p:grpSpPr>
          <a:xfrm>
            <a:off x="462455" y="4299750"/>
            <a:ext cx="2552892" cy="457924"/>
            <a:chOff x="481145" y="1890767"/>
            <a:chExt cx="2552892" cy="457924"/>
          </a:xfrm>
        </p:grpSpPr>
        <p:sp>
          <p:nvSpPr>
            <p:cNvPr id="81" name="!! 未选中">
              <a:hlinkClick r:id="rId36" action="ppaction://hlinksldjump"/>
              <a:extLst>
                <a:ext uri="{FF2B5EF4-FFF2-40B4-BE49-F238E27FC236}">
                  <a16:creationId xmlns:a16="http://schemas.microsoft.com/office/drawing/2014/main" id="{516722AE-4D40-83B6-303A-1C516B6A534C}"/>
                </a:ext>
              </a:extLst>
            </p:cNvPr>
            <p:cNvSpPr/>
            <p:nvPr/>
          </p:nvSpPr>
          <p:spPr>
            <a:xfrm>
              <a:off x="481145" y="1890767"/>
              <a:ext cx="2552892" cy="457924"/>
            </a:xfrm>
            <a:prstGeom prst="roundRect">
              <a:avLst>
                <a:gd name="adj" fmla="val 22880"/>
              </a:avLst>
            </a:prstGeom>
            <a:solidFill>
              <a:schemeClr val="bg2"/>
            </a:solidFill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1998" defTabSz="914377">
                <a:defRPr/>
              </a:pPr>
              <a:r>
                <a:rPr lang="zh-CN" altLang="en-US" sz="1400" dirty="0">
                  <a:solidFill>
                    <a:srgbClr val="181818"/>
                  </a:solidFill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      系统更新</a:t>
              </a:r>
            </a:p>
          </p:txBody>
        </p:sp>
        <p:pic>
          <p:nvPicPr>
            <p:cNvPr id="82" name="icon">
              <a:extLst>
                <a:ext uri="{FF2B5EF4-FFF2-40B4-BE49-F238E27FC236}">
                  <a16:creationId xmlns:a16="http://schemas.microsoft.com/office/drawing/2014/main" id="{E7C634ED-BC58-12F2-7583-06FEA1F5E8C1}"/>
                </a:ext>
              </a:extLst>
            </p:cNvPr>
            <p:cNvPicPr>
              <a:picLocks noChangeAspect="1"/>
            </p:cNvPicPr>
            <p:nvPr/>
          </p:nvPicPr>
          <p:blipFill>
            <a:blip r:embed="rId37">
              <a:extLst>
                <a:ext uri="{96DAC541-7B7A-43D3-8B79-37D633B846F1}">
                  <asvg:svgBlip xmlns:asvg="http://schemas.microsoft.com/office/drawing/2016/SVG/main" r:embed="rId38"/>
                </a:ext>
              </a:extLst>
            </a:blip>
            <a:srcRect/>
            <a:stretch/>
          </p:blipFill>
          <p:spPr>
            <a:xfrm>
              <a:off x="623508" y="2001148"/>
              <a:ext cx="237162" cy="237162"/>
            </a:xfrm>
            <a:prstGeom prst="rect">
              <a:avLst/>
            </a:prstGeom>
          </p:spPr>
        </p:pic>
      </p:grpSp>
      <p:grpSp>
        <p:nvGrpSpPr>
          <p:cNvPr id="83" name="!! 更多连接">
            <a:extLst>
              <a:ext uri="{FF2B5EF4-FFF2-40B4-BE49-F238E27FC236}">
                <a16:creationId xmlns:a16="http://schemas.microsoft.com/office/drawing/2014/main" id="{2CA33A59-B7DC-24E9-CA8A-AD9BDD843E06}"/>
              </a:ext>
            </a:extLst>
          </p:cNvPr>
          <p:cNvGrpSpPr/>
          <p:nvPr/>
        </p:nvGrpSpPr>
        <p:grpSpPr>
          <a:xfrm>
            <a:off x="462454" y="3410531"/>
            <a:ext cx="2552892" cy="457924"/>
            <a:chOff x="462453" y="2623554"/>
            <a:chExt cx="2552892" cy="457924"/>
          </a:xfrm>
        </p:grpSpPr>
        <p:sp>
          <p:nvSpPr>
            <p:cNvPr id="84" name="!! 未选中">
              <a:hlinkClick r:id="rId39" action="ppaction://hlinksldjump"/>
              <a:extLst>
                <a:ext uri="{FF2B5EF4-FFF2-40B4-BE49-F238E27FC236}">
                  <a16:creationId xmlns:a16="http://schemas.microsoft.com/office/drawing/2014/main" id="{896108A0-93F5-8A08-D2DE-87EF1948497A}"/>
                </a:ext>
              </a:extLst>
            </p:cNvPr>
            <p:cNvSpPr/>
            <p:nvPr/>
          </p:nvSpPr>
          <p:spPr>
            <a:xfrm>
              <a:off x="462453" y="2623554"/>
              <a:ext cx="2552892" cy="457924"/>
            </a:xfrm>
            <a:prstGeom prst="roundRect">
              <a:avLst>
                <a:gd name="adj" fmla="val 22880"/>
              </a:avLst>
            </a:prstGeom>
            <a:solidFill>
              <a:schemeClr val="bg2"/>
            </a:solidFill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1998" defTabSz="914377">
                <a:defRPr/>
              </a:pPr>
              <a:r>
                <a:rPr lang="zh-CN" altLang="en-US" sz="1400" dirty="0">
                  <a:solidFill>
                    <a:srgbClr val="181818">
                      <a:lumMod val="90000"/>
                      <a:lumOff val="10000"/>
                    </a:srgbClr>
                  </a:solidFill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      更多连接</a:t>
              </a:r>
            </a:p>
          </p:txBody>
        </p:sp>
        <p:grpSp>
          <p:nvGrpSpPr>
            <p:cNvPr id="85" name="组合 84">
              <a:extLst>
                <a:ext uri="{FF2B5EF4-FFF2-40B4-BE49-F238E27FC236}">
                  <a16:creationId xmlns:a16="http://schemas.microsoft.com/office/drawing/2014/main" id="{DC082382-6D5A-5B22-1855-E750761E0B3C}"/>
                </a:ext>
              </a:extLst>
            </p:cNvPr>
            <p:cNvGrpSpPr/>
            <p:nvPr/>
          </p:nvGrpSpPr>
          <p:grpSpPr>
            <a:xfrm>
              <a:off x="600851" y="2735577"/>
              <a:ext cx="245090" cy="245090"/>
              <a:chOff x="3449581" y="2374787"/>
              <a:chExt cx="263638" cy="263638"/>
            </a:xfrm>
          </p:grpSpPr>
          <p:sp>
            <p:nvSpPr>
              <p:cNvPr id="86" name="椭圆 85">
                <a:extLst>
                  <a:ext uri="{FF2B5EF4-FFF2-40B4-BE49-F238E27FC236}">
                    <a16:creationId xmlns:a16="http://schemas.microsoft.com/office/drawing/2014/main" id="{4FBFEAB1-2CA3-80EC-766B-0B4586D6F252}"/>
                  </a:ext>
                </a:extLst>
              </p:cNvPr>
              <p:cNvSpPr/>
              <p:nvPr/>
            </p:nvSpPr>
            <p:spPr>
              <a:xfrm>
                <a:off x="3449581" y="2374787"/>
                <a:ext cx="263638" cy="263638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377">
                  <a:defRPr/>
                </a:pPr>
                <a:endParaRPr lang="zh-CN" altLang="en-US">
                  <a:solidFill>
                    <a:srgbClr val="F5F5F5"/>
                  </a:solidFill>
                  <a:latin typeface="vivo Sans"/>
                  <a:ea typeface="vivo Sans"/>
                </a:endParaRPr>
              </a:p>
            </p:txBody>
          </p:sp>
          <p:pic>
            <p:nvPicPr>
              <p:cNvPr id="87" name="icon">
                <a:extLst>
                  <a:ext uri="{FF2B5EF4-FFF2-40B4-BE49-F238E27FC236}">
                    <a16:creationId xmlns:a16="http://schemas.microsoft.com/office/drawing/2014/main" id="{BFC92D77-3C44-9A5F-E703-1BA3E04DC13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0">
                <a:extLst>
                  <a:ext uri="{96DAC541-7B7A-43D3-8B79-37D633B846F1}">
                    <asvg:svgBlip xmlns:asvg="http://schemas.microsoft.com/office/drawing/2016/SVG/main" r:embed="rId41"/>
                  </a:ext>
                </a:extLst>
              </a:blip>
              <a:srcRect/>
              <a:stretch/>
            </p:blipFill>
            <p:spPr>
              <a:xfrm>
                <a:off x="3513774" y="2433849"/>
                <a:ext cx="143060" cy="143060"/>
              </a:xfrm>
              <a:prstGeom prst="rect">
                <a:avLst/>
              </a:prstGeom>
            </p:spPr>
          </p:pic>
        </p:grpSp>
      </p:grpSp>
      <p:sp>
        <p:nvSpPr>
          <p:cNvPr id="88" name="!! 更多">
            <a:extLst>
              <a:ext uri="{FF2B5EF4-FFF2-40B4-BE49-F238E27FC236}">
                <a16:creationId xmlns:a16="http://schemas.microsoft.com/office/drawing/2014/main" id="{DA887C62-835B-83D1-0E9F-E30949995F3C}"/>
              </a:ext>
            </a:extLst>
          </p:cNvPr>
          <p:cNvSpPr txBox="1"/>
          <p:nvPr/>
        </p:nvSpPr>
        <p:spPr>
          <a:xfrm>
            <a:off x="1310353" y="6016666"/>
            <a:ext cx="85443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377">
              <a:defRPr/>
            </a:pPr>
            <a:r>
              <a:rPr lang="zh-CN" altLang="en-US" sz="1100" dirty="0">
                <a:solidFill>
                  <a:srgbClr val="62A8D3"/>
                </a:solidFill>
                <a:latin typeface="vivo Sans"/>
                <a:ea typeface="vivo Sans"/>
              </a:rPr>
              <a:t>下一页</a:t>
            </a:r>
          </a:p>
        </p:txBody>
      </p:sp>
      <p:grpSp>
        <p:nvGrpSpPr>
          <p:cNvPr id="89" name="!! 蓝牙">
            <a:extLst>
              <a:ext uri="{FF2B5EF4-FFF2-40B4-BE49-F238E27FC236}">
                <a16:creationId xmlns:a16="http://schemas.microsoft.com/office/drawing/2014/main" id="{DC1DBA21-A2C5-2732-E879-4EBF4D50741B}"/>
              </a:ext>
            </a:extLst>
          </p:cNvPr>
          <p:cNvGrpSpPr/>
          <p:nvPr/>
        </p:nvGrpSpPr>
        <p:grpSpPr>
          <a:xfrm>
            <a:off x="462453" y="2846581"/>
            <a:ext cx="2552892" cy="457924"/>
            <a:chOff x="462452" y="2059603"/>
            <a:chExt cx="2552892" cy="457924"/>
          </a:xfrm>
        </p:grpSpPr>
        <p:sp>
          <p:nvSpPr>
            <p:cNvPr id="90" name="!! 未选中">
              <a:hlinkClick r:id="rId42" action="ppaction://hlinksldjump"/>
              <a:extLst>
                <a:ext uri="{FF2B5EF4-FFF2-40B4-BE49-F238E27FC236}">
                  <a16:creationId xmlns:a16="http://schemas.microsoft.com/office/drawing/2014/main" id="{B6F0787E-B8B8-F363-A206-DCB1DB761612}"/>
                </a:ext>
              </a:extLst>
            </p:cNvPr>
            <p:cNvSpPr/>
            <p:nvPr/>
          </p:nvSpPr>
          <p:spPr>
            <a:xfrm>
              <a:off x="462452" y="2059603"/>
              <a:ext cx="2552892" cy="457924"/>
            </a:xfrm>
            <a:prstGeom prst="roundRect">
              <a:avLst>
                <a:gd name="adj" fmla="val 22880"/>
              </a:avLst>
            </a:prstGeom>
            <a:solidFill>
              <a:schemeClr val="bg2"/>
            </a:solidFill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1998" defTabSz="914377">
                <a:defRPr/>
              </a:pPr>
              <a:r>
                <a:rPr lang="zh-CN" altLang="en-US" sz="1400" dirty="0">
                  <a:solidFill>
                    <a:srgbClr val="181818">
                      <a:lumMod val="90000"/>
                      <a:lumOff val="10000"/>
                    </a:srgbClr>
                  </a:solidFill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      蓝牙</a:t>
              </a:r>
            </a:p>
          </p:txBody>
        </p:sp>
        <p:pic>
          <p:nvPicPr>
            <p:cNvPr id="91" name="图形 90">
              <a:extLst>
                <a:ext uri="{FF2B5EF4-FFF2-40B4-BE49-F238E27FC236}">
                  <a16:creationId xmlns:a16="http://schemas.microsoft.com/office/drawing/2014/main" id="{F398F2FF-1D0F-0A2E-C49E-B9920F1FA755}"/>
                </a:ext>
              </a:extLst>
            </p:cNvPr>
            <p:cNvPicPr>
              <a:picLocks noChangeAspect="1"/>
            </p:cNvPicPr>
            <p:nvPr/>
          </p:nvPicPr>
          <p:blipFill>
            <a:blip r:embed="rId43">
              <a:extLst>
                <a:ext uri="{96DAC541-7B7A-43D3-8B79-37D633B846F1}">
                  <asvg:svgBlip xmlns:asvg="http://schemas.microsoft.com/office/drawing/2016/SVG/main" r:embed="rId44"/>
                </a:ext>
              </a:extLst>
            </a:blip>
            <a:stretch>
              <a:fillRect/>
            </a:stretch>
          </p:blipFill>
          <p:spPr>
            <a:xfrm>
              <a:off x="600851" y="2174279"/>
              <a:ext cx="237166" cy="237166"/>
            </a:xfrm>
            <a:prstGeom prst="rect">
              <a:avLst/>
            </a:prstGeom>
          </p:spPr>
        </p:pic>
      </p:grpSp>
      <p:grpSp>
        <p:nvGrpSpPr>
          <p:cNvPr id="92" name="!! WLAN">
            <a:extLst>
              <a:ext uri="{FF2B5EF4-FFF2-40B4-BE49-F238E27FC236}">
                <a16:creationId xmlns:a16="http://schemas.microsoft.com/office/drawing/2014/main" id="{6A186E4B-9EE9-9EB3-8481-81091236AFE0}"/>
              </a:ext>
            </a:extLst>
          </p:cNvPr>
          <p:cNvGrpSpPr/>
          <p:nvPr/>
        </p:nvGrpSpPr>
        <p:grpSpPr>
          <a:xfrm>
            <a:off x="462453" y="2282631"/>
            <a:ext cx="2552892" cy="457924"/>
            <a:chOff x="462452" y="1495653"/>
            <a:chExt cx="2552892" cy="457924"/>
          </a:xfrm>
        </p:grpSpPr>
        <p:grpSp>
          <p:nvGrpSpPr>
            <p:cNvPr id="93" name="!! WLAN">
              <a:extLst>
                <a:ext uri="{FF2B5EF4-FFF2-40B4-BE49-F238E27FC236}">
                  <a16:creationId xmlns:a16="http://schemas.microsoft.com/office/drawing/2014/main" id="{528B3567-3176-A892-2787-FAA085E8616E}"/>
                </a:ext>
              </a:extLst>
            </p:cNvPr>
            <p:cNvGrpSpPr/>
            <p:nvPr/>
          </p:nvGrpSpPr>
          <p:grpSpPr>
            <a:xfrm>
              <a:off x="462452" y="1495653"/>
              <a:ext cx="2552892" cy="457924"/>
              <a:chOff x="462452" y="1495653"/>
              <a:chExt cx="2552892" cy="457924"/>
            </a:xfrm>
          </p:grpSpPr>
          <p:sp>
            <p:nvSpPr>
              <p:cNvPr id="95" name="!! 未选中">
                <a:hlinkClick r:id="rId45" action="ppaction://hlinksldjump"/>
                <a:extLst>
                  <a:ext uri="{FF2B5EF4-FFF2-40B4-BE49-F238E27FC236}">
                    <a16:creationId xmlns:a16="http://schemas.microsoft.com/office/drawing/2014/main" id="{D9CBD7A4-CDE8-051F-243E-479C3F097A54}"/>
                  </a:ext>
                </a:extLst>
              </p:cNvPr>
              <p:cNvSpPr/>
              <p:nvPr/>
            </p:nvSpPr>
            <p:spPr>
              <a:xfrm>
                <a:off x="462452" y="1495653"/>
                <a:ext cx="2552892" cy="457924"/>
              </a:xfrm>
              <a:prstGeom prst="roundRect">
                <a:avLst>
                  <a:gd name="adj" fmla="val 22880"/>
                </a:avLst>
              </a:prstGeom>
              <a:solidFill>
                <a:schemeClr val="bg2"/>
              </a:solidFill>
              <a:ln w="6350"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71998" defTabSz="914377">
                  <a:defRPr/>
                </a:pPr>
                <a:r>
                  <a:rPr lang="zh-CN" altLang="en-US" sz="1400" dirty="0">
                    <a:solidFill>
                      <a:srgbClr val="181818">
                        <a:lumMod val="90000"/>
                        <a:lumOff val="10000"/>
                      </a:srgbClr>
                    </a:solidFill>
                    <a:latin typeface="vivo Sans Light" panose="02000400000000000000" pitchFamily="2" charset="-122"/>
                    <a:ea typeface="vivo Sans Light" panose="02000400000000000000" pitchFamily="2" charset="-122"/>
                    <a:cs typeface="vivo Sans Light" panose="02000400000000000000" pitchFamily="2" charset="-122"/>
                  </a:rPr>
                  <a:t>      无线局域网</a:t>
                </a:r>
              </a:p>
            </p:txBody>
          </p:sp>
          <p:pic>
            <p:nvPicPr>
              <p:cNvPr id="96" name="icon">
                <a:extLst>
                  <a:ext uri="{FF2B5EF4-FFF2-40B4-BE49-F238E27FC236}">
                    <a16:creationId xmlns:a16="http://schemas.microsoft.com/office/drawing/2014/main" id="{C4B3CDFC-BBBD-599F-4CF5-7B9DDB1D385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6">
                <a:extLst>
                  <a:ext uri="{96DAC541-7B7A-43D3-8B79-37D633B846F1}">
                    <asvg:svgBlip xmlns:asvg="http://schemas.microsoft.com/office/drawing/2016/SVG/main" r:embed="rId47"/>
                  </a:ext>
                </a:extLst>
              </a:blip>
              <a:srcRect/>
              <a:stretch/>
            </p:blipFill>
            <p:spPr>
              <a:xfrm>
                <a:off x="638475" y="1636367"/>
                <a:ext cx="169842" cy="169842"/>
              </a:xfrm>
              <a:prstGeom prst="rect">
                <a:avLst/>
              </a:prstGeom>
            </p:spPr>
          </p:pic>
        </p:grpSp>
        <p:pic>
          <p:nvPicPr>
            <p:cNvPr id="94" name="图形 93">
              <a:extLst>
                <a:ext uri="{FF2B5EF4-FFF2-40B4-BE49-F238E27FC236}">
                  <a16:creationId xmlns:a16="http://schemas.microsoft.com/office/drawing/2014/main" id="{FA6F3396-E346-C7DF-3912-65ADD6196B7A}"/>
                </a:ext>
              </a:extLst>
            </p:cNvPr>
            <p:cNvPicPr>
              <a:picLocks noChangeAspect="1"/>
            </p:cNvPicPr>
            <p:nvPr/>
          </p:nvPicPr>
          <p:blipFill>
            <a:blip r:embed="rId48">
              <a:extLst>
                <a:ext uri="{96DAC541-7B7A-43D3-8B79-37D633B846F1}">
                  <asvg:svgBlip xmlns:asvg="http://schemas.microsoft.com/office/drawing/2016/SVG/main" r:embed="rId49"/>
                </a:ext>
              </a:extLst>
            </a:blip>
            <a:stretch>
              <a:fillRect/>
            </a:stretch>
          </p:blipFill>
          <p:spPr>
            <a:xfrm>
              <a:off x="600489" y="1593839"/>
              <a:ext cx="245452" cy="245452"/>
            </a:xfrm>
            <a:prstGeom prst="rect">
              <a:avLst/>
            </a:prstGeom>
          </p:spPr>
        </p:pic>
      </p:grpSp>
      <p:grpSp>
        <p:nvGrpSpPr>
          <p:cNvPr id="97" name="!! 关于">
            <a:extLst>
              <a:ext uri="{FF2B5EF4-FFF2-40B4-BE49-F238E27FC236}">
                <a16:creationId xmlns:a16="http://schemas.microsoft.com/office/drawing/2014/main" id="{C73C2047-82EB-9332-A072-981614644646}"/>
              </a:ext>
            </a:extLst>
          </p:cNvPr>
          <p:cNvGrpSpPr/>
          <p:nvPr/>
        </p:nvGrpSpPr>
        <p:grpSpPr>
          <a:xfrm>
            <a:off x="461126" y="5442791"/>
            <a:ext cx="2552892" cy="457924"/>
            <a:chOff x="453977" y="4076722"/>
            <a:chExt cx="2552892" cy="457924"/>
          </a:xfrm>
        </p:grpSpPr>
        <p:sp>
          <p:nvSpPr>
            <p:cNvPr id="98" name="!! 未选中">
              <a:hlinkClick r:id="rId50" action="ppaction://hlinksldjump"/>
              <a:extLst>
                <a:ext uri="{FF2B5EF4-FFF2-40B4-BE49-F238E27FC236}">
                  <a16:creationId xmlns:a16="http://schemas.microsoft.com/office/drawing/2014/main" id="{BCC3BE3C-4CEB-7CA8-BC44-0425D884C7ED}"/>
                </a:ext>
              </a:extLst>
            </p:cNvPr>
            <p:cNvSpPr/>
            <p:nvPr/>
          </p:nvSpPr>
          <p:spPr>
            <a:xfrm>
              <a:off x="453977" y="4076722"/>
              <a:ext cx="2552892" cy="457924"/>
            </a:xfrm>
            <a:prstGeom prst="roundRect">
              <a:avLst>
                <a:gd name="adj" fmla="val 22880"/>
              </a:avLst>
            </a:prstGeom>
            <a:solidFill>
              <a:schemeClr val="bg2"/>
            </a:solidFill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1998" defTabSz="914377">
                <a:defRPr/>
              </a:pPr>
              <a:r>
                <a:rPr lang="zh-CN" altLang="en-US" sz="1400" dirty="0">
                  <a:solidFill>
                    <a:srgbClr val="181818">
                      <a:lumMod val="90000"/>
                      <a:lumOff val="10000"/>
                    </a:srgbClr>
                  </a:solidFill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      关于此</a:t>
              </a:r>
              <a:r>
                <a:rPr lang="en-US" altLang="zh-CN" sz="1400" dirty="0">
                  <a:solidFill>
                    <a:srgbClr val="181818">
                      <a:lumMod val="90000"/>
                      <a:lumOff val="10000"/>
                    </a:srgbClr>
                  </a:solidFill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Pad</a:t>
              </a:r>
              <a:endParaRPr lang="zh-CN" altLang="en-US" sz="1400" dirty="0">
                <a:solidFill>
                  <a:srgbClr val="181818">
                    <a:lumMod val="90000"/>
                    <a:lumOff val="10000"/>
                  </a:srgbClr>
                </a:solidFill>
                <a:latin typeface="vivo Sans Light" panose="02000400000000000000" pitchFamily="2" charset="-122"/>
                <a:ea typeface="vivo Sans Light" panose="02000400000000000000" pitchFamily="2" charset="-122"/>
                <a:cs typeface="vivo Sans Light" panose="02000400000000000000" pitchFamily="2" charset="-122"/>
              </a:endParaRPr>
            </a:p>
          </p:txBody>
        </p:sp>
        <p:pic>
          <p:nvPicPr>
            <p:cNvPr id="99" name="图形 98">
              <a:extLst>
                <a:ext uri="{FF2B5EF4-FFF2-40B4-BE49-F238E27FC236}">
                  <a16:creationId xmlns:a16="http://schemas.microsoft.com/office/drawing/2014/main" id="{1F4F410B-CC67-D991-3F45-8FE87941A4A8}"/>
                </a:ext>
              </a:extLst>
            </p:cNvPr>
            <p:cNvPicPr>
              <a:picLocks noChangeAspect="1"/>
            </p:cNvPicPr>
            <p:nvPr/>
          </p:nvPicPr>
          <p:blipFill>
            <a:blip r:embed="rId51">
              <a:extLst>
                <a:ext uri="{96DAC541-7B7A-43D3-8B79-37D633B846F1}">
                  <asvg:svgBlip xmlns:asvg="http://schemas.microsoft.com/office/drawing/2016/SVG/main" r:embed="rId52"/>
                </a:ext>
              </a:extLst>
            </a:blip>
            <a:stretch>
              <a:fillRect/>
            </a:stretch>
          </p:blipFill>
          <p:spPr>
            <a:xfrm flipV="1">
              <a:off x="599323" y="4190280"/>
              <a:ext cx="238694" cy="238694"/>
            </a:xfrm>
            <a:prstGeom prst="rect">
              <a:avLst/>
            </a:prstGeom>
          </p:spPr>
        </p:pic>
      </p:grpSp>
      <p:grpSp>
        <p:nvGrpSpPr>
          <p:cNvPr id="100" name="!! 保护">
            <a:extLst>
              <a:ext uri="{FF2B5EF4-FFF2-40B4-BE49-F238E27FC236}">
                <a16:creationId xmlns:a16="http://schemas.microsoft.com/office/drawing/2014/main" id="{6817F2E1-A7A1-1FE7-E979-A1B4ED17AE20}"/>
              </a:ext>
            </a:extLst>
          </p:cNvPr>
          <p:cNvGrpSpPr/>
          <p:nvPr/>
        </p:nvGrpSpPr>
        <p:grpSpPr>
          <a:xfrm>
            <a:off x="461126" y="4868915"/>
            <a:ext cx="2552892" cy="457924"/>
            <a:chOff x="462453" y="2623554"/>
            <a:chExt cx="2552892" cy="457924"/>
          </a:xfrm>
        </p:grpSpPr>
        <p:sp>
          <p:nvSpPr>
            <p:cNvPr id="101" name="!! 未选中">
              <a:hlinkClick r:id="rId24" action="ppaction://hlinksldjump"/>
              <a:extLst>
                <a:ext uri="{FF2B5EF4-FFF2-40B4-BE49-F238E27FC236}">
                  <a16:creationId xmlns:a16="http://schemas.microsoft.com/office/drawing/2014/main" id="{E6B3FAE0-BA56-434B-5666-30FD0D6795F7}"/>
                </a:ext>
              </a:extLst>
            </p:cNvPr>
            <p:cNvSpPr/>
            <p:nvPr/>
          </p:nvSpPr>
          <p:spPr>
            <a:xfrm>
              <a:off x="462453" y="2623554"/>
              <a:ext cx="2552892" cy="457924"/>
            </a:xfrm>
            <a:prstGeom prst="roundRect">
              <a:avLst>
                <a:gd name="adj" fmla="val 22880"/>
              </a:avLst>
            </a:prstGeom>
            <a:solidFill>
              <a:schemeClr val="tx1">
                <a:lumMod val="10000"/>
                <a:lumOff val="90000"/>
              </a:schemeClr>
            </a:solidFill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1998" defTabSz="914377">
                <a:defRPr/>
              </a:pPr>
              <a:r>
                <a:rPr lang="zh-CN" altLang="en-US" sz="1400" dirty="0">
                  <a:solidFill>
                    <a:srgbClr val="181818">
                      <a:lumMod val="90000"/>
                      <a:lumOff val="10000"/>
                    </a:srgbClr>
                  </a:solidFill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      设备安全性</a:t>
              </a:r>
            </a:p>
          </p:txBody>
        </p:sp>
        <p:grpSp>
          <p:nvGrpSpPr>
            <p:cNvPr id="102" name="组合 101">
              <a:extLst>
                <a:ext uri="{FF2B5EF4-FFF2-40B4-BE49-F238E27FC236}">
                  <a16:creationId xmlns:a16="http://schemas.microsoft.com/office/drawing/2014/main" id="{475F7987-2EE7-EA8B-D24B-6BFC5E8E082B}"/>
                </a:ext>
              </a:extLst>
            </p:cNvPr>
            <p:cNvGrpSpPr/>
            <p:nvPr/>
          </p:nvGrpSpPr>
          <p:grpSpPr>
            <a:xfrm>
              <a:off x="600851" y="2735577"/>
              <a:ext cx="245090" cy="245090"/>
              <a:chOff x="3449581" y="2374787"/>
              <a:chExt cx="263638" cy="263638"/>
            </a:xfrm>
          </p:grpSpPr>
          <p:sp>
            <p:nvSpPr>
              <p:cNvPr id="103" name="椭圆 102">
                <a:extLst>
                  <a:ext uri="{FF2B5EF4-FFF2-40B4-BE49-F238E27FC236}">
                    <a16:creationId xmlns:a16="http://schemas.microsoft.com/office/drawing/2014/main" id="{A7D37B1E-1F81-8A96-DE2F-638E677155BF}"/>
                  </a:ext>
                </a:extLst>
              </p:cNvPr>
              <p:cNvSpPr/>
              <p:nvPr/>
            </p:nvSpPr>
            <p:spPr>
              <a:xfrm>
                <a:off x="3449581" y="2374787"/>
                <a:ext cx="263638" cy="263638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377">
                  <a:defRPr/>
                </a:pPr>
                <a:endParaRPr lang="zh-CN" altLang="en-US">
                  <a:solidFill>
                    <a:srgbClr val="F5F5F5"/>
                  </a:solidFill>
                  <a:latin typeface="vivo Sans"/>
                  <a:ea typeface="vivo Sans"/>
                </a:endParaRPr>
              </a:p>
            </p:txBody>
          </p:sp>
          <p:pic>
            <p:nvPicPr>
              <p:cNvPr id="104" name="icon">
                <a:extLst>
                  <a:ext uri="{FF2B5EF4-FFF2-40B4-BE49-F238E27FC236}">
                    <a16:creationId xmlns:a16="http://schemas.microsoft.com/office/drawing/2014/main" id="{D68C92A8-36C8-853B-D57C-49CEB90D7DE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3">
                <a:extLst>
                  <a:ext uri="{96DAC541-7B7A-43D3-8B79-37D633B846F1}">
                    <asvg:svgBlip xmlns:asvg="http://schemas.microsoft.com/office/drawing/2016/SVG/main" r:embed="rId54"/>
                  </a:ext>
                </a:extLst>
              </a:blip>
              <a:srcRect/>
              <a:stretch/>
            </p:blipFill>
            <p:spPr>
              <a:xfrm>
                <a:off x="3513869" y="2435878"/>
                <a:ext cx="143060" cy="143060"/>
              </a:xfrm>
              <a:prstGeom prst="rect">
                <a:avLst/>
              </a:prstGeom>
            </p:spPr>
          </p:pic>
        </p:grpSp>
      </p:grpSp>
      <p:grpSp>
        <p:nvGrpSpPr>
          <p:cNvPr id="105" name="组合 104">
            <a:extLst>
              <a:ext uri="{FF2B5EF4-FFF2-40B4-BE49-F238E27FC236}">
                <a16:creationId xmlns:a16="http://schemas.microsoft.com/office/drawing/2014/main" id="{27F9787B-503F-7683-69C7-B5031C628852}"/>
              </a:ext>
            </a:extLst>
          </p:cNvPr>
          <p:cNvGrpSpPr/>
          <p:nvPr/>
        </p:nvGrpSpPr>
        <p:grpSpPr>
          <a:xfrm>
            <a:off x="461126" y="1123111"/>
            <a:ext cx="2552892" cy="756471"/>
            <a:chOff x="461125" y="1123110"/>
            <a:chExt cx="2552892" cy="756471"/>
          </a:xfrm>
        </p:grpSpPr>
        <p:sp>
          <p:nvSpPr>
            <p:cNvPr id="106" name="矩形: 圆角 105">
              <a:hlinkClick r:id="rId55" action="ppaction://hlinksldjump"/>
              <a:extLst>
                <a:ext uri="{FF2B5EF4-FFF2-40B4-BE49-F238E27FC236}">
                  <a16:creationId xmlns:a16="http://schemas.microsoft.com/office/drawing/2014/main" id="{46F2028B-C056-0123-C578-7219D31FA951}"/>
                </a:ext>
              </a:extLst>
            </p:cNvPr>
            <p:cNvSpPr/>
            <p:nvPr/>
          </p:nvSpPr>
          <p:spPr>
            <a:xfrm>
              <a:off x="461125" y="1123110"/>
              <a:ext cx="2552892" cy="756471"/>
            </a:xfrm>
            <a:prstGeom prst="roundRect">
              <a:avLst>
                <a:gd name="adj" fmla="val 13695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77">
                <a:defRPr/>
              </a:pPr>
              <a:endParaRPr lang="zh-CN" altLang="en-US">
                <a:solidFill>
                  <a:srgbClr val="F5F5F5"/>
                </a:solidFill>
                <a:latin typeface="vivo Sans"/>
                <a:ea typeface="vivo Sans"/>
              </a:endParaRPr>
            </a:p>
          </p:txBody>
        </p:sp>
        <p:sp>
          <p:nvSpPr>
            <p:cNvPr id="107" name="文本框 106">
              <a:extLst>
                <a:ext uri="{FF2B5EF4-FFF2-40B4-BE49-F238E27FC236}">
                  <a16:creationId xmlns:a16="http://schemas.microsoft.com/office/drawing/2014/main" id="{50B50B12-344B-3044-E2B5-1BA9640EE845}"/>
                </a:ext>
              </a:extLst>
            </p:cNvPr>
            <p:cNvSpPr txBox="1"/>
            <p:nvPr/>
          </p:nvSpPr>
          <p:spPr>
            <a:xfrm>
              <a:off x="1119456" y="1283470"/>
              <a:ext cx="161993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914377">
                <a:defRPr/>
              </a:pPr>
              <a:r>
                <a:rPr lang="zh-CN" altLang="en-US" sz="1400" dirty="0">
                  <a:solidFill>
                    <a:srgbClr val="181818"/>
                  </a:solidFill>
                  <a:latin typeface="vivo Sans"/>
                  <a:ea typeface="vivo Sans"/>
                  <a:cs typeface="vivo Sans Light" panose="02000400000000000000" pitchFamily="2" charset="-122"/>
                </a:rPr>
                <a:t>雨夌</a:t>
              </a:r>
            </a:p>
          </p:txBody>
        </p:sp>
        <p:sp>
          <p:nvSpPr>
            <p:cNvPr id="108" name="文本框 107">
              <a:extLst>
                <a:ext uri="{FF2B5EF4-FFF2-40B4-BE49-F238E27FC236}">
                  <a16:creationId xmlns:a16="http://schemas.microsoft.com/office/drawing/2014/main" id="{6547E123-8D1A-3E96-1C8A-4F7650C8A96E}"/>
                </a:ext>
              </a:extLst>
            </p:cNvPr>
            <p:cNvSpPr txBox="1"/>
            <p:nvPr/>
          </p:nvSpPr>
          <p:spPr>
            <a:xfrm>
              <a:off x="1119456" y="1497658"/>
              <a:ext cx="161993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914377">
                <a:defRPr/>
              </a:pPr>
              <a:r>
                <a:rPr lang="zh-CN" altLang="en-US" sz="1000" dirty="0">
                  <a:solidFill>
                    <a:srgbClr val="F5F5F5">
                      <a:lumMod val="75000"/>
                    </a:srgbClr>
                  </a:solidFill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管理你的云账户</a:t>
              </a:r>
            </a:p>
          </p:txBody>
        </p:sp>
        <p:sp>
          <p:nvSpPr>
            <p:cNvPr id="109" name="!! 头像框">
              <a:extLst>
                <a:ext uri="{FF2B5EF4-FFF2-40B4-BE49-F238E27FC236}">
                  <a16:creationId xmlns:a16="http://schemas.microsoft.com/office/drawing/2014/main" id="{3D4F1570-9A54-7375-F7CF-62F62A80B437}"/>
                </a:ext>
              </a:extLst>
            </p:cNvPr>
            <p:cNvSpPr/>
            <p:nvPr/>
          </p:nvSpPr>
          <p:spPr>
            <a:xfrm>
              <a:off x="638475" y="1267548"/>
              <a:ext cx="463636" cy="463636"/>
            </a:xfrm>
            <a:prstGeom prst="ellipse">
              <a:avLst/>
            </a:prstGeom>
            <a:blipFill>
              <a:blip r:embed="rId56"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77">
                <a:defRPr/>
              </a:pPr>
              <a:endParaRPr lang="zh-CN" altLang="en-US">
                <a:solidFill>
                  <a:srgbClr val="F5F5F5"/>
                </a:solidFill>
                <a:latin typeface="vivo Sans"/>
                <a:ea typeface="vivo San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518014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8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1" nodeType="clickEffect">
                                  <p:stCondLst>
                                    <p:cond delay="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15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15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xit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15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0" presetClass="exit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15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0" presetClass="exit" presetSubtype="0" fill="hold" grpId="1" nodeType="withEffect">
                                  <p:stCondLst>
                                    <p:cond delay="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15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0" presetClass="exit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15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0" presetClass="exit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15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0" presetClass="exit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15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35" presetClass="path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30" dur="33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1" presetID="35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32" dur="33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3" presetID="35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34" dur="33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5" presetID="35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36" dur="33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7" presetID="35" presetClass="path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38" dur="33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9" presetID="35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40" dur="33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1" presetID="35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42" dur="33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35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44" dur="33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5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5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5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5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63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5 0 E" pathEditMode="fixed" ptsTypes="">
                                      <p:cBhvr>
                                        <p:cTn id="58" dur="330" spd="-100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9" presetID="63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5 0 E" pathEditMode="fixed" ptsTypes="">
                                      <p:cBhvr>
                                        <p:cTn id="60" dur="330" spd="-100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1" presetID="63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5 0 E" pathEditMode="fixed" ptsTypes="">
                                      <p:cBhvr>
                                        <p:cTn id="62" dur="330" spd="-100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3" presetID="63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5 0 E" pathEditMode="fixed" ptsTypes="">
                                      <p:cBhvr>
                                        <p:cTn id="64" dur="330" spd="-100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3" nodeType="click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5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5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15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15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3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15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5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15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15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35" presetClass="path" presetSubtype="0" decel="10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92" dur="330" spd="-100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3" presetID="35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94" dur="330" spd="-1000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5" presetID="35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96" dur="330" spd="-1000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7" presetID="35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98" dur="330" spd="-1000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9" presetID="35" presetClass="path" presetSubtype="0" decel="10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100" dur="330" spd="-1000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1" presetID="35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102" dur="330" spd="-1000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3" presetID="35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104" dur="330" spd="-1000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5" presetID="35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106" dur="330" spd="-1000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7" presetID="10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8" dur="15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1" dur="15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4" dur="15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7" dur="15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63" presetClass="path" presetSubtype="0" decel="10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5 0 E" pathEditMode="relative" ptsTypes="">
                                      <p:cBhvr>
                                        <p:cTn id="120" dur="33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1" presetID="63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5 0 E" pathEditMode="relative" ptsTypes="">
                                      <p:cBhvr>
                                        <p:cTn id="122" dur="33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3" presetID="63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5 0 E" pathEditMode="relative" ptsTypes="">
                                      <p:cBhvr>
                                        <p:cTn id="124" dur="33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5" presetID="63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5 0 E" pathEditMode="relative" ptsTypes="">
                                      <p:cBhvr>
                                        <p:cTn id="126" dur="33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8"/>
                  </p:tgtEl>
                </p:cond>
              </p:nextCondLst>
            </p:seq>
          </p:childTnLst>
        </p:cTn>
      </p:par>
    </p:tnLst>
    <p:bldLst>
      <p:bldP spid="77" grpId="0"/>
      <p:bldP spid="77" grpId="1"/>
      <p:bldP spid="77" grpId="2"/>
      <p:bldP spid="77" grpId="3"/>
      <p:bldP spid="78" grpId="0"/>
      <p:bldP spid="78" grpId="1"/>
      <p:bldP spid="78" grpId="2"/>
      <p:bldP spid="78" grpId="3"/>
      <p:bldP spid="79" grpId="0"/>
      <p:bldP spid="79" grpId="1"/>
      <p:bldP spid="79" grpId="2"/>
      <p:bldP spid="79" grpId="3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495332-3435-F468-2C97-12ADBC2579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!! 背景板">
            <a:extLst>
              <a:ext uri="{FF2B5EF4-FFF2-40B4-BE49-F238E27FC236}">
                <a16:creationId xmlns:a16="http://schemas.microsoft.com/office/drawing/2014/main" id="{9F1BF483-1C27-1E54-396D-6A153D2726A4}"/>
              </a:ext>
            </a:extLst>
          </p:cNvPr>
          <p:cNvSpPr/>
          <p:nvPr/>
        </p:nvSpPr>
        <p:spPr>
          <a:xfrm>
            <a:off x="11710" y="0"/>
            <a:ext cx="11116175" cy="6858000"/>
          </a:xfrm>
          <a:prstGeom prst="rect">
            <a:avLst/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>
              <a:defRPr/>
            </a:pPr>
            <a:endParaRPr lang="zh-CN" altLang="en-US" dirty="0">
              <a:solidFill>
                <a:srgbClr val="F5F5F5"/>
              </a:solidFill>
              <a:latin typeface="vivo Sans"/>
              <a:ea typeface="vivo Sans"/>
            </a:endParaRPr>
          </a:p>
        </p:txBody>
      </p:sp>
      <p:grpSp>
        <p:nvGrpSpPr>
          <p:cNvPr id="25" name="!! 大标题">
            <a:extLst>
              <a:ext uri="{FF2B5EF4-FFF2-40B4-BE49-F238E27FC236}">
                <a16:creationId xmlns:a16="http://schemas.microsoft.com/office/drawing/2014/main" id="{46B2CF2E-59C8-8FB8-C798-971D0AC61807}"/>
              </a:ext>
            </a:extLst>
          </p:cNvPr>
          <p:cNvGrpSpPr/>
          <p:nvPr/>
        </p:nvGrpSpPr>
        <p:grpSpPr>
          <a:xfrm>
            <a:off x="462457" y="484334"/>
            <a:ext cx="796551" cy="461665"/>
            <a:chOff x="3079753" y="1375827"/>
            <a:chExt cx="673782" cy="461665"/>
          </a:xfrm>
        </p:grpSpPr>
        <p:sp>
          <p:nvSpPr>
            <p:cNvPr id="27" name="!! 标题符">
              <a:extLst>
                <a:ext uri="{FF2B5EF4-FFF2-40B4-BE49-F238E27FC236}">
                  <a16:creationId xmlns:a16="http://schemas.microsoft.com/office/drawing/2014/main" id="{D6AF2D8D-A4B2-7174-737A-2C92E5EFB4C8}"/>
                </a:ext>
              </a:extLst>
            </p:cNvPr>
            <p:cNvSpPr/>
            <p:nvPr/>
          </p:nvSpPr>
          <p:spPr>
            <a:xfrm>
              <a:off x="3146905" y="1685496"/>
              <a:ext cx="551700" cy="1255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defTabSz="457189">
                <a:defRPr/>
              </a:pPr>
              <a:endParaRPr lang="zh-CN" altLang="en-US">
                <a:solidFill>
                  <a:srgbClr val="FFFFFF"/>
                </a:solidFill>
                <a:latin typeface="OPPOSans R"/>
                <a:ea typeface="OPPOSans R"/>
              </a:endParaRPr>
            </a:p>
          </p:txBody>
        </p:sp>
        <p:sp>
          <p:nvSpPr>
            <p:cNvPr id="28" name="!! 标题">
              <a:extLst>
                <a:ext uri="{FF2B5EF4-FFF2-40B4-BE49-F238E27FC236}">
                  <a16:creationId xmlns:a16="http://schemas.microsoft.com/office/drawing/2014/main" id="{47186A23-BE04-F0BF-ADF4-C02EBED15F77}"/>
                </a:ext>
              </a:extLst>
            </p:cNvPr>
            <p:cNvSpPr txBox="1"/>
            <p:nvPr/>
          </p:nvSpPr>
          <p:spPr>
            <a:xfrm>
              <a:off x="3079753" y="1375827"/>
              <a:ext cx="67378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457189">
                <a:defRPr/>
              </a:pPr>
              <a:r>
                <a:rPr lang="zh-CN" altLang="en-US" sz="2400" dirty="0">
                  <a:solidFill>
                    <a:srgbClr val="000000">
                      <a:lumMod val="75000"/>
                      <a:lumOff val="25000"/>
                    </a:srgbClr>
                  </a:solidFill>
                  <a:latin typeface="vivo Sans Medium"/>
                  <a:ea typeface="vivo Sans Medium"/>
                </a:rPr>
                <a:t>设置</a:t>
              </a:r>
            </a:p>
          </p:txBody>
        </p:sp>
      </p:grpSp>
      <p:sp>
        <p:nvSpPr>
          <p:cNvPr id="2" name="!! 二级背景">
            <a:extLst>
              <a:ext uri="{FF2B5EF4-FFF2-40B4-BE49-F238E27FC236}">
                <a16:creationId xmlns:a16="http://schemas.microsoft.com/office/drawing/2014/main" id="{97CD4AD5-7C86-CEDE-C64C-729FEAC9CD65}"/>
              </a:ext>
            </a:extLst>
          </p:cNvPr>
          <p:cNvSpPr/>
          <p:nvPr/>
        </p:nvSpPr>
        <p:spPr>
          <a:xfrm>
            <a:off x="3594541" y="0"/>
            <a:ext cx="859746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>
              <a:defRPr/>
            </a:pPr>
            <a:endParaRPr lang="zh-CN" altLang="en-US">
              <a:solidFill>
                <a:srgbClr val="F5F5F5"/>
              </a:solidFill>
              <a:latin typeface="vivo Sans"/>
              <a:ea typeface="vivo Sans"/>
            </a:endParaRPr>
          </a:p>
        </p:txBody>
      </p:sp>
      <p:grpSp>
        <p:nvGrpSpPr>
          <p:cNvPr id="3" name="!! 关闭按钮">
            <a:extLst>
              <a:ext uri="{FF2B5EF4-FFF2-40B4-BE49-F238E27FC236}">
                <a16:creationId xmlns:a16="http://schemas.microsoft.com/office/drawing/2014/main" id="{6D5DFA75-1FD0-62B4-2061-1CB5C2CC3AAE}"/>
              </a:ext>
            </a:extLst>
          </p:cNvPr>
          <p:cNvGrpSpPr/>
          <p:nvPr/>
        </p:nvGrpSpPr>
        <p:grpSpPr>
          <a:xfrm>
            <a:off x="2757496" y="569913"/>
            <a:ext cx="290511" cy="290511"/>
            <a:chOff x="2328464" y="3107859"/>
            <a:chExt cx="583223" cy="583223"/>
          </a:xfrm>
        </p:grpSpPr>
        <p:sp>
          <p:nvSpPr>
            <p:cNvPr id="4" name="矩形: 圆角 3">
              <a:hlinkClick r:id="rId3" action="ppaction://hlinksldjump"/>
              <a:extLst>
                <a:ext uri="{FF2B5EF4-FFF2-40B4-BE49-F238E27FC236}">
                  <a16:creationId xmlns:a16="http://schemas.microsoft.com/office/drawing/2014/main" id="{D1F80B0D-3FF6-4FD7-08B5-C0352E860706}"/>
                </a:ext>
              </a:extLst>
            </p:cNvPr>
            <p:cNvSpPr/>
            <p:nvPr/>
          </p:nvSpPr>
          <p:spPr>
            <a:xfrm>
              <a:off x="2328464" y="3107859"/>
              <a:ext cx="583223" cy="583223"/>
            </a:xfrm>
            <a:prstGeom prst="roundRect">
              <a:avLst>
                <a:gd name="adj" fmla="val 20771"/>
              </a:avLst>
            </a:prstGeom>
            <a:solidFill>
              <a:schemeClr val="bg2"/>
            </a:solidFill>
            <a:ln>
              <a:noFill/>
            </a:ln>
            <a:effectLst>
              <a:outerShdw blurRad="127000" sx="101000" sy="101000" algn="c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77">
                <a:defRPr/>
              </a:pPr>
              <a:endParaRPr lang="zh-CN" altLang="en-US">
                <a:solidFill>
                  <a:srgbClr val="F5F5F5"/>
                </a:solidFill>
                <a:latin typeface="vivo Sans"/>
                <a:ea typeface="vivo Sans"/>
              </a:endParaRPr>
            </a:p>
          </p:txBody>
        </p:sp>
        <p:pic>
          <p:nvPicPr>
            <p:cNvPr id="5" name="图形 4">
              <a:extLst>
                <a:ext uri="{FF2B5EF4-FFF2-40B4-BE49-F238E27FC236}">
                  <a16:creationId xmlns:a16="http://schemas.microsoft.com/office/drawing/2014/main" id="{499CFA12-D190-3924-1D01-BD4FE0D4DB8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/>
          </p:blipFill>
          <p:spPr>
            <a:xfrm>
              <a:off x="2375480" y="3154875"/>
              <a:ext cx="489196" cy="489196"/>
            </a:xfrm>
            <a:prstGeom prst="rect">
              <a:avLst/>
            </a:prstGeom>
          </p:spPr>
        </p:pic>
      </p:grpSp>
      <p:grpSp>
        <p:nvGrpSpPr>
          <p:cNvPr id="24" name="!! 关闭按钮">
            <a:extLst>
              <a:ext uri="{FF2B5EF4-FFF2-40B4-BE49-F238E27FC236}">
                <a16:creationId xmlns:a16="http://schemas.microsoft.com/office/drawing/2014/main" id="{186271F4-C610-6EEA-608C-AE972EDDEED5}"/>
              </a:ext>
            </a:extLst>
          </p:cNvPr>
          <p:cNvGrpSpPr/>
          <p:nvPr/>
        </p:nvGrpSpPr>
        <p:grpSpPr>
          <a:xfrm>
            <a:off x="2333440" y="569913"/>
            <a:ext cx="290511" cy="290511"/>
            <a:chOff x="2328464" y="3107859"/>
            <a:chExt cx="583223" cy="583223"/>
          </a:xfrm>
        </p:grpSpPr>
        <p:sp>
          <p:nvSpPr>
            <p:cNvPr id="26" name="矩形: 圆角 25">
              <a:hlinkClick r:id="rId6" action="ppaction://hlinksldjump"/>
              <a:extLst>
                <a:ext uri="{FF2B5EF4-FFF2-40B4-BE49-F238E27FC236}">
                  <a16:creationId xmlns:a16="http://schemas.microsoft.com/office/drawing/2014/main" id="{B5CE21FA-D431-FB98-CD68-5B7149BF0D40}"/>
                </a:ext>
              </a:extLst>
            </p:cNvPr>
            <p:cNvSpPr/>
            <p:nvPr/>
          </p:nvSpPr>
          <p:spPr>
            <a:xfrm>
              <a:off x="2328464" y="3107859"/>
              <a:ext cx="583223" cy="583223"/>
            </a:xfrm>
            <a:prstGeom prst="roundRect">
              <a:avLst>
                <a:gd name="adj" fmla="val 20771"/>
              </a:avLst>
            </a:prstGeom>
            <a:solidFill>
              <a:schemeClr val="bg2"/>
            </a:solidFill>
            <a:ln>
              <a:noFill/>
            </a:ln>
            <a:effectLst>
              <a:outerShdw blurRad="127000" sx="101000" sy="101000" algn="c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77">
                <a:defRPr/>
              </a:pPr>
              <a:endParaRPr lang="zh-CN" altLang="en-US">
                <a:solidFill>
                  <a:srgbClr val="F5F5F5"/>
                </a:solidFill>
                <a:latin typeface="vivo Sans"/>
                <a:ea typeface="vivo Sans"/>
              </a:endParaRPr>
            </a:p>
          </p:txBody>
        </p:sp>
        <p:pic>
          <p:nvPicPr>
            <p:cNvPr id="29" name="图形 28">
              <a:extLst>
                <a:ext uri="{FF2B5EF4-FFF2-40B4-BE49-F238E27FC236}">
                  <a16:creationId xmlns:a16="http://schemas.microsoft.com/office/drawing/2014/main" id="{FCBA0634-F266-4AEF-69DA-69D3574AD1A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/>
          </p:blipFill>
          <p:spPr>
            <a:xfrm>
              <a:off x="2449200" y="3228595"/>
              <a:ext cx="341755" cy="341755"/>
            </a:xfrm>
            <a:prstGeom prst="rect">
              <a:avLst/>
            </a:prstGeom>
          </p:spPr>
        </p:pic>
      </p:grpSp>
      <p:grpSp>
        <p:nvGrpSpPr>
          <p:cNvPr id="10" name="返回">
            <a:extLst>
              <a:ext uri="{FF2B5EF4-FFF2-40B4-BE49-F238E27FC236}">
                <a16:creationId xmlns:a16="http://schemas.microsoft.com/office/drawing/2014/main" id="{DF5D4F5A-0D2C-30C8-266F-B159EDCD1F6A}"/>
              </a:ext>
            </a:extLst>
          </p:cNvPr>
          <p:cNvGrpSpPr/>
          <p:nvPr/>
        </p:nvGrpSpPr>
        <p:grpSpPr>
          <a:xfrm>
            <a:off x="4133691" y="519573"/>
            <a:ext cx="2667863" cy="369332"/>
            <a:chOff x="4133687" y="519573"/>
            <a:chExt cx="2667863" cy="369331"/>
          </a:xfrm>
        </p:grpSpPr>
        <p:sp>
          <p:nvSpPr>
            <p:cNvPr id="17" name="!! 副标题">
              <a:extLst>
                <a:ext uri="{FF2B5EF4-FFF2-40B4-BE49-F238E27FC236}">
                  <a16:creationId xmlns:a16="http://schemas.microsoft.com/office/drawing/2014/main" id="{935D3A60-7909-DA3B-D605-8AD29AC607D0}"/>
                </a:ext>
              </a:extLst>
            </p:cNvPr>
            <p:cNvSpPr txBox="1"/>
            <p:nvPr/>
          </p:nvSpPr>
          <p:spPr>
            <a:xfrm>
              <a:off x="4393644" y="519573"/>
              <a:ext cx="2407906" cy="369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914377">
                <a:defRPr/>
              </a:pPr>
              <a:r>
                <a:rPr lang="zh-CN" altLang="en-US" dirty="0">
                  <a:solidFill>
                    <a:srgbClr val="181818"/>
                  </a:solidFill>
                  <a:latin typeface="vivo Sans"/>
                  <a:ea typeface="vivo Sans"/>
                </a:rPr>
                <a:t>硬件保护</a:t>
              </a:r>
            </a:p>
          </p:txBody>
        </p:sp>
        <p:pic>
          <p:nvPicPr>
            <p:cNvPr id="18" name="图形 17">
              <a:extLst>
                <a:ext uri="{FF2B5EF4-FFF2-40B4-BE49-F238E27FC236}">
                  <a16:creationId xmlns:a16="http://schemas.microsoft.com/office/drawing/2014/main" id="{EBB5BE57-4FD6-0477-762C-F8A5E3E5568F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4133687" y="584302"/>
              <a:ext cx="241776" cy="241776"/>
            </a:xfrm>
            <a:prstGeom prst="rect">
              <a:avLst/>
            </a:prstGeom>
          </p:spPr>
        </p:pic>
      </p:grpSp>
      <p:pic>
        <p:nvPicPr>
          <p:cNvPr id="65" name="icon">
            <a:extLst>
              <a:ext uri="{FF2B5EF4-FFF2-40B4-BE49-F238E27FC236}">
                <a16:creationId xmlns:a16="http://schemas.microsoft.com/office/drawing/2014/main" id="{CD7FE630-78B1-A871-DE57-38A8BC29B171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/>
          <a:stretch/>
        </p:blipFill>
        <p:spPr>
          <a:xfrm>
            <a:off x="7449365" y="1377370"/>
            <a:ext cx="887812" cy="887812"/>
          </a:xfrm>
          <a:prstGeom prst="rect">
            <a:avLst/>
          </a:prstGeom>
        </p:spPr>
      </p:pic>
      <p:sp>
        <p:nvSpPr>
          <p:cNvPr id="70" name="!! 副标题">
            <a:extLst>
              <a:ext uri="{FF2B5EF4-FFF2-40B4-BE49-F238E27FC236}">
                <a16:creationId xmlns:a16="http://schemas.microsoft.com/office/drawing/2014/main" id="{ABE7E734-3840-F8B1-D85A-0B0291D395B8}"/>
              </a:ext>
            </a:extLst>
          </p:cNvPr>
          <p:cNvSpPr txBox="1"/>
          <p:nvPr/>
        </p:nvSpPr>
        <p:spPr>
          <a:xfrm>
            <a:off x="6689319" y="2523369"/>
            <a:ext cx="240790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377">
              <a:defRPr/>
            </a:pPr>
            <a:r>
              <a:rPr lang="zh-CN" altLang="en-US" sz="2000" dirty="0">
                <a:solidFill>
                  <a:srgbClr val="181818"/>
                </a:solidFill>
                <a:latin typeface="vivo Sans Medium"/>
                <a:ea typeface="vivo Sans Medium"/>
              </a:rPr>
              <a:t>硬件保护未启用</a:t>
            </a:r>
          </a:p>
        </p:txBody>
      </p:sp>
      <p:sp>
        <p:nvSpPr>
          <p:cNvPr id="72" name="按钮">
            <a:extLst>
              <a:ext uri="{FF2B5EF4-FFF2-40B4-BE49-F238E27FC236}">
                <a16:creationId xmlns:a16="http://schemas.microsoft.com/office/drawing/2014/main" id="{D073A977-EDA9-4AE2-7A63-9DE7B884B34F}"/>
              </a:ext>
            </a:extLst>
          </p:cNvPr>
          <p:cNvSpPr/>
          <p:nvPr/>
        </p:nvSpPr>
        <p:spPr>
          <a:xfrm>
            <a:off x="4178597" y="3145062"/>
            <a:ext cx="7429351" cy="545100"/>
          </a:xfrm>
          <a:prstGeom prst="roundRect">
            <a:avLst>
              <a:gd name="adj" fmla="val 20746"/>
            </a:avLst>
          </a:prstGeom>
          <a:solidFill>
            <a:schemeClr val="bg2"/>
          </a:solidFill>
          <a:ln w="3175">
            <a:solidFill>
              <a:schemeClr val="bg1">
                <a:lumMod val="90000"/>
              </a:schemeClr>
            </a:solidFill>
          </a:ln>
          <a:effectLst>
            <a:outerShdw blurRad="190500" algn="ctr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07997" defTabSz="914377">
              <a:defRPr/>
            </a:pPr>
            <a:r>
              <a:rPr lang="zh-CN" altLang="en-US" sz="1400" dirty="0">
                <a:solidFill>
                  <a:srgbClr val="62A8D3"/>
                </a:solidFill>
                <a:latin typeface="vivo Sans"/>
                <a:ea typeface="vivo Sans"/>
              </a:rPr>
              <a:t>开启硬件保护</a:t>
            </a:r>
          </a:p>
        </p:txBody>
      </p:sp>
      <p:sp>
        <p:nvSpPr>
          <p:cNvPr id="74" name="!! 按钮">
            <a:extLst>
              <a:ext uri="{FF2B5EF4-FFF2-40B4-BE49-F238E27FC236}">
                <a16:creationId xmlns:a16="http://schemas.microsoft.com/office/drawing/2014/main" id="{0E65344F-942D-7F43-49D3-FCA323D43FF7}"/>
              </a:ext>
            </a:extLst>
          </p:cNvPr>
          <p:cNvSpPr/>
          <p:nvPr/>
        </p:nvSpPr>
        <p:spPr>
          <a:xfrm>
            <a:off x="10984953" y="3346146"/>
            <a:ext cx="142932" cy="142932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>
              <a:defRPr/>
            </a:pPr>
            <a:endParaRPr lang="zh-CN" altLang="en-US" dirty="0">
              <a:solidFill>
                <a:srgbClr val="F5F5F5"/>
              </a:solidFill>
              <a:latin typeface="vivo Sans"/>
              <a:ea typeface="vivo Sans"/>
            </a:endParaRPr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34B8A5F8-121A-7855-C4FA-2F5AC01458DE}"/>
              </a:ext>
            </a:extLst>
          </p:cNvPr>
          <p:cNvSpPr txBox="1"/>
          <p:nvPr/>
        </p:nvSpPr>
        <p:spPr>
          <a:xfrm>
            <a:off x="6505723" y="6220049"/>
            <a:ext cx="27750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377">
              <a:defRPr/>
            </a:pPr>
            <a:r>
              <a:rPr lang="zh-CN" altLang="en-US" sz="1200" dirty="0">
                <a:solidFill>
                  <a:srgbClr val="F5F5F5">
                    <a:lumMod val="50000"/>
                  </a:srgbClr>
                </a:solidFill>
                <a:latin typeface="vivo Sans"/>
                <a:ea typeface="vivo Sans"/>
              </a:rPr>
              <a:t>设备</a:t>
            </a:r>
            <a:r>
              <a:rPr lang="en-US" altLang="zh-CN" sz="1200" dirty="0">
                <a:solidFill>
                  <a:srgbClr val="F5F5F5">
                    <a:lumMod val="50000"/>
                  </a:srgbClr>
                </a:solidFill>
                <a:latin typeface="vivo Sans"/>
                <a:ea typeface="vivo Sans"/>
              </a:rPr>
              <a:t>ID</a:t>
            </a:r>
            <a:r>
              <a:rPr lang="zh-CN" altLang="en-US" sz="1200" dirty="0">
                <a:solidFill>
                  <a:srgbClr val="F5F5F5">
                    <a:lumMod val="50000"/>
                  </a:srgbClr>
                </a:solidFill>
                <a:latin typeface="vivo Sans"/>
                <a:ea typeface="vivo Sans"/>
              </a:rPr>
              <a:t>：</a:t>
            </a:r>
            <a:r>
              <a:rPr lang="en-US" altLang="zh-CN" sz="1200" dirty="0">
                <a:solidFill>
                  <a:srgbClr val="F5F5F5">
                    <a:lumMod val="50000"/>
                  </a:srgbClr>
                </a:solidFill>
                <a:latin typeface="vivo Sans"/>
                <a:ea typeface="vivo Sans"/>
              </a:rPr>
              <a:t>unknown</a:t>
            </a:r>
            <a:endParaRPr lang="zh-CN" altLang="en-US" sz="1200" dirty="0">
              <a:solidFill>
                <a:srgbClr val="F5F5F5">
                  <a:lumMod val="50000"/>
                </a:srgbClr>
              </a:solidFill>
              <a:latin typeface="vivo Sans"/>
              <a:ea typeface="vivo Sans"/>
            </a:endParaRPr>
          </a:p>
        </p:txBody>
      </p:sp>
      <p:grpSp>
        <p:nvGrpSpPr>
          <p:cNvPr id="11" name="!! dock右">
            <a:extLst>
              <a:ext uri="{FF2B5EF4-FFF2-40B4-BE49-F238E27FC236}">
                <a16:creationId xmlns:a16="http://schemas.microsoft.com/office/drawing/2014/main" id="{94564F2B-A93D-8BD9-1143-F63EDD8E9743}"/>
              </a:ext>
            </a:extLst>
          </p:cNvPr>
          <p:cNvGrpSpPr/>
          <p:nvPr/>
        </p:nvGrpSpPr>
        <p:grpSpPr>
          <a:xfrm>
            <a:off x="4869920" y="7119572"/>
            <a:ext cx="2452159" cy="574899"/>
            <a:chOff x="7408333" y="5780624"/>
            <a:chExt cx="2452159" cy="704838"/>
          </a:xfrm>
        </p:grpSpPr>
        <p:sp useBgFill="1">
          <p:nvSpPr>
            <p:cNvPr id="12" name="!! 模糊">
              <a:extLst>
                <a:ext uri="{FF2B5EF4-FFF2-40B4-BE49-F238E27FC236}">
                  <a16:creationId xmlns:a16="http://schemas.microsoft.com/office/drawing/2014/main" id="{A7D981BF-6585-D24F-7565-6CE7B3028D1E}"/>
                </a:ext>
              </a:extLst>
            </p:cNvPr>
            <p:cNvSpPr>
              <a:spLocks/>
            </p:cNvSpPr>
            <p:nvPr/>
          </p:nvSpPr>
          <p:spPr>
            <a:xfrm>
              <a:off x="7408333" y="5780624"/>
              <a:ext cx="2452159" cy="704838"/>
            </a:xfrm>
            <a:prstGeom prst="roundRect">
              <a:avLst>
                <a:gd name="adj" fmla="val 15000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189">
                <a:defRPr/>
              </a:pPr>
              <a:endParaRPr lang="zh-CN" altLang="en-US">
                <a:solidFill>
                  <a:srgbClr val="FFFFFF"/>
                </a:solidFill>
                <a:latin typeface="OPPOSans R"/>
                <a:ea typeface="OPPOSans R"/>
              </a:endParaRPr>
            </a:p>
          </p:txBody>
        </p:sp>
        <p:sp>
          <p:nvSpPr>
            <p:cNvPr id="14" name="!! 颜色遮罩">
              <a:extLst>
                <a:ext uri="{FF2B5EF4-FFF2-40B4-BE49-F238E27FC236}">
                  <a16:creationId xmlns:a16="http://schemas.microsoft.com/office/drawing/2014/main" id="{F1597253-5E7C-501C-422E-289A149A4229}"/>
                </a:ext>
              </a:extLst>
            </p:cNvPr>
            <p:cNvSpPr>
              <a:spLocks/>
            </p:cNvSpPr>
            <p:nvPr/>
          </p:nvSpPr>
          <p:spPr>
            <a:xfrm>
              <a:off x="7408333" y="5780624"/>
              <a:ext cx="2452159" cy="704838"/>
            </a:xfrm>
            <a:prstGeom prst="roundRect">
              <a:avLst>
                <a:gd name="adj" fmla="val 15000"/>
              </a:avLst>
            </a:prstGeom>
            <a:solidFill>
              <a:schemeClr val="bg2">
                <a:alpha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189">
                <a:defRPr/>
              </a:pPr>
              <a:endParaRPr lang="zh-CN" altLang="en-US" dirty="0">
                <a:solidFill>
                  <a:srgbClr val="FFFFFF"/>
                </a:solidFill>
                <a:latin typeface="OPPOSans R"/>
                <a:ea typeface="OPPOSans R"/>
              </a:endParaRPr>
            </a:p>
          </p:txBody>
        </p:sp>
        <p:pic>
          <p:nvPicPr>
            <p:cNvPr id="15" name="!! 信号">
              <a:extLst>
                <a:ext uri="{FF2B5EF4-FFF2-40B4-BE49-F238E27FC236}">
                  <a16:creationId xmlns:a16="http://schemas.microsoft.com/office/drawing/2014/main" id="{819AA538-2905-2D8B-DEC6-B42DD17F8CEF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7638254" y="5893986"/>
              <a:ext cx="221460" cy="221458"/>
            </a:xfrm>
            <a:prstGeom prst="rect">
              <a:avLst/>
            </a:prstGeom>
          </p:spPr>
        </p:pic>
        <p:sp>
          <p:nvSpPr>
            <p:cNvPr id="16" name="!! 运营商">
              <a:extLst>
                <a:ext uri="{FF2B5EF4-FFF2-40B4-BE49-F238E27FC236}">
                  <a16:creationId xmlns:a16="http://schemas.microsoft.com/office/drawing/2014/main" id="{96F9D779-8947-6751-1648-835EAA6A37E7}"/>
                </a:ext>
              </a:extLst>
            </p:cNvPr>
            <p:cNvSpPr txBox="1"/>
            <p:nvPr/>
          </p:nvSpPr>
          <p:spPr>
            <a:xfrm>
              <a:off x="7813676" y="5913455"/>
              <a:ext cx="1114424" cy="2830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457189">
                <a:defRPr/>
              </a:pPr>
              <a:r>
                <a:rPr lang="en-US" altLang="zh-CN" sz="900" dirty="0">
                  <a:latin typeface="OPPOSans M"/>
                  <a:ea typeface="OPPOSans M"/>
                </a:rPr>
                <a:t>Virtual Net</a:t>
              </a:r>
              <a:endParaRPr lang="zh-CN" altLang="en-US" sz="900" dirty="0">
                <a:latin typeface="OPPOSans M"/>
                <a:ea typeface="OPPOSans M"/>
              </a:endParaRPr>
            </a:p>
          </p:txBody>
        </p:sp>
        <p:pic>
          <p:nvPicPr>
            <p:cNvPr id="20" name="!! 通知">
              <a:extLst>
                <a:ext uri="{FF2B5EF4-FFF2-40B4-BE49-F238E27FC236}">
                  <a16:creationId xmlns:a16="http://schemas.microsoft.com/office/drawing/2014/main" id="{27E68DD5-8835-A7A9-2703-B0648D9EA695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9287931" y="5948436"/>
              <a:ext cx="152400" cy="152400"/>
            </a:xfrm>
            <a:prstGeom prst="rect">
              <a:avLst/>
            </a:prstGeom>
          </p:spPr>
        </p:pic>
        <p:pic>
          <p:nvPicPr>
            <p:cNvPr id="21" name="!! 电池">
              <a:extLst>
                <a:ext uri="{FF2B5EF4-FFF2-40B4-BE49-F238E27FC236}">
                  <a16:creationId xmlns:a16="http://schemas.microsoft.com/office/drawing/2014/main" id="{3BEAE212-967A-0E62-6F86-863CD00226D3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7637460" y="6171965"/>
              <a:ext cx="191558" cy="191558"/>
            </a:xfrm>
            <a:prstGeom prst="rect">
              <a:avLst/>
            </a:prstGeom>
          </p:spPr>
        </p:pic>
        <p:sp>
          <p:nvSpPr>
            <p:cNvPr id="22" name="!! 时间">
              <a:extLst>
                <a:ext uri="{FF2B5EF4-FFF2-40B4-BE49-F238E27FC236}">
                  <a16:creationId xmlns:a16="http://schemas.microsoft.com/office/drawing/2014/main" id="{61C514A1-D386-1D53-F314-9E25C24781D4}"/>
                </a:ext>
              </a:extLst>
            </p:cNvPr>
            <p:cNvSpPr txBox="1"/>
            <p:nvPr/>
          </p:nvSpPr>
          <p:spPr>
            <a:xfrm>
              <a:off x="8982607" y="6148520"/>
              <a:ext cx="773641" cy="3114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defTabSz="457189">
                <a:defRPr/>
              </a:pPr>
              <a:r>
                <a:rPr lang="en-US" altLang="zh-CN" sz="1051" dirty="0">
                  <a:latin typeface="OPPOSans R"/>
                  <a:ea typeface="OPPOSans R"/>
                </a:rPr>
                <a:t>16:34</a:t>
              </a:r>
              <a:endParaRPr lang="zh-CN" altLang="en-US" sz="1051" dirty="0">
                <a:latin typeface="OPPOSans R"/>
                <a:ea typeface="OPPOSans R"/>
              </a:endParaRPr>
            </a:p>
          </p:txBody>
        </p:sp>
        <p:sp>
          <p:nvSpPr>
            <p:cNvPr id="23" name="!! AC">
              <a:extLst>
                <a:ext uri="{FF2B5EF4-FFF2-40B4-BE49-F238E27FC236}">
                  <a16:creationId xmlns:a16="http://schemas.microsoft.com/office/drawing/2014/main" id="{FC7FF450-F31E-6CB9-724E-BCFFFAB8676B}"/>
                </a:ext>
              </a:extLst>
            </p:cNvPr>
            <p:cNvSpPr txBox="1"/>
            <p:nvPr/>
          </p:nvSpPr>
          <p:spPr>
            <a:xfrm>
              <a:off x="7766842" y="6152328"/>
              <a:ext cx="434183" cy="2830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457189">
                <a:defRPr/>
              </a:pPr>
              <a:r>
                <a:rPr lang="en-US" altLang="zh-CN" sz="900" dirty="0">
                  <a:latin typeface="OPPOSans R"/>
                  <a:ea typeface="OPPOSans R"/>
                </a:rPr>
                <a:t>49%</a:t>
              </a:r>
              <a:endParaRPr lang="zh-CN" altLang="en-US" sz="900" dirty="0">
                <a:latin typeface="OPPOSans R"/>
                <a:ea typeface="OPPOSans R"/>
              </a:endParaRPr>
            </a:p>
          </p:txBody>
        </p:sp>
        <p:pic>
          <p:nvPicPr>
            <p:cNvPr id="33" name="!! 声音">
              <a:extLst>
                <a:ext uri="{FF2B5EF4-FFF2-40B4-BE49-F238E27FC236}">
                  <a16:creationId xmlns:a16="http://schemas.microsoft.com/office/drawing/2014/main" id="{91D7E844-9228-19E7-1B88-2033B0B255E6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p:blipFill>
          <p:spPr>
            <a:xfrm>
              <a:off x="9048732" y="5934670"/>
              <a:ext cx="179932" cy="179932"/>
            </a:xfrm>
            <a:prstGeom prst="rect">
              <a:avLst/>
            </a:prstGeom>
          </p:spPr>
        </p:pic>
        <p:pic>
          <p:nvPicPr>
            <p:cNvPr id="36" name="!! 电源">
              <a:hlinkClick r:id="rId21" action="ppaction://hlinksldjump"/>
              <a:extLst>
                <a:ext uri="{FF2B5EF4-FFF2-40B4-BE49-F238E27FC236}">
                  <a16:creationId xmlns:a16="http://schemas.microsoft.com/office/drawing/2014/main" id="{1D0A94BA-10E9-C1CB-E9C0-E188A159BD45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p:blipFill>
          <p:spPr>
            <a:xfrm>
              <a:off x="9489000" y="5925331"/>
              <a:ext cx="208372" cy="208370"/>
            </a:xfrm>
            <a:prstGeom prst="rect">
              <a:avLst/>
            </a:prstGeom>
          </p:spPr>
        </p:pic>
      </p:grpSp>
      <p:grpSp>
        <p:nvGrpSpPr>
          <p:cNvPr id="41" name="!! 显示">
            <a:extLst>
              <a:ext uri="{FF2B5EF4-FFF2-40B4-BE49-F238E27FC236}">
                <a16:creationId xmlns:a16="http://schemas.microsoft.com/office/drawing/2014/main" id="{F3FBD1CC-AD9E-6B46-42AE-C7105744CB74}"/>
              </a:ext>
            </a:extLst>
          </p:cNvPr>
          <p:cNvGrpSpPr/>
          <p:nvPr/>
        </p:nvGrpSpPr>
        <p:grpSpPr>
          <a:xfrm>
            <a:off x="470871" y="3706575"/>
            <a:ext cx="2552892" cy="457924"/>
            <a:chOff x="462453" y="2623554"/>
            <a:chExt cx="2552892" cy="457924"/>
          </a:xfrm>
        </p:grpSpPr>
        <p:sp>
          <p:nvSpPr>
            <p:cNvPr id="43" name="!! 未选中">
              <a:hlinkClick r:id="rId24" action="ppaction://hlinksldjump"/>
              <a:extLst>
                <a:ext uri="{FF2B5EF4-FFF2-40B4-BE49-F238E27FC236}">
                  <a16:creationId xmlns:a16="http://schemas.microsoft.com/office/drawing/2014/main" id="{E427FC76-9FAE-DE81-2E8F-BD972DEEE6AF}"/>
                </a:ext>
              </a:extLst>
            </p:cNvPr>
            <p:cNvSpPr/>
            <p:nvPr/>
          </p:nvSpPr>
          <p:spPr>
            <a:xfrm>
              <a:off x="462453" y="2623554"/>
              <a:ext cx="2552892" cy="457924"/>
            </a:xfrm>
            <a:prstGeom prst="roundRect">
              <a:avLst>
                <a:gd name="adj" fmla="val 22880"/>
              </a:avLst>
            </a:prstGeom>
            <a:solidFill>
              <a:schemeClr val="bg2"/>
            </a:solidFill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1998" defTabSz="914377">
                <a:defRPr/>
              </a:pPr>
              <a:r>
                <a:rPr lang="zh-CN" altLang="en-US" sz="1400" dirty="0">
                  <a:solidFill>
                    <a:schemeClr val="tx1">
                      <a:lumMod val="90000"/>
                      <a:lumOff val="10000"/>
                    </a:schemeClr>
                  </a:solidFill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      显示</a:t>
              </a:r>
            </a:p>
          </p:txBody>
        </p:sp>
        <p:grpSp>
          <p:nvGrpSpPr>
            <p:cNvPr id="44" name="组合 43">
              <a:extLst>
                <a:ext uri="{FF2B5EF4-FFF2-40B4-BE49-F238E27FC236}">
                  <a16:creationId xmlns:a16="http://schemas.microsoft.com/office/drawing/2014/main" id="{FA61FCFA-E4D6-58B4-BD72-C95F0A02A72D}"/>
                </a:ext>
              </a:extLst>
            </p:cNvPr>
            <p:cNvGrpSpPr/>
            <p:nvPr/>
          </p:nvGrpSpPr>
          <p:grpSpPr>
            <a:xfrm>
              <a:off x="600851" y="2735577"/>
              <a:ext cx="245090" cy="245090"/>
              <a:chOff x="3449581" y="2374787"/>
              <a:chExt cx="263638" cy="263638"/>
            </a:xfrm>
          </p:grpSpPr>
          <p:sp>
            <p:nvSpPr>
              <p:cNvPr id="45" name="椭圆 44">
                <a:extLst>
                  <a:ext uri="{FF2B5EF4-FFF2-40B4-BE49-F238E27FC236}">
                    <a16:creationId xmlns:a16="http://schemas.microsoft.com/office/drawing/2014/main" id="{FA7E8577-CDB8-F500-5DEE-CE5C6C3464DA}"/>
                  </a:ext>
                </a:extLst>
              </p:cNvPr>
              <p:cNvSpPr/>
              <p:nvPr/>
            </p:nvSpPr>
            <p:spPr>
              <a:xfrm>
                <a:off x="3449581" y="2374787"/>
                <a:ext cx="263638" cy="263638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46" name="icon">
                <a:extLst>
                  <a:ext uri="{FF2B5EF4-FFF2-40B4-BE49-F238E27FC236}">
                    <a16:creationId xmlns:a16="http://schemas.microsoft.com/office/drawing/2014/main" id="{E06746AF-AF42-00E0-D461-502F09AE51E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5">
                <a:extLst>
                  <a:ext uri="{96DAC541-7B7A-43D3-8B79-37D633B846F1}">
                    <asvg:svgBlip xmlns:asvg="http://schemas.microsoft.com/office/drawing/2016/SVG/main" r:embed="rId26"/>
                  </a:ext>
                </a:extLst>
              </a:blip>
              <a:srcRect/>
              <a:stretch/>
            </p:blipFill>
            <p:spPr>
              <a:xfrm>
                <a:off x="3513869" y="2435878"/>
                <a:ext cx="143060" cy="143060"/>
              </a:xfrm>
              <a:prstGeom prst="rect">
                <a:avLst/>
              </a:prstGeom>
            </p:spPr>
          </p:pic>
        </p:grpSp>
      </p:grpSp>
      <p:grpSp>
        <p:nvGrpSpPr>
          <p:cNvPr id="47" name="!! App">
            <a:extLst>
              <a:ext uri="{FF2B5EF4-FFF2-40B4-BE49-F238E27FC236}">
                <a16:creationId xmlns:a16="http://schemas.microsoft.com/office/drawing/2014/main" id="{B6E37B01-BE2D-7DA7-DD58-ED6821A5FD59}"/>
              </a:ext>
            </a:extLst>
          </p:cNvPr>
          <p:cNvGrpSpPr/>
          <p:nvPr/>
        </p:nvGrpSpPr>
        <p:grpSpPr>
          <a:xfrm>
            <a:off x="476549" y="2282681"/>
            <a:ext cx="2552892" cy="457924"/>
            <a:chOff x="462453" y="2623554"/>
            <a:chExt cx="2552892" cy="457924"/>
          </a:xfrm>
        </p:grpSpPr>
        <p:sp>
          <p:nvSpPr>
            <p:cNvPr id="49" name="!! 未选中">
              <a:hlinkClick r:id="rId27" action="ppaction://hlinksldjump"/>
              <a:extLst>
                <a:ext uri="{FF2B5EF4-FFF2-40B4-BE49-F238E27FC236}">
                  <a16:creationId xmlns:a16="http://schemas.microsoft.com/office/drawing/2014/main" id="{D89E4954-5796-8FC4-6C25-63EF24D73BC6}"/>
                </a:ext>
              </a:extLst>
            </p:cNvPr>
            <p:cNvSpPr/>
            <p:nvPr/>
          </p:nvSpPr>
          <p:spPr>
            <a:xfrm>
              <a:off x="462453" y="2623554"/>
              <a:ext cx="2552892" cy="457924"/>
            </a:xfrm>
            <a:prstGeom prst="roundRect">
              <a:avLst>
                <a:gd name="adj" fmla="val 22880"/>
              </a:avLst>
            </a:prstGeom>
            <a:solidFill>
              <a:schemeClr val="bg2"/>
            </a:solidFill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1998" defTabSz="914377">
                <a:defRPr/>
              </a:pPr>
              <a:r>
                <a:rPr lang="zh-CN" altLang="en-US" sz="1400" dirty="0">
                  <a:solidFill>
                    <a:schemeClr val="tx1">
                      <a:lumMod val="90000"/>
                      <a:lumOff val="10000"/>
                    </a:schemeClr>
                  </a:solidFill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      应用与模块</a:t>
              </a:r>
            </a:p>
          </p:txBody>
        </p:sp>
        <p:grpSp>
          <p:nvGrpSpPr>
            <p:cNvPr id="52" name="组合 51">
              <a:extLst>
                <a:ext uri="{FF2B5EF4-FFF2-40B4-BE49-F238E27FC236}">
                  <a16:creationId xmlns:a16="http://schemas.microsoft.com/office/drawing/2014/main" id="{B1C80193-C263-1427-4A24-79F0C7CCB9B0}"/>
                </a:ext>
              </a:extLst>
            </p:cNvPr>
            <p:cNvGrpSpPr/>
            <p:nvPr/>
          </p:nvGrpSpPr>
          <p:grpSpPr>
            <a:xfrm>
              <a:off x="600851" y="2735577"/>
              <a:ext cx="245090" cy="245090"/>
              <a:chOff x="3449581" y="2374787"/>
              <a:chExt cx="263638" cy="263638"/>
            </a:xfrm>
          </p:grpSpPr>
          <p:sp>
            <p:nvSpPr>
              <p:cNvPr id="54" name="椭圆 53">
                <a:extLst>
                  <a:ext uri="{FF2B5EF4-FFF2-40B4-BE49-F238E27FC236}">
                    <a16:creationId xmlns:a16="http://schemas.microsoft.com/office/drawing/2014/main" id="{35EADBD1-1DB3-DD32-E061-3F51402E44A2}"/>
                  </a:ext>
                </a:extLst>
              </p:cNvPr>
              <p:cNvSpPr/>
              <p:nvPr/>
            </p:nvSpPr>
            <p:spPr>
              <a:xfrm>
                <a:off x="3449581" y="2374787"/>
                <a:ext cx="263638" cy="263638"/>
              </a:xfrm>
              <a:prstGeom prst="ellipse">
                <a:avLst/>
              </a:prstGeom>
              <a:solidFill>
                <a:schemeClr val="accent3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63" name="icon">
                <a:extLst>
                  <a:ext uri="{FF2B5EF4-FFF2-40B4-BE49-F238E27FC236}">
                    <a16:creationId xmlns:a16="http://schemas.microsoft.com/office/drawing/2014/main" id="{B825336C-D8E7-FFC7-5919-6A187444B63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8">
                <a:extLst>
                  <a:ext uri="{96DAC541-7B7A-43D3-8B79-37D633B846F1}">
                    <asvg:svgBlip xmlns:asvg="http://schemas.microsoft.com/office/drawing/2016/SVG/main" r:embed="rId29"/>
                  </a:ext>
                </a:extLst>
              </a:blip>
              <a:srcRect/>
              <a:stretch/>
            </p:blipFill>
            <p:spPr>
              <a:xfrm>
                <a:off x="3513869" y="2435878"/>
                <a:ext cx="143060" cy="143060"/>
              </a:xfrm>
              <a:prstGeom prst="rect">
                <a:avLst/>
              </a:prstGeom>
            </p:spPr>
          </p:pic>
        </p:grpSp>
      </p:grpSp>
      <p:grpSp>
        <p:nvGrpSpPr>
          <p:cNvPr id="64" name="!! 电池">
            <a:extLst>
              <a:ext uri="{FF2B5EF4-FFF2-40B4-BE49-F238E27FC236}">
                <a16:creationId xmlns:a16="http://schemas.microsoft.com/office/drawing/2014/main" id="{9E38AEDD-42C2-3F01-7952-0C9AB5E7C718}"/>
              </a:ext>
            </a:extLst>
          </p:cNvPr>
          <p:cNvGrpSpPr/>
          <p:nvPr/>
        </p:nvGrpSpPr>
        <p:grpSpPr>
          <a:xfrm>
            <a:off x="470871" y="2852627"/>
            <a:ext cx="2552892" cy="457924"/>
            <a:chOff x="462453" y="2623554"/>
            <a:chExt cx="2552892" cy="457924"/>
          </a:xfrm>
        </p:grpSpPr>
        <p:sp>
          <p:nvSpPr>
            <p:cNvPr id="66" name="!! 未选中">
              <a:hlinkClick r:id="rId30" action="ppaction://hlinksldjump"/>
              <a:extLst>
                <a:ext uri="{FF2B5EF4-FFF2-40B4-BE49-F238E27FC236}">
                  <a16:creationId xmlns:a16="http://schemas.microsoft.com/office/drawing/2014/main" id="{E53A440D-48FB-ED9B-38EC-4199A4418B29}"/>
                </a:ext>
              </a:extLst>
            </p:cNvPr>
            <p:cNvSpPr/>
            <p:nvPr/>
          </p:nvSpPr>
          <p:spPr>
            <a:xfrm>
              <a:off x="462453" y="2623554"/>
              <a:ext cx="2552892" cy="457924"/>
            </a:xfrm>
            <a:prstGeom prst="roundRect">
              <a:avLst>
                <a:gd name="adj" fmla="val 22880"/>
              </a:avLst>
            </a:prstGeom>
            <a:solidFill>
              <a:schemeClr val="bg2"/>
            </a:solidFill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1998" defTabSz="914377">
                <a:defRPr/>
              </a:pPr>
              <a:r>
                <a:rPr lang="zh-CN" altLang="en-US" sz="1400" dirty="0">
                  <a:solidFill>
                    <a:schemeClr val="tx1">
                      <a:lumMod val="90000"/>
                      <a:lumOff val="10000"/>
                    </a:schemeClr>
                  </a:solidFill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      电池</a:t>
              </a:r>
            </a:p>
          </p:txBody>
        </p:sp>
        <p:grpSp>
          <p:nvGrpSpPr>
            <p:cNvPr id="67" name="组合 66">
              <a:extLst>
                <a:ext uri="{FF2B5EF4-FFF2-40B4-BE49-F238E27FC236}">
                  <a16:creationId xmlns:a16="http://schemas.microsoft.com/office/drawing/2014/main" id="{98C1B870-2E82-9489-7CD6-31CA7083F418}"/>
                </a:ext>
              </a:extLst>
            </p:cNvPr>
            <p:cNvGrpSpPr/>
            <p:nvPr/>
          </p:nvGrpSpPr>
          <p:grpSpPr>
            <a:xfrm>
              <a:off x="600851" y="2735577"/>
              <a:ext cx="245090" cy="245090"/>
              <a:chOff x="3449581" y="2374787"/>
              <a:chExt cx="263638" cy="263638"/>
            </a:xfrm>
          </p:grpSpPr>
          <p:sp>
            <p:nvSpPr>
              <p:cNvPr id="68" name="椭圆 67">
                <a:extLst>
                  <a:ext uri="{FF2B5EF4-FFF2-40B4-BE49-F238E27FC236}">
                    <a16:creationId xmlns:a16="http://schemas.microsoft.com/office/drawing/2014/main" id="{1D05786C-1D22-5042-4E81-1B5708E7B77C}"/>
                  </a:ext>
                </a:extLst>
              </p:cNvPr>
              <p:cNvSpPr/>
              <p:nvPr/>
            </p:nvSpPr>
            <p:spPr>
              <a:xfrm>
                <a:off x="3449581" y="2374787"/>
                <a:ext cx="263638" cy="263638"/>
              </a:xfrm>
              <a:prstGeom prst="ellipse">
                <a:avLst/>
              </a:prstGeom>
              <a:solidFill>
                <a:srgbClr val="3ADE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69" name="icon">
                <a:extLst>
                  <a:ext uri="{FF2B5EF4-FFF2-40B4-BE49-F238E27FC236}">
                    <a16:creationId xmlns:a16="http://schemas.microsoft.com/office/drawing/2014/main" id="{53A4E1AB-E249-5EC1-90C7-F0F0039B4D5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1">
                <a:extLst>
                  <a:ext uri="{96DAC541-7B7A-43D3-8B79-37D633B846F1}">
                    <asvg:svgBlip xmlns:asvg="http://schemas.microsoft.com/office/drawing/2016/SVG/main" r:embed="rId32"/>
                  </a:ext>
                </a:extLst>
              </a:blip>
              <a:srcRect/>
              <a:stretch/>
            </p:blipFill>
            <p:spPr>
              <a:xfrm>
                <a:off x="3513869" y="2435878"/>
                <a:ext cx="143060" cy="143060"/>
              </a:xfrm>
              <a:prstGeom prst="rect">
                <a:avLst/>
              </a:prstGeom>
            </p:spPr>
          </p:pic>
        </p:grpSp>
      </p:grpSp>
      <p:sp>
        <p:nvSpPr>
          <p:cNvPr id="71" name="!! 个性化">
            <a:extLst>
              <a:ext uri="{FF2B5EF4-FFF2-40B4-BE49-F238E27FC236}">
                <a16:creationId xmlns:a16="http://schemas.microsoft.com/office/drawing/2014/main" id="{6E616207-BD5C-FB14-B64A-12258CA7F7BE}"/>
              </a:ext>
            </a:extLst>
          </p:cNvPr>
          <p:cNvSpPr txBox="1"/>
          <p:nvPr/>
        </p:nvSpPr>
        <p:spPr>
          <a:xfrm>
            <a:off x="470872" y="3444966"/>
            <a:ext cx="11113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dirty="0">
                <a:solidFill>
                  <a:schemeClr val="bg1">
                    <a:lumMod val="50000"/>
                  </a:schemeClr>
                </a:solidFill>
              </a:rPr>
              <a:t>个性化</a:t>
            </a:r>
          </a:p>
        </p:txBody>
      </p:sp>
      <p:sp>
        <p:nvSpPr>
          <p:cNvPr id="73" name="文本框 72">
            <a:extLst>
              <a:ext uri="{FF2B5EF4-FFF2-40B4-BE49-F238E27FC236}">
                <a16:creationId xmlns:a16="http://schemas.microsoft.com/office/drawing/2014/main" id="{B9FADF8C-F67B-C1C4-21AA-5A9AEA941891}"/>
              </a:ext>
            </a:extLst>
          </p:cNvPr>
          <p:cNvSpPr txBox="1"/>
          <p:nvPr/>
        </p:nvSpPr>
        <p:spPr>
          <a:xfrm>
            <a:off x="462454" y="2020809"/>
            <a:ext cx="11113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dirty="0">
                <a:solidFill>
                  <a:schemeClr val="bg1">
                    <a:lumMod val="50000"/>
                  </a:schemeClr>
                </a:solidFill>
              </a:rPr>
              <a:t>网络与连接</a:t>
            </a:r>
          </a:p>
        </p:txBody>
      </p:sp>
      <p:sp>
        <p:nvSpPr>
          <p:cNvPr id="76" name="文本框 75">
            <a:extLst>
              <a:ext uri="{FF2B5EF4-FFF2-40B4-BE49-F238E27FC236}">
                <a16:creationId xmlns:a16="http://schemas.microsoft.com/office/drawing/2014/main" id="{DC8E2C7C-122F-9515-0CC5-DE19AEAF8A9A}"/>
              </a:ext>
            </a:extLst>
          </p:cNvPr>
          <p:cNvSpPr txBox="1"/>
          <p:nvPr/>
        </p:nvSpPr>
        <p:spPr>
          <a:xfrm>
            <a:off x="462455" y="4033431"/>
            <a:ext cx="11113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dirty="0">
                <a:solidFill>
                  <a:schemeClr val="bg1">
                    <a:lumMod val="50000"/>
                  </a:schemeClr>
                </a:solidFill>
              </a:rPr>
              <a:t>系统与安全</a:t>
            </a:r>
          </a:p>
        </p:txBody>
      </p:sp>
      <p:grpSp>
        <p:nvGrpSpPr>
          <p:cNvPr id="77" name="!! 软件更新">
            <a:extLst>
              <a:ext uri="{FF2B5EF4-FFF2-40B4-BE49-F238E27FC236}">
                <a16:creationId xmlns:a16="http://schemas.microsoft.com/office/drawing/2014/main" id="{7F8CEAC9-CB43-B252-3F12-15503C69E53B}"/>
              </a:ext>
            </a:extLst>
          </p:cNvPr>
          <p:cNvGrpSpPr/>
          <p:nvPr/>
        </p:nvGrpSpPr>
        <p:grpSpPr>
          <a:xfrm>
            <a:off x="462455" y="4299750"/>
            <a:ext cx="2552892" cy="457924"/>
            <a:chOff x="481145" y="1890767"/>
            <a:chExt cx="2552892" cy="457924"/>
          </a:xfrm>
        </p:grpSpPr>
        <p:sp>
          <p:nvSpPr>
            <p:cNvPr id="78" name="!! 未选中">
              <a:hlinkClick r:id="rId33" action="ppaction://hlinksldjump"/>
              <a:extLst>
                <a:ext uri="{FF2B5EF4-FFF2-40B4-BE49-F238E27FC236}">
                  <a16:creationId xmlns:a16="http://schemas.microsoft.com/office/drawing/2014/main" id="{08E9054F-57F5-1689-2CB3-4DB107898153}"/>
                </a:ext>
              </a:extLst>
            </p:cNvPr>
            <p:cNvSpPr/>
            <p:nvPr/>
          </p:nvSpPr>
          <p:spPr>
            <a:xfrm>
              <a:off x="481145" y="1890767"/>
              <a:ext cx="2552892" cy="457924"/>
            </a:xfrm>
            <a:prstGeom prst="roundRect">
              <a:avLst>
                <a:gd name="adj" fmla="val 22880"/>
              </a:avLst>
            </a:prstGeom>
            <a:solidFill>
              <a:schemeClr val="bg2"/>
            </a:solidFill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1998" defTabSz="914377">
                <a:defRPr/>
              </a:pPr>
              <a:r>
                <a:rPr lang="zh-CN" altLang="en-US" sz="1400" dirty="0">
                  <a:solidFill>
                    <a:schemeClr val="tx1"/>
                  </a:solidFill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      系统更新</a:t>
              </a:r>
            </a:p>
          </p:txBody>
        </p:sp>
        <p:pic>
          <p:nvPicPr>
            <p:cNvPr id="79" name="icon">
              <a:extLst>
                <a:ext uri="{FF2B5EF4-FFF2-40B4-BE49-F238E27FC236}">
                  <a16:creationId xmlns:a16="http://schemas.microsoft.com/office/drawing/2014/main" id="{E4125ECB-85AF-B570-8971-3702E3AFF837}"/>
                </a:ext>
              </a:extLst>
            </p:cNvPr>
            <p:cNvPicPr>
              <a:picLocks noChangeAspect="1"/>
            </p:cNvPicPr>
            <p:nvPr/>
          </p:nvPicPr>
          <p:blipFill>
            <a:blip r:embed="rId34">
              <a:extLst>
                <a:ext uri="{96DAC541-7B7A-43D3-8B79-37D633B846F1}">
                  <asvg:svgBlip xmlns:asvg="http://schemas.microsoft.com/office/drawing/2016/SVG/main" r:embed="rId35"/>
                </a:ext>
              </a:extLst>
            </a:blip>
            <a:srcRect/>
            <a:stretch/>
          </p:blipFill>
          <p:spPr>
            <a:xfrm>
              <a:off x="623508" y="2001148"/>
              <a:ext cx="237162" cy="237162"/>
            </a:xfrm>
            <a:prstGeom prst="rect">
              <a:avLst/>
            </a:prstGeom>
          </p:spPr>
        </p:pic>
      </p:grpSp>
      <p:grpSp>
        <p:nvGrpSpPr>
          <p:cNvPr id="80" name="!! 更多连接">
            <a:extLst>
              <a:ext uri="{FF2B5EF4-FFF2-40B4-BE49-F238E27FC236}">
                <a16:creationId xmlns:a16="http://schemas.microsoft.com/office/drawing/2014/main" id="{C6519033-50D2-65EC-C0B3-4C2AD58F4594}"/>
              </a:ext>
            </a:extLst>
          </p:cNvPr>
          <p:cNvGrpSpPr/>
          <p:nvPr/>
        </p:nvGrpSpPr>
        <p:grpSpPr>
          <a:xfrm>
            <a:off x="462454" y="3410531"/>
            <a:ext cx="2552892" cy="457924"/>
            <a:chOff x="462453" y="2623554"/>
            <a:chExt cx="2552892" cy="457924"/>
          </a:xfrm>
        </p:grpSpPr>
        <p:sp>
          <p:nvSpPr>
            <p:cNvPr id="81" name="!! 未选中">
              <a:hlinkClick r:id="rId36" action="ppaction://hlinksldjump"/>
              <a:extLst>
                <a:ext uri="{FF2B5EF4-FFF2-40B4-BE49-F238E27FC236}">
                  <a16:creationId xmlns:a16="http://schemas.microsoft.com/office/drawing/2014/main" id="{63400DCA-5050-0622-C0D5-6E35C368E3DD}"/>
                </a:ext>
              </a:extLst>
            </p:cNvPr>
            <p:cNvSpPr/>
            <p:nvPr/>
          </p:nvSpPr>
          <p:spPr>
            <a:xfrm>
              <a:off x="462453" y="2623554"/>
              <a:ext cx="2552892" cy="457924"/>
            </a:xfrm>
            <a:prstGeom prst="roundRect">
              <a:avLst>
                <a:gd name="adj" fmla="val 22880"/>
              </a:avLst>
            </a:prstGeom>
            <a:solidFill>
              <a:schemeClr val="bg2"/>
            </a:solidFill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1998" defTabSz="914377">
                <a:defRPr/>
              </a:pPr>
              <a:r>
                <a:rPr lang="zh-CN" altLang="en-US" sz="1400" dirty="0">
                  <a:solidFill>
                    <a:schemeClr val="tx1">
                      <a:lumMod val="90000"/>
                      <a:lumOff val="10000"/>
                    </a:schemeClr>
                  </a:solidFill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      更多连接</a:t>
              </a:r>
            </a:p>
          </p:txBody>
        </p:sp>
        <p:grpSp>
          <p:nvGrpSpPr>
            <p:cNvPr id="82" name="组合 81">
              <a:extLst>
                <a:ext uri="{FF2B5EF4-FFF2-40B4-BE49-F238E27FC236}">
                  <a16:creationId xmlns:a16="http://schemas.microsoft.com/office/drawing/2014/main" id="{8508ABD0-F287-6C43-0FD5-847FD0E860E4}"/>
                </a:ext>
              </a:extLst>
            </p:cNvPr>
            <p:cNvGrpSpPr/>
            <p:nvPr/>
          </p:nvGrpSpPr>
          <p:grpSpPr>
            <a:xfrm>
              <a:off x="600851" y="2735577"/>
              <a:ext cx="245090" cy="245090"/>
              <a:chOff x="3449581" y="2374787"/>
              <a:chExt cx="263638" cy="263638"/>
            </a:xfrm>
          </p:grpSpPr>
          <p:sp>
            <p:nvSpPr>
              <p:cNvPr id="83" name="椭圆 82">
                <a:extLst>
                  <a:ext uri="{FF2B5EF4-FFF2-40B4-BE49-F238E27FC236}">
                    <a16:creationId xmlns:a16="http://schemas.microsoft.com/office/drawing/2014/main" id="{EF5251C0-017A-535B-A95F-AA411BB0C5D0}"/>
                  </a:ext>
                </a:extLst>
              </p:cNvPr>
              <p:cNvSpPr/>
              <p:nvPr/>
            </p:nvSpPr>
            <p:spPr>
              <a:xfrm>
                <a:off x="3449581" y="2374787"/>
                <a:ext cx="263638" cy="263638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84" name="icon">
                <a:extLst>
                  <a:ext uri="{FF2B5EF4-FFF2-40B4-BE49-F238E27FC236}">
                    <a16:creationId xmlns:a16="http://schemas.microsoft.com/office/drawing/2014/main" id="{2945D3C1-68A2-BB50-4958-40C2DBDAB36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7">
                <a:extLst>
                  <a:ext uri="{96DAC541-7B7A-43D3-8B79-37D633B846F1}">
                    <asvg:svgBlip xmlns:asvg="http://schemas.microsoft.com/office/drawing/2016/SVG/main" r:embed="rId38"/>
                  </a:ext>
                </a:extLst>
              </a:blip>
              <a:srcRect/>
              <a:stretch/>
            </p:blipFill>
            <p:spPr>
              <a:xfrm>
                <a:off x="3513774" y="2433849"/>
                <a:ext cx="143060" cy="143060"/>
              </a:xfrm>
              <a:prstGeom prst="rect">
                <a:avLst/>
              </a:prstGeom>
            </p:spPr>
          </p:pic>
        </p:grpSp>
      </p:grpSp>
      <p:sp>
        <p:nvSpPr>
          <p:cNvPr id="85" name="!! 更多">
            <a:extLst>
              <a:ext uri="{FF2B5EF4-FFF2-40B4-BE49-F238E27FC236}">
                <a16:creationId xmlns:a16="http://schemas.microsoft.com/office/drawing/2014/main" id="{7D533847-F5FC-E6EB-FABC-A6D3CBEC509D}"/>
              </a:ext>
            </a:extLst>
          </p:cNvPr>
          <p:cNvSpPr txBox="1"/>
          <p:nvPr/>
        </p:nvSpPr>
        <p:spPr>
          <a:xfrm>
            <a:off x="1310353" y="6016666"/>
            <a:ext cx="85443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100" dirty="0">
                <a:solidFill>
                  <a:schemeClr val="accent1"/>
                </a:solidFill>
              </a:rPr>
              <a:t>下一页</a:t>
            </a:r>
          </a:p>
        </p:txBody>
      </p:sp>
      <p:grpSp>
        <p:nvGrpSpPr>
          <p:cNvPr id="86" name="!! 蓝牙">
            <a:extLst>
              <a:ext uri="{FF2B5EF4-FFF2-40B4-BE49-F238E27FC236}">
                <a16:creationId xmlns:a16="http://schemas.microsoft.com/office/drawing/2014/main" id="{B160B699-FB22-2C9C-9998-D0ADEF45A707}"/>
              </a:ext>
            </a:extLst>
          </p:cNvPr>
          <p:cNvGrpSpPr/>
          <p:nvPr/>
        </p:nvGrpSpPr>
        <p:grpSpPr>
          <a:xfrm>
            <a:off x="462453" y="2846581"/>
            <a:ext cx="2552892" cy="457924"/>
            <a:chOff x="462452" y="2059603"/>
            <a:chExt cx="2552892" cy="457924"/>
          </a:xfrm>
        </p:grpSpPr>
        <p:sp>
          <p:nvSpPr>
            <p:cNvPr id="87" name="!! 未选中">
              <a:hlinkClick r:id="rId39" action="ppaction://hlinksldjump"/>
              <a:extLst>
                <a:ext uri="{FF2B5EF4-FFF2-40B4-BE49-F238E27FC236}">
                  <a16:creationId xmlns:a16="http://schemas.microsoft.com/office/drawing/2014/main" id="{993B5887-1E50-215F-1FA5-4611B7FF8451}"/>
                </a:ext>
              </a:extLst>
            </p:cNvPr>
            <p:cNvSpPr/>
            <p:nvPr/>
          </p:nvSpPr>
          <p:spPr>
            <a:xfrm>
              <a:off x="462452" y="2059603"/>
              <a:ext cx="2552892" cy="457924"/>
            </a:xfrm>
            <a:prstGeom prst="roundRect">
              <a:avLst>
                <a:gd name="adj" fmla="val 22880"/>
              </a:avLst>
            </a:prstGeom>
            <a:solidFill>
              <a:schemeClr val="bg2"/>
            </a:solidFill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1998" defTabSz="914377">
                <a:defRPr/>
              </a:pPr>
              <a:r>
                <a:rPr lang="zh-CN" altLang="en-US" sz="1400" dirty="0">
                  <a:solidFill>
                    <a:schemeClr val="tx1">
                      <a:lumMod val="90000"/>
                      <a:lumOff val="10000"/>
                    </a:schemeClr>
                  </a:solidFill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      蓝牙</a:t>
              </a:r>
            </a:p>
          </p:txBody>
        </p:sp>
        <p:pic>
          <p:nvPicPr>
            <p:cNvPr id="88" name="图形 87">
              <a:extLst>
                <a:ext uri="{FF2B5EF4-FFF2-40B4-BE49-F238E27FC236}">
                  <a16:creationId xmlns:a16="http://schemas.microsoft.com/office/drawing/2014/main" id="{C8347C75-A4FC-8011-5EA7-3726A55AFFA0}"/>
                </a:ext>
              </a:extLst>
            </p:cNvPr>
            <p:cNvPicPr>
              <a:picLocks noChangeAspect="1"/>
            </p:cNvPicPr>
            <p:nvPr/>
          </p:nvPicPr>
          <p:blipFill>
            <a:blip r:embed="rId40">
              <a:extLst>
                <a:ext uri="{96DAC541-7B7A-43D3-8B79-37D633B846F1}">
                  <asvg:svgBlip xmlns:asvg="http://schemas.microsoft.com/office/drawing/2016/SVG/main" r:embed="rId41"/>
                </a:ext>
              </a:extLst>
            </a:blip>
            <a:stretch>
              <a:fillRect/>
            </a:stretch>
          </p:blipFill>
          <p:spPr>
            <a:xfrm>
              <a:off x="600851" y="2174279"/>
              <a:ext cx="237166" cy="237166"/>
            </a:xfrm>
            <a:prstGeom prst="rect">
              <a:avLst/>
            </a:prstGeom>
          </p:spPr>
        </p:pic>
      </p:grpSp>
      <p:grpSp>
        <p:nvGrpSpPr>
          <p:cNvPr id="89" name="!! WLAN">
            <a:extLst>
              <a:ext uri="{FF2B5EF4-FFF2-40B4-BE49-F238E27FC236}">
                <a16:creationId xmlns:a16="http://schemas.microsoft.com/office/drawing/2014/main" id="{7C7F019F-1935-1523-D51E-66FF9C217F01}"/>
              </a:ext>
            </a:extLst>
          </p:cNvPr>
          <p:cNvGrpSpPr/>
          <p:nvPr/>
        </p:nvGrpSpPr>
        <p:grpSpPr>
          <a:xfrm>
            <a:off x="462453" y="2282631"/>
            <a:ext cx="2552892" cy="457924"/>
            <a:chOff x="462452" y="1495653"/>
            <a:chExt cx="2552892" cy="457924"/>
          </a:xfrm>
        </p:grpSpPr>
        <p:grpSp>
          <p:nvGrpSpPr>
            <p:cNvPr id="90" name="!! WLAN">
              <a:extLst>
                <a:ext uri="{FF2B5EF4-FFF2-40B4-BE49-F238E27FC236}">
                  <a16:creationId xmlns:a16="http://schemas.microsoft.com/office/drawing/2014/main" id="{A1B800CB-EFCE-66D7-635A-D7039ECD95D4}"/>
                </a:ext>
              </a:extLst>
            </p:cNvPr>
            <p:cNvGrpSpPr/>
            <p:nvPr/>
          </p:nvGrpSpPr>
          <p:grpSpPr>
            <a:xfrm>
              <a:off x="462452" y="1495653"/>
              <a:ext cx="2552892" cy="457924"/>
              <a:chOff x="462452" y="1495653"/>
              <a:chExt cx="2552892" cy="457924"/>
            </a:xfrm>
          </p:grpSpPr>
          <p:sp>
            <p:nvSpPr>
              <p:cNvPr id="92" name="!! 未选中">
                <a:hlinkClick r:id="rId42" action="ppaction://hlinksldjump"/>
                <a:extLst>
                  <a:ext uri="{FF2B5EF4-FFF2-40B4-BE49-F238E27FC236}">
                    <a16:creationId xmlns:a16="http://schemas.microsoft.com/office/drawing/2014/main" id="{0672A440-B65E-D3AD-F22F-F94F07D208AD}"/>
                  </a:ext>
                </a:extLst>
              </p:cNvPr>
              <p:cNvSpPr/>
              <p:nvPr/>
            </p:nvSpPr>
            <p:spPr>
              <a:xfrm>
                <a:off x="462452" y="1495653"/>
                <a:ext cx="2552892" cy="457924"/>
              </a:xfrm>
              <a:prstGeom prst="roundRect">
                <a:avLst>
                  <a:gd name="adj" fmla="val 22880"/>
                </a:avLst>
              </a:prstGeom>
              <a:solidFill>
                <a:schemeClr val="bg2"/>
              </a:solidFill>
              <a:ln w="6350"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71998" defTabSz="914377">
                  <a:defRPr/>
                </a:pPr>
                <a:r>
                  <a:rPr lang="zh-CN" altLang="en-US" sz="1400" dirty="0">
                    <a:solidFill>
                      <a:schemeClr val="tx1">
                        <a:lumMod val="90000"/>
                        <a:lumOff val="10000"/>
                      </a:schemeClr>
                    </a:solidFill>
                    <a:latin typeface="vivo Sans Light" panose="02000400000000000000" pitchFamily="2" charset="-122"/>
                    <a:ea typeface="vivo Sans Light" panose="02000400000000000000" pitchFamily="2" charset="-122"/>
                    <a:cs typeface="vivo Sans Light" panose="02000400000000000000" pitchFamily="2" charset="-122"/>
                  </a:rPr>
                  <a:t>      无线局域网</a:t>
                </a:r>
              </a:p>
            </p:txBody>
          </p:sp>
          <p:pic>
            <p:nvPicPr>
              <p:cNvPr id="93" name="icon">
                <a:extLst>
                  <a:ext uri="{FF2B5EF4-FFF2-40B4-BE49-F238E27FC236}">
                    <a16:creationId xmlns:a16="http://schemas.microsoft.com/office/drawing/2014/main" id="{99CF6D45-950B-03F0-0209-27ED7DD6EEF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3">
                <a:extLst>
                  <a:ext uri="{96DAC541-7B7A-43D3-8B79-37D633B846F1}">
                    <asvg:svgBlip xmlns:asvg="http://schemas.microsoft.com/office/drawing/2016/SVG/main" r:embed="rId44"/>
                  </a:ext>
                </a:extLst>
              </a:blip>
              <a:srcRect/>
              <a:stretch/>
            </p:blipFill>
            <p:spPr>
              <a:xfrm>
                <a:off x="638475" y="1636367"/>
                <a:ext cx="169842" cy="169842"/>
              </a:xfrm>
              <a:prstGeom prst="rect">
                <a:avLst/>
              </a:prstGeom>
            </p:spPr>
          </p:pic>
        </p:grpSp>
        <p:pic>
          <p:nvPicPr>
            <p:cNvPr id="91" name="图形 90">
              <a:extLst>
                <a:ext uri="{FF2B5EF4-FFF2-40B4-BE49-F238E27FC236}">
                  <a16:creationId xmlns:a16="http://schemas.microsoft.com/office/drawing/2014/main" id="{BC64E9D7-D039-17A1-CC51-E37BC819CC58}"/>
                </a:ext>
              </a:extLst>
            </p:cNvPr>
            <p:cNvPicPr>
              <a:picLocks noChangeAspect="1"/>
            </p:cNvPicPr>
            <p:nvPr/>
          </p:nvPicPr>
          <p:blipFill>
            <a:blip r:embed="rId45">
              <a:extLst>
                <a:ext uri="{96DAC541-7B7A-43D3-8B79-37D633B846F1}">
                  <asvg:svgBlip xmlns:asvg="http://schemas.microsoft.com/office/drawing/2016/SVG/main" r:embed="rId46"/>
                </a:ext>
              </a:extLst>
            </a:blip>
            <a:stretch>
              <a:fillRect/>
            </a:stretch>
          </p:blipFill>
          <p:spPr>
            <a:xfrm>
              <a:off x="600489" y="1593839"/>
              <a:ext cx="245452" cy="245452"/>
            </a:xfrm>
            <a:prstGeom prst="rect">
              <a:avLst/>
            </a:prstGeom>
          </p:spPr>
        </p:pic>
      </p:grpSp>
      <p:grpSp>
        <p:nvGrpSpPr>
          <p:cNvPr id="94" name="!! 关于">
            <a:extLst>
              <a:ext uri="{FF2B5EF4-FFF2-40B4-BE49-F238E27FC236}">
                <a16:creationId xmlns:a16="http://schemas.microsoft.com/office/drawing/2014/main" id="{69FF7B0C-5E1A-C14B-BBD1-735299A32F3C}"/>
              </a:ext>
            </a:extLst>
          </p:cNvPr>
          <p:cNvGrpSpPr/>
          <p:nvPr/>
        </p:nvGrpSpPr>
        <p:grpSpPr>
          <a:xfrm>
            <a:off x="461126" y="5442791"/>
            <a:ext cx="2552892" cy="457924"/>
            <a:chOff x="453977" y="4076722"/>
            <a:chExt cx="2552892" cy="457924"/>
          </a:xfrm>
        </p:grpSpPr>
        <p:sp>
          <p:nvSpPr>
            <p:cNvPr id="95" name="!! 未选中">
              <a:hlinkClick r:id="rId47" action="ppaction://hlinksldjump"/>
              <a:extLst>
                <a:ext uri="{FF2B5EF4-FFF2-40B4-BE49-F238E27FC236}">
                  <a16:creationId xmlns:a16="http://schemas.microsoft.com/office/drawing/2014/main" id="{ED6DD02B-1FDF-95A6-44F0-AB436DBD5EC5}"/>
                </a:ext>
              </a:extLst>
            </p:cNvPr>
            <p:cNvSpPr/>
            <p:nvPr/>
          </p:nvSpPr>
          <p:spPr>
            <a:xfrm>
              <a:off x="453977" y="4076722"/>
              <a:ext cx="2552892" cy="457924"/>
            </a:xfrm>
            <a:prstGeom prst="roundRect">
              <a:avLst>
                <a:gd name="adj" fmla="val 22880"/>
              </a:avLst>
            </a:prstGeom>
            <a:solidFill>
              <a:schemeClr val="bg2"/>
            </a:solidFill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1998" defTabSz="914377">
                <a:defRPr/>
              </a:pPr>
              <a:r>
                <a:rPr lang="zh-CN" altLang="en-US" sz="1400" dirty="0">
                  <a:solidFill>
                    <a:schemeClr val="tx1">
                      <a:lumMod val="90000"/>
                      <a:lumOff val="10000"/>
                    </a:schemeClr>
                  </a:solidFill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      关于此</a:t>
              </a:r>
              <a:r>
                <a:rPr lang="en-US" altLang="zh-CN" sz="1400" dirty="0">
                  <a:solidFill>
                    <a:schemeClr val="tx1">
                      <a:lumMod val="90000"/>
                      <a:lumOff val="10000"/>
                    </a:schemeClr>
                  </a:solidFill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Pad</a:t>
              </a:r>
              <a:endParaRPr lang="zh-CN" altLang="en-US" sz="1400" dirty="0">
                <a:solidFill>
                  <a:schemeClr val="tx1">
                    <a:lumMod val="90000"/>
                    <a:lumOff val="10000"/>
                  </a:schemeClr>
                </a:solidFill>
                <a:latin typeface="vivo Sans Light" panose="02000400000000000000" pitchFamily="2" charset="-122"/>
                <a:ea typeface="vivo Sans Light" panose="02000400000000000000" pitchFamily="2" charset="-122"/>
                <a:cs typeface="vivo Sans Light" panose="02000400000000000000" pitchFamily="2" charset="-122"/>
              </a:endParaRPr>
            </a:p>
          </p:txBody>
        </p:sp>
        <p:pic>
          <p:nvPicPr>
            <p:cNvPr id="96" name="图形 95">
              <a:extLst>
                <a:ext uri="{FF2B5EF4-FFF2-40B4-BE49-F238E27FC236}">
                  <a16:creationId xmlns:a16="http://schemas.microsoft.com/office/drawing/2014/main" id="{0452D80B-F6D9-7F38-B1CA-9BECE4405BE4}"/>
                </a:ext>
              </a:extLst>
            </p:cNvPr>
            <p:cNvPicPr>
              <a:picLocks noChangeAspect="1"/>
            </p:cNvPicPr>
            <p:nvPr/>
          </p:nvPicPr>
          <p:blipFill>
            <a:blip r:embed="rId48">
              <a:extLst>
                <a:ext uri="{96DAC541-7B7A-43D3-8B79-37D633B846F1}">
                  <asvg:svgBlip xmlns:asvg="http://schemas.microsoft.com/office/drawing/2016/SVG/main" r:embed="rId49"/>
                </a:ext>
              </a:extLst>
            </a:blip>
            <a:stretch>
              <a:fillRect/>
            </a:stretch>
          </p:blipFill>
          <p:spPr>
            <a:xfrm flipV="1">
              <a:off x="599323" y="4190280"/>
              <a:ext cx="238694" cy="238694"/>
            </a:xfrm>
            <a:prstGeom prst="rect">
              <a:avLst/>
            </a:prstGeom>
          </p:spPr>
        </p:pic>
      </p:grpSp>
      <p:grpSp>
        <p:nvGrpSpPr>
          <p:cNvPr id="97" name="!! 保护">
            <a:extLst>
              <a:ext uri="{FF2B5EF4-FFF2-40B4-BE49-F238E27FC236}">
                <a16:creationId xmlns:a16="http://schemas.microsoft.com/office/drawing/2014/main" id="{A3994204-07BE-FFCF-23FE-7F1413180AB9}"/>
              </a:ext>
            </a:extLst>
          </p:cNvPr>
          <p:cNvGrpSpPr/>
          <p:nvPr/>
        </p:nvGrpSpPr>
        <p:grpSpPr>
          <a:xfrm>
            <a:off x="461126" y="4868915"/>
            <a:ext cx="2552892" cy="457924"/>
            <a:chOff x="462453" y="2623554"/>
            <a:chExt cx="2552892" cy="457924"/>
          </a:xfrm>
        </p:grpSpPr>
        <p:sp>
          <p:nvSpPr>
            <p:cNvPr id="98" name="!! 未选中">
              <a:hlinkClick r:id="rId50" action="ppaction://hlinksldjump"/>
              <a:extLst>
                <a:ext uri="{FF2B5EF4-FFF2-40B4-BE49-F238E27FC236}">
                  <a16:creationId xmlns:a16="http://schemas.microsoft.com/office/drawing/2014/main" id="{186B32C5-648C-BF84-2304-4E5CF3E03B33}"/>
                </a:ext>
              </a:extLst>
            </p:cNvPr>
            <p:cNvSpPr/>
            <p:nvPr/>
          </p:nvSpPr>
          <p:spPr>
            <a:xfrm>
              <a:off x="462453" y="2623554"/>
              <a:ext cx="2552892" cy="457924"/>
            </a:xfrm>
            <a:prstGeom prst="roundRect">
              <a:avLst>
                <a:gd name="adj" fmla="val 22880"/>
              </a:avLst>
            </a:prstGeom>
            <a:solidFill>
              <a:schemeClr val="tx1">
                <a:lumMod val="10000"/>
                <a:lumOff val="90000"/>
              </a:schemeClr>
            </a:solidFill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1998" defTabSz="914377">
                <a:defRPr/>
              </a:pPr>
              <a:r>
                <a:rPr lang="zh-CN" altLang="en-US" sz="1400" dirty="0">
                  <a:solidFill>
                    <a:schemeClr val="tx1">
                      <a:lumMod val="90000"/>
                      <a:lumOff val="10000"/>
                    </a:schemeClr>
                  </a:solidFill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      设备安全性</a:t>
              </a:r>
            </a:p>
          </p:txBody>
        </p:sp>
        <p:grpSp>
          <p:nvGrpSpPr>
            <p:cNvPr id="99" name="组合 98">
              <a:extLst>
                <a:ext uri="{FF2B5EF4-FFF2-40B4-BE49-F238E27FC236}">
                  <a16:creationId xmlns:a16="http://schemas.microsoft.com/office/drawing/2014/main" id="{F7903065-6191-720A-01A2-528F656874B2}"/>
                </a:ext>
              </a:extLst>
            </p:cNvPr>
            <p:cNvGrpSpPr/>
            <p:nvPr/>
          </p:nvGrpSpPr>
          <p:grpSpPr>
            <a:xfrm>
              <a:off x="600851" y="2735577"/>
              <a:ext cx="245090" cy="245090"/>
              <a:chOff x="3449581" y="2374787"/>
              <a:chExt cx="263638" cy="263638"/>
            </a:xfrm>
          </p:grpSpPr>
          <p:sp>
            <p:nvSpPr>
              <p:cNvPr id="100" name="椭圆 99">
                <a:extLst>
                  <a:ext uri="{FF2B5EF4-FFF2-40B4-BE49-F238E27FC236}">
                    <a16:creationId xmlns:a16="http://schemas.microsoft.com/office/drawing/2014/main" id="{40F0EFBD-4CA9-8FB9-2CE7-AD8DEF8E8B7B}"/>
                  </a:ext>
                </a:extLst>
              </p:cNvPr>
              <p:cNvSpPr/>
              <p:nvPr/>
            </p:nvSpPr>
            <p:spPr>
              <a:xfrm>
                <a:off x="3449581" y="2374787"/>
                <a:ext cx="263638" cy="263638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101" name="icon">
                <a:extLst>
                  <a:ext uri="{FF2B5EF4-FFF2-40B4-BE49-F238E27FC236}">
                    <a16:creationId xmlns:a16="http://schemas.microsoft.com/office/drawing/2014/main" id="{D0E9D62A-784E-AE71-9D06-1F8EA0A7B96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1">
                <a:extLst>
                  <a:ext uri="{96DAC541-7B7A-43D3-8B79-37D633B846F1}">
                    <asvg:svgBlip xmlns:asvg="http://schemas.microsoft.com/office/drawing/2016/SVG/main" r:embed="rId52"/>
                  </a:ext>
                </a:extLst>
              </a:blip>
              <a:srcRect/>
              <a:stretch/>
            </p:blipFill>
            <p:spPr>
              <a:xfrm>
                <a:off x="3513869" y="2435878"/>
                <a:ext cx="143060" cy="143060"/>
              </a:xfrm>
              <a:prstGeom prst="rect">
                <a:avLst/>
              </a:prstGeom>
            </p:spPr>
          </p:pic>
        </p:grpSp>
      </p:grpSp>
      <p:grpSp>
        <p:nvGrpSpPr>
          <p:cNvPr id="102" name="组合 101">
            <a:extLst>
              <a:ext uri="{FF2B5EF4-FFF2-40B4-BE49-F238E27FC236}">
                <a16:creationId xmlns:a16="http://schemas.microsoft.com/office/drawing/2014/main" id="{79B3FB79-93F7-0E5E-0EF7-0FBB98EB29D3}"/>
              </a:ext>
            </a:extLst>
          </p:cNvPr>
          <p:cNvGrpSpPr/>
          <p:nvPr/>
        </p:nvGrpSpPr>
        <p:grpSpPr>
          <a:xfrm>
            <a:off x="461126" y="1123111"/>
            <a:ext cx="2552892" cy="756471"/>
            <a:chOff x="461125" y="1123110"/>
            <a:chExt cx="2552892" cy="756471"/>
          </a:xfrm>
        </p:grpSpPr>
        <p:sp>
          <p:nvSpPr>
            <p:cNvPr id="103" name="矩形: 圆角 102">
              <a:hlinkClick r:id="rId53" action="ppaction://hlinksldjump"/>
              <a:extLst>
                <a:ext uri="{FF2B5EF4-FFF2-40B4-BE49-F238E27FC236}">
                  <a16:creationId xmlns:a16="http://schemas.microsoft.com/office/drawing/2014/main" id="{DF11DE40-1715-2CB7-D43E-796235CCA61B}"/>
                </a:ext>
              </a:extLst>
            </p:cNvPr>
            <p:cNvSpPr/>
            <p:nvPr/>
          </p:nvSpPr>
          <p:spPr>
            <a:xfrm>
              <a:off x="461125" y="1123110"/>
              <a:ext cx="2552892" cy="756471"/>
            </a:xfrm>
            <a:prstGeom prst="roundRect">
              <a:avLst>
                <a:gd name="adj" fmla="val 13695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4" name="文本框 103">
              <a:extLst>
                <a:ext uri="{FF2B5EF4-FFF2-40B4-BE49-F238E27FC236}">
                  <a16:creationId xmlns:a16="http://schemas.microsoft.com/office/drawing/2014/main" id="{B9AA916D-6782-EEDC-CABE-7E19582E9985}"/>
                </a:ext>
              </a:extLst>
            </p:cNvPr>
            <p:cNvSpPr txBox="1"/>
            <p:nvPr/>
          </p:nvSpPr>
          <p:spPr>
            <a:xfrm>
              <a:off x="1119456" y="1283470"/>
              <a:ext cx="161993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dirty="0">
                  <a:latin typeface="+mn-ea"/>
                  <a:cs typeface="vivo Sans Light" panose="02000400000000000000" pitchFamily="2" charset="-122"/>
                </a:rPr>
                <a:t>雨夌</a:t>
              </a:r>
            </a:p>
          </p:txBody>
        </p:sp>
        <p:sp>
          <p:nvSpPr>
            <p:cNvPr id="105" name="文本框 104">
              <a:extLst>
                <a:ext uri="{FF2B5EF4-FFF2-40B4-BE49-F238E27FC236}">
                  <a16:creationId xmlns:a16="http://schemas.microsoft.com/office/drawing/2014/main" id="{17DCBDE1-E688-7A2A-7B50-49A70A0DFA84}"/>
                </a:ext>
              </a:extLst>
            </p:cNvPr>
            <p:cNvSpPr txBox="1"/>
            <p:nvPr/>
          </p:nvSpPr>
          <p:spPr>
            <a:xfrm>
              <a:off x="1119456" y="1497658"/>
              <a:ext cx="161993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000" dirty="0">
                  <a:solidFill>
                    <a:schemeClr val="bg1">
                      <a:lumMod val="75000"/>
                    </a:schemeClr>
                  </a:solidFill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管理你的云账户</a:t>
              </a:r>
            </a:p>
          </p:txBody>
        </p:sp>
        <p:sp>
          <p:nvSpPr>
            <p:cNvPr id="106" name="!! 头像框">
              <a:extLst>
                <a:ext uri="{FF2B5EF4-FFF2-40B4-BE49-F238E27FC236}">
                  <a16:creationId xmlns:a16="http://schemas.microsoft.com/office/drawing/2014/main" id="{03C08470-8970-4413-9777-23745020C93E}"/>
                </a:ext>
              </a:extLst>
            </p:cNvPr>
            <p:cNvSpPr/>
            <p:nvPr/>
          </p:nvSpPr>
          <p:spPr>
            <a:xfrm>
              <a:off x="638475" y="1267548"/>
              <a:ext cx="463636" cy="463636"/>
            </a:xfrm>
            <a:prstGeom prst="ellipse">
              <a:avLst/>
            </a:prstGeom>
            <a:blipFill>
              <a:blip r:embed="rId54"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77">
                <a:defRPr/>
              </a:pPr>
              <a:endParaRPr lang="zh-CN" altLang="en-US">
                <a:solidFill>
                  <a:srgbClr val="F5F5F5"/>
                </a:solidFill>
                <a:latin typeface="vivo Sans"/>
                <a:ea typeface="vivo Sans"/>
              </a:endParaRPr>
            </a:p>
          </p:txBody>
        </p:sp>
      </p:grpSp>
      <p:sp>
        <p:nvSpPr>
          <p:cNvPr id="8" name="!! 遮罩2">
            <a:extLst>
              <a:ext uri="{FF2B5EF4-FFF2-40B4-BE49-F238E27FC236}">
                <a16:creationId xmlns:a16="http://schemas.microsoft.com/office/drawing/2014/main" id="{FF5EB5FD-74C3-7ADF-7427-4BD46436EE4A}"/>
              </a:ext>
            </a:extLst>
          </p:cNvPr>
          <p:cNvSpPr/>
          <p:nvPr/>
        </p:nvSpPr>
        <p:spPr>
          <a:xfrm>
            <a:off x="1" y="0"/>
            <a:ext cx="12180291" cy="6858000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>
              <a:defRPr/>
            </a:pPr>
            <a:endParaRPr lang="zh-CN" altLang="en-US" dirty="0">
              <a:solidFill>
                <a:srgbClr val="F5F5F5"/>
              </a:solidFill>
              <a:latin typeface="vivo Sans"/>
              <a:ea typeface="vivo Sans"/>
            </a:endParaRPr>
          </a:p>
        </p:txBody>
      </p:sp>
    </p:spTree>
    <p:extLst>
      <p:ext uri="{BB962C8B-B14F-4D97-AF65-F5344CB8AC3E}">
        <p14:creationId xmlns:p14="http://schemas.microsoft.com/office/powerpoint/2010/main" val="17490671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 advClick="0" advTm="0">
        <p:fade/>
      </p:transition>
    </mc:Choice>
    <mc:Fallback xmlns="">
      <p:transition advClick="0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8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1" nodeType="clickEffect">
                                  <p:stCondLst>
                                    <p:cond delay="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15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15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xit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15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0" presetClass="exit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15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0" presetClass="exit" presetSubtype="0" fill="hold" grpId="1" nodeType="withEffect">
                                  <p:stCondLst>
                                    <p:cond delay="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15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0" presetClass="exit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15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0" presetClass="exit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15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0" presetClass="exit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15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35" presetClass="path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30" dur="33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1" presetID="35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32" dur="33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3" presetID="35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34" dur="33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5" presetID="35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36" dur="33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7" presetID="35" presetClass="path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38" dur="33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9" presetID="35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40" dur="33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1" presetID="35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42" dur="33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35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44" dur="33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5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5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5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63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5 0 E" pathEditMode="fixed" ptsTypes="">
                                      <p:cBhvr>
                                        <p:cTn id="58" dur="330" spd="-100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9" presetID="63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5 0 E" pathEditMode="fixed" ptsTypes="">
                                      <p:cBhvr>
                                        <p:cTn id="60" dur="330" spd="-100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1" presetID="63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5 0 E" pathEditMode="fixed" ptsTypes="">
                                      <p:cBhvr>
                                        <p:cTn id="62" dur="330" spd="-100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3" presetID="63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5 0 E" pathEditMode="fixed" ptsTypes="">
                                      <p:cBhvr>
                                        <p:cTn id="64" dur="330" spd="-100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3" nodeType="click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5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5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15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15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3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15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5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15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15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35" presetClass="path" presetSubtype="0" decel="10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92" dur="330" spd="-100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3" presetID="35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94" dur="330" spd="-1000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5" presetID="35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96" dur="330" spd="-1000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7" presetID="35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98" dur="330" spd="-1000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9" presetID="35" presetClass="path" presetSubtype="0" decel="10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100" dur="330" spd="-1000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1" presetID="35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102" dur="330" spd="-100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3" presetID="35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104" dur="330" spd="-1000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5" presetID="35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106" dur="330" spd="-1000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7" presetID="10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8" dur="15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1" dur="15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4" dur="15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7" dur="1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63" presetClass="path" presetSubtype="0" decel="10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5 0 E" pathEditMode="relative" ptsTypes="">
                                      <p:cBhvr>
                                        <p:cTn id="120" dur="33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1" presetID="63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5 0 E" pathEditMode="relative" ptsTypes="">
                                      <p:cBhvr>
                                        <p:cTn id="122" dur="33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3" presetID="63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5 0 E" pathEditMode="relative" ptsTypes="">
                                      <p:cBhvr>
                                        <p:cTn id="124" dur="33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5" presetID="63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5 0 E" pathEditMode="relative" ptsTypes="">
                                      <p:cBhvr>
                                        <p:cTn id="126" dur="33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5"/>
                  </p:tgtEl>
                </p:cond>
              </p:nextCondLst>
            </p:seq>
          </p:childTnLst>
        </p:cTn>
      </p:par>
    </p:tnLst>
    <p:bldLst>
      <p:bldP spid="71" grpId="0"/>
      <p:bldP spid="71" grpId="1"/>
      <p:bldP spid="71" grpId="2"/>
      <p:bldP spid="71" grpId="3"/>
      <p:bldP spid="73" grpId="0"/>
      <p:bldP spid="73" grpId="1"/>
      <p:bldP spid="73" grpId="2"/>
      <p:bldP spid="73" grpId="3"/>
      <p:bldP spid="76" grpId="0"/>
      <p:bldP spid="76" grpId="1"/>
      <p:bldP spid="76" grpId="2"/>
      <p:bldP spid="76" grpId="3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2F058A-EDAA-D90B-03EC-CAFC0F80D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!! 背景板">
            <a:extLst>
              <a:ext uri="{FF2B5EF4-FFF2-40B4-BE49-F238E27FC236}">
                <a16:creationId xmlns:a16="http://schemas.microsoft.com/office/drawing/2014/main" id="{33D1BFDA-149B-401B-D0EA-5260DEA4A2CC}"/>
              </a:ext>
            </a:extLst>
          </p:cNvPr>
          <p:cNvSpPr/>
          <p:nvPr/>
        </p:nvSpPr>
        <p:spPr>
          <a:xfrm>
            <a:off x="11709" y="0"/>
            <a:ext cx="12192000" cy="6858000"/>
          </a:xfrm>
          <a:prstGeom prst="rect">
            <a:avLst/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>
              <a:defRPr/>
            </a:pPr>
            <a:endParaRPr lang="zh-CN" altLang="en-US" dirty="0">
              <a:solidFill>
                <a:srgbClr val="F5F5F5"/>
              </a:solidFill>
              <a:latin typeface="vivo Sans"/>
              <a:ea typeface="vivo Sans"/>
            </a:endParaRPr>
          </a:p>
        </p:txBody>
      </p:sp>
      <p:grpSp>
        <p:nvGrpSpPr>
          <p:cNvPr id="25" name="!! 大标题">
            <a:extLst>
              <a:ext uri="{FF2B5EF4-FFF2-40B4-BE49-F238E27FC236}">
                <a16:creationId xmlns:a16="http://schemas.microsoft.com/office/drawing/2014/main" id="{E9135A38-2CE4-1F8F-1C91-79C9A7DE59AD}"/>
              </a:ext>
            </a:extLst>
          </p:cNvPr>
          <p:cNvGrpSpPr/>
          <p:nvPr/>
        </p:nvGrpSpPr>
        <p:grpSpPr>
          <a:xfrm>
            <a:off x="462457" y="484334"/>
            <a:ext cx="796551" cy="461665"/>
            <a:chOff x="3079753" y="1375827"/>
            <a:chExt cx="673782" cy="461665"/>
          </a:xfrm>
        </p:grpSpPr>
        <p:sp>
          <p:nvSpPr>
            <p:cNvPr id="27" name="!! 标题符">
              <a:extLst>
                <a:ext uri="{FF2B5EF4-FFF2-40B4-BE49-F238E27FC236}">
                  <a16:creationId xmlns:a16="http://schemas.microsoft.com/office/drawing/2014/main" id="{AAEFD10F-500A-5B04-2B33-087C0B25E74F}"/>
                </a:ext>
              </a:extLst>
            </p:cNvPr>
            <p:cNvSpPr/>
            <p:nvPr/>
          </p:nvSpPr>
          <p:spPr>
            <a:xfrm>
              <a:off x="3146905" y="1685496"/>
              <a:ext cx="551700" cy="1255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defTabSz="457189">
                <a:defRPr/>
              </a:pPr>
              <a:endParaRPr lang="zh-CN" altLang="en-US">
                <a:solidFill>
                  <a:srgbClr val="FFFFFF"/>
                </a:solidFill>
                <a:latin typeface="OPPOSans R"/>
                <a:ea typeface="OPPOSans R"/>
              </a:endParaRPr>
            </a:p>
          </p:txBody>
        </p:sp>
        <p:sp>
          <p:nvSpPr>
            <p:cNvPr id="28" name="!! 标题">
              <a:extLst>
                <a:ext uri="{FF2B5EF4-FFF2-40B4-BE49-F238E27FC236}">
                  <a16:creationId xmlns:a16="http://schemas.microsoft.com/office/drawing/2014/main" id="{D433B826-E4F4-2D66-9DAB-63ACDDF505B4}"/>
                </a:ext>
              </a:extLst>
            </p:cNvPr>
            <p:cNvSpPr txBox="1"/>
            <p:nvPr/>
          </p:nvSpPr>
          <p:spPr>
            <a:xfrm>
              <a:off x="3079753" y="1375827"/>
              <a:ext cx="67378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457189">
                <a:defRPr/>
              </a:pPr>
              <a:r>
                <a:rPr lang="zh-CN" altLang="en-US" sz="2400" dirty="0">
                  <a:solidFill>
                    <a:srgbClr val="000000">
                      <a:lumMod val="75000"/>
                      <a:lumOff val="25000"/>
                    </a:srgbClr>
                  </a:solidFill>
                  <a:latin typeface="vivo Sans Medium"/>
                  <a:ea typeface="vivo Sans Medium"/>
                </a:rPr>
                <a:t>设置</a:t>
              </a:r>
            </a:p>
          </p:txBody>
        </p:sp>
      </p:grpSp>
      <p:sp>
        <p:nvSpPr>
          <p:cNvPr id="2" name="!! 二级背景">
            <a:extLst>
              <a:ext uri="{FF2B5EF4-FFF2-40B4-BE49-F238E27FC236}">
                <a16:creationId xmlns:a16="http://schemas.microsoft.com/office/drawing/2014/main" id="{A7B1DB1B-1594-80B3-33DE-CDC5C28EAA9F}"/>
              </a:ext>
            </a:extLst>
          </p:cNvPr>
          <p:cNvSpPr/>
          <p:nvPr/>
        </p:nvSpPr>
        <p:spPr>
          <a:xfrm>
            <a:off x="3594541" y="0"/>
            <a:ext cx="859746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>
              <a:defRPr/>
            </a:pPr>
            <a:endParaRPr lang="zh-CN" altLang="en-US">
              <a:solidFill>
                <a:srgbClr val="F5F5F5"/>
              </a:solidFill>
              <a:latin typeface="vivo Sans"/>
              <a:ea typeface="vivo Sans"/>
            </a:endParaRPr>
          </a:p>
        </p:txBody>
      </p:sp>
      <p:grpSp>
        <p:nvGrpSpPr>
          <p:cNvPr id="3" name="!! 关闭按钮">
            <a:extLst>
              <a:ext uri="{FF2B5EF4-FFF2-40B4-BE49-F238E27FC236}">
                <a16:creationId xmlns:a16="http://schemas.microsoft.com/office/drawing/2014/main" id="{B1AC6E26-6B23-FB05-F0D9-5743762A7C63}"/>
              </a:ext>
            </a:extLst>
          </p:cNvPr>
          <p:cNvGrpSpPr/>
          <p:nvPr/>
        </p:nvGrpSpPr>
        <p:grpSpPr>
          <a:xfrm>
            <a:off x="2757496" y="569913"/>
            <a:ext cx="290511" cy="290511"/>
            <a:chOff x="2328464" y="3107859"/>
            <a:chExt cx="583223" cy="583223"/>
          </a:xfrm>
        </p:grpSpPr>
        <p:sp>
          <p:nvSpPr>
            <p:cNvPr id="4" name="矩形: 圆角 3">
              <a:hlinkClick r:id="rId3" action="ppaction://hlinksldjump"/>
              <a:extLst>
                <a:ext uri="{FF2B5EF4-FFF2-40B4-BE49-F238E27FC236}">
                  <a16:creationId xmlns:a16="http://schemas.microsoft.com/office/drawing/2014/main" id="{601B5550-3AFE-879A-D6B6-7661F6897D3C}"/>
                </a:ext>
              </a:extLst>
            </p:cNvPr>
            <p:cNvSpPr/>
            <p:nvPr/>
          </p:nvSpPr>
          <p:spPr>
            <a:xfrm>
              <a:off x="2328464" y="3107859"/>
              <a:ext cx="583223" cy="583223"/>
            </a:xfrm>
            <a:prstGeom prst="roundRect">
              <a:avLst>
                <a:gd name="adj" fmla="val 20771"/>
              </a:avLst>
            </a:prstGeom>
            <a:solidFill>
              <a:schemeClr val="bg2"/>
            </a:solidFill>
            <a:ln>
              <a:noFill/>
            </a:ln>
            <a:effectLst>
              <a:outerShdw blurRad="127000" sx="101000" sy="101000" algn="c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77">
                <a:defRPr/>
              </a:pPr>
              <a:endParaRPr lang="zh-CN" altLang="en-US">
                <a:solidFill>
                  <a:srgbClr val="F5F5F5"/>
                </a:solidFill>
                <a:latin typeface="vivo Sans"/>
                <a:ea typeface="vivo Sans"/>
              </a:endParaRPr>
            </a:p>
          </p:txBody>
        </p:sp>
        <p:pic>
          <p:nvPicPr>
            <p:cNvPr id="5" name="图形 4">
              <a:extLst>
                <a:ext uri="{FF2B5EF4-FFF2-40B4-BE49-F238E27FC236}">
                  <a16:creationId xmlns:a16="http://schemas.microsoft.com/office/drawing/2014/main" id="{193ADC7E-72F7-9484-3DE8-4DC5899A26B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/>
          </p:blipFill>
          <p:spPr>
            <a:xfrm>
              <a:off x="2375480" y="3154875"/>
              <a:ext cx="489196" cy="489196"/>
            </a:xfrm>
            <a:prstGeom prst="rect">
              <a:avLst/>
            </a:prstGeom>
          </p:spPr>
        </p:pic>
      </p:grpSp>
      <p:grpSp>
        <p:nvGrpSpPr>
          <p:cNvPr id="24" name="!! 关闭按钮">
            <a:extLst>
              <a:ext uri="{FF2B5EF4-FFF2-40B4-BE49-F238E27FC236}">
                <a16:creationId xmlns:a16="http://schemas.microsoft.com/office/drawing/2014/main" id="{AC2168B1-5DB0-38B0-0B53-0368D9400DC9}"/>
              </a:ext>
            </a:extLst>
          </p:cNvPr>
          <p:cNvGrpSpPr/>
          <p:nvPr/>
        </p:nvGrpSpPr>
        <p:grpSpPr>
          <a:xfrm>
            <a:off x="2333440" y="569913"/>
            <a:ext cx="290511" cy="290511"/>
            <a:chOff x="2328464" y="3107859"/>
            <a:chExt cx="583223" cy="583223"/>
          </a:xfrm>
        </p:grpSpPr>
        <p:sp>
          <p:nvSpPr>
            <p:cNvPr id="26" name="矩形: 圆角 25">
              <a:hlinkClick r:id="rId6" action="ppaction://hlinksldjump"/>
              <a:extLst>
                <a:ext uri="{FF2B5EF4-FFF2-40B4-BE49-F238E27FC236}">
                  <a16:creationId xmlns:a16="http://schemas.microsoft.com/office/drawing/2014/main" id="{25F0D962-6CC1-2DFE-274F-01F8ADE2A578}"/>
                </a:ext>
              </a:extLst>
            </p:cNvPr>
            <p:cNvSpPr/>
            <p:nvPr/>
          </p:nvSpPr>
          <p:spPr>
            <a:xfrm>
              <a:off x="2328464" y="3107859"/>
              <a:ext cx="583223" cy="583223"/>
            </a:xfrm>
            <a:prstGeom prst="roundRect">
              <a:avLst>
                <a:gd name="adj" fmla="val 20771"/>
              </a:avLst>
            </a:prstGeom>
            <a:solidFill>
              <a:schemeClr val="bg2"/>
            </a:solidFill>
            <a:ln>
              <a:noFill/>
            </a:ln>
            <a:effectLst>
              <a:outerShdw blurRad="127000" sx="101000" sy="101000" algn="c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77">
                <a:defRPr/>
              </a:pPr>
              <a:endParaRPr lang="zh-CN" altLang="en-US">
                <a:solidFill>
                  <a:srgbClr val="F5F5F5"/>
                </a:solidFill>
                <a:latin typeface="vivo Sans"/>
                <a:ea typeface="vivo Sans"/>
              </a:endParaRPr>
            </a:p>
          </p:txBody>
        </p:sp>
        <p:pic>
          <p:nvPicPr>
            <p:cNvPr id="29" name="图形 28">
              <a:extLst>
                <a:ext uri="{FF2B5EF4-FFF2-40B4-BE49-F238E27FC236}">
                  <a16:creationId xmlns:a16="http://schemas.microsoft.com/office/drawing/2014/main" id="{DA7D86F2-9F5A-E588-DFF6-57C4A7B9A9D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/>
          </p:blipFill>
          <p:spPr>
            <a:xfrm>
              <a:off x="2449200" y="3228595"/>
              <a:ext cx="341755" cy="341755"/>
            </a:xfrm>
            <a:prstGeom prst="rect">
              <a:avLst/>
            </a:prstGeom>
          </p:spPr>
        </p:pic>
      </p:grpSp>
      <p:grpSp>
        <p:nvGrpSpPr>
          <p:cNvPr id="10" name="返回">
            <a:extLst>
              <a:ext uri="{FF2B5EF4-FFF2-40B4-BE49-F238E27FC236}">
                <a16:creationId xmlns:a16="http://schemas.microsoft.com/office/drawing/2014/main" id="{7A31B9F6-19A2-065E-3E0A-61810C97B61E}"/>
              </a:ext>
            </a:extLst>
          </p:cNvPr>
          <p:cNvGrpSpPr/>
          <p:nvPr/>
        </p:nvGrpSpPr>
        <p:grpSpPr>
          <a:xfrm>
            <a:off x="4133691" y="519573"/>
            <a:ext cx="2667863" cy="369332"/>
            <a:chOff x="4133687" y="519573"/>
            <a:chExt cx="2667863" cy="369331"/>
          </a:xfrm>
        </p:grpSpPr>
        <p:sp>
          <p:nvSpPr>
            <p:cNvPr id="17" name="!! 副标题">
              <a:extLst>
                <a:ext uri="{FF2B5EF4-FFF2-40B4-BE49-F238E27FC236}">
                  <a16:creationId xmlns:a16="http://schemas.microsoft.com/office/drawing/2014/main" id="{2CBF63F5-DFE7-4634-9764-FF88E0BEF095}"/>
                </a:ext>
              </a:extLst>
            </p:cNvPr>
            <p:cNvSpPr txBox="1"/>
            <p:nvPr/>
          </p:nvSpPr>
          <p:spPr>
            <a:xfrm>
              <a:off x="4393644" y="519573"/>
              <a:ext cx="2407906" cy="369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914377">
                <a:defRPr/>
              </a:pPr>
              <a:r>
                <a:rPr lang="zh-CN" altLang="en-US" dirty="0">
                  <a:solidFill>
                    <a:srgbClr val="181818"/>
                  </a:solidFill>
                  <a:latin typeface="vivo Sans"/>
                  <a:ea typeface="vivo Sans"/>
                </a:rPr>
                <a:t>硬件保护</a:t>
              </a:r>
            </a:p>
          </p:txBody>
        </p:sp>
        <p:pic>
          <p:nvPicPr>
            <p:cNvPr id="18" name="图形 17">
              <a:extLst>
                <a:ext uri="{FF2B5EF4-FFF2-40B4-BE49-F238E27FC236}">
                  <a16:creationId xmlns:a16="http://schemas.microsoft.com/office/drawing/2014/main" id="{B57F5337-595C-7B19-7CAC-44E10E2058E7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4133687" y="584302"/>
              <a:ext cx="241776" cy="241776"/>
            </a:xfrm>
            <a:prstGeom prst="rect">
              <a:avLst/>
            </a:prstGeom>
          </p:spPr>
        </p:pic>
      </p:grpSp>
      <p:pic>
        <p:nvPicPr>
          <p:cNvPr id="65" name="icon">
            <a:extLst>
              <a:ext uri="{FF2B5EF4-FFF2-40B4-BE49-F238E27FC236}">
                <a16:creationId xmlns:a16="http://schemas.microsoft.com/office/drawing/2014/main" id="{FD92EB1F-1A53-16CF-98C9-A06AE75B5DED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/>
          <a:stretch/>
        </p:blipFill>
        <p:spPr>
          <a:xfrm>
            <a:off x="7449365" y="1377370"/>
            <a:ext cx="887812" cy="887812"/>
          </a:xfrm>
          <a:prstGeom prst="rect">
            <a:avLst/>
          </a:prstGeom>
        </p:spPr>
      </p:pic>
      <p:sp>
        <p:nvSpPr>
          <p:cNvPr id="70" name="!! 副标题">
            <a:extLst>
              <a:ext uri="{FF2B5EF4-FFF2-40B4-BE49-F238E27FC236}">
                <a16:creationId xmlns:a16="http://schemas.microsoft.com/office/drawing/2014/main" id="{34B380AD-ABD7-0318-21C8-430F6121AE25}"/>
              </a:ext>
            </a:extLst>
          </p:cNvPr>
          <p:cNvSpPr txBox="1"/>
          <p:nvPr/>
        </p:nvSpPr>
        <p:spPr>
          <a:xfrm>
            <a:off x="6689319" y="2523369"/>
            <a:ext cx="240790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377">
              <a:defRPr/>
            </a:pPr>
            <a:r>
              <a:rPr lang="zh-CN" altLang="en-US" sz="2000" dirty="0">
                <a:solidFill>
                  <a:srgbClr val="181818"/>
                </a:solidFill>
                <a:latin typeface="vivo Sans Medium"/>
                <a:ea typeface="vivo Sans Medium"/>
              </a:rPr>
              <a:t>硬件保护未启用</a:t>
            </a:r>
          </a:p>
        </p:txBody>
      </p:sp>
      <p:sp>
        <p:nvSpPr>
          <p:cNvPr id="72" name="按钮">
            <a:extLst>
              <a:ext uri="{FF2B5EF4-FFF2-40B4-BE49-F238E27FC236}">
                <a16:creationId xmlns:a16="http://schemas.microsoft.com/office/drawing/2014/main" id="{985B9E58-CFB6-2F9C-7E7B-9D4519190FA8}"/>
              </a:ext>
            </a:extLst>
          </p:cNvPr>
          <p:cNvSpPr/>
          <p:nvPr/>
        </p:nvSpPr>
        <p:spPr>
          <a:xfrm>
            <a:off x="4178597" y="3145062"/>
            <a:ext cx="7429351" cy="545100"/>
          </a:xfrm>
          <a:prstGeom prst="roundRect">
            <a:avLst>
              <a:gd name="adj" fmla="val 20746"/>
            </a:avLst>
          </a:prstGeom>
          <a:solidFill>
            <a:schemeClr val="bg2"/>
          </a:solidFill>
          <a:ln w="3175">
            <a:solidFill>
              <a:schemeClr val="bg1">
                <a:lumMod val="90000"/>
              </a:schemeClr>
            </a:solidFill>
          </a:ln>
          <a:effectLst>
            <a:outerShdw blurRad="190500" algn="ctr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07997" defTabSz="914377">
              <a:defRPr/>
            </a:pPr>
            <a:r>
              <a:rPr lang="zh-CN" altLang="en-US" sz="1400" dirty="0">
                <a:solidFill>
                  <a:srgbClr val="62A8D3"/>
                </a:solidFill>
                <a:latin typeface="vivo Sans"/>
                <a:ea typeface="vivo Sans"/>
              </a:rPr>
              <a:t>开启硬件保护</a:t>
            </a:r>
          </a:p>
        </p:txBody>
      </p:sp>
      <p:sp>
        <p:nvSpPr>
          <p:cNvPr id="74" name="!! 按钮">
            <a:extLst>
              <a:ext uri="{FF2B5EF4-FFF2-40B4-BE49-F238E27FC236}">
                <a16:creationId xmlns:a16="http://schemas.microsoft.com/office/drawing/2014/main" id="{C2E23050-E66A-5AEB-EE38-238AAB7072E2}"/>
              </a:ext>
            </a:extLst>
          </p:cNvPr>
          <p:cNvSpPr/>
          <p:nvPr/>
        </p:nvSpPr>
        <p:spPr>
          <a:xfrm>
            <a:off x="10984953" y="3346146"/>
            <a:ext cx="142932" cy="142932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>
              <a:defRPr/>
            </a:pPr>
            <a:endParaRPr lang="zh-CN" altLang="en-US" dirty="0">
              <a:solidFill>
                <a:srgbClr val="F5F5F5"/>
              </a:solidFill>
              <a:latin typeface="vivo Sans"/>
              <a:ea typeface="vivo Sans"/>
            </a:endParaRPr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6BBD8E8E-2B39-1588-0DEC-5EBB27B94B4F}"/>
              </a:ext>
            </a:extLst>
          </p:cNvPr>
          <p:cNvSpPr txBox="1"/>
          <p:nvPr/>
        </p:nvSpPr>
        <p:spPr>
          <a:xfrm>
            <a:off x="6505723" y="6220049"/>
            <a:ext cx="27750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377">
              <a:defRPr/>
            </a:pPr>
            <a:r>
              <a:rPr lang="zh-CN" altLang="en-US" sz="1200" dirty="0">
                <a:solidFill>
                  <a:srgbClr val="F5F5F5">
                    <a:lumMod val="50000"/>
                  </a:srgbClr>
                </a:solidFill>
                <a:latin typeface="vivo Sans"/>
                <a:ea typeface="vivo Sans"/>
              </a:rPr>
              <a:t>设备</a:t>
            </a:r>
            <a:r>
              <a:rPr lang="en-US" altLang="zh-CN" sz="1200" dirty="0">
                <a:solidFill>
                  <a:srgbClr val="F5F5F5">
                    <a:lumMod val="50000"/>
                  </a:srgbClr>
                </a:solidFill>
                <a:latin typeface="vivo Sans"/>
                <a:ea typeface="vivo Sans"/>
              </a:rPr>
              <a:t>ID</a:t>
            </a:r>
            <a:r>
              <a:rPr lang="zh-CN" altLang="en-US" sz="1200" dirty="0">
                <a:solidFill>
                  <a:srgbClr val="F5F5F5">
                    <a:lumMod val="50000"/>
                  </a:srgbClr>
                </a:solidFill>
                <a:latin typeface="vivo Sans"/>
                <a:ea typeface="vivo Sans"/>
              </a:rPr>
              <a:t>：</a:t>
            </a:r>
            <a:r>
              <a:rPr lang="en-US" altLang="zh-CN" sz="1200" dirty="0">
                <a:solidFill>
                  <a:srgbClr val="F5F5F5">
                    <a:lumMod val="50000"/>
                  </a:srgbClr>
                </a:solidFill>
                <a:latin typeface="vivo Sans"/>
                <a:ea typeface="vivo Sans"/>
              </a:rPr>
              <a:t>unknown</a:t>
            </a:r>
            <a:endParaRPr lang="zh-CN" altLang="en-US" sz="1200" dirty="0">
              <a:solidFill>
                <a:srgbClr val="F5F5F5">
                  <a:lumMod val="50000"/>
                </a:srgbClr>
              </a:solidFill>
              <a:latin typeface="vivo Sans"/>
              <a:ea typeface="vivo Sans"/>
            </a:endParaRPr>
          </a:p>
        </p:txBody>
      </p:sp>
      <p:grpSp>
        <p:nvGrpSpPr>
          <p:cNvPr id="11" name="!! dock右">
            <a:extLst>
              <a:ext uri="{FF2B5EF4-FFF2-40B4-BE49-F238E27FC236}">
                <a16:creationId xmlns:a16="http://schemas.microsoft.com/office/drawing/2014/main" id="{023A4E4E-899C-526B-46B1-D48430F89006}"/>
              </a:ext>
            </a:extLst>
          </p:cNvPr>
          <p:cNvGrpSpPr/>
          <p:nvPr/>
        </p:nvGrpSpPr>
        <p:grpSpPr>
          <a:xfrm>
            <a:off x="4869920" y="7119572"/>
            <a:ext cx="2452159" cy="574899"/>
            <a:chOff x="7408333" y="5780624"/>
            <a:chExt cx="2452159" cy="704838"/>
          </a:xfrm>
        </p:grpSpPr>
        <p:sp useBgFill="1">
          <p:nvSpPr>
            <p:cNvPr id="21" name="!! 模糊">
              <a:extLst>
                <a:ext uri="{FF2B5EF4-FFF2-40B4-BE49-F238E27FC236}">
                  <a16:creationId xmlns:a16="http://schemas.microsoft.com/office/drawing/2014/main" id="{0A243D6B-00EF-7A9C-B64D-8EAF11B96734}"/>
                </a:ext>
              </a:extLst>
            </p:cNvPr>
            <p:cNvSpPr>
              <a:spLocks/>
            </p:cNvSpPr>
            <p:nvPr/>
          </p:nvSpPr>
          <p:spPr>
            <a:xfrm>
              <a:off x="7408333" y="5780624"/>
              <a:ext cx="2452159" cy="704838"/>
            </a:xfrm>
            <a:prstGeom prst="roundRect">
              <a:avLst>
                <a:gd name="adj" fmla="val 15000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189">
                <a:defRPr/>
              </a:pPr>
              <a:endParaRPr lang="zh-CN" altLang="en-US">
                <a:solidFill>
                  <a:srgbClr val="FFFFFF"/>
                </a:solidFill>
                <a:latin typeface="OPPOSans R"/>
                <a:ea typeface="OPPOSans R"/>
              </a:endParaRPr>
            </a:p>
          </p:txBody>
        </p:sp>
        <p:sp>
          <p:nvSpPr>
            <p:cNvPr id="22" name="!! 颜色遮罩">
              <a:extLst>
                <a:ext uri="{FF2B5EF4-FFF2-40B4-BE49-F238E27FC236}">
                  <a16:creationId xmlns:a16="http://schemas.microsoft.com/office/drawing/2014/main" id="{683694AE-AFC0-A5CE-C9CE-4A52F659CE1E}"/>
                </a:ext>
              </a:extLst>
            </p:cNvPr>
            <p:cNvSpPr>
              <a:spLocks/>
            </p:cNvSpPr>
            <p:nvPr/>
          </p:nvSpPr>
          <p:spPr>
            <a:xfrm>
              <a:off x="7408333" y="5780624"/>
              <a:ext cx="2452159" cy="704838"/>
            </a:xfrm>
            <a:prstGeom prst="roundRect">
              <a:avLst>
                <a:gd name="adj" fmla="val 15000"/>
              </a:avLst>
            </a:prstGeom>
            <a:solidFill>
              <a:schemeClr val="bg2">
                <a:alpha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189">
                <a:defRPr/>
              </a:pPr>
              <a:endParaRPr lang="zh-CN" altLang="en-US" dirty="0">
                <a:solidFill>
                  <a:srgbClr val="FFFFFF"/>
                </a:solidFill>
                <a:latin typeface="OPPOSans R"/>
                <a:ea typeface="OPPOSans R"/>
              </a:endParaRPr>
            </a:p>
          </p:txBody>
        </p:sp>
        <p:pic>
          <p:nvPicPr>
            <p:cNvPr id="23" name="!! 信号">
              <a:extLst>
                <a:ext uri="{FF2B5EF4-FFF2-40B4-BE49-F238E27FC236}">
                  <a16:creationId xmlns:a16="http://schemas.microsoft.com/office/drawing/2014/main" id="{436CDA85-53D6-49FD-1660-E530079DE6F3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7638254" y="5893986"/>
              <a:ext cx="221460" cy="221458"/>
            </a:xfrm>
            <a:prstGeom prst="rect">
              <a:avLst/>
            </a:prstGeom>
          </p:spPr>
        </p:pic>
        <p:sp>
          <p:nvSpPr>
            <p:cNvPr id="33" name="!! 运营商">
              <a:extLst>
                <a:ext uri="{FF2B5EF4-FFF2-40B4-BE49-F238E27FC236}">
                  <a16:creationId xmlns:a16="http://schemas.microsoft.com/office/drawing/2014/main" id="{E39F5ED8-55D5-E5C0-71E5-76F443BADC61}"/>
                </a:ext>
              </a:extLst>
            </p:cNvPr>
            <p:cNvSpPr txBox="1"/>
            <p:nvPr/>
          </p:nvSpPr>
          <p:spPr>
            <a:xfrm>
              <a:off x="7813676" y="5913455"/>
              <a:ext cx="1114424" cy="2830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457189">
                <a:defRPr/>
              </a:pPr>
              <a:r>
                <a:rPr lang="en-US" altLang="zh-CN" sz="900" dirty="0">
                  <a:latin typeface="OPPOSans M"/>
                  <a:ea typeface="OPPOSans M"/>
                </a:rPr>
                <a:t>Virtual Net</a:t>
              </a:r>
              <a:endParaRPr lang="zh-CN" altLang="en-US" sz="900" dirty="0">
                <a:latin typeface="OPPOSans M"/>
                <a:ea typeface="OPPOSans M"/>
              </a:endParaRPr>
            </a:p>
          </p:txBody>
        </p:sp>
        <p:pic>
          <p:nvPicPr>
            <p:cNvPr id="36" name="!! 通知">
              <a:extLst>
                <a:ext uri="{FF2B5EF4-FFF2-40B4-BE49-F238E27FC236}">
                  <a16:creationId xmlns:a16="http://schemas.microsoft.com/office/drawing/2014/main" id="{CFF68B42-0589-1598-3480-0672B5A0612B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9287931" y="5948436"/>
              <a:ext cx="152400" cy="152400"/>
            </a:xfrm>
            <a:prstGeom prst="rect">
              <a:avLst/>
            </a:prstGeom>
          </p:spPr>
        </p:pic>
        <p:pic>
          <p:nvPicPr>
            <p:cNvPr id="41" name="!! 电池">
              <a:extLst>
                <a:ext uri="{FF2B5EF4-FFF2-40B4-BE49-F238E27FC236}">
                  <a16:creationId xmlns:a16="http://schemas.microsoft.com/office/drawing/2014/main" id="{96F05AC0-85E7-0B9F-586B-4AD0E9E2A717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7637460" y="6171965"/>
              <a:ext cx="191558" cy="191558"/>
            </a:xfrm>
            <a:prstGeom prst="rect">
              <a:avLst/>
            </a:prstGeom>
          </p:spPr>
        </p:pic>
        <p:sp>
          <p:nvSpPr>
            <p:cNvPr id="43" name="!! 时间">
              <a:extLst>
                <a:ext uri="{FF2B5EF4-FFF2-40B4-BE49-F238E27FC236}">
                  <a16:creationId xmlns:a16="http://schemas.microsoft.com/office/drawing/2014/main" id="{B55F91E1-3C3B-958D-5784-0F4E9ABE0448}"/>
                </a:ext>
              </a:extLst>
            </p:cNvPr>
            <p:cNvSpPr txBox="1"/>
            <p:nvPr/>
          </p:nvSpPr>
          <p:spPr>
            <a:xfrm>
              <a:off x="8982607" y="6148520"/>
              <a:ext cx="773641" cy="3114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defTabSz="457189">
                <a:defRPr/>
              </a:pPr>
              <a:r>
                <a:rPr lang="en-US" altLang="zh-CN" sz="1051" dirty="0">
                  <a:latin typeface="OPPOSans R"/>
                  <a:ea typeface="OPPOSans R"/>
                </a:rPr>
                <a:t>16:34</a:t>
              </a:r>
              <a:endParaRPr lang="zh-CN" altLang="en-US" sz="1051" dirty="0">
                <a:latin typeface="OPPOSans R"/>
                <a:ea typeface="OPPOSans R"/>
              </a:endParaRPr>
            </a:p>
          </p:txBody>
        </p:sp>
        <p:sp>
          <p:nvSpPr>
            <p:cNvPr id="44" name="!! AC">
              <a:extLst>
                <a:ext uri="{FF2B5EF4-FFF2-40B4-BE49-F238E27FC236}">
                  <a16:creationId xmlns:a16="http://schemas.microsoft.com/office/drawing/2014/main" id="{9C3B8887-08C7-1626-3789-60CFC0963779}"/>
                </a:ext>
              </a:extLst>
            </p:cNvPr>
            <p:cNvSpPr txBox="1"/>
            <p:nvPr/>
          </p:nvSpPr>
          <p:spPr>
            <a:xfrm>
              <a:off x="7766842" y="6152328"/>
              <a:ext cx="434183" cy="2830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457189">
                <a:defRPr/>
              </a:pPr>
              <a:r>
                <a:rPr lang="en-US" altLang="zh-CN" sz="900" dirty="0">
                  <a:latin typeface="OPPOSans R"/>
                  <a:ea typeface="OPPOSans R"/>
                </a:rPr>
                <a:t>49%</a:t>
              </a:r>
              <a:endParaRPr lang="zh-CN" altLang="en-US" sz="900" dirty="0">
                <a:latin typeface="OPPOSans R"/>
                <a:ea typeface="OPPOSans R"/>
              </a:endParaRPr>
            </a:p>
          </p:txBody>
        </p:sp>
        <p:pic>
          <p:nvPicPr>
            <p:cNvPr id="45" name="!! 声音">
              <a:extLst>
                <a:ext uri="{FF2B5EF4-FFF2-40B4-BE49-F238E27FC236}">
                  <a16:creationId xmlns:a16="http://schemas.microsoft.com/office/drawing/2014/main" id="{979E3FEB-EA72-9195-5AEE-12E4708D0EC3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p:blipFill>
          <p:spPr>
            <a:xfrm>
              <a:off x="9048732" y="5934670"/>
              <a:ext cx="179932" cy="179932"/>
            </a:xfrm>
            <a:prstGeom prst="rect">
              <a:avLst/>
            </a:prstGeom>
          </p:spPr>
        </p:pic>
        <p:pic>
          <p:nvPicPr>
            <p:cNvPr id="46" name="!! 电源">
              <a:hlinkClick r:id="rId21" action="ppaction://hlinksldjump"/>
              <a:extLst>
                <a:ext uri="{FF2B5EF4-FFF2-40B4-BE49-F238E27FC236}">
                  <a16:creationId xmlns:a16="http://schemas.microsoft.com/office/drawing/2014/main" id="{4967E982-7416-137B-5BD5-E5ECA29A436E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p:blipFill>
          <p:spPr>
            <a:xfrm>
              <a:off x="9489000" y="5925331"/>
              <a:ext cx="208372" cy="208370"/>
            </a:xfrm>
            <a:prstGeom prst="rect">
              <a:avLst/>
            </a:prstGeom>
          </p:spPr>
        </p:pic>
      </p:grpSp>
      <p:grpSp>
        <p:nvGrpSpPr>
          <p:cNvPr id="47" name="!! 显示">
            <a:extLst>
              <a:ext uri="{FF2B5EF4-FFF2-40B4-BE49-F238E27FC236}">
                <a16:creationId xmlns:a16="http://schemas.microsoft.com/office/drawing/2014/main" id="{836A4756-61C6-9D38-530A-7888F5696EFE}"/>
              </a:ext>
            </a:extLst>
          </p:cNvPr>
          <p:cNvGrpSpPr/>
          <p:nvPr/>
        </p:nvGrpSpPr>
        <p:grpSpPr>
          <a:xfrm>
            <a:off x="470871" y="3706575"/>
            <a:ext cx="2552892" cy="457924"/>
            <a:chOff x="462453" y="2623554"/>
            <a:chExt cx="2552892" cy="457924"/>
          </a:xfrm>
        </p:grpSpPr>
        <p:sp>
          <p:nvSpPr>
            <p:cNvPr id="49" name="!! 未选中">
              <a:hlinkClick r:id="rId24" action="ppaction://hlinksldjump"/>
              <a:extLst>
                <a:ext uri="{FF2B5EF4-FFF2-40B4-BE49-F238E27FC236}">
                  <a16:creationId xmlns:a16="http://schemas.microsoft.com/office/drawing/2014/main" id="{8F81D258-6245-C0AB-E890-0AF8DD35F28F}"/>
                </a:ext>
              </a:extLst>
            </p:cNvPr>
            <p:cNvSpPr/>
            <p:nvPr/>
          </p:nvSpPr>
          <p:spPr>
            <a:xfrm>
              <a:off x="462453" y="2623554"/>
              <a:ext cx="2552892" cy="457924"/>
            </a:xfrm>
            <a:prstGeom prst="roundRect">
              <a:avLst>
                <a:gd name="adj" fmla="val 22880"/>
              </a:avLst>
            </a:prstGeom>
            <a:solidFill>
              <a:schemeClr val="bg2"/>
            </a:solidFill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1998" defTabSz="914377">
                <a:defRPr/>
              </a:pPr>
              <a:r>
                <a:rPr lang="zh-CN" altLang="en-US" sz="1400" dirty="0">
                  <a:solidFill>
                    <a:schemeClr val="tx1">
                      <a:lumMod val="90000"/>
                      <a:lumOff val="10000"/>
                    </a:schemeClr>
                  </a:solidFill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      显示</a:t>
              </a:r>
            </a:p>
          </p:txBody>
        </p:sp>
        <p:grpSp>
          <p:nvGrpSpPr>
            <p:cNvPr id="52" name="组合 51">
              <a:extLst>
                <a:ext uri="{FF2B5EF4-FFF2-40B4-BE49-F238E27FC236}">
                  <a16:creationId xmlns:a16="http://schemas.microsoft.com/office/drawing/2014/main" id="{F211522D-3866-04C7-EB13-3A8866A5413F}"/>
                </a:ext>
              </a:extLst>
            </p:cNvPr>
            <p:cNvGrpSpPr/>
            <p:nvPr/>
          </p:nvGrpSpPr>
          <p:grpSpPr>
            <a:xfrm>
              <a:off x="600851" y="2735577"/>
              <a:ext cx="245090" cy="245090"/>
              <a:chOff x="3449581" y="2374787"/>
              <a:chExt cx="263638" cy="263638"/>
            </a:xfrm>
          </p:grpSpPr>
          <p:sp>
            <p:nvSpPr>
              <p:cNvPr id="54" name="椭圆 53">
                <a:extLst>
                  <a:ext uri="{FF2B5EF4-FFF2-40B4-BE49-F238E27FC236}">
                    <a16:creationId xmlns:a16="http://schemas.microsoft.com/office/drawing/2014/main" id="{FAC115C8-15A8-56ED-63DE-550457C72127}"/>
                  </a:ext>
                </a:extLst>
              </p:cNvPr>
              <p:cNvSpPr/>
              <p:nvPr/>
            </p:nvSpPr>
            <p:spPr>
              <a:xfrm>
                <a:off x="3449581" y="2374787"/>
                <a:ext cx="263638" cy="263638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63" name="icon">
                <a:extLst>
                  <a:ext uri="{FF2B5EF4-FFF2-40B4-BE49-F238E27FC236}">
                    <a16:creationId xmlns:a16="http://schemas.microsoft.com/office/drawing/2014/main" id="{8F5549C7-F40A-9ECF-BE35-36CC4ABAD08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5">
                <a:extLst>
                  <a:ext uri="{96DAC541-7B7A-43D3-8B79-37D633B846F1}">
                    <asvg:svgBlip xmlns:asvg="http://schemas.microsoft.com/office/drawing/2016/SVG/main" r:embed="rId26"/>
                  </a:ext>
                </a:extLst>
              </a:blip>
              <a:srcRect/>
              <a:stretch/>
            </p:blipFill>
            <p:spPr>
              <a:xfrm>
                <a:off x="3513869" y="2435878"/>
                <a:ext cx="143060" cy="143060"/>
              </a:xfrm>
              <a:prstGeom prst="rect">
                <a:avLst/>
              </a:prstGeom>
            </p:spPr>
          </p:pic>
        </p:grpSp>
      </p:grpSp>
      <p:grpSp>
        <p:nvGrpSpPr>
          <p:cNvPr id="64" name="!! App">
            <a:extLst>
              <a:ext uri="{FF2B5EF4-FFF2-40B4-BE49-F238E27FC236}">
                <a16:creationId xmlns:a16="http://schemas.microsoft.com/office/drawing/2014/main" id="{FB376743-3B9F-6107-BDAB-5ED815B76FD0}"/>
              </a:ext>
            </a:extLst>
          </p:cNvPr>
          <p:cNvGrpSpPr/>
          <p:nvPr/>
        </p:nvGrpSpPr>
        <p:grpSpPr>
          <a:xfrm>
            <a:off x="476549" y="2282681"/>
            <a:ext cx="2552892" cy="457924"/>
            <a:chOff x="462453" y="2623554"/>
            <a:chExt cx="2552892" cy="457924"/>
          </a:xfrm>
        </p:grpSpPr>
        <p:sp>
          <p:nvSpPr>
            <p:cNvPr id="66" name="!! 未选中">
              <a:hlinkClick r:id="rId27" action="ppaction://hlinksldjump"/>
              <a:extLst>
                <a:ext uri="{FF2B5EF4-FFF2-40B4-BE49-F238E27FC236}">
                  <a16:creationId xmlns:a16="http://schemas.microsoft.com/office/drawing/2014/main" id="{4C902BE2-154A-7A38-A374-4FCAC37BBB0C}"/>
                </a:ext>
              </a:extLst>
            </p:cNvPr>
            <p:cNvSpPr/>
            <p:nvPr/>
          </p:nvSpPr>
          <p:spPr>
            <a:xfrm>
              <a:off x="462453" y="2623554"/>
              <a:ext cx="2552892" cy="457924"/>
            </a:xfrm>
            <a:prstGeom prst="roundRect">
              <a:avLst>
                <a:gd name="adj" fmla="val 22880"/>
              </a:avLst>
            </a:prstGeom>
            <a:solidFill>
              <a:schemeClr val="bg2"/>
            </a:solidFill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1998" defTabSz="914377">
                <a:defRPr/>
              </a:pPr>
              <a:r>
                <a:rPr lang="zh-CN" altLang="en-US" sz="1400" dirty="0">
                  <a:solidFill>
                    <a:schemeClr val="tx1">
                      <a:lumMod val="90000"/>
                      <a:lumOff val="10000"/>
                    </a:schemeClr>
                  </a:solidFill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      应用与模块</a:t>
              </a:r>
            </a:p>
          </p:txBody>
        </p:sp>
        <p:grpSp>
          <p:nvGrpSpPr>
            <p:cNvPr id="67" name="组合 66">
              <a:extLst>
                <a:ext uri="{FF2B5EF4-FFF2-40B4-BE49-F238E27FC236}">
                  <a16:creationId xmlns:a16="http://schemas.microsoft.com/office/drawing/2014/main" id="{EBF19301-56E1-4DB9-4A2D-9AD51330C03F}"/>
                </a:ext>
              </a:extLst>
            </p:cNvPr>
            <p:cNvGrpSpPr/>
            <p:nvPr/>
          </p:nvGrpSpPr>
          <p:grpSpPr>
            <a:xfrm>
              <a:off x="600851" y="2735577"/>
              <a:ext cx="245090" cy="245090"/>
              <a:chOff x="3449581" y="2374787"/>
              <a:chExt cx="263638" cy="263638"/>
            </a:xfrm>
          </p:grpSpPr>
          <p:sp>
            <p:nvSpPr>
              <p:cNvPr id="68" name="椭圆 67">
                <a:extLst>
                  <a:ext uri="{FF2B5EF4-FFF2-40B4-BE49-F238E27FC236}">
                    <a16:creationId xmlns:a16="http://schemas.microsoft.com/office/drawing/2014/main" id="{7510EA67-B9E3-5F70-2848-2214E954D190}"/>
                  </a:ext>
                </a:extLst>
              </p:cNvPr>
              <p:cNvSpPr/>
              <p:nvPr/>
            </p:nvSpPr>
            <p:spPr>
              <a:xfrm>
                <a:off x="3449581" y="2374787"/>
                <a:ext cx="263638" cy="263638"/>
              </a:xfrm>
              <a:prstGeom prst="ellipse">
                <a:avLst/>
              </a:prstGeom>
              <a:solidFill>
                <a:schemeClr val="accent3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69" name="icon">
                <a:extLst>
                  <a:ext uri="{FF2B5EF4-FFF2-40B4-BE49-F238E27FC236}">
                    <a16:creationId xmlns:a16="http://schemas.microsoft.com/office/drawing/2014/main" id="{F1A49B4D-0710-7923-E5AA-7CEB348868B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8">
                <a:extLst>
                  <a:ext uri="{96DAC541-7B7A-43D3-8B79-37D633B846F1}">
                    <asvg:svgBlip xmlns:asvg="http://schemas.microsoft.com/office/drawing/2016/SVG/main" r:embed="rId29"/>
                  </a:ext>
                </a:extLst>
              </a:blip>
              <a:srcRect/>
              <a:stretch/>
            </p:blipFill>
            <p:spPr>
              <a:xfrm>
                <a:off x="3513869" y="2435878"/>
                <a:ext cx="143060" cy="143060"/>
              </a:xfrm>
              <a:prstGeom prst="rect">
                <a:avLst/>
              </a:prstGeom>
            </p:spPr>
          </p:pic>
        </p:grpSp>
      </p:grpSp>
      <p:grpSp>
        <p:nvGrpSpPr>
          <p:cNvPr id="71" name="!! 电池">
            <a:extLst>
              <a:ext uri="{FF2B5EF4-FFF2-40B4-BE49-F238E27FC236}">
                <a16:creationId xmlns:a16="http://schemas.microsoft.com/office/drawing/2014/main" id="{E773A4E8-D4F1-6773-E0B5-222363AE8967}"/>
              </a:ext>
            </a:extLst>
          </p:cNvPr>
          <p:cNvGrpSpPr/>
          <p:nvPr/>
        </p:nvGrpSpPr>
        <p:grpSpPr>
          <a:xfrm>
            <a:off x="470871" y="2852627"/>
            <a:ext cx="2552892" cy="457924"/>
            <a:chOff x="462453" y="2623554"/>
            <a:chExt cx="2552892" cy="457924"/>
          </a:xfrm>
        </p:grpSpPr>
        <p:sp>
          <p:nvSpPr>
            <p:cNvPr id="73" name="!! 未选中">
              <a:hlinkClick r:id="rId30" action="ppaction://hlinksldjump"/>
              <a:extLst>
                <a:ext uri="{FF2B5EF4-FFF2-40B4-BE49-F238E27FC236}">
                  <a16:creationId xmlns:a16="http://schemas.microsoft.com/office/drawing/2014/main" id="{1F5E79B0-1A41-8D7B-8F3D-337F8C2430FB}"/>
                </a:ext>
              </a:extLst>
            </p:cNvPr>
            <p:cNvSpPr/>
            <p:nvPr/>
          </p:nvSpPr>
          <p:spPr>
            <a:xfrm>
              <a:off x="462453" y="2623554"/>
              <a:ext cx="2552892" cy="457924"/>
            </a:xfrm>
            <a:prstGeom prst="roundRect">
              <a:avLst>
                <a:gd name="adj" fmla="val 22880"/>
              </a:avLst>
            </a:prstGeom>
            <a:solidFill>
              <a:schemeClr val="bg2"/>
            </a:solidFill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1998" defTabSz="914377">
                <a:defRPr/>
              </a:pPr>
              <a:r>
                <a:rPr lang="zh-CN" altLang="en-US" sz="1400" dirty="0">
                  <a:solidFill>
                    <a:schemeClr val="tx1">
                      <a:lumMod val="90000"/>
                      <a:lumOff val="10000"/>
                    </a:schemeClr>
                  </a:solidFill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      电池</a:t>
              </a:r>
            </a:p>
          </p:txBody>
        </p:sp>
        <p:grpSp>
          <p:nvGrpSpPr>
            <p:cNvPr id="76" name="组合 75">
              <a:extLst>
                <a:ext uri="{FF2B5EF4-FFF2-40B4-BE49-F238E27FC236}">
                  <a16:creationId xmlns:a16="http://schemas.microsoft.com/office/drawing/2014/main" id="{6FFBE8DF-62FB-5D47-CD3F-434466B514F7}"/>
                </a:ext>
              </a:extLst>
            </p:cNvPr>
            <p:cNvGrpSpPr/>
            <p:nvPr/>
          </p:nvGrpSpPr>
          <p:grpSpPr>
            <a:xfrm>
              <a:off x="600851" y="2735577"/>
              <a:ext cx="245090" cy="245090"/>
              <a:chOff x="3449581" y="2374787"/>
              <a:chExt cx="263638" cy="263638"/>
            </a:xfrm>
          </p:grpSpPr>
          <p:sp>
            <p:nvSpPr>
              <p:cNvPr id="77" name="椭圆 76">
                <a:extLst>
                  <a:ext uri="{FF2B5EF4-FFF2-40B4-BE49-F238E27FC236}">
                    <a16:creationId xmlns:a16="http://schemas.microsoft.com/office/drawing/2014/main" id="{D10F259D-CBB9-A6AA-ECAE-5AF9C0322A3D}"/>
                  </a:ext>
                </a:extLst>
              </p:cNvPr>
              <p:cNvSpPr/>
              <p:nvPr/>
            </p:nvSpPr>
            <p:spPr>
              <a:xfrm>
                <a:off x="3449581" y="2374787"/>
                <a:ext cx="263638" cy="263638"/>
              </a:xfrm>
              <a:prstGeom prst="ellipse">
                <a:avLst/>
              </a:prstGeom>
              <a:solidFill>
                <a:srgbClr val="3ADE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78" name="icon">
                <a:extLst>
                  <a:ext uri="{FF2B5EF4-FFF2-40B4-BE49-F238E27FC236}">
                    <a16:creationId xmlns:a16="http://schemas.microsoft.com/office/drawing/2014/main" id="{EA5A4759-C8F7-A099-2A07-223006CA087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1">
                <a:extLst>
                  <a:ext uri="{96DAC541-7B7A-43D3-8B79-37D633B846F1}">
                    <asvg:svgBlip xmlns:asvg="http://schemas.microsoft.com/office/drawing/2016/SVG/main" r:embed="rId32"/>
                  </a:ext>
                </a:extLst>
              </a:blip>
              <a:srcRect/>
              <a:stretch/>
            </p:blipFill>
            <p:spPr>
              <a:xfrm>
                <a:off x="3513869" y="2435878"/>
                <a:ext cx="143060" cy="143060"/>
              </a:xfrm>
              <a:prstGeom prst="rect">
                <a:avLst/>
              </a:prstGeom>
            </p:spPr>
          </p:pic>
        </p:grpSp>
      </p:grpSp>
      <p:sp>
        <p:nvSpPr>
          <p:cNvPr id="79" name="!! 个性化">
            <a:extLst>
              <a:ext uri="{FF2B5EF4-FFF2-40B4-BE49-F238E27FC236}">
                <a16:creationId xmlns:a16="http://schemas.microsoft.com/office/drawing/2014/main" id="{03F19B75-D20A-5914-07BF-3B1499016F49}"/>
              </a:ext>
            </a:extLst>
          </p:cNvPr>
          <p:cNvSpPr txBox="1"/>
          <p:nvPr/>
        </p:nvSpPr>
        <p:spPr>
          <a:xfrm>
            <a:off x="470872" y="3444966"/>
            <a:ext cx="11113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dirty="0">
                <a:solidFill>
                  <a:schemeClr val="bg1">
                    <a:lumMod val="50000"/>
                  </a:schemeClr>
                </a:solidFill>
              </a:rPr>
              <a:t>个性化</a:t>
            </a:r>
          </a:p>
        </p:txBody>
      </p:sp>
      <p:sp>
        <p:nvSpPr>
          <p:cNvPr id="80" name="文本框 79">
            <a:extLst>
              <a:ext uri="{FF2B5EF4-FFF2-40B4-BE49-F238E27FC236}">
                <a16:creationId xmlns:a16="http://schemas.microsoft.com/office/drawing/2014/main" id="{A8150126-A733-496F-EAEE-37785CEC4390}"/>
              </a:ext>
            </a:extLst>
          </p:cNvPr>
          <p:cNvSpPr txBox="1"/>
          <p:nvPr/>
        </p:nvSpPr>
        <p:spPr>
          <a:xfrm>
            <a:off x="462454" y="2020809"/>
            <a:ext cx="11113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dirty="0">
                <a:solidFill>
                  <a:schemeClr val="bg1">
                    <a:lumMod val="50000"/>
                  </a:schemeClr>
                </a:solidFill>
              </a:rPr>
              <a:t>网络与连接</a:t>
            </a:r>
          </a:p>
        </p:txBody>
      </p:sp>
      <p:sp>
        <p:nvSpPr>
          <p:cNvPr id="81" name="文本框 80">
            <a:extLst>
              <a:ext uri="{FF2B5EF4-FFF2-40B4-BE49-F238E27FC236}">
                <a16:creationId xmlns:a16="http://schemas.microsoft.com/office/drawing/2014/main" id="{B1E25550-8488-E78B-33F4-B7F7AD2B62C5}"/>
              </a:ext>
            </a:extLst>
          </p:cNvPr>
          <p:cNvSpPr txBox="1"/>
          <p:nvPr/>
        </p:nvSpPr>
        <p:spPr>
          <a:xfrm>
            <a:off x="462455" y="4033431"/>
            <a:ext cx="11113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dirty="0">
                <a:solidFill>
                  <a:schemeClr val="bg1">
                    <a:lumMod val="50000"/>
                  </a:schemeClr>
                </a:solidFill>
              </a:rPr>
              <a:t>系统与安全</a:t>
            </a:r>
          </a:p>
        </p:txBody>
      </p:sp>
      <p:grpSp>
        <p:nvGrpSpPr>
          <p:cNvPr id="82" name="!! 软件更新">
            <a:extLst>
              <a:ext uri="{FF2B5EF4-FFF2-40B4-BE49-F238E27FC236}">
                <a16:creationId xmlns:a16="http://schemas.microsoft.com/office/drawing/2014/main" id="{3D4938EB-701F-3229-CDBA-DC248D96B806}"/>
              </a:ext>
            </a:extLst>
          </p:cNvPr>
          <p:cNvGrpSpPr/>
          <p:nvPr/>
        </p:nvGrpSpPr>
        <p:grpSpPr>
          <a:xfrm>
            <a:off x="462455" y="4299750"/>
            <a:ext cx="2552892" cy="457924"/>
            <a:chOff x="481145" y="1890767"/>
            <a:chExt cx="2552892" cy="457924"/>
          </a:xfrm>
        </p:grpSpPr>
        <p:sp>
          <p:nvSpPr>
            <p:cNvPr id="83" name="!! 未选中">
              <a:hlinkClick r:id="rId33" action="ppaction://hlinksldjump"/>
              <a:extLst>
                <a:ext uri="{FF2B5EF4-FFF2-40B4-BE49-F238E27FC236}">
                  <a16:creationId xmlns:a16="http://schemas.microsoft.com/office/drawing/2014/main" id="{525A0846-84DA-9D25-6119-7DFDE10D7D44}"/>
                </a:ext>
              </a:extLst>
            </p:cNvPr>
            <p:cNvSpPr/>
            <p:nvPr/>
          </p:nvSpPr>
          <p:spPr>
            <a:xfrm>
              <a:off x="481145" y="1890767"/>
              <a:ext cx="2552892" cy="457924"/>
            </a:xfrm>
            <a:prstGeom prst="roundRect">
              <a:avLst>
                <a:gd name="adj" fmla="val 22880"/>
              </a:avLst>
            </a:prstGeom>
            <a:solidFill>
              <a:schemeClr val="bg2"/>
            </a:solidFill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1998" defTabSz="914377">
                <a:defRPr/>
              </a:pPr>
              <a:r>
                <a:rPr lang="zh-CN" altLang="en-US" sz="1400" dirty="0">
                  <a:solidFill>
                    <a:schemeClr val="tx1"/>
                  </a:solidFill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      系统更新</a:t>
              </a:r>
            </a:p>
          </p:txBody>
        </p:sp>
        <p:pic>
          <p:nvPicPr>
            <p:cNvPr id="84" name="icon">
              <a:extLst>
                <a:ext uri="{FF2B5EF4-FFF2-40B4-BE49-F238E27FC236}">
                  <a16:creationId xmlns:a16="http://schemas.microsoft.com/office/drawing/2014/main" id="{FB5BAEAF-2C7E-89E2-85EB-BE624DABE274}"/>
                </a:ext>
              </a:extLst>
            </p:cNvPr>
            <p:cNvPicPr>
              <a:picLocks noChangeAspect="1"/>
            </p:cNvPicPr>
            <p:nvPr/>
          </p:nvPicPr>
          <p:blipFill>
            <a:blip r:embed="rId34">
              <a:extLst>
                <a:ext uri="{96DAC541-7B7A-43D3-8B79-37D633B846F1}">
                  <asvg:svgBlip xmlns:asvg="http://schemas.microsoft.com/office/drawing/2016/SVG/main" r:embed="rId35"/>
                </a:ext>
              </a:extLst>
            </a:blip>
            <a:srcRect/>
            <a:stretch/>
          </p:blipFill>
          <p:spPr>
            <a:xfrm>
              <a:off x="623508" y="2001148"/>
              <a:ext cx="237162" cy="237162"/>
            </a:xfrm>
            <a:prstGeom prst="rect">
              <a:avLst/>
            </a:prstGeom>
          </p:spPr>
        </p:pic>
      </p:grpSp>
      <p:grpSp>
        <p:nvGrpSpPr>
          <p:cNvPr id="85" name="!! 更多连接">
            <a:extLst>
              <a:ext uri="{FF2B5EF4-FFF2-40B4-BE49-F238E27FC236}">
                <a16:creationId xmlns:a16="http://schemas.microsoft.com/office/drawing/2014/main" id="{4F8D297C-E783-94EA-B108-3F7C8B640FF9}"/>
              </a:ext>
            </a:extLst>
          </p:cNvPr>
          <p:cNvGrpSpPr/>
          <p:nvPr/>
        </p:nvGrpSpPr>
        <p:grpSpPr>
          <a:xfrm>
            <a:off x="462454" y="3410531"/>
            <a:ext cx="2552892" cy="457924"/>
            <a:chOff x="462453" y="2623554"/>
            <a:chExt cx="2552892" cy="457924"/>
          </a:xfrm>
        </p:grpSpPr>
        <p:sp>
          <p:nvSpPr>
            <p:cNvPr id="86" name="!! 未选中">
              <a:hlinkClick r:id="rId36" action="ppaction://hlinksldjump"/>
              <a:extLst>
                <a:ext uri="{FF2B5EF4-FFF2-40B4-BE49-F238E27FC236}">
                  <a16:creationId xmlns:a16="http://schemas.microsoft.com/office/drawing/2014/main" id="{205E7E52-7251-186B-224C-DD683C713087}"/>
                </a:ext>
              </a:extLst>
            </p:cNvPr>
            <p:cNvSpPr/>
            <p:nvPr/>
          </p:nvSpPr>
          <p:spPr>
            <a:xfrm>
              <a:off x="462453" y="2623554"/>
              <a:ext cx="2552892" cy="457924"/>
            </a:xfrm>
            <a:prstGeom prst="roundRect">
              <a:avLst>
                <a:gd name="adj" fmla="val 22880"/>
              </a:avLst>
            </a:prstGeom>
            <a:solidFill>
              <a:schemeClr val="bg2"/>
            </a:solidFill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1998" defTabSz="914377">
                <a:defRPr/>
              </a:pPr>
              <a:r>
                <a:rPr lang="zh-CN" altLang="en-US" sz="1400" dirty="0">
                  <a:solidFill>
                    <a:schemeClr val="tx1">
                      <a:lumMod val="90000"/>
                      <a:lumOff val="10000"/>
                    </a:schemeClr>
                  </a:solidFill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      更多连接</a:t>
              </a:r>
            </a:p>
          </p:txBody>
        </p:sp>
        <p:grpSp>
          <p:nvGrpSpPr>
            <p:cNvPr id="87" name="组合 86">
              <a:extLst>
                <a:ext uri="{FF2B5EF4-FFF2-40B4-BE49-F238E27FC236}">
                  <a16:creationId xmlns:a16="http://schemas.microsoft.com/office/drawing/2014/main" id="{7FFF7F3A-CDEA-CED9-F0CC-F7ABB47DB696}"/>
                </a:ext>
              </a:extLst>
            </p:cNvPr>
            <p:cNvGrpSpPr/>
            <p:nvPr/>
          </p:nvGrpSpPr>
          <p:grpSpPr>
            <a:xfrm>
              <a:off x="600851" y="2735577"/>
              <a:ext cx="245090" cy="245090"/>
              <a:chOff x="3449581" y="2374787"/>
              <a:chExt cx="263638" cy="263638"/>
            </a:xfrm>
          </p:grpSpPr>
          <p:sp>
            <p:nvSpPr>
              <p:cNvPr id="88" name="椭圆 87">
                <a:extLst>
                  <a:ext uri="{FF2B5EF4-FFF2-40B4-BE49-F238E27FC236}">
                    <a16:creationId xmlns:a16="http://schemas.microsoft.com/office/drawing/2014/main" id="{C770B5EE-EE56-7DF7-B817-D9B304BD4652}"/>
                  </a:ext>
                </a:extLst>
              </p:cNvPr>
              <p:cNvSpPr/>
              <p:nvPr/>
            </p:nvSpPr>
            <p:spPr>
              <a:xfrm>
                <a:off x="3449581" y="2374787"/>
                <a:ext cx="263638" cy="263638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89" name="icon">
                <a:extLst>
                  <a:ext uri="{FF2B5EF4-FFF2-40B4-BE49-F238E27FC236}">
                    <a16:creationId xmlns:a16="http://schemas.microsoft.com/office/drawing/2014/main" id="{6939E3DC-F458-EA31-E487-CC35AEC762F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7">
                <a:extLst>
                  <a:ext uri="{96DAC541-7B7A-43D3-8B79-37D633B846F1}">
                    <asvg:svgBlip xmlns:asvg="http://schemas.microsoft.com/office/drawing/2016/SVG/main" r:embed="rId38"/>
                  </a:ext>
                </a:extLst>
              </a:blip>
              <a:srcRect/>
              <a:stretch/>
            </p:blipFill>
            <p:spPr>
              <a:xfrm>
                <a:off x="3513774" y="2433849"/>
                <a:ext cx="143060" cy="143060"/>
              </a:xfrm>
              <a:prstGeom prst="rect">
                <a:avLst/>
              </a:prstGeom>
            </p:spPr>
          </p:pic>
        </p:grpSp>
      </p:grpSp>
      <p:sp>
        <p:nvSpPr>
          <p:cNvPr id="90" name="!! 更多">
            <a:extLst>
              <a:ext uri="{FF2B5EF4-FFF2-40B4-BE49-F238E27FC236}">
                <a16:creationId xmlns:a16="http://schemas.microsoft.com/office/drawing/2014/main" id="{42978411-8667-F196-D021-976C9AFF7487}"/>
              </a:ext>
            </a:extLst>
          </p:cNvPr>
          <p:cNvSpPr txBox="1"/>
          <p:nvPr/>
        </p:nvSpPr>
        <p:spPr>
          <a:xfrm>
            <a:off x="1310353" y="6016666"/>
            <a:ext cx="85443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100" dirty="0">
                <a:solidFill>
                  <a:schemeClr val="accent1"/>
                </a:solidFill>
              </a:rPr>
              <a:t>下一页</a:t>
            </a:r>
          </a:p>
        </p:txBody>
      </p:sp>
      <p:grpSp>
        <p:nvGrpSpPr>
          <p:cNvPr id="91" name="!! 蓝牙">
            <a:extLst>
              <a:ext uri="{FF2B5EF4-FFF2-40B4-BE49-F238E27FC236}">
                <a16:creationId xmlns:a16="http://schemas.microsoft.com/office/drawing/2014/main" id="{F13A49BE-FEF7-3915-FBE1-730FC24F8D84}"/>
              </a:ext>
            </a:extLst>
          </p:cNvPr>
          <p:cNvGrpSpPr/>
          <p:nvPr/>
        </p:nvGrpSpPr>
        <p:grpSpPr>
          <a:xfrm>
            <a:off x="462453" y="2846581"/>
            <a:ext cx="2552892" cy="457924"/>
            <a:chOff x="462452" y="2059603"/>
            <a:chExt cx="2552892" cy="457924"/>
          </a:xfrm>
        </p:grpSpPr>
        <p:sp>
          <p:nvSpPr>
            <p:cNvPr id="92" name="!! 未选中">
              <a:hlinkClick r:id="rId39" action="ppaction://hlinksldjump"/>
              <a:extLst>
                <a:ext uri="{FF2B5EF4-FFF2-40B4-BE49-F238E27FC236}">
                  <a16:creationId xmlns:a16="http://schemas.microsoft.com/office/drawing/2014/main" id="{D51FF405-7885-DE1D-D59C-73A98B81D071}"/>
                </a:ext>
              </a:extLst>
            </p:cNvPr>
            <p:cNvSpPr/>
            <p:nvPr/>
          </p:nvSpPr>
          <p:spPr>
            <a:xfrm>
              <a:off x="462452" y="2059603"/>
              <a:ext cx="2552892" cy="457924"/>
            </a:xfrm>
            <a:prstGeom prst="roundRect">
              <a:avLst>
                <a:gd name="adj" fmla="val 22880"/>
              </a:avLst>
            </a:prstGeom>
            <a:solidFill>
              <a:schemeClr val="bg2"/>
            </a:solidFill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1998" defTabSz="914377">
                <a:defRPr/>
              </a:pPr>
              <a:r>
                <a:rPr lang="zh-CN" altLang="en-US" sz="1400" dirty="0">
                  <a:solidFill>
                    <a:schemeClr val="tx1">
                      <a:lumMod val="90000"/>
                      <a:lumOff val="10000"/>
                    </a:schemeClr>
                  </a:solidFill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      蓝牙</a:t>
              </a:r>
            </a:p>
          </p:txBody>
        </p:sp>
        <p:pic>
          <p:nvPicPr>
            <p:cNvPr id="93" name="图形 92">
              <a:extLst>
                <a:ext uri="{FF2B5EF4-FFF2-40B4-BE49-F238E27FC236}">
                  <a16:creationId xmlns:a16="http://schemas.microsoft.com/office/drawing/2014/main" id="{CE8FCBB4-9AB5-D508-911C-AAEDE24966F9}"/>
                </a:ext>
              </a:extLst>
            </p:cNvPr>
            <p:cNvPicPr>
              <a:picLocks noChangeAspect="1"/>
            </p:cNvPicPr>
            <p:nvPr/>
          </p:nvPicPr>
          <p:blipFill>
            <a:blip r:embed="rId40">
              <a:extLst>
                <a:ext uri="{96DAC541-7B7A-43D3-8B79-37D633B846F1}">
                  <asvg:svgBlip xmlns:asvg="http://schemas.microsoft.com/office/drawing/2016/SVG/main" r:embed="rId41"/>
                </a:ext>
              </a:extLst>
            </a:blip>
            <a:stretch>
              <a:fillRect/>
            </a:stretch>
          </p:blipFill>
          <p:spPr>
            <a:xfrm>
              <a:off x="600851" y="2174279"/>
              <a:ext cx="237166" cy="237166"/>
            </a:xfrm>
            <a:prstGeom prst="rect">
              <a:avLst/>
            </a:prstGeom>
          </p:spPr>
        </p:pic>
      </p:grpSp>
      <p:grpSp>
        <p:nvGrpSpPr>
          <p:cNvPr id="94" name="!! WLAN">
            <a:extLst>
              <a:ext uri="{FF2B5EF4-FFF2-40B4-BE49-F238E27FC236}">
                <a16:creationId xmlns:a16="http://schemas.microsoft.com/office/drawing/2014/main" id="{3D1E775A-9D78-D494-376E-0C42D60E81AE}"/>
              </a:ext>
            </a:extLst>
          </p:cNvPr>
          <p:cNvGrpSpPr/>
          <p:nvPr/>
        </p:nvGrpSpPr>
        <p:grpSpPr>
          <a:xfrm>
            <a:off x="462453" y="2282631"/>
            <a:ext cx="2552892" cy="457924"/>
            <a:chOff x="462452" y="1495653"/>
            <a:chExt cx="2552892" cy="457924"/>
          </a:xfrm>
        </p:grpSpPr>
        <p:grpSp>
          <p:nvGrpSpPr>
            <p:cNvPr id="95" name="!! WLAN">
              <a:extLst>
                <a:ext uri="{FF2B5EF4-FFF2-40B4-BE49-F238E27FC236}">
                  <a16:creationId xmlns:a16="http://schemas.microsoft.com/office/drawing/2014/main" id="{F90A3249-72F8-1FA4-A425-5327455E3F70}"/>
                </a:ext>
              </a:extLst>
            </p:cNvPr>
            <p:cNvGrpSpPr/>
            <p:nvPr/>
          </p:nvGrpSpPr>
          <p:grpSpPr>
            <a:xfrm>
              <a:off x="462452" y="1495653"/>
              <a:ext cx="2552892" cy="457924"/>
              <a:chOff x="462452" y="1495653"/>
              <a:chExt cx="2552892" cy="457924"/>
            </a:xfrm>
          </p:grpSpPr>
          <p:sp>
            <p:nvSpPr>
              <p:cNvPr id="97" name="!! 未选中">
                <a:hlinkClick r:id="rId42" action="ppaction://hlinksldjump"/>
                <a:extLst>
                  <a:ext uri="{FF2B5EF4-FFF2-40B4-BE49-F238E27FC236}">
                    <a16:creationId xmlns:a16="http://schemas.microsoft.com/office/drawing/2014/main" id="{7663C17D-9C40-8672-F863-9ED76EE805B7}"/>
                  </a:ext>
                </a:extLst>
              </p:cNvPr>
              <p:cNvSpPr/>
              <p:nvPr/>
            </p:nvSpPr>
            <p:spPr>
              <a:xfrm>
                <a:off x="462452" y="1495653"/>
                <a:ext cx="2552892" cy="457924"/>
              </a:xfrm>
              <a:prstGeom prst="roundRect">
                <a:avLst>
                  <a:gd name="adj" fmla="val 22880"/>
                </a:avLst>
              </a:prstGeom>
              <a:solidFill>
                <a:schemeClr val="bg2"/>
              </a:solidFill>
              <a:ln w="6350"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71998" defTabSz="914377">
                  <a:defRPr/>
                </a:pPr>
                <a:r>
                  <a:rPr lang="zh-CN" altLang="en-US" sz="1400" dirty="0">
                    <a:solidFill>
                      <a:schemeClr val="tx1">
                        <a:lumMod val="90000"/>
                        <a:lumOff val="10000"/>
                      </a:schemeClr>
                    </a:solidFill>
                    <a:latin typeface="vivo Sans Light" panose="02000400000000000000" pitchFamily="2" charset="-122"/>
                    <a:ea typeface="vivo Sans Light" panose="02000400000000000000" pitchFamily="2" charset="-122"/>
                    <a:cs typeface="vivo Sans Light" panose="02000400000000000000" pitchFamily="2" charset="-122"/>
                  </a:rPr>
                  <a:t>      无线局域网</a:t>
                </a:r>
              </a:p>
            </p:txBody>
          </p:sp>
          <p:pic>
            <p:nvPicPr>
              <p:cNvPr id="98" name="icon">
                <a:extLst>
                  <a:ext uri="{FF2B5EF4-FFF2-40B4-BE49-F238E27FC236}">
                    <a16:creationId xmlns:a16="http://schemas.microsoft.com/office/drawing/2014/main" id="{EE90AF84-5487-346B-094E-E68AA38BD48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3">
                <a:extLst>
                  <a:ext uri="{96DAC541-7B7A-43D3-8B79-37D633B846F1}">
                    <asvg:svgBlip xmlns:asvg="http://schemas.microsoft.com/office/drawing/2016/SVG/main" r:embed="rId44"/>
                  </a:ext>
                </a:extLst>
              </a:blip>
              <a:srcRect/>
              <a:stretch/>
            </p:blipFill>
            <p:spPr>
              <a:xfrm>
                <a:off x="638475" y="1636367"/>
                <a:ext cx="169842" cy="169842"/>
              </a:xfrm>
              <a:prstGeom prst="rect">
                <a:avLst/>
              </a:prstGeom>
            </p:spPr>
          </p:pic>
        </p:grpSp>
        <p:pic>
          <p:nvPicPr>
            <p:cNvPr id="96" name="图形 95">
              <a:extLst>
                <a:ext uri="{FF2B5EF4-FFF2-40B4-BE49-F238E27FC236}">
                  <a16:creationId xmlns:a16="http://schemas.microsoft.com/office/drawing/2014/main" id="{17FCCB20-4AC5-338E-7344-551E5D511D95}"/>
                </a:ext>
              </a:extLst>
            </p:cNvPr>
            <p:cNvPicPr>
              <a:picLocks noChangeAspect="1"/>
            </p:cNvPicPr>
            <p:nvPr/>
          </p:nvPicPr>
          <p:blipFill>
            <a:blip r:embed="rId45">
              <a:extLst>
                <a:ext uri="{96DAC541-7B7A-43D3-8B79-37D633B846F1}">
                  <asvg:svgBlip xmlns:asvg="http://schemas.microsoft.com/office/drawing/2016/SVG/main" r:embed="rId46"/>
                </a:ext>
              </a:extLst>
            </a:blip>
            <a:stretch>
              <a:fillRect/>
            </a:stretch>
          </p:blipFill>
          <p:spPr>
            <a:xfrm>
              <a:off x="600489" y="1593839"/>
              <a:ext cx="245452" cy="245452"/>
            </a:xfrm>
            <a:prstGeom prst="rect">
              <a:avLst/>
            </a:prstGeom>
          </p:spPr>
        </p:pic>
      </p:grpSp>
      <p:grpSp>
        <p:nvGrpSpPr>
          <p:cNvPr id="99" name="!! 关于">
            <a:extLst>
              <a:ext uri="{FF2B5EF4-FFF2-40B4-BE49-F238E27FC236}">
                <a16:creationId xmlns:a16="http://schemas.microsoft.com/office/drawing/2014/main" id="{D0BCE516-3617-FBE6-9697-DCF3A847E1C1}"/>
              </a:ext>
            </a:extLst>
          </p:cNvPr>
          <p:cNvGrpSpPr/>
          <p:nvPr/>
        </p:nvGrpSpPr>
        <p:grpSpPr>
          <a:xfrm>
            <a:off x="461126" y="5442791"/>
            <a:ext cx="2552892" cy="457924"/>
            <a:chOff x="453977" y="4076722"/>
            <a:chExt cx="2552892" cy="457924"/>
          </a:xfrm>
        </p:grpSpPr>
        <p:sp>
          <p:nvSpPr>
            <p:cNvPr id="100" name="!! 未选中">
              <a:hlinkClick r:id="rId47" action="ppaction://hlinksldjump"/>
              <a:extLst>
                <a:ext uri="{FF2B5EF4-FFF2-40B4-BE49-F238E27FC236}">
                  <a16:creationId xmlns:a16="http://schemas.microsoft.com/office/drawing/2014/main" id="{5174E5BE-D12C-1FD6-0ECB-3F9023DADBDF}"/>
                </a:ext>
              </a:extLst>
            </p:cNvPr>
            <p:cNvSpPr/>
            <p:nvPr/>
          </p:nvSpPr>
          <p:spPr>
            <a:xfrm>
              <a:off x="453977" y="4076722"/>
              <a:ext cx="2552892" cy="457924"/>
            </a:xfrm>
            <a:prstGeom prst="roundRect">
              <a:avLst>
                <a:gd name="adj" fmla="val 22880"/>
              </a:avLst>
            </a:prstGeom>
            <a:solidFill>
              <a:schemeClr val="bg2"/>
            </a:solidFill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1998" defTabSz="914377">
                <a:defRPr/>
              </a:pPr>
              <a:r>
                <a:rPr lang="zh-CN" altLang="en-US" sz="1400" dirty="0">
                  <a:solidFill>
                    <a:schemeClr val="tx1">
                      <a:lumMod val="90000"/>
                      <a:lumOff val="10000"/>
                    </a:schemeClr>
                  </a:solidFill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      关于此</a:t>
              </a:r>
              <a:r>
                <a:rPr lang="en-US" altLang="zh-CN" sz="1400" dirty="0">
                  <a:solidFill>
                    <a:schemeClr val="tx1">
                      <a:lumMod val="90000"/>
                      <a:lumOff val="10000"/>
                    </a:schemeClr>
                  </a:solidFill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Pad</a:t>
              </a:r>
              <a:endParaRPr lang="zh-CN" altLang="en-US" sz="1400" dirty="0">
                <a:solidFill>
                  <a:schemeClr val="tx1">
                    <a:lumMod val="90000"/>
                    <a:lumOff val="10000"/>
                  </a:schemeClr>
                </a:solidFill>
                <a:latin typeface="vivo Sans Light" panose="02000400000000000000" pitchFamily="2" charset="-122"/>
                <a:ea typeface="vivo Sans Light" panose="02000400000000000000" pitchFamily="2" charset="-122"/>
                <a:cs typeface="vivo Sans Light" panose="02000400000000000000" pitchFamily="2" charset="-122"/>
              </a:endParaRPr>
            </a:p>
          </p:txBody>
        </p:sp>
        <p:pic>
          <p:nvPicPr>
            <p:cNvPr id="101" name="图形 100">
              <a:extLst>
                <a:ext uri="{FF2B5EF4-FFF2-40B4-BE49-F238E27FC236}">
                  <a16:creationId xmlns:a16="http://schemas.microsoft.com/office/drawing/2014/main" id="{F0573C06-CD23-320E-2B0D-B5E37D657B63}"/>
                </a:ext>
              </a:extLst>
            </p:cNvPr>
            <p:cNvPicPr>
              <a:picLocks noChangeAspect="1"/>
            </p:cNvPicPr>
            <p:nvPr/>
          </p:nvPicPr>
          <p:blipFill>
            <a:blip r:embed="rId48">
              <a:extLst>
                <a:ext uri="{96DAC541-7B7A-43D3-8B79-37D633B846F1}">
                  <asvg:svgBlip xmlns:asvg="http://schemas.microsoft.com/office/drawing/2016/SVG/main" r:embed="rId49"/>
                </a:ext>
              </a:extLst>
            </a:blip>
            <a:stretch>
              <a:fillRect/>
            </a:stretch>
          </p:blipFill>
          <p:spPr>
            <a:xfrm flipV="1">
              <a:off x="599323" y="4190280"/>
              <a:ext cx="238694" cy="238694"/>
            </a:xfrm>
            <a:prstGeom prst="rect">
              <a:avLst/>
            </a:prstGeom>
          </p:spPr>
        </p:pic>
      </p:grpSp>
      <p:grpSp>
        <p:nvGrpSpPr>
          <p:cNvPr id="102" name="!! 保护">
            <a:extLst>
              <a:ext uri="{FF2B5EF4-FFF2-40B4-BE49-F238E27FC236}">
                <a16:creationId xmlns:a16="http://schemas.microsoft.com/office/drawing/2014/main" id="{C1580A7A-FF9E-A1D7-505B-A0EC353ED65D}"/>
              </a:ext>
            </a:extLst>
          </p:cNvPr>
          <p:cNvGrpSpPr/>
          <p:nvPr/>
        </p:nvGrpSpPr>
        <p:grpSpPr>
          <a:xfrm>
            <a:off x="461126" y="4868915"/>
            <a:ext cx="2552892" cy="457924"/>
            <a:chOff x="462453" y="2623554"/>
            <a:chExt cx="2552892" cy="457924"/>
          </a:xfrm>
        </p:grpSpPr>
        <p:sp>
          <p:nvSpPr>
            <p:cNvPr id="103" name="!! 未选中">
              <a:hlinkClick r:id="rId50" action="ppaction://hlinksldjump"/>
              <a:extLst>
                <a:ext uri="{FF2B5EF4-FFF2-40B4-BE49-F238E27FC236}">
                  <a16:creationId xmlns:a16="http://schemas.microsoft.com/office/drawing/2014/main" id="{1B67B37F-37E1-C76A-382C-410AF8A24C34}"/>
                </a:ext>
              </a:extLst>
            </p:cNvPr>
            <p:cNvSpPr/>
            <p:nvPr/>
          </p:nvSpPr>
          <p:spPr>
            <a:xfrm>
              <a:off x="462453" y="2623554"/>
              <a:ext cx="2552892" cy="457924"/>
            </a:xfrm>
            <a:prstGeom prst="roundRect">
              <a:avLst>
                <a:gd name="adj" fmla="val 22880"/>
              </a:avLst>
            </a:prstGeom>
            <a:solidFill>
              <a:schemeClr val="tx1">
                <a:lumMod val="10000"/>
                <a:lumOff val="90000"/>
              </a:schemeClr>
            </a:solidFill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1998" defTabSz="914377">
                <a:defRPr/>
              </a:pPr>
              <a:r>
                <a:rPr lang="zh-CN" altLang="en-US" sz="1400" dirty="0">
                  <a:solidFill>
                    <a:schemeClr val="tx1">
                      <a:lumMod val="90000"/>
                      <a:lumOff val="10000"/>
                    </a:schemeClr>
                  </a:solidFill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      设备安全性</a:t>
              </a:r>
            </a:p>
          </p:txBody>
        </p:sp>
        <p:grpSp>
          <p:nvGrpSpPr>
            <p:cNvPr id="104" name="组合 103">
              <a:extLst>
                <a:ext uri="{FF2B5EF4-FFF2-40B4-BE49-F238E27FC236}">
                  <a16:creationId xmlns:a16="http://schemas.microsoft.com/office/drawing/2014/main" id="{24C5D749-12CE-C832-AB97-FC78F03F92D6}"/>
                </a:ext>
              </a:extLst>
            </p:cNvPr>
            <p:cNvGrpSpPr/>
            <p:nvPr/>
          </p:nvGrpSpPr>
          <p:grpSpPr>
            <a:xfrm>
              <a:off x="600851" y="2735577"/>
              <a:ext cx="245090" cy="245090"/>
              <a:chOff x="3449581" y="2374787"/>
              <a:chExt cx="263638" cy="263638"/>
            </a:xfrm>
          </p:grpSpPr>
          <p:sp>
            <p:nvSpPr>
              <p:cNvPr id="105" name="椭圆 104">
                <a:extLst>
                  <a:ext uri="{FF2B5EF4-FFF2-40B4-BE49-F238E27FC236}">
                    <a16:creationId xmlns:a16="http://schemas.microsoft.com/office/drawing/2014/main" id="{BFA5B67C-91A9-631D-B350-57A0544E659F}"/>
                  </a:ext>
                </a:extLst>
              </p:cNvPr>
              <p:cNvSpPr/>
              <p:nvPr/>
            </p:nvSpPr>
            <p:spPr>
              <a:xfrm>
                <a:off x="3449581" y="2374787"/>
                <a:ext cx="263638" cy="263638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106" name="icon">
                <a:extLst>
                  <a:ext uri="{FF2B5EF4-FFF2-40B4-BE49-F238E27FC236}">
                    <a16:creationId xmlns:a16="http://schemas.microsoft.com/office/drawing/2014/main" id="{BDD4C054-6F80-6234-C524-B5AA7243859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1">
                <a:extLst>
                  <a:ext uri="{96DAC541-7B7A-43D3-8B79-37D633B846F1}">
                    <asvg:svgBlip xmlns:asvg="http://schemas.microsoft.com/office/drawing/2016/SVG/main" r:embed="rId52"/>
                  </a:ext>
                </a:extLst>
              </a:blip>
              <a:srcRect/>
              <a:stretch/>
            </p:blipFill>
            <p:spPr>
              <a:xfrm>
                <a:off x="3513869" y="2435878"/>
                <a:ext cx="143060" cy="143060"/>
              </a:xfrm>
              <a:prstGeom prst="rect">
                <a:avLst/>
              </a:prstGeom>
            </p:spPr>
          </p:pic>
        </p:grpSp>
      </p:grpSp>
      <p:grpSp>
        <p:nvGrpSpPr>
          <p:cNvPr id="107" name="组合 106">
            <a:extLst>
              <a:ext uri="{FF2B5EF4-FFF2-40B4-BE49-F238E27FC236}">
                <a16:creationId xmlns:a16="http://schemas.microsoft.com/office/drawing/2014/main" id="{CA4C2F3A-6C81-87E3-8B40-8809BCC97993}"/>
              </a:ext>
            </a:extLst>
          </p:cNvPr>
          <p:cNvGrpSpPr/>
          <p:nvPr/>
        </p:nvGrpSpPr>
        <p:grpSpPr>
          <a:xfrm>
            <a:off x="461126" y="1123111"/>
            <a:ext cx="2552892" cy="756471"/>
            <a:chOff x="461125" y="1123110"/>
            <a:chExt cx="2552892" cy="756471"/>
          </a:xfrm>
        </p:grpSpPr>
        <p:sp>
          <p:nvSpPr>
            <p:cNvPr id="108" name="矩形: 圆角 107">
              <a:hlinkClick r:id="rId53" action="ppaction://hlinksldjump"/>
              <a:extLst>
                <a:ext uri="{FF2B5EF4-FFF2-40B4-BE49-F238E27FC236}">
                  <a16:creationId xmlns:a16="http://schemas.microsoft.com/office/drawing/2014/main" id="{2CE9DE17-4E44-4AD9-60CC-BB74F1EACF65}"/>
                </a:ext>
              </a:extLst>
            </p:cNvPr>
            <p:cNvSpPr/>
            <p:nvPr/>
          </p:nvSpPr>
          <p:spPr>
            <a:xfrm>
              <a:off x="461125" y="1123110"/>
              <a:ext cx="2552892" cy="756471"/>
            </a:xfrm>
            <a:prstGeom prst="roundRect">
              <a:avLst>
                <a:gd name="adj" fmla="val 13695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9" name="文本框 108">
              <a:extLst>
                <a:ext uri="{FF2B5EF4-FFF2-40B4-BE49-F238E27FC236}">
                  <a16:creationId xmlns:a16="http://schemas.microsoft.com/office/drawing/2014/main" id="{EA00125A-66CB-384E-CC51-1A99586B48B2}"/>
                </a:ext>
              </a:extLst>
            </p:cNvPr>
            <p:cNvSpPr txBox="1"/>
            <p:nvPr/>
          </p:nvSpPr>
          <p:spPr>
            <a:xfrm>
              <a:off x="1119456" y="1283470"/>
              <a:ext cx="161993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dirty="0">
                  <a:latin typeface="+mn-ea"/>
                  <a:cs typeface="vivo Sans Light" panose="02000400000000000000" pitchFamily="2" charset="-122"/>
                </a:rPr>
                <a:t>雨夌</a:t>
              </a:r>
            </a:p>
          </p:txBody>
        </p:sp>
        <p:sp>
          <p:nvSpPr>
            <p:cNvPr id="110" name="文本框 109">
              <a:extLst>
                <a:ext uri="{FF2B5EF4-FFF2-40B4-BE49-F238E27FC236}">
                  <a16:creationId xmlns:a16="http://schemas.microsoft.com/office/drawing/2014/main" id="{D416D5E3-97BE-DFEE-FAA6-50ED9F3E8C71}"/>
                </a:ext>
              </a:extLst>
            </p:cNvPr>
            <p:cNvSpPr txBox="1"/>
            <p:nvPr/>
          </p:nvSpPr>
          <p:spPr>
            <a:xfrm>
              <a:off x="1119456" y="1497658"/>
              <a:ext cx="161993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000" dirty="0">
                  <a:solidFill>
                    <a:schemeClr val="bg1">
                      <a:lumMod val="75000"/>
                    </a:schemeClr>
                  </a:solidFill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管理你的云账户</a:t>
              </a:r>
            </a:p>
          </p:txBody>
        </p:sp>
        <p:sp>
          <p:nvSpPr>
            <p:cNvPr id="111" name="!! 头像框">
              <a:extLst>
                <a:ext uri="{FF2B5EF4-FFF2-40B4-BE49-F238E27FC236}">
                  <a16:creationId xmlns:a16="http://schemas.microsoft.com/office/drawing/2014/main" id="{1C0E6A07-A2FD-45BB-27F8-5F39573EF9B6}"/>
                </a:ext>
              </a:extLst>
            </p:cNvPr>
            <p:cNvSpPr/>
            <p:nvPr/>
          </p:nvSpPr>
          <p:spPr>
            <a:xfrm>
              <a:off x="638475" y="1267548"/>
              <a:ext cx="463636" cy="463636"/>
            </a:xfrm>
            <a:prstGeom prst="ellipse">
              <a:avLst/>
            </a:prstGeom>
            <a:blipFill>
              <a:blip r:embed="rId54"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77">
                <a:defRPr/>
              </a:pPr>
              <a:endParaRPr lang="zh-CN" altLang="en-US">
                <a:solidFill>
                  <a:srgbClr val="F5F5F5"/>
                </a:solidFill>
                <a:latin typeface="vivo Sans"/>
                <a:ea typeface="vivo Sans"/>
              </a:endParaRPr>
            </a:p>
          </p:txBody>
        </p:sp>
      </p:grpSp>
      <p:sp>
        <p:nvSpPr>
          <p:cNvPr id="8" name="!! 遮罩2">
            <a:extLst>
              <a:ext uri="{FF2B5EF4-FFF2-40B4-BE49-F238E27FC236}">
                <a16:creationId xmlns:a16="http://schemas.microsoft.com/office/drawing/2014/main" id="{954013F6-40E1-33E4-00A8-E3F76C721107}"/>
              </a:ext>
            </a:extLst>
          </p:cNvPr>
          <p:cNvSpPr/>
          <p:nvPr/>
        </p:nvSpPr>
        <p:spPr>
          <a:xfrm>
            <a:off x="1" y="0"/>
            <a:ext cx="12180291" cy="6858000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>
              <a:defRPr/>
            </a:pPr>
            <a:endParaRPr lang="zh-CN" altLang="en-US" dirty="0">
              <a:solidFill>
                <a:srgbClr val="F5F5F5"/>
              </a:solidFill>
              <a:latin typeface="vivo Sans"/>
              <a:ea typeface="vivo Sans"/>
            </a:endParaRP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53F896AF-7640-0199-95B9-C6076F923671}"/>
              </a:ext>
            </a:extLst>
          </p:cNvPr>
          <p:cNvSpPr/>
          <p:nvPr/>
        </p:nvSpPr>
        <p:spPr>
          <a:xfrm>
            <a:off x="3389116" y="704241"/>
            <a:ext cx="5390463" cy="5427671"/>
          </a:xfrm>
          <a:prstGeom prst="roundRect">
            <a:avLst>
              <a:gd name="adj" fmla="val 1955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7CB70340-F368-2F9B-39AE-3915C31F5D26}"/>
              </a:ext>
            </a:extLst>
          </p:cNvPr>
          <p:cNvSpPr txBox="1"/>
          <p:nvPr/>
        </p:nvSpPr>
        <p:spPr>
          <a:xfrm>
            <a:off x="3823761" y="1216318"/>
            <a:ext cx="38135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+mj-ea"/>
                <a:ea typeface="+mj-ea"/>
              </a:rPr>
              <a:t>启用硬件保护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62B77C84-F41A-017C-F1E2-D5D88F49EE9B}"/>
              </a:ext>
            </a:extLst>
          </p:cNvPr>
          <p:cNvSpPr txBox="1"/>
          <p:nvPr/>
        </p:nvSpPr>
        <p:spPr>
          <a:xfrm>
            <a:off x="3823760" y="1671395"/>
            <a:ext cx="45134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/>
              <a:t>启用硬件保护可以保护你的设备不被恶意程序损坏</a:t>
            </a:r>
            <a:endParaRPr lang="en-US" altLang="zh-CN" sz="1400" dirty="0"/>
          </a:p>
          <a:p>
            <a:r>
              <a:rPr lang="zh-CN" altLang="en-US" sz="1400" dirty="0"/>
              <a:t>接下来将进行硬件验证，验证成功后即可启用</a:t>
            </a:r>
          </a:p>
        </p:txBody>
      </p:sp>
      <p:sp>
        <p:nvSpPr>
          <p:cNvPr id="16" name="!! 按钮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D9558D66-EB1F-809B-1CC1-F4E2F43E0F8B}"/>
              </a:ext>
            </a:extLst>
          </p:cNvPr>
          <p:cNvSpPr/>
          <p:nvPr/>
        </p:nvSpPr>
        <p:spPr>
          <a:xfrm>
            <a:off x="6689319" y="5308765"/>
            <a:ext cx="1655235" cy="40821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  <a:effectLst>
            <a:outerShdw blurRad="88900" sx="101000" sy="101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bg2"/>
                </a:solidFill>
              </a:rPr>
              <a:t>下一步</a:t>
            </a:r>
          </a:p>
        </p:txBody>
      </p:sp>
      <p:sp>
        <p:nvSpPr>
          <p:cNvPr id="20" name="!! 返回">
            <a:hlinkClick r:id="rId27" action="ppaction://hlinksldjump"/>
            <a:extLst>
              <a:ext uri="{FF2B5EF4-FFF2-40B4-BE49-F238E27FC236}">
                <a16:creationId xmlns:a16="http://schemas.microsoft.com/office/drawing/2014/main" id="{031E349F-87C8-90FA-9FB7-46A66DE9F755}"/>
              </a:ext>
            </a:extLst>
          </p:cNvPr>
          <p:cNvSpPr/>
          <p:nvPr/>
        </p:nvSpPr>
        <p:spPr>
          <a:xfrm>
            <a:off x="5343259" y="5308765"/>
            <a:ext cx="1187696" cy="408215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accent1"/>
            </a:solidFill>
          </a:ln>
          <a:effectLst>
            <a:outerShdw blurRad="88900" sx="101000" sy="101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>
              <a:defRPr/>
            </a:pPr>
            <a:r>
              <a:rPr lang="zh-CN" altLang="en-US" sz="1400" dirty="0">
                <a:solidFill>
                  <a:srgbClr val="62A8D3"/>
                </a:solidFill>
                <a:latin typeface="vivo Sans"/>
                <a:ea typeface="vivo Sans"/>
              </a:rPr>
              <a:t>取消</a:t>
            </a:r>
          </a:p>
        </p:txBody>
      </p:sp>
    </p:spTree>
    <p:extLst>
      <p:ext uri="{BB962C8B-B14F-4D97-AF65-F5344CB8AC3E}">
        <p14:creationId xmlns:p14="http://schemas.microsoft.com/office/powerpoint/2010/main" val="32530855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path" presetSubtype="0" decel="9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.03218 " pathEditMode="relative" rAng="0" ptsTypes="AA">
                                      <p:cBhvr>
                                        <p:cTn id="9" dur="500" spd="-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597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path" presetSubtype="0" decel="9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08333E-6 3.7037E-7 L -2.08333E-6 0.03218 " pathEditMode="relative" rAng="0" ptsTypes="AA">
                                      <p:cBhvr>
                                        <p:cTn id="14" dur="500" spd="-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597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42" presetClass="path" presetSubtype="0" decel="9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08333E-6 -2.96296E-6 L 2.08333E-6 0.03218 " pathEditMode="relative" rAng="0" ptsTypes="AA">
                                      <p:cBhvr>
                                        <p:cTn id="19" dur="500" spd="-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597"/>
                                    </p:animMotion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2" presetClass="path" presetSubtype="0" decel="9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54167E-6 -3.7037E-6 L 3.54167E-6 0.03218 " pathEditMode="relative" rAng="0" ptsTypes="AA">
                                      <p:cBhvr>
                                        <p:cTn id="24" dur="500" spd="-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597"/>
                                    </p:animMotion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42" presetClass="path" presetSubtype="0" decel="9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54167E-6 -3.7037E-6 L 3.54167E-6 0.03218 " pathEditMode="relative" rAng="0" ptsTypes="AA">
                                      <p:cBhvr>
                                        <p:cTn id="29" dur="500" spd="-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59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30" restart="whenNotActive" fill="hold" evtFilter="cancelBubble" nodeType="interactiveSeq">
                <p:stCondLst>
                  <p:cond evt="onClick" delay="0">
                    <p:tgtEl>
                      <p:spTgt spid="9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1" fill="hold">
                      <p:stCondLst>
                        <p:cond delay="0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xit" presetSubtype="0" fill="hold" grpId="1" nodeType="clickEffect">
                                  <p:stCondLst>
                                    <p:cond delay="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" dur="15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0" presetClass="exit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" dur="15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0" presetClass="exit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" dur="15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0" presetClass="exit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15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0" presetClass="exit" presetSubtype="0" fill="hold" grpId="1" nodeType="withEffect">
                                  <p:stCondLst>
                                    <p:cond delay="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15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0" presetClass="exit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" dur="15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0" presetClass="exit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15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0" presetClass="exit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" dur="15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35" presetClass="path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58" dur="33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9" presetID="35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60" dur="33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1" presetID="35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62" dur="33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3" presetID="35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64" dur="33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5" presetID="35" presetClass="path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66" dur="33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35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68" dur="33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9" presetID="35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70" dur="33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1" presetID="35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72" dur="33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15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15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15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5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63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5 0 E" pathEditMode="fixed" ptsTypes="">
                                      <p:cBhvr>
                                        <p:cTn id="86" dur="330" spd="-1000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87" presetID="63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5 0 E" pathEditMode="fixed" ptsTypes="">
                                      <p:cBhvr>
                                        <p:cTn id="88" dur="330" spd="-100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89" presetID="63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5 0 E" pathEditMode="fixed" ptsTypes="">
                                      <p:cBhvr>
                                        <p:cTn id="90" dur="330" spd="-100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63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5 0 E" pathEditMode="fixed" ptsTypes="">
                                      <p:cBhvr>
                                        <p:cTn id="92" dur="330" spd="-100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3" nodeType="click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15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15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15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15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3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15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15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15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15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35" presetClass="path" presetSubtype="0" decel="10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120" dur="330" spd="-1000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1" presetID="35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122" dur="330" spd="-1000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3" presetID="35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124" dur="330" spd="-1000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5" presetID="35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126" dur="330" spd="-1000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7" presetID="35" presetClass="path" presetSubtype="0" decel="10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128" dur="330" spd="-1000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9" presetID="35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130" dur="330" spd="-1000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1" presetID="35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132" dur="330" spd="-1000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3" presetID="35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134" dur="330" spd="-1000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5" presetID="10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6" dur="15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9" dur="15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2" dur="15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5" dur="15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63" presetClass="path" presetSubtype="0" decel="10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5 0 E" pathEditMode="relative" ptsTypes="">
                                      <p:cBhvr>
                                        <p:cTn id="148" dur="33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9" presetID="63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5 0 E" pathEditMode="relative" ptsTypes="">
                                      <p:cBhvr>
                                        <p:cTn id="150" dur="33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1" presetID="63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5 0 E" pathEditMode="relative" ptsTypes="">
                                      <p:cBhvr>
                                        <p:cTn id="152" dur="33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3" presetID="63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5 0 E" pathEditMode="relative" ptsTypes="">
                                      <p:cBhvr>
                                        <p:cTn id="154" dur="33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0"/>
                  </p:tgtEl>
                </p:cond>
              </p:nextCondLst>
            </p:seq>
          </p:childTnLst>
        </p:cTn>
      </p:par>
    </p:tnLst>
    <p:bldLst>
      <p:bldP spid="79" grpId="0"/>
      <p:bldP spid="79" grpId="1"/>
      <p:bldP spid="79" grpId="2"/>
      <p:bldP spid="79" grpId="3"/>
      <p:bldP spid="80" grpId="0"/>
      <p:bldP spid="80" grpId="1"/>
      <p:bldP spid="80" grpId="2"/>
      <p:bldP spid="80" grpId="3"/>
      <p:bldP spid="81" grpId="0"/>
      <p:bldP spid="81" grpId="1"/>
      <p:bldP spid="81" grpId="2"/>
      <p:bldP spid="81" grpId="3"/>
      <p:bldP spid="12" grpId="0" animBg="1"/>
      <p:bldP spid="12" grpId="1" animBg="1"/>
      <p:bldP spid="14" grpId="0"/>
      <p:bldP spid="14" grpId="1"/>
      <p:bldP spid="15" grpId="0"/>
      <p:bldP spid="15" grpId="1"/>
      <p:bldP spid="16" grpId="0" animBg="1"/>
      <p:bldP spid="16" grpId="1" animBg="1"/>
      <p:bldP spid="20" grpId="0" animBg="1"/>
      <p:bldP spid="20" grpId="1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A35470-C2CD-E48D-8806-59852D3229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!! 背景板">
            <a:extLst>
              <a:ext uri="{FF2B5EF4-FFF2-40B4-BE49-F238E27FC236}">
                <a16:creationId xmlns:a16="http://schemas.microsoft.com/office/drawing/2014/main" id="{35919FD5-D2F0-02E1-12CC-51656881F5D4}"/>
              </a:ext>
            </a:extLst>
          </p:cNvPr>
          <p:cNvSpPr/>
          <p:nvPr/>
        </p:nvSpPr>
        <p:spPr>
          <a:xfrm>
            <a:off x="11709" y="0"/>
            <a:ext cx="12192000" cy="6858000"/>
          </a:xfrm>
          <a:prstGeom prst="rect">
            <a:avLst/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>
              <a:defRPr/>
            </a:pPr>
            <a:endParaRPr lang="zh-CN" altLang="en-US" dirty="0">
              <a:solidFill>
                <a:srgbClr val="F5F5F5"/>
              </a:solidFill>
              <a:latin typeface="vivo Sans"/>
              <a:ea typeface="vivo Sans"/>
            </a:endParaRPr>
          </a:p>
        </p:txBody>
      </p:sp>
      <p:grpSp>
        <p:nvGrpSpPr>
          <p:cNvPr id="25" name="!! 大标题">
            <a:extLst>
              <a:ext uri="{FF2B5EF4-FFF2-40B4-BE49-F238E27FC236}">
                <a16:creationId xmlns:a16="http://schemas.microsoft.com/office/drawing/2014/main" id="{48D42260-F4C5-8602-9732-835C8BABD9AD}"/>
              </a:ext>
            </a:extLst>
          </p:cNvPr>
          <p:cNvGrpSpPr/>
          <p:nvPr/>
        </p:nvGrpSpPr>
        <p:grpSpPr>
          <a:xfrm>
            <a:off x="462457" y="484334"/>
            <a:ext cx="796551" cy="461665"/>
            <a:chOff x="3079753" y="1375827"/>
            <a:chExt cx="673782" cy="461665"/>
          </a:xfrm>
        </p:grpSpPr>
        <p:sp>
          <p:nvSpPr>
            <p:cNvPr id="27" name="!! 标题符">
              <a:extLst>
                <a:ext uri="{FF2B5EF4-FFF2-40B4-BE49-F238E27FC236}">
                  <a16:creationId xmlns:a16="http://schemas.microsoft.com/office/drawing/2014/main" id="{B05BFF9D-BFFA-9A1B-B513-F65A19B15DE1}"/>
                </a:ext>
              </a:extLst>
            </p:cNvPr>
            <p:cNvSpPr/>
            <p:nvPr/>
          </p:nvSpPr>
          <p:spPr>
            <a:xfrm>
              <a:off x="3146905" y="1685496"/>
              <a:ext cx="551700" cy="1255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defTabSz="457189">
                <a:defRPr/>
              </a:pPr>
              <a:endParaRPr lang="zh-CN" altLang="en-US">
                <a:solidFill>
                  <a:srgbClr val="FFFFFF"/>
                </a:solidFill>
                <a:latin typeface="OPPOSans R"/>
                <a:ea typeface="OPPOSans R"/>
              </a:endParaRPr>
            </a:p>
          </p:txBody>
        </p:sp>
        <p:sp>
          <p:nvSpPr>
            <p:cNvPr id="28" name="!! 标题">
              <a:extLst>
                <a:ext uri="{FF2B5EF4-FFF2-40B4-BE49-F238E27FC236}">
                  <a16:creationId xmlns:a16="http://schemas.microsoft.com/office/drawing/2014/main" id="{EA5B11BD-14EF-4B1D-9DCE-9E330494C742}"/>
                </a:ext>
              </a:extLst>
            </p:cNvPr>
            <p:cNvSpPr txBox="1"/>
            <p:nvPr/>
          </p:nvSpPr>
          <p:spPr>
            <a:xfrm>
              <a:off x="3079753" y="1375827"/>
              <a:ext cx="67378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457189">
                <a:defRPr/>
              </a:pPr>
              <a:r>
                <a:rPr lang="zh-CN" altLang="en-US" sz="2400" dirty="0">
                  <a:solidFill>
                    <a:srgbClr val="000000">
                      <a:lumMod val="75000"/>
                      <a:lumOff val="25000"/>
                    </a:srgbClr>
                  </a:solidFill>
                  <a:latin typeface="vivo Sans Medium"/>
                  <a:ea typeface="vivo Sans Medium"/>
                </a:rPr>
                <a:t>设置</a:t>
              </a:r>
            </a:p>
          </p:txBody>
        </p:sp>
      </p:grpSp>
      <p:grpSp>
        <p:nvGrpSpPr>
          <p:cNvPr id="49" name="!! 显示">
            <a:extLst>
              <a:ext uri="{FF2B5EF4-FFF2-40B4-BE49-F238E27FC236}">
                <a16:creationId xmlns:a16="http://schemas.microsoft.com/office/drawing/2014/main" id="{CD25A4AD-2F1B-2B8D-DEAA-E11E03921381}"/>
              </a:ext>
            </a:extLst>
          </p:cNvPr>
          <p:cNvGrpSpPr/>
          <p:nvPr/>
        </p:nvGrpSpPr>
        <p:grpSpPr>
          <a:xfrm>
            <a:off x="470871" y="3706575"/>
            <a:ext cx="2552892" cy="457924"/>
            <a:chOff x="462453" y="2623554"/>
            <a:chExt cx="2552892" cy="457924"/>
          </a:xfrm>
        </p:grpSpPr>
        <p:sp>
          <p:nvSpPr>
            <p:cNvPr id="52" name="!! 未选中">
              <a:hlinkClick r:id="rId3" action="ppaction://hlinksldjump"/>
              <a:extLst>
                <a:ext uri="{FF2B5EF4-FFF2-40B4-BE49-F238E27FC236}">
                  <a16:creationId xmlns:a16="http://schemas.microsoft.com/office/drawing/2014/main" id="{B8151E1F-113A-C95E-2A1E-04FA302034C1}"/>
                </a:ext>
              </a:extLst>
            </p:cNvPr>
            <p:cNvSpPr/>
            <p:nvPr/>
          </p:nvSpPr>
          <p:spPr>
            <a:xfrm>
              <a:off x="462453" y="2623554"/>
              <a:ext cx="2552892" cy="457924"/>
            </a:xfrm>
            <a:prstGeom prst="roundRect">
              <a:avLst>
                <a:gd name="adj" fmla="val 22880"/>
              </a:avLst>
            </a:prstGeom>
            <a:solidFill>
              <a:schemeClr val="bg2"/>
            </a:solidFill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1998" defTabSz="914377">
                <a:defRPr/>
              </a:pPr>
              <a:r>
                <a:rPr lang="zh-CN" altLang="en-US" sz="1400" dirty="0">
                  <a:solidFill>
                    <a:schemeClr val="tx1">
                      <a:lumMod val="90000"/>
                      <a:lumOff val="10000"/>
                    </a:schemeClr>
                  </a:solidFill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      显示</a:t>
              </a:r>
            </a:p>
          </p:txBody>
        </p:sp>
        <p:grpSp>
          <p:nvGrpSpPr>
            <p:cNvPr id="54" name="组合 53">
              <a:extLst>
                <a:ext uri="{FF2B5EF4-FFF2-40B4-BE49-F238E27FC236}">
                  <a16:creationId xmlns:a16="http://schemas.microsoft.com/office/drawing/2014/main" id="{6DDC52F3-8A9C-20D1-ED16-AD9468685EBE}"/>
                </a:ext>
              </a:extLst>
            </p:cNvPr>
            <p:cNvGrpSpPr/>
            <p:nvPr/>
          </p:nvGrpSpPr>
          <p:grpSpPr>
            <a:xfrm>
              <a:off x="600851" y="2735577"/>
              <a:ext cx="245090" cy="245090"/>
              <a:chOff x="3449581" y="2374787"/>
              <a:chExt cx="263638" cy="263638"/>
            </a:xfrm>
          </p:grpSpPr>
          <p:sp>
            <p:nvSpPr>
              <p:cNvPr id="63" name="椭圆 62">
                <a:extLst>
                  <a:ext uri="{FF2B5EF4-FFF2-40B4-BE49-F238E27FC236}">
                    <a16:creationId xmlns:a16="http://schemas.microsoft.com/office/drawing/2014/main" id="{6D80F4E6-42D7-17CC-CC8F-AD1CA2A79712}"/>
                  </a:ext>
                </a:extLst>
              </p:cNvPr>
              <p:cNvSpPr/>
              <p:nvPr/>
            </p:nvSpPr>
            <p:spPr>
              <a:xfrm>
                <a:off x="3449581" y="2374787"/>
                <a:ext cx="263638" cy="263638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64" name="icon">
                <a:extLst>
                  <a:ext uri="{FF2B5EF4-FFF2-40B4-BE49-F238E27FC236}">
                    <a16:creationId xmlns:a16="http://schemas.microsoft.com/office/drawing/2014/main" id="{DA9307B5-6F55-1C52-709B-8C3F13AC81C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rcRect/>
              <a:stretch/>
            </p:blipFill>
            <p:spPr>
              <a:xfrm>
                <a:off x="3513869" y="2435878"/>
                <a:ext cx="143060" cy="143060"/>
              </a:xfrm>
              <a:prstGeom prst="rect">
                <a:avLst/>
              </a:prstGeom>
            </p:spPr>
          </p:pic>
        </p:grpSp>
      </p:grpSp>
      <p:grpSp>
        <p:nvGrpSpPr>
          <p:cNvPr id="66" name="!! App">
            <a:extLst>
              <a:ext uri="{FF2B5EF4-FFF2-40B4-BE49-F238E27FC236}">
                <a16:creationId xmlns:a16="http://schemas.microsoft.com/office/drawing/2014/main" id="{5BF1B266-03A7-0A08-E016-1F88D277469C}"/>
              </a:ext>
            </a:extLst>
          </p:cNvPr>
          <p:cNvGrpSpPr/>
          <p:nvPr/>
        </p:nvGrpSpPr>
        <p:grpSpPr>
          <a:xfrm>
            <a:off x="476549" y="2282681"/>
            <a:ext cx="2552892" cy="457924"/>
            <a:chOff x="462453" y="2623554"/>
            <a:chExt cx="2552892" cy="457924"/>
          </a:xfrm>
        </p:grpSpPr>
        <p:sp>
          <p:nvSpPr>
            <p:cNvPr id="67" name="!! 未选中">
              <a:hlinkClick r:id="rId6" action="ppaction://hlinksldjump"/>
              <a:extLst>
                <a:ext uri="{FF2B5EF4-FFF2-40B4-BE49-F238E27FC236}">
                  <a16:creationId xmlns:a16="http://schemas.microsoft.com/office/drawing/2014/main" id="{7E3B7A35-86C0-29BD-CE5C-E3067B71E71B}"/>
                </a:ext>
              </a:extLst>
            </p:cNvPr>
            <p:cNvSpPr/>
            <p:nvPr/>
          </p:nvSpPr>
          <p:spPr>
            <a:xfrm>
              <a:off x="462453" y="2623554"/>
              <a:ext cx="2552892" cy="457924"/>
            </a:xfrm>
            <a:prstGeom prst="roundRect">
              <a:avLst>
                <a:gd name="adj" fmla="val 22880"/>
              </a:avLst>
            </a:prstGeom>
            <a:solidFill>
              <a:schemeClr val="bg2"/>
            </a:solidFill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1998" defTabSz="914377">
                <a:defRPr/>
              </a:pPr>
              <a:r>
                <a:rPr lang="zh-CN" altLang="en-US" sz="1400" dirty="0">
                  <a:solidFill>
                    <a:schemeClr val="tx1">
                      <a:lumMod val="90000"/>
                      <a:lumOff val="10000"/>
                    </a:schemeClr>
                  </a:solidFill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      应用与模块</a:t>
              </a:r>
            </a:p>
          </p:txBody>
        </p:sp>
        <p:grpSp>
          <p:nvGrpSpPr>
            <p:cNvPr id="68" name="组合 67">
              <a:extLst>
                <a:ext uri="{FF2B5EF4-FFF2-40B4-BE49-F238E27FC236}">
                  <a16:creationId xmlns:a16="http://schemas.microsoft.com/office/drawing/2014/main" id="{0BA011C3-A760-8CEB-5AD8-930F2A4A7BA8}"/>
                </a:ext>
              </a:extLst>
            </p:cNvPr>
            <p:cNvGrpSpPr/>
            <p:nvPr/>
          </p:nvGrpSpPr>
          <p:grpSpPr>
            <a:xfrm>
              <a:off x="600851" y="2735577"/>
              <a:ext cx="245090" cy="245090"/>
              <a:chOff x="3449581" y="2374787"/>
              <a:chExt cx="263638" cy="263638"/>
            </a:xfrm>
          </p:grpSpPr>
          <p:sp>
            <p:nvSpPr>
              <p:cNvPr id="69" name="椭圆 68">
                <a:extLst>
                  <a:ext uri="{FF2B5EF4-FFF2-40B4-BE49-F238E27FC236}">
                    <a16:creationId xmlns:a16="http://schemas.microsoft.com/office/drawing/2014/main" id="{370AEDBE-60C6-EA93-2F3C-DC35419BEDBA}"/>
                  </a:ext>
                </a:extLst>
              </p:cNvPr>
              <p:cNvSpPr/>
              <p:nvPr/>
            </p:nvSpPr>
            <p:spPr>
              <a:xfrm>
                <a:off x="3449581" y="2374787"/>
                <a:ext cx="263638" cy="263638"/>
              </a:xfrm>
              <a:prstGeom prst="ellipse">
                <a:avLst/>
              </a:prstGeom>
              <a:solidFill>
                <a:schemeClr val="accent3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71" name="icon">
                <a:extLst>
                  <a:ext uri="{FF2B5EF4-FFF2-40B4-BE49-F238E27FC236}">
                    <a16:creationId xmlns:a16="http://schemas.microsoft.com/office/drawing/2014/main" id="{9E87DD78-0B5E-397F-4330-A46FA6E95E9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rcRect/>
              <a:stretch/>
            </p:blipFill>
            <p:spPr>
              <a:xfrm>
                <a:off x="3513869" y="2435878"/>
                <a:ext cx="143060" cy="143060"/>
              </a:xfrm>
              <a:prstGeom prst="rect">
                <a:avLst/>
              </a:prstGeom>
            </p:spPr>
          </p:pic>
        </p:grpSp>
      </p:grpSp>
      <p:grpSp>
        <p:nvGrpSpPr>
          <p:cNvPr id="73" name="!! 电池">
            <a:extLst>
              <a:ext uri="{FF2B5EF4-FFF2-40B4-BE49-F238E27FC236}">
                <a16:creationId xmlns:a16="http://schemas.microsoft.com/office/drawing/2014/main" id="{916A9B87-9D10-446E-142B-2728A67F2188}"/>
              </a:ext>
            </a:extLst>
          </p:cNvPr>
          <p:cNvGrpSpPr/>
          <p:nvPr/>
        </p:nvGrpSpPr>
        <p:grpSpPr>
          <a:xfrm>
            <a:off x="470871" y="2852627"/>
            <a:ext cx="2552892" cy="457924"/>
            <a:chOff x="462453" y="2623554"/>
            <a:chExt cx="2552892" cy="457924"/>
          </a:xfrm>
        </p:grpSpPr>
        <p:sp>
          <p:nvSpPr>
            <p:cNvPr id="76" name="!! 未选中">
              <a:hlinkClick r:id="rId9" action="ppaction://hlinksldjump"/>
              <a:extLst>
                <a:ext uri="{FF2B5EF4-FFF2-40B4-BE49-F238E27FC236}">
                  <a16:creationId xmlns:a16="http://schemas.microsoft.com/office/drawing/2014/main" id="{8F693D1A-F7E8-238B-100E-F1DDE153529B}"/>
                </a:ext>
              </a:extLst>
            </p:cNvPr>
            <p:cNvSpPr/>
            <p:nvPr/>
          </p:nvSpPr>
          <p:spPr>
            <a:xfrm>
              <a:off x="462453" y="2623554"/>
              <a:ext cx="2552892" cy="457924"/>
            </a:xfrm>
            <a:prstGeom prst="roundRect">
              <a:avLst>
                <a:gd name="adj" fmla="val 22880"/>
              </a:avLst>
            </a:prstGeom>
            <a:solidFill>
              <a:schemeClr val="bg2"/>
            </a:solidFill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1998" defTabSz="914377">
                <a:defRPr/>
              </a:pPr>
              <a:r>
                <a:rPr lang="zh-CN" altLang="en-US" sz="1400" dirty="0">
                  <a:solidFill>
                    <a:schemeClr val="tx1">
                      <a:lumMod val="90000"/>
                      <a:lumOff val="10000"/>
                    </a:schemeClr>
                  </a:solidFill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      电池</a:t>
              </a:r>
            </a:p>
          </p:txBody>
        </p:sp>
        <p:grpSp>
          <p:nvGrpSpPr>
            <p:cNvPr id="77" name="组合 76">
              <a:extLst>
                <a:ext uri="{FF2B5EF4-FFF2-40B4-BE49-F238E27FC236}">
                  <a16:creationId xmlns:a16="http://schemas.microsoft.com/office/drawing/2014/main" id="{5349AC0F-A4EF-2EA6-FB38-CB445A952705}"/>
                </a:ext>
              </a:extLst>
            </p:cNvPr>
            <p:cNvGrpSpPr/>
            <p:nvPr/>
          </p:nvGrpSpPr>
          <p:grpSpPr>
            <a:xfrm>
              <a:off x="600851" y="2735577"/>
              <a:ext cx="245090" cy="245090"/>
              <a:chOff x="3449581" y="2374787"/>
              <a:chExt cx="263638" cy="263638"/>
            </a:xfrm>
          </p:grpSpPr>
          <p:sp>
            <p:nvSpPr>
              <p:cNvPr id="78" name="椭圆 77">
                <a:extLst>
                  <a:ext uri="{FF2B5EF4-FFF2-40B4-BE49-F238E27FC236}">
                    <a16:creationId xmlns:a16="http://schemas.microsoft.com/office/drawing/2014/main" id="{2FA0DDAF-197E-2344-5283-7E1DA26F5266}"/>
                  </a:ext>
                </a:extLst>
              </p:cNvPr>
              <p:cNvSpPr/>
              <p:nvPr/>
            </p:nvSpPr>
            <p:spPr>
              <a:xfrm>
                <a:off x="3449581" y="2374787"/>
                <a:ext cx="263638" cy="263638"/>
              </a:xfrm>
              <a:prstGeom prst="ellipse">
                <a:avLst/>
              </a:prstGeom>
              <a:solidFill>
                <a:srgbClr val="3ADE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79" name="icon">
                <a:extLst>
                  <a:ext uri="{FF2B5EF4-FFF2-40B4-BE49-F238E27FC236}">
                    <a16:creationId xmlns:a16="http://schemas.microsoft.com/office/drawing/2014/main" id="{693FC6DD-E45B-DFF4-9252-97099145880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rcRect/>
              <a:stretch/>
            </p:blipFill>
            <p:spPr>
              <a:xfrm>
                <a:off x="3513869" y="2435878"/>
                <a:ext cx="143060" cy="143060"/>
              </a:xfrm>
              <a:prstGeom prst="rect">
                <a:avLst/>
              </a:prstGeom>
            </p:spPr>
          </p:pic>
        </p:grpSp>
      </p:grpSp>
      <p:sp>
        <p:nvSpPr>
          <p:cNvPr id="80" name="!! 个性化">
            <a:extLst>
              <a:ext uri="{FF2B5EF4-FFF2-40B4-BE49-F238E27FC236}">
                <a16:creationId xmlns:a16="http://schemas.microsoft.com/office/drawing/2014/main" id="{B7FE1E00-9D22-CBB7-7BCF-3FC25CAD69D1}"/>
              </a:ext>
            </a:extLst>
          </p:cNvPr>
          <p:cNvSpPr txBox="1"/>
          <p:nvPr/>
        </p:nvSpPr>
        <p:spPr>
          <a:xfrm>
            <a:off x="470872" y="3444966"/>
            <a:ext cx="11113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dirty="0">
                <a:solidFill>
                  <a:schemeClr val="bg1">
                    <a:lumMod val="50000"/>
                  </a:schemeClr>
                </a:solidFill>
              </a:rPr>
              <a:t>个性化</a:t>
            </a:r>
          </a:p>
        </p:txBody>
      </p:sp>
      <p:sp>
        <p:nvSpPr>
          <p:cNvPr id="81" name="文本框 80">
            <a:extLst>
              <a:ext uri="{FF2B5EF4-FFF2-40B4-BE49-F238E27FC236}">
                <a16:creationId xmlns:a16="http://schemas.microsoft.com/office/drawing/2014/main" id="{A81D481D-AF3C-B43A-17D4-301393B6E06C}"/>
              </a:ext>
            </a:extLst>
          </p:cNvPr>
          <p:cNvSpPr txBox="1"/>
          <p:nvPr/>
        </p:nvSpPr>
        <p:spPr>
          <a:xfrm>
            <a:off x="462454" y="2020809"/>
            <a:ext cx="11113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dirty="0">
                <a:solidFill>
                  <a:schemeClr val="bg1">
                    <a:lumMod val="50000"/>
                  </a:schemeClr>
                </a:solidFill>
              </a:rPr>
              <a:t>网络与连接</a:t>
            </a:r>
          </a:p>
        </p:txBody>
      </p:sp>
      <p:sp>
        <p:nvSpPr>
          <p:cNvPr id="82" name="文本框 81">
            <a:extLst>
              <a:ext uri="{FF2B5EF4-FFF2-40B4-BE49-F238E27FC236}">
                <a16:creationId xmlns:a16="http://schemas.microsoft.com/office/drawing/2014/main" id="{6997088F-151E-D39E-00D7-E63BB4187F40}"/>
              </a:ext>
            </a:extLst>
          </p:cNvPr>
          <p:cNvSpPr txBox="1"/>
          <p:nvPr/>
        </p:nvSpPr>
        <p:spPr>
          <a:xfrm>
            <a:off x="462455" y="4033431"/>
            <a:ext cx="11113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dirty="0">
                <a:solidFill>
                  <a:schemeClr val="bg1">
                    <a:lumMod val="50000"/>
                  </a:schemeClr>
                </a:solidFill>
              </a:rPr>
              <a:t>系统与安全</a:t>
            </a:r>
          </a:p>
        </p:txBody>
      </p:sp>
      <p:grpSp>
        <p:nvGrpSpPr>
          <p:cNvPr id="83" name="!! 软件更新">
            <a:extLst>
              <a:ext uri="{FF2B5EF4-FFF2-40B4-BE49-F238E27FC236}">
                <a16:creationId xmlns:a16="http://schemas.microsoft.com/office/drawing/2014/main" id="{4032FC6B-85F2-D021-5240-BAEF30D605CF}"/>
              </a:ext>
            </a:extLst>
          </p:cNvPr>
          <p:cNvGrpSpPr/>
          <p:nvPr/>
        </p:nvGrpSpPr>
        <p:grpSpPr>
          <a:xfrm>
            <a:off x="462455" y="4299750"/>
            <a:ext cx="2552892" cy="457924"/>
            <a:chOff x="481145" y="1890767"/>
            <a:chExt cx="2552892" cy="457924"/>
          </a:xfrm>
        </p:grpSpPr>
        <p:sp>
          <p:nvSpPr>
            <p:cNvPr id="84" name="!! 未选中">
              <a:hlinkClick r:id="rId12" action="ppaction://hlinksldjump"/>
              <a:extLst>
                <a:ext uri="{FF2B5EF4-FFF2-40B4-BE49-F238E27FC236}">
                  <a16:creationId xmlns:a16="http://schemas.microsoft.com/office/drawing/2014/main" id="{60F549BA-F3FC-E70D-7839-8EB9E64FD900}"/>
                </a:ext>
              </a:extLst>
            </p:cNvPr>
            <p:cNvSpPr/>
            <p:nvPr/>
          </p:nvSpPr>
          <p:spPr>
            <a:xfrm>
              <a:off x="481145" y="1890767"/>
              <a:ext cx="2552892" cy="457924"/>
            </a:xfrm>
            <a:prstGeom prst="roundRect">
              <a:avLst>
                <a:gd name="adj" fmla="val 22880"/>
              </a:avLst>
            </a:prstGeom>
            <a:solidFill>
              <a:schemeClr val="bg2"/>
            </a:solidFill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1998" defTabSz="914377">
                <a:defRPr/>
              </a:pPr>
              <a:r>
                <a:rPr lang="zh-CN" altLang="en-US" sz="1400" dirty="0">
                  <a:solidFill>
                    <a:schemeClr val="tx1"/>
                  </a:solidFill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      系统更新</a:t>
              </a:r>
            </a:p>
          </p:txBody>
        </p:sp>
        <p:pic>
          <p:nvPicPr>
            <p:cNvPr id="85" name="icon">
              <a:extLst>
                <a:ext uri="{FF2B5EF4-FFF2-40B4-BE49-F238E27FC236}">
                  <a16:creationId xmlns:a16="http://schemas.microsoft.com/office/drawing/2014/main" id="{6406DA74-BD51-1F65-5315-56E71723C222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rcRect/>
            <a:stretch/>
          </p:blipFill>
          <p:spPr>
            <a:xfrm>
              <a:off x="623508" y="2001148"/>
              <a:ext cx="237162" cy="237162"/>
            </a:xfrm>
            <a:prstGeom prst="rect">
              <a:avLst/>
            </a:prstGeom>
          </p:spPr>
        </p:pic>
      </p:grpSp>
      <p:grpSp>
        <p:nvGrpSpPr>
          <p:cNvPr id="86" name="!! 更多连接">
            <a:extLst>
              <a:ext uri="{FF2B5EF4-FFF2-40B4-BE49-F238E27FC236}">
                <a16:creationId xmlns:a16="http://schemas.microsoft.com/office/drawing/2014/main" id="{F5942A96-D6DF-8765-7416-CF59367BD1A1}"/>
              </a:ext>
            </a:extLst>
          </p:cNvPr>
          <p:cNvGrpSpPr/>
          <p:nvPr/>
        </p:nvGrpSpPr>
        <p:grpSpPr>
          <a:xfrm>
            <a:off x="462454" y="3410531"/>
            <a:ext cx="2552892" cy="457924"/>
            <a:chOff x="462453" y="2623554"/>
            <a:chExt cx="2552892" cy="457924"/>
          </a:xfrm>
        </p:grpSpPr>
        <p:sp>
          <p:nvSpPr>
            <p:cNvPr id="87" name="!! 未选中">
              <a:hlinkClick r:id="rId15" action="ppaction://hlinksldjump"/>
              <a:extLst>
                <a:ext uri="{FF2B5EF4-FFF2-40B4-BE49-F238E27FC236}">
                  <a16:creationId xmlns:a16="http://schemas.microsoft.com/office/drawing/2014/main" id="{3D196D01-D26F-30C5-420B-E863671DA474}"/>
                </a:ext>
              </a:extLst>
            </p:cNvPr>
            <p:cNvSpPr/>
            <p:nvPr/>
          </p:nvSpPr>
          <p:spPr>
            <a:xfrm>
              <a:off x="462453" y="2623554"/>
              <a:ext cx="2552892" cy="457924"/>
            </a:xfrm>
            <a:prstGeom prst="roundRect">
              <a:avLst>
                <a:gd name="adj" fmla="val 22880"/>
              </a:avLst>
            </a:prstGeom>
            <a:solidFill>
              <a:schemeClr val="bg2"/>
            </a:solidFill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1998" defTabSz="914377">
                <a:defRPr/>
              </a:pPr>
              <a:r>
                <a:rPr lang="zh-CN" altLang="en-US" sz="1400" dirty="0">
                  <a:solidFill>
                    <a:schemeClr val="tx1">
                      <a:lumMod val="90000"/>
                      <a:lumOff val="10000"/>
                    </a:schemeClr>
                  </a:solidFill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      更多连接</a:t>
              </a:r>
            </a:p>
          </p:txBody>
        </p:sp>
        <p:grpSp>
          <p:nvGrpSpPr>
            <p:cNvPr id="88" name="组合 87">
              <a:extLst>
                <a:ext uri="{FF2B5EF4-FFF2-40B4-BE49-F238E27FC236}">
                  <a16:creationId xmlns:a16="http://schemas.microsoft.com/office/drawing/2014/main" id="{8EA3F480-540C-E0CD-4F53-FD1B98BD5323}"/>
                </a:ext>
              </a:extLst>
            </p:cNvPr>
            <p:cNvGrpSpPr/>
            <p:nvPr/>
          </p:nvGrpSpPr>
          <p:grpSpPr>
            <a:xfrm>
              <a:off x="600851" y="2735577"/>
              <a:ext cx="245090" cy="245090"/>
              <a:chOff x="3449581" y="2374787"/>
              <a:chExt cx="263638" cy="263638"/>
            </a:xfrm>
          </p:grpSpPr>
          <p:sp>
            <p:nvSpPr>
              <p:cNvPr id="89" name="椭圆 88">
                <a:extLst>
                  <a:ext uri="{FF2B5EF4-FFF2-40B4-BE49-F238E27FC236}">
                    <a16:creationId xmlns:a16="http://schemas.microsoft.com/office/drawing/2014/main" id="{556F0331-0741-F283-D6D6-D67E80D81C7C}"/>
                  </a:ext>
                </a:extLst>
              </p:cNvPr>
              <p:cNvSpPr/>
              <p:nvPr/>
            </p:nvSpPr>
            <p:spPr>
              <a:xfrm>
                <a:off x="3449581" y="2374787"/>
                <a:ext cx="263638" cy="263638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90" name="icon">
                <a:extLst>
                  <a:ext uri="{FF2B5EF4-FFF2-40B4-BE49-F238E27FC236}">
                    <a16:creationId xmlns:a16="http://schemas.microsoft.com/office/drawing/2014/main" id="{B5A60BC5-0A02-597F-7161-D2A4E28C9B5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>
                <a:extLs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rcRect/>
              <a:stretch/>
            </p:blipFill>
            <p:spPr>
              <a:xfrm>
                <a:off x="3513774" y="2433849"/>
                <a:ext cx="143060" cy="143060"/>
              </a:xfrm>
              <a:prstGeom prst="rect">
                <a:avLst/>
              </a:prstGeom>
            </p:spPr>
          </p:pic>
        </p:grpSp>
      </p:grpSp>
      <p:sp>
        <p:nvSpPr>
          <p:cNvPr id="91" name="!! 更多">
            <a:extLst>
              <a:ext uri="{FF2B5EF4-FFF2-40B4-BE49-F238E27FC236}">
                <a16:creationId xmlns:a16="http://schemas.microsoft.com/office/drawing/2014/main" id="{250CC0B5-87DD-EEFB-9152-64C2DCA32BFD}"/>
              </a:ext>
            </a:extLst>
          </p:cNvPr>
          <p:cNvSpPr txBox="1"/>
          <p:nvPr/>
        </p:nvSpPr>
        <p:spPr>
          <a:xfrm>
            <a:off x="1310353" y="6016666"/>
            <a:ext cx="85443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100" dirty="0">
                <a:solidFill>
                  <a:schemeClr val="accent1"/>
                </a:solidFill>
              </a:rPr>
              <a:t>下一页</a:t>
            </a:r>
          </a:p>
        </p:txBody>
      </p:sp>
      <p:grpSp>
        <p:nvGrpSpPr>
          <p:cNvPr id="92" name="!! 蓝牙">
            <a:extLst>
              <a:ext uri="{FF2B5EF4-FFF2-40B4-BE49-F238E27FC236}">
                <a16:creationId xmlns:a16="http://schemas.microsoft.com/office/drawing/2014/main" id="{8B5DAE41-8B13-BA2C-2A6C-0F99D2BD8172}"/>
              </a:ext>
            </a:extLst>
          </p:cNvPr>
          <p:cNvGrpSpPr/>
          <p:nvPr/>
        </p:nvGrpSpPr>
        <p:grpSpPr>
          <a:xfrm>
            <a:off x="462453" y="2846581"/>
            <a:ext cx="2552892" cy="457924"/>
            <a:chOff x="462452" y="2059603"/>
            <a:chExt cx="2552892" cy="457924"/>
          </a:xfrm>
        </p:grpSpPr>
        <p:sp>
          <p:nvSpPr>
            <p:cNvPr id="93" name="!! 未选中">
              <a:hlinkClick r:id="rId18" action="ppaction://hlinksldjump"/>
              <a:extLst>
                <a:ext uri="{FF2B5EF4-FFF2-40B4-BE49-F238E27FC236}">
                  <a16:creationId xmlns:a16="http://schemas.microsoft.com/office/drawing/2014/main" id="{68D225BD-B532-3B60-EFC1-0EA0160E24EE}"/>
                </a:ext>
              </a:extLst>
            </p:cNvPr>
            <p:cNvSpPr/>
            <p:nvPr/>
          </p:nvSpPr>
          <p:spPr>
            <a:xfrm>
              <a:off x="462452" y="2059603"/>
              <a:ext cx="2552892" cy="457924"/>
            </a:xfrm>
            <a:prstGeom prst="roundRect">
              <a:avLst>
                <a:gd name="adj" fmla="val 22880"/>
              </a:avLst>
            </a:prstGeom>
            <a:solidFill>
              <a:schemeClr val="bg2"/>
            </a:solidFill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1998" defTabSz="914377">
                <a:defRPr/>
              </a:pPr>
              <a:r>
                <a:rPr lang="zh-CN" altLang="en-US" sz="1400" dirty="0">
                  <a:solidFill>
                    <a:schemeClr val="tx1">
                      <a:lumMod val="90000"/>
                      <a:lumOff val="10000"/>
                    </a:schemeClr>
                  </a:solidFill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      蓝牙</a:t>
              </a:r>
            </a:p>
          </p:txBody>
        </p:sp>
        <p:pic>
          <p:nvPicPr>
            <p:cNvPr id="94" name="图形 93">
              <a:extLst>
                <a:ext uri="{FF2B5EF4-FFF2-40B4-BE49-F238E27FC236}">
                  <a16:creationId xmlns:a16="http://schemas.microsoft.com/office/drawing/2014/main" id="{3883F3B9-5688-C313-123D-6AB4E79ADEB3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p:blipFill>
          <p:spPr>
            <a:xfrm>
              <a:off x="600851" y="2174279"/>
              <a:ext cx="237166" cy="237166"/>
            </a:xfrm>
            <a:prstGeom prst="rect">
              <a:avLst/>
            </a:prstGeom>
          </p:spPr>
        </p:pic>
      </p:grpSp>
      <p:grpSp>
        <p:nvGrpSpPr>
          <p:cNvPr id="95" name="!! WLAN">
            <a:extLst>
              <a:ext uri="{FF2B5EF4-FFF2-40B4-BE49-F238E27FC236}">
                <a16:creationId xmlns:a16="http://schemas.microsoft.com/office/drawing/2014/main" id="{69DA053C-24E6-AFD1-7629-7DBE3BE0CFFE}"/>
              </a:ext>
            </a:extLst>
          </p:cNvPr>
          <p:cNvGrpSpPr/>
          <p:nvPr/>
        </p:nvGrpSpPr>
        <p:grpSpPr>
          <a:xfrm>
            <a:off x="462453" y="2282631"/>
            <a:ext cx="2552892" cy="457924"/>
            <a:chOff x="462452" y="1495653"/>
            <a:chExt cx="2552892" cy="457924"/>
          </a:xfrm>
        </p:grpSpPr>
        <p:grpSp>
          <p:nvGrpSpPr>
            <p:cNvPr id="96" name="!! WLAN">
              <a:extLst>
                <a:ext uri="{FF2B5EF4-FFF2-40B4-BE49-F238E27FC236}">
                  <a16:creationId xmlns:a16="http://schemas.microsoft.com/office/drawing/2014/main" id="{02970523-5F73-FC3D-B2AD-3CFBB3671893}"/>
                </a:ext>
              </a:extLst>
            </p:cNvPr>
            <p:cNvGrpSpPr/>
            <p:nvPr/>
          </p:nvGrpSpPr>
          <p:grpSpPr>
            <a:xfrm>
              <a:off x="462452" y="1495653"/>
              <a:ext cx="2552892" cy="457924"/>
              <a:chOff x="462452" y="1495653"/>
              <a:chExt cx="2552892" cy="457924"/>
            </a:xfrm>
          </p:grpSpPr>
          <p:sp>
            <p:nvSpPr>
              <p:cNvPr id="98" name="!! 未选中">
                <a:hlinkClick r:id="rId21" action="ppaction://hlinksldjump"/>
                <a:extLst>
                  <a:ext uri="{FF2B5EF4-FFF2-40B4-BE49-F238E27FC236}">
                    <a16:creationId xmlns:a16="http://schemas.microsoft.com/office/drawing/2014/main" id="{FC48D61C-D241-0101-3FF3-288B39FA735B}"/>
                  </a:ext>
                </a:extLst>
              </p:cNvPr>
              <p:cNvSpPr/>
              <p:nvPr/>
            </p:nvSpPr>
            <p:spPr>
              <a:xfrm>
                <a:off x="462452" y="1495653"/>
                <a:ext cx="2552892" cy="457924"/>
              </a:xfrm>
              <a:prstGeom prst="roundRect">
                <a:avLst>
                  <a:gd name="adj" fmla="val 22880"/>
                </a:avLst>
              </a:prstGeom>
              <a:solidFill>
                <a:schemeClr val="bg2"/>
              </a:solidFill>
              <a:ln w="6350"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71998" defTabSz="914377">
                  <a:defRPr/>
                </a:pPr>
                <a:r>
                  <a:rPr lang="zh-CN" altLang="en-US" sz="1400" dirty="0">
                    <a:solidFill>
                      <a:schemeClr val="tx1">
                        <a:lumMod val="90000"/>
                        <a:lumOff val="10000"/>
                      </a:schemeClr>
                    </a:solidFill>
                    <a:latin typeface="vivo Sans Light" panose="02000400000000000000" pitchFamily="2" charset="-122"/>
                    <a:ea typeface="vivo Sans Light" panose="02000400000000000000" pitchFamily="2" charset="-122"/>
                    <a:cs typeface="vivo Sans Light" panose="02000400000000000000" pitchFamily="2" charset="-122"/>
                  </a:rPr>
                  <a:t>      无线局域网</a:t>
                </a:r>
              </a:p>
            </p:txBody>
          </p:sp>
          <p:pic>
            <p:nvPicPr>
              <p:cNvPr id="99" name="icon">
                <a:extLst>
                  <a:ext uri="{FF2B5EF4-FFF2-40B4-BE49-F238E27FC236}">
                    <a16:creationId xmlns:a16="http://schemas.microsoft.com/office/drawing/2014/main" id="{AE18118E-B486-3454-39BE-CA3698E4B5E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2">
                <a:extLst>
                  <a:ext uri="{96DAC541-7B7A-43D3-8B79-37D633B846F1}">
                    <asvg:svgBlip xmlns:asvg="http://schemas.microsoft.com/office/drawing/2016/SVG/main" r:embed="rId23"/>
                  </a:ext>
                </a:extLst>
              </a:blip>
              <a:srcRect/>
              <a:stretch/>
            </p:blipFill>
            <p:spPr>
              <a:xfrm>
                <a:off x="638475" y="1636367"/>
                <a:ext cx="169842" cy="169842"/>
              </a:xfrm>
              <a:prstGeom prst="rect">
                <a:avLst/>
              </a:prstGeom>
            </p:spPr>
          </p:pic>
        </p:grpSp>
        <p:pic>
          <p:nvPicPr>
            <p:cNvPr id="97" name="图形 96">
              <a:extLst>
                <a:ext uri="{FF2B5EF4-FFF2-40B4-BE49-F238E27FC236}">
                  <a16:creationId xmlns:a16="http://schemas.microsoft.com/office/drawing/2014/main" id="{3CBC0E51-0A54-9D14-D7AD-0EBD9FC1CF06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/>
            </a:stretch>
          </p:blipFill>
          <p:spPr>
            <a:xfrm>
              <a:off x="600489" y="1593839"/>
              <a:ext cx="245452" cy="245452"/>
            </a:xfrm>
            <a:prstGeom prst="rect">
              <a:avLst/>
            </a:prstGeom>
          </p:spPr>
        </p:pic>
      </p:grpSp>
      <p:grpSp>
        <p:nvGrpSpPr>
          <p:cNvPr id="100" name="!! 关于">
            <a:extLst>
              <a:ext uri="{FF2B5EF4-FFF2-40B4-BE49-F238E27FC236}">
                <a16:creationId xmlns:a16="http://schemas.microsoft.com/office/drawing/2014/main" id="{70144C89-5D8A-6B97-DB2E-3F01A9D9CCA2}"/>
              </a:ext>
            </a:extLst>
          </p:cNvPr>
          <p:cNvGrpSpPr/>
          <p:nvPr/>
        </p:nvGrpSpPr>
        <p:grpSpPr>
          <a:xfrm>
            <a:off x="461126" y="5442791"/>
            <a:ext cx="2552892" cy="457924"/>
            <a:chOff x="453977" y="4076722"/>
            <a:chExt cx="2552892" cy="457924"/>
          </a:xfrm>
        </p:grpSpPr>
        <p:sp>
          <p:nvSpPr>
            <p:cNvPr id="101" name="!! 未选中">
              <a:hlinkClick r:id="rId26" action="ppaction://hlinksldjump"/>
              <a:extLst>
                <a:ext uri="{FF2B5EF4-FFF2-40B4-BE49-F238E27FC236}">
                  <a16:creationId xmlns:a16="http://schemas.microsoft.com/office/drawing/2014/main" id="{1AC26DE2-7876-AAD4-9FA3-590686084BA1}"/>
                </a:ext>
              </a:extLst>
            </p:cNvPr>
            <p:cNvSpPr/>
            <p:nvPr/>
          </p:nvSpPr>
          <p:spPr>
            <a:xfrm>
              <a:off x="453977" y="4076722"/>
              <a:ext cx="2552892" cy="457924"/>
            </a:xfrm>
            <a:prstGeom prst="roundRect">
              <a:avLst>
                <a:gd name="adj" fmla="val 22880"/>
              </a:avLst>
            </a:prstGeom>
            <a:solidFill>
              <a:schemeClr val="bg2"/>
            </a:solidFill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1998" defTabSz="914377">
                <a:defRPr/>
              </a:pPr>
              <a:r>
                <a:rPr lang="zh-CN" altLang="en-US" sz="1400" dirty="0">
                  <a:solidFill>
                    <a:schemeClr val="tx1">
                      <a:lumMod val="90000"/>
                      <a:lumOff val="10000"/>
                    </a:schemeClr>
                  </a:solidFill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      关于此</a:t>
              </a:r>
              <a:r>
                <a:rPr lang="en-US" altLang="zh-CN" sz="1400" dirty="0">
                  <a:solidFill>
                    <a:schemeClr val="tx1">
                      <a:lumMod val="90000"/>
                      <a:lumOff val="10000"/>
                    </a:schemeClr>
                  </a:solidFill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Pad</a:t>
              </a:r>
              <a:endParaRPr lang="zh-CN" altLang="en-US" sz="1400" dirty="0">
                <a:solidFill>
                  <a:schemeClr val="tx1">
                    <a:lumMod val="90000"/>
                    <a:lumOff val="10000"/>
                  </a:schemeClr>
                </a:solidFill>
                <a:latin typeface="vivo Sans Light" panose="02000400000000000000" pitchFamily="2" charset="-122"/>
                <a:ea typeface="vivo Sans Light" panose="02000400000000000000" pitchFamily="2" charset="-122"/>
                <a:cs typeface="vivo Sans Light" panose="02000400000000000000" pitchFamily="2" charset="-122"/>
              </a:endParaRPr>
            </a:p>
          </p:txBody>
        </p:sp>
        <p:pic>
          <p:nvPicPr>
            <p:cNvPr id="102" name="图形 101">
              <a:extLst>
                <a:ext uri="{FF2B5EF4-FFF2-40B4-BE49-F238E27FC236}">
                  <a16:creationId xmlns:a16="http://schemas.microsoft.com/office/drawing/2014/main" id="{6A18C5F1-766F-ADFF-A1AB-4B5C38C443AD}"/>
                </a:ext>
              </a:extLst>
            </p:cNvPr>
            <p:cNvPicPr>
              <a:picLocks noChangeAspect="1"/>
            </p:cNvPicPr>
            <p:nvPr/>
          </p:nvPicPr>
          <p:blipFill>
            <a:blip r:embed="rId27">
              <a:extLs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/>
            </a:stretch>
          </p:blipFill>
          <p:spPr>
            <a:xfrm flipV="1">
              <a:off x="599323" y="4190280"/>
              <a:ext cx="238694" cy="238694"/>
            </a:xfrm>
            <a:prstGeom prst="rect">
              <a:avLst/>
            </a:prstGeom>
          </p:spPr>
        </p:pic>
      </p:grpSp>
      <p:grpSp>
        <p:nvGrpSpPr>
          <p:cNvPr id="103" name="!! 保护">
            <a:extLst>
              <a:ext uri="{FF2B5EF4-FFF2-40B4-BE49-F238E27FC236}">
                <a16:creationId xmlns:a16="http://schemas.microsoft.com/office/drawing/2014/main" id="{BBE4F078-7887-C261-2202-DFC8D7FB65D3}"/>
              </a:ext>
            </a:extLst>
          </p:cNvPr>
          <p:cNvGrpSpPr/>
          <p:nvPr/>
        </p:nvGrpSpPr>
        <p:grpSpPr>
          <a:xfrm>
            <a:off x="461126" y="4868915"/>
            <a:ext cx="2552892" cy="457924"/>
            <a:chOff x="462453" y="2623554"/>
            <a:chExt cx="2552892" cy="457924"/>
          </a:xfrm>
        </p:grpSpPr>
        <p:sp>
          <p:nvSpPr>
            <p:cNvPr id="104" name="!! 未选中">
              <a:hlinkClick r:id="rId29" action="ppaction://hlinksldjump"/>
              <a:extLst>
                <a:ext uri="{FF2B5EF4-FFF2-40B4-BE49-F238E27FC236}">
                  <a16:creationId xmlns:a16="http://schemas.microsoft.com/office/drawing/2014/main" id="{46AFB1E7-77A4-08FA-29FB-064E6D4D5D13}"/>
                </a:ext>
              </a:extLst>
            </p:cNvPr>
            <p:cNvSpPr/>
            <p:nvPr/>
          </p:nvSpPr>
          <p:spPr>
            <a:xfrm>
              <a:off x="462453" y="2623554"/>
              <a:ext cx="2552892" cy="457924"/>
            </a:xfrm>
            <a:prstGeom prst="roundRect">
              <a:avLst>
                <a:gd name="adj" fmla="val 22880"/>
              </a:avLst>
            </a:prstGeom>
            <a:solidFill>
              <a:schemeClr val="tx1">
                <a:lumMod val="10000"/>
                <a:lumOff val="90000"/>
              </a:schemeClr>
            </a:solidFill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1998" defTabSz="914377">
                <a:defRPr/>
              </a:pPr>
              <a:r>
                <a:rPr lang="zh-CN" altLang="en-US" sz="1400" dirty="0">
                  <a:solidFill>
                    <a:schemeClr val="tx1">
                      <a:lumMod val="90000"/>
                      <a:lumOff val="10000"/>
                    </a:schemeClr>
                  </a:solidFill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      设备安全性</a:t>
              </a:r>
            </a:p>
          </p:txBody>
        </p:sp>
        <p:grpSp>
          <p:nvGrpSpPr>
            <p:cNvPr id="105" name="组合 104">
              <a:extLst>
                <a:ext uri="{FF2B5EF4-FFF2-40B4-BE49-F238E27FC236}">
                  <a16:creationId xmlns:a16="http://schemas.microsoft.com/office/drawing/2014/main" id="{EEAAE6D8-2439-831F-FE19-5457E98F3484}"/>
                </a:ext>
              </a:extLst>
            </p:cNvPr>
            <p:cNvGrpSpPr/>
            <p:nvPr/>
          </p:nvGrpSpPr>
          <p:grpSpPr>
            <a:xfrm>
              <a:off x="600851" y="2735577"/>
              <a:ext cx="245090" cy="245090"/>
              <a:chOff x="3449581" y="2374787"/>
              <a:chExt cx="263638" cy="263638"/>
            </a:xfrm>
          </p:grpSpPr>
          <p:sp>
            <p:nvSpPr>
              <p:cNvPr id="106" name="椭圆 105">
                <a:extLst>
                  <a:ext uri="{FF2B5EF4-FFF2-40B4-BE49-F238E27FC236}">
                    <a16:creationId xmlns:a16="http://schemas.microsoft.com/office/drawing/2014/main" id="{20A60B80-CCB1-32F2-424C-EF1B100C1C35}"/>
                  </a:ext>
                </a:extLst>
              </p:cNvPr>
              <p:cNvSpPr/>
              <p:nvPr/>
            </p:nvSpPr>
            <p:spPr>
              <a:xfrm>
                <a:off x="3449581" y="2374787"/>
                <a:ext cx="263638" cy="263638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107" name="icon">
                <a:extLst>
                  <a:ext uri="{FF2B5EF4-FFF2-40B4-BE49-F238E27FC236}">
                    <a16:creationId xmlns:a16="http://schemas.microsoft.com/office/drawing/2014/main" id="{DBF69848-0C95-C953-9C11-8A6509EF590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0">
                <a:extLst>
                  <a:ext uri="{96DAC541-7B7A-43D3-8B79-37D633B846F1}">
                    <asvg:svgBlip xmlns:asvg="http://schemas.microsoft.com/office/drawing/2016/SVG/main" r:embed="rId31"/>
                  </a:ext>
                </a:extLst>
              </a:blip>
              <a:srcRect/>
              <a:stretch/>
            </p:blipFill>
            <p:spPr>
              <a:xfrm>
                <a:off x="3513869" y="2435878"/>
                <a:ext cx="143060" cy="143060"/>
              </a:xfrm>
              <a:prstGeom prst="rect">
                <a:avLst/>
              </a:prstGeom>
            </p:spPr>
          </p:pic>
        </p:grpSp>
      </p:grpSp>
      <p:grpSp>
        <p:nvGrpSpPr>
          <p:cNvPr id="108" name="组合 107">
            <a:extLst>
              <a:ext uri="{FF2B5EF4-FFF2-40B4-BE49-F238E27FC236}">
                <a16:creationId xmlns:a16="http://schemas.microsoft.com/office/drawing/2014/main" id="{69C866AA-81E6-220E-8494-A9434A550718}"/>
              </a:ext>
            </a:extLst>
          </p:cNvPr>
          <p:cNvGrpSpPr/>
          <p:nvPr/>
        </p:nvGrpSpPr>
        <p:grpSpPr>
          <a:xfrm>
            <a:off x="461126" y="1123111"/>
            <a:ext cx="2552892" cy="756471"/>
            <a:chOff x="461125" y="1123110"/>
            <a:chExt cx="2552892" cy="756471"/>
          </a:xfrm>
        </p:grpSpPr>
        <p:sp>
          <p:nvSpPr>
            <p:cNvPr id="109" name="矩形: 圆角 108">
              <a:hlinkClick r:id="rId32" action="ppaction://hlinksldjump"/>
              <a:extLst>
                <a:ext uri="{FF2B5EF4-FFF2-40B4-BE49-F238E27FC236}">
                  <a16:creationId xmlns:a16="http://schemas.microsoft.com/office/drawing/2014/main" id="{0CF9E90B-5E11-62A8-F57B-A640BC11685A}"/>
                </a:ext>
              </a:extLst>
            </p:cNvPr>
            <p:cNvSpPr/>
            <p:nvPr/>
          </p:nvSpPr>
          <p:spPr>
            <a:xfrm>
              <a:off x="461125" y="1123110"/>
              <a:ext cx="2552892" cy="756471"/>
            </a:xfrm>
            <a:prstGeom prst="roundRect">
              <a:avLst>
                <a:gd name="adj" fmla="val 13695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0" name="文本框 109">
              <a:extLst>
                <a:ext uri="{FF2B5EF4-FFF2-40B4-BE49-F238E27FC236}">
                  <a16:creationId xmlns:a16="http://schemas.microsoft.com/office/drawing/2014/main" id="{D541EB4E-347E-E855-7D0B-9A66263665EE}"/>
                </a:ext>
              </a:extLst>
            </p:cNvPr>
            <p:cNvSpPr txBox="1"/>
            <p:nvPr/>
          </p:nvSpPr>
          <p:spPr>
            <a:xfrm>
              <a:off x="1119456" y="1283470"/>
              <a:ext cx="161993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dirty="0">
                  <a:latin typeface="+mn-ea"/>
                  <a:cs typeface="vivo Sans Light" panose="02000400000000000000" pitchFamily="2" charset="-122"/>
                </a:rPr>
                <a:t>雨夌</a:t>
              </a:r>
            </a:p>
          </p:txBody>
        </p:sp>
        <p:sp>
          <p:nvSpPr>
            <p:cNvPr id="111" name="文本框 110">
              <a:extLst>
                <a:ext uri="{FF2B5EF4-FFF2-40B4-BE49-F238E27FC236}">
                  <a16:creationId xmlns:a16="http://schemas.microsoft.com/office/drawing/2014/main" id="{8838612E-9F43-0ED7-727F-925B4B19583A}"/>
                </a:ext>
              </a:extLst>
            </p:cNvPr>
            <p:cNvSpPr txBox="1"/>
            <p:nvPr/>
          </p:nvSpPr>
          <p:spPr>
            <a:xfrm>
              <a:off x="1119456" y="1497658"/>
              <a:ext cx="161993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000" dirty="0">
                  <a:solidFill>
                    <a:schemeClr val="bg1">
                      <a:lumMod val="75000"/>
                    </a:schemeClr>
                  </a:solidFill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管理你的云账户</a:t>
              </a:r>
            </a:p>
          </p:txBody>
        </p:sp>
        <p:sp>
          <p:nvSpPr>
            <p:cNvPr id="112" name="!! 头像框">
              <a:extLst>
                <a:ext uri="{FF2B5EF4-FFF2-40B4-BE49-F238E27FC236}">
                  <a16:creationId xmlns:a16="http://schemas.microsoft.com/office/drawing/2014/main" id="{27BF799B-1B77-ADE4-BE99-EA5F4BA01862}"/>
                </a:ext>
              </a:extLst>
            </p:cNvPr>
            <p:cNvSpPr/>
            <p:nvPr/>
          </p:nvSpPr>
          <p:spPr>
            <a:xfrm>
              <a:off x="638475" y="1267548"/>
              <a:ext cx="463636" cy="463636"/>
            </a:xfrm>
            <a:prstGeom prst="ellipse">
              <a:avLst/>
            </a:prstGeom>
            <a:blipFill>
              <a:blip r:embed="rId33"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77">
                <a:defRPr/>
              </a:pPr>
              <a:endParaRPr lang="zh-CN" altLang="en-US">
                <a:solidFill>
                  <a:srgbClr val="F5F5F5"/>
                </a:solidFill>
                <a:latin typeface="vivo Sans"/>
                <a:ea typeface="vivo Sans"/>
              </a:endParaRPr>
            </a:p>
          </p:txBody>
        </p:sp>
      </p:grpSp>
      <p:sp>
        <p:nvSpPr>
          <p:cNvPr id="2" name="!! 二级背景">
            <a:extLst>
              <a:ext uri="{FF2B5EF4-FFF2-40B4-BE49-F238E27FC236}">
                <a16:creationId xmlns:a16="http://schemas.microsoft.com/office/drawing/2014/main" id="{FC263659-EBD8-C306-F405-30C12184E24E}"/>
              </a:ext>
            </a:extLst>
          </p:cNvPr>
          <p:cNvSpPr/>
          <p:nvPr/>
        </p:nvSpPr>
        <p:spPr>
          <a:xfrm>
            <a:off x="3594541" y="0"/>
            <a:ext cx="859746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>
              <a:defRPr/>
            </a:pPr>
            <a:endParaRPr lang="zh-CN" altLang="en-US">
              <a:solidFill>
                <a:srgbClr val="F5F5F5"/>
              </a:solidFill>
              <a:latin typeface="vivo Sans"/>
              <a:ea typeface="vivo Sans"/>
            </a:endParaRPr>
          </a:p>
        </p:txBody>
      </p:sp>
      <p:grpSp>
        <p:nvGrpSpPr>
          <p:cNvPr id="3" name="!! 关闭按钮">
            <a:extLst>
              <a:ext uri="{FF2B5EF4-FFF2-40B4-BE49-F238E27FC236}">
                <a16:creationId xmlns:a16="http://schemas.microsoft.com/office/drawing/2014/main" id="{1DD95C8F-1611-CF6F-BF14-449DE3001B8B}"/>
              </a:ext>
            </a:extLst>
          </p:cNvPr>
          <p:cNvGrpSpPr/>
          <p:nvPr/>
        </p:nvGrpSpPr>
        <p:grpSpPr>
          <a:xfrm>
            <a:off x="2757496" y="569913"/>
            <a:ext cx="290511" cy="290511"/>
            <a:chOff x="2328464" y="3107859"/>
            <a:chExt cx="583223" cy="583223"/>
          </a:xfrm>
        </p:grpSpPr>
        <p:sp>
          <p:nvSpPr>
            <p:cNvPr id="4" name="矩形: 圆角 3">
              <a:hlinkClick r:id="rId34" action="ppaction://hlinksldjump"/>
              <a:extLst>
                <a:ext uri="{FF2B5EF4-FFF2-40B4-BE49-F238E27FC236}">
                  <a16:creationId xmlns:a16="http://schemas.microsoft.com/office/drawing/2014/main" id="{58DBAC88-14CB-37C3-71E6-65C9D3339603}"/>
                </a:ext>
              </a:extLst>
            </p:cNvPr>
            <p:cNvSpPr/>
            <p:nvPr/>
          </p:nvSpPr>
          <p:spPr>
            <a:xfrm>
              <a:off x="2328464" y="3107859"/>
              <a:ext cx="583223" cy="583223"/>
            </a:xfrm>
            <a:prstGeom prst="roundRect">
              <a:avLst>
                <a:gd name="adj" fmla="val 20771"/>
              </a:avLst>
            </a:prstGeom>
            <a:solidFill>
              <a:schemeClr val="bg2"/>
            </a:solidFill>
            <a:ln>
              <a:noFill/>
            </a:ln>
            <a:effectLst>
              <a:outerShdw blurRad="127000" sx="101000" sy="101000" algn="c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77">
                <a:defRPr/>
              </a:pPr>
              <a:endParaRPr lang="zh-CN" altLang="en-US">
                <a:solidFill>
                  <a:srgbClr val="F5F5F5"/>
                </a:solidFill>
                <a:latin typeface="vivo Sans"/>
                <a:ea typeface="vivo Sans"/>
              </a:endParaRPr>
            </a:p>
          </p:txBody>
        </p:sp>
        <p:pic>
          <p:nvPicPr>
            <p:cNvPr id="5" name="图形 4">
              <a:extLst>
                <a:ext uri="{FF2B5EF4-FFF2-40B4-BE49-F238E27FC236}">
                  <a16:creationId xmlns:a16="http://schemas.microsoft.com/office/drawing/2014/main" id="{E80354AA-79C2-3097-A1BD-72BDF45D340E}"/>
                </a:ext>
              </a:extLst>
            </p:cNvPr>
            <p:cNvPicPr>
              <a:picLocks noChangeAspect="1"/>
            </p:cNvPicPr>
            <p:nvPr/>
          </p:nvPicPr>
          <p:blipFill>
            <a:blip r:embed="rId35">
              <a:extLst>
                <a:ext uri="{96DAC541-7B7A-43D3-8B79-37D633B846F1}">
                  <asvg:svgBlip xmlns:asvg="http://schemas.microsoft.com/office/drawing/2016/SVG/main" r:embed="rId36"/>
                </a:ext>
              </a:extLst>
            </a:blip>
            <a:srcRect/>
            <a:stretch/>
          </p:blipFill>
          <p:spPr>
            <a:xfrm>
              <a:off x="2375480" y="3154875"/>
              <a:ext cx="489196" cy="489196"/>
            </a:xfrm>
            <a:prstGeom prst="rect">
              <a:avLst/>
            </a:prstGeom>
          </p:spPr>
        </p:pic>
      </p:grpSp>
      <p:grpSp>
        <p:nvGrpSpPr>
          <p:cNvPr id="24" name="!! 关闭按钮">
            <a:extLst>
              <a:ext uri="{FF2B5EF4-FFF2-40B4-BE49-F238E27FC236}">
                <a16:creationId xmlns:a16="http://schemas.microsoft.com/office/drawing/2014/main" id="{58A89C01-3367-1A81-CA04-0225BA524071}"/>
              </a:ext>
            </a:extLst>
          </p:cNvPr>
          <p:cNvGrpSpPr/>
          <p:nvPr/>
        </p:nvGrpSpPr>
        <p:grpSpPr>
          <a:xfrm>
            <a:off x="2333440" y="569913"/>
            <a:ext cx="290511" cy="290511"/>
            <a:chOff x="2328464" y="3107859"/>
            <a:chExt cx="583223" cy="583223"/>
          </a:xfrm>
        </p:grpSpPr>
        <p:sp>
          <p:nvSpPr>
            <p:cNvPr id="26" name="矩形: 圆角 25">
              <a:hlinkClick r:id="rId37" action="ppaction://hlinksldjump"/>
              <a:extLst>
                <a:ext uri="{FF2B5EF4-FFF2-40B4-BE49-F238E27FC236}">
                  <a16:creationId xmlns:a16="http://schemas.microsoft.com/office/drawing/2014/main" id="{CB196338-F9D8-D0F7-EA12-8F929CECC52A}"/>
                </a:ext>
              </a:extLst>
            </p:cNvPr>
            <p:cNvSpPr/>
            <p:nvPr/>
          </p:nvSpPr>
          <p:spPr>
            <a:xfrm>
              <a:off x="2328464" y="3107859"/>
              <a:ext cx="583223" cy="583223"/>
            </a:xfrm>
            <a:prstGeom prst="roundRect">
              <a:avLst>
                <a:gd name="adj" fmla="val 20771"/>
              </a:avLst>
            </a:prstGeom>
            <a:solidFill>
              <a:schemeClr val="bg2"/>
            </a:solidFill>
            <a:ln>
              <a:noFill/>
            </a:ln>
            <a:effectLst>
              <a:outerShdw blurRad="127000" sx="101000" sy="101000" algn="c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77">
                <a:defRPr/>
              </a:pPr>
              <a:endParaRPr lang="zh-CN" altLang="en-US">
                <a:solidFill>
                  <a:srgbClr val="F5F5F5"/>
                </a:solidFill>
                <a:latin typeface="vivo Sans"/>
                <a:ea typeface="vivo Sans"/>
              </a:endParaRPr>
            </a:p>
          </p:txBody>
        </p:sp>
        <p:pic>
          <p:nvPicPr>
            <p:cNvPr id="29" name="图形 28">
              <a:extLst>
                <a:ext uri="{FF2B5EF4-FFF2-40B4-BE49-F238E27FC236}">
                  <a16:creationId xmlns:a16="http://schemas.microsoft.com/office/drawing/2014/main" id="{4ECCD875-02B6-74CA-0582-454A1C33D97A}"/>
                </a:ext>
              </a:extLst>
            </p:cNvPr>
            <p:cNvPicPr>
              <a:picLocks noChangeAspect="1"/>
            </p:cNvPicPr>
            <p:nvPr/>
          </p:nvPicPr>
          <p:blipFill>
            <a:blip r:embed="rId38">
              <a:extLst>
                <a:ext uri="{96DAC541-7B7A-43D3-8B79-37D633B846F1}">
                  <asvg:svgBlip xmlns:asvg="http://schemas.microsoft.com/office/drawing/2016/SVG/main" r:embed="rId39"/>
                </a:ext>
              </a:extLst>
            </a:blip>
            <a:srcRect/>
            <a:stretch/>
          </p:blipFill>
          <p:spPr>
            <a:xfrm>
              <a:off x="2449200" y="3228595"/>
              <a:ext cx="341755" cy="341755"/>
            </a:xfrm>
            <a:prstGeom prst="rect">
              <a:avLst/>
            </a:prstGeom>
          </p:spPr>
        </p:pic>
      </p:grpSp>
      <p:grpSp>
        <p:nvGrpSpPr>
          <p:cNvPr id="10" name="返回">
            <a:extLst>
              <a:ext uri="{FF2B5EF4-FFF2-40B4-BE49-F238E27FC236}">
                <a16:creationId xmlns:a16="http://schemas.microsoft.com/office/drawing/2014/main" id="{6DDB9884-27C0-16D1-00C0-2CD5D24F6B22}"/>
              </a:ext>
            </a:extLst>
          </p:cNvPr>
          <p:cNvGrpSpPr/>
          <p:nvPr/>
        </p:nvGrpSpPr>
        <p:grpSpPr>
          <a:xfrm>
            <a:off x="4133691" y="519573"/>
            <a:ext cx="2667863" cy="369332"/>
            <a:chOff x="4133687" y="519573"/>
            <a:chExt cx="2667863" cy="369331"/>
          </a:xfrm>
        </p:grpSpPr>
        <p:sp>
          <p:nvSpPr>
            <p:cNvPr id="17" name="!! 副标题">
              <a:extLst>
                <a:ext uri="{FF2B5EF4-FFF2-40B4-BE49-F238E27FC236}">
                  <a16:creationId xmlns:a16="http://schemas.microsoft.com/office/drawing/2014/main" id="{18652B96-4EC4-8BED-4F90-B77521A095B5}"/>
                </a:ext>
              </a:extLst>
            </p:cNvPr>
            <p:cNvSpPr txBox="1"/>
            <p:nvPr/>
          </p:nvSpPr>
          <p:spPr>
            <a:xfrm>
              <a:off x="4393644" y="519573"/>
              <a:ext cx="2407906" cy="369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914377">
                <a:defRPr/>
              </a:pPr>
              <a:r>
                <a:rPr lang="zh-CN" altLang="en-US" dirty="0">
                  <a:solidFill>
                    <a:srgbClr val="181818"/>
                  </a:solidFill>
                  <a:latin typeface="vivo Sans"/>
                  <a:ea typeface="vivo Sans"/>
                </a:rPr>
                <a:t>硬件保护</a:t>
              </a:r>
            </a:p>
          </p:txBody>
        </p:sp>
        <p:pic>
          <p:nvPicPr>
            <p:cNvPr id="18" name="图形 17">
              <a:extLst>
                <a:ext uri="{FF2B5EF4-FFF2-40B4-BE49-F238E27FC236}">
                  <a16:creationId xmlns:a16="http://schemas.microsoft.com/office/drawing/2014/main" id="{F417133D-E48F-1869-93E0-CC3413ADAB6E}"/>
                </a:ext>
              </a:extLst>
            </p:cNvPr>
            <p:cNvPicPr>
              <a:picLocks noChangeAspect="1"/>
            </p:cNvPicPr>
            <p:nvPr/>
          </p:nvPicPr>
          <p:blipFill>
            <a:blip r:embed="rId40">
              <a:extLst>
                <a:ext uri="{96DAC541-7B7A-43D3-8B79-37D633B846F1}">
                  <asvg:svgBlip xmlns:asvg="http://schemas.microsoft.com/office/drawing/2016/SVG/main" r:embed="rId41"/>
                </a:ext>
              </a:extLst>
            </a:blip>
            <a:stretch>
              <a:fillRect/>
            </a:stretch>
          </p:blipFill>
          <p:spPr>
            <a:xfrm>
              <a:off x="4133687" y="584302"/>
              <a:ext cx="241776" cy="241776"/>
            </a:xfrm>
            <a:prstGeom prst="rect">
              <a:avLst/>
            </a:prstGeom>
          </p:spPr>
        </p:pic>
      </p:grpSp>
      <p:pic>
        <p:nvPicPr>
          <p:cNvPr id="65" name="icon">
            <a:extLst>
              <a:ext uri="{FF2B5EF4-FFF2-40B4-BE49-F238E27FC236}">
                <a16:creationId xmlns:a16="http://schemas.microsoft.com/office/drawing/2014/main" id="{A59B4443-E2C4-76DB-4BB8-1FBD760CA4B2}"/>
              </a:ext>
            </a:extLst>
          </p:cNvPr>
          <p:cNvPicPr>
            <a:picLocks noChangeAspect="1"/>
          </p:cNvPicPr>
          <p:nvPr/>
        </p:nvPicPr>
        <p:blipFill>
          <a:blip r:embed="rId42">
            <a:extLst>
              <a:ext uri="{96DAC541-7B7A-43D3-8B79-37D633B846F1}">
                <asvg:svgBlip xmlns:asvg="http://schemas.microsoft.com/office/drawing/2016/SVG/main" r:embed="rId43"/>
              </a:ext>
            </a:extLst>
          </a:blip>
          <a:srcRect/>
          <a:stretch/>
        </p:blipFill>
        <p:spPr>
          <a:xfrm>
            <a:off x="7449365" y="1377370"/>
            <a:ext cx="887812" cy="887812"/>
          </a:xfrm>
          <a:prstGeom prst="rect">
            <a:avLst/>
          </a:prstGeom>
        </p:spPr>
      </p:pic>
      <p:sp>
        <p:nvSpPr>
          <p:cNvPr id="70" name="!! 副标题">
            <a:extLst>
              <a:ext uri="{FF2B5EF4-FFF2-40B4-BE49-F238E27FC236}">
                <a16:creationId xmlns:a16="http://schemas.microsoft.com/office/drawing/2014/main" id="{F8CA5C2E-3C39-2E1A-4EC6-F0916BC0D4E0}"/>
              </a:ext>
            </a:extLst>
          </p:cNvPr>
          <p:cNvSpPr txBox="1"/>
          <p:nvPr/>
        </p:nvSpPr>
        <p:spPr>
          <a:xfrm>
            <a:off x="6689319" y="2523369"/>
            <a:ext cx="240790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377">
              <a:defRPr/>
            </a:pPr>
            <a:r>
              <a:rPr lang="zh-CN" altLang="en-US" sz="2000" dirty="0">
                <a:solidFill>
                  <a:srgbClr val="181818"/>
                </a:solidFill>
                <a:latin typeface="vivo Sans Medium"/>
                <a:ea typeface="vivo Sans Medium"/>
              </a:rPr>
              <a:t>硬件保护未启用</a:t>
            </a:r>
          </a:p>
        </p:txBody>
      </p:sp>
      <p:sp>
        <p:nvSpPr>
          <p:cNvPr id="72" name="按钮">
            <a:extLst>
              <a:ext uri="{FF2B5EF4-FFF2-40B4-BE49-F238E27FC236}">
                <a16:creationId xmlns:a16="http://schemas.microsoft.com/office/drawing/2014/main" id="{50FF0280-C73A-F518-B9FE-40753588BF1D}"/>
              </a:ext>
            </a:extLst>
          </p:cNvPr>
          <p:cNvSpPr/>
          <p:nvPr/>
        </p:nvSpPr>
        <p:spPr>
          <a:xfrm>
            <a:off x="4178597" y="3145062"/>
            <a:ext cx="7429351" cy="545100"/>
          </a:xfrm>
          <a:prstGeom prst="roundRect">
            <a:avLst>
              <a:gd name="adj" fmla="val 20746"/>
            </a:avLst>
          </a:prstGeom>
          <a:solidFill>
            <a:schemeClr val="bg2"/>
          </a:solidFill>
          <a:ln w="3175">
            <a:solidFill>
              <a:schemeClr val="bg1">
                <a:lumMod val="90000"/>
              </a:schemeClr>
            </a:solidFill>
          </a:ln>
          <a:effectLst>
            <a:outerShdw blurRad="190500" algn="ctr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07997" defTabSz="914377">
              <a:defRPr/>
            </a:pPr>
            <a:r>
              <a:rPr lang="zh-CN" altLang="en-US" sz="1600" dirty="0">
                <a:solidFill>
                  <a:srgbClr val="62A8D3"/>
                </a:solidFill>
                <a:latin typeface="vivo Sans"/>
                <a:ea typeface="vivo Sans"/>
              </a:rPr>
              <a:t>开启硬件保护</a:t>
            </a:r>
          </a:p>
        </p:txBody>
      </p:sp>
      <p:sp>
        <p:nvSpPr>
          <p:cNvPr id="74" name="!! 按钮">
            <a:extLst>
              <a:ext uri="{FF2B5EF4-FFF2-40B4-BE49-F238E27FC236}">
                <a16:creationId xmlns:a16="http://schemas.microsoft.com/office/drawing/2014/main" id="{9948AF2F-7BEF-5F54-8C98-DA65554C954B}"/>
              </a:ext>
            </a:extLst>
          </p:cNvPr>
          <p:cNvSpPr/>
          <p:nvPr/>
        </p:nvSpPr>
        <p:spPr>
          <a:xfrm>
            <a:off x="10984953" y="3346146"/>
            <a:ext cx="142932" cy="142932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>
              <a:defRPr/>
            </a:pPr>
            <a:endParaRPr lang="zh-CN" altLang="en-US" dirty="0">
              <a:solidFill>
                <a:srgbClr val="F5F5F5"/>
              </a:solidFill>
              <a:latin typeface="vivo Sans"/>
              <a:ea typeface="vivo Sans"/>
            </a:endParaRPr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98269CD0-DA33-E03B-ECEC-0D811997300F}"/>
              </a:ext>
            </a:extLst>
          </p:cNvPr>
          <p:cNvSpPr txBox="1"/>
          <p:nvPr/>
        </p:nvSpPr>
        <p:spPr>
          <a:xfrm>
            <a:off x="6505723" y="6220049"/>
            <a:ext cx="27750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377">
              <a:defRPr/>
            </a:pPr>
            <a:r>
              <a:rPr lang="zh-CN" altLang="en-US" sz="1200" dirty="0">
                <a:solidFill>
                  <a:srgbClr val="F5F5F5">
                    <a:lumMod val="50000"/>
                  </a:srgbClr>
                </a:solidFill>
                <a:latin typeface="vivo Sans"/>
                <a:ea typeface="vivo Sans"/>
              </a:rPr>
              <a:t>设备</a:t>
            </a:r>
            <a:r>
              <a:rPr lang="en-US" altLang="zh-CN" sz="1200" dirty="0">
                <a:solidFill>
                  <a:srgbClr val="F5F5F5">
                    <a:lumMod val="50000"/>
                  </a:srgbClr>
                </a:solidFill>
                <a:latin typeface="vivo Sans"/>
                <a:ea typeface="vivo Sans"/>
              </a:rPr>
              <a:t>ID</a:t>
            </a:r>
            <a:r>
              <a:rPr lang="zh-CN" altLang="en-US" sz="1200" dirty="0">
                <a:solidFill>
                  <a:srgbClr val="F5F5F5">
                    <a:lumMod val="50000"/>
                  </a:srgbClr>
                </a:solidFill>
                <a:latin typeface="vivo Sans"/>
                <a:ea typeface="vivo Sans"/>
              </a:rPr>
              <a:t>：</a:t>
            </a:r>
            <a:r>
              <a:rPr lang="en-US" altLang="zh-CN" sz="1200" dirty="0">
                <a:solidFill>
                  <a:srgbClr val="F5F5F5">
                    <a:lumMod val="50000"/>
                  </a:srgbClr>
                </a:solidFill>
                <a:latin typeface="vivo Sans"/>
                <a:ea typeface="vivo Sans"/>
              </a:rPr>
              <a:t>unknown</a:t>
            </a:r>
            <a:endParaRPr lang="zh-CN" altLang="en-US" sz="1200" dirty="0">
              <a:solidFill>
                <a:srgbClr val="F5F5F5">
                  <a:lumMod val="50000"/>
                </a:srgbClr>
              </a:solidFill>
              <a:latin typeface="vivo Sans"/>
              <a:ea typeface="vivo Sans"/>
            </a:endParaRPr>
          </a:p>
        </p:txBody>
      </p:sp>
      <p:sp>
        <p:nvSpPr>
          <p:cNvPr id="8" name="!! 遮罩2">
            <a:extLst>
              <a:ext uri="{FF2B5EF4-FFF2-40B4-BE49-F238E27FC236}">
                <a16:creationId xmlns:a16="http://schemas.microsoft.com/office/drawing/2014/main" id="{2ABA749F-253B-6981-14EB-FB0E801670A1}"/>
              </a:ext>
            </a:extLst>
          </p:cNvPr>
          <p:cNvSpPr/>
          <p:nvPr/>
        </p:nvSpPr>
        <p:spPr>
          <a:xfrm>
            <a:off x="3" y="0"/>
            <a:ext cx="12191999" cy="6858000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>
              <a:defRPr/>
            </a:pPr>
            <a:endParaRPr lang="zh-CN" altLang="en-US" dirty="0">
              <a:solidFill>
                <a:srgbClr val="F5F5F5"/>
              </a:solidFill>
              <a:latin typeface="vivo Sans"/>
              <a:ea typeface="vivo Sans"/>
            </a:endParaRP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3E23D9D6-2A1B-4929-8AA5-0BB8E7C88AD1}"/>
              </a:ext>
            </a:extLst>
          </p:cNvPr>
          <p:cNvSpPr/>
          <p:nvPr/>
        </p:nvSpPr>
        <p:spPr>
          <a:xfrm>
            <a:off x="3389116" y="704241"/>
            <a:ext cx="5390463" cy="5427671"/>
          </a:xfrm>
          <a:prstGeom prst="roundRect">
            <a:avLst>
              <a:gd name="adj" fmla="val 1955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>
              <a:defRPr/>
            </a:pPr>
            <a:endParaRPr lang="zh-CN" altLang="en-US">
              <a:solidFill>
                <a:srgbClr val="F5F5F5"/>
              </a:solidFill>
              <a:latin typeface="vivo Sans"/>
              <a:ea typeface="vivo Sans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CB137B20-8129-AB80-C7B0-6EC5B6588859}"/>
              </a:ext>
            </a:extLst>
          </p:cNvPr>
          <p:cNvSpPr txBox="1"/>
          <p:nvPr/>
        </p:nvSpPr>
        <p:spPr>
          <a:xfrm>
            <a:off x="3823761" y="1216318"/>
            <a:ext cx="38135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377">
              <a:defRPr/>
            </a:pPr>
            <a:r>
              <a:rPr lang="zh-CN" altLang="en-US" sz="2400" dirty="0">
                <a:solidFill>
                  <a:srgbClr val="181818"/>
                </a:solidFill>
                <a:latin typeface="vivo Sans Medium"/>
                <a:ea typeface="vivo Sans Medium"/>
              </a:rPr>
              <a:t>启用硬件保护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32B08FA-5072-DF6F-24D5-677AA9E9B5C3}"/>
              </a:ext>
            </a:extLst>
          </p:cNvPr>
          <p:cNvSpPr txBox="1"/>
          <p:nvPr/>
        </p:nvSpPr>
        <p:spPr>
          <a:xfrm>
            <a:off x="3823760" y="1671398"/>
            <a:ext cx="45134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377">
              <a:defRPr/>
            </a:pPr>
            <a:r>
              <a:rPr lang="zh-CN" altLang="en-US" sz="1400" dirty="0">
                <a:solidFill>
                  <a:srgbClr val="181818"/>
                </a:solidFill>
                <a:latin typeface="vivo Sans"/>
                <a:ea typeface="vivo Sans"/>
              </a:rPr>
              <a:t>正在验证设备硬件中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225F5801-FB07-BAD0-56F7-255AFD4E0436}"/>
              </a:ext>
            </a:extLst>
          </p:cNvPr>
          <p:cNvSpPr txBox="1"/>
          <p:nvPr/>
        </p:nvSpPr>
        <p:spPr>
          <a:xfrm>
            <a:off x="3823759" y="1675819"/>
            <a:ext cx="45134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/>
              <a:t>启用硬件保护可以保护你的设备不被恶意程序损坏</a:t>
            </a:r>
            <a:endParaRPr lang="en-US" altLang="zh-CN" sz="1400" dirty="0"/>
          </a:p>
          <a:p>
            <a:r>
              <a:rPr lang="zh-CN" altLang="en-US" sz="1400" dirty="0"/>
              <a:t>接下来将进行硬件验证，验证成功后即可启用</a:t>
            </a:r>
          </a:p>
        </p:txBody>
      </p:sp>
      <p:sp>
        <p:nvSpPr>
          <p:cNvPr id="16" name="!! 按钮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DC243286-CD45-75BB-5618-742C89DB19A2}"/>
              </a:ext>
            </a:extLst>
          </p:cNvPr>
          <p:cNvSpPr/>
          <p:nvPr/>
        </p:nvSpPr>
        <p:spPr>
          <a:xfrm>
            <a:off x="6689319" y="5308765"/>
            <a:ext cx="1655235" cy="408215"/>
          </a:xfrm>
          <a:prstGeom prst="roundRect">
            <a:avLst>
              <a:gd name="adj" fmla="val 50000"/>
            </a:avLst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>
            <a:outerShdw blurRad="88900" sx="101000" sy="101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bg2"/>
                </a:solidFill>
              </a:rPr>
              <a:t>下一步</a:t>
            </a:r>
          </a:p>
        </p:txBody>
      </p:sp>
      <p:sp>
        <p:nvSpPr>
          <p:cNvPr id="20" name="!! 返回">
            <a:hlinkClick r:id="rId6" action="ppaction://hlinksldjump"/>
            <a:extLst>
              <a:ext uri="{FF2B5EF4-FFF2-40B4-BE49-F238E27FC236}">
                <a16:creationId xmlns:a16="http://schemas.microsoft.com/office/drawing/2014/main" id="{94FE6428-D853-F339-9F22-EC89F2AA8282}"/>
              </a:ext>
            </a:extLst>
          </p:cNvPr>
          <p:cNvSpPr/>
          <p:nvPr/>
        </p:nvSpPr>
        <p:spPr>
          <a:xfrm>
            <a:off x="5343259" y="5308765"/>
            <a:ext cx="1187696" cy="408215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accent1"/>
            </a:solidFill>
          </a:ln>
          <a:effectLst>
            <a:outerShdw blurRad="88900" sx="101000" sy="101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>
              <a:defRPr/>
            </a:pPr>
            <a:r>
              <a:rPr lang="zh-CN" altLang="en-US" sz="1400" dirty="0">
                <a:solidFill>
                  <a:srgbClr val="62A8D3"/>
                </a:solidFill>
                <a:latin typeface="vivo Sans"/>
                <a:ea typeface="vivo Sans"/>
              </a:rPr>
              <a:t>取消</a:t>
            </a:r>
          </a:p>
        </p:txBody>
      </p:sp>
      <p:grpSp>
        <p:nvGrpSpPr>
          <p:cNvPr id="21" name="!! dock右">
            <a:extLst>
              <a:ext uri="{FF2B5EF4-FFF2-40B4-BE49-F238E27FC236}">
                <a16:creationId xmlns:a16="http://schemas.microsoft.com/office/drawing/2014/main" id="{68462A24-28A3-1B0F-8ABB-E19060C45119}"/>
              </a:ext>
            </a:extLst>
          </p:cNvPr>
          <p:cNvGrpSpPr/>
          <p:nvPr/>
        </p:nvGrpSpPr>
        <p:grpSpPr>
          <a:xfrm>
            <a:off x="4869920" y="7119572"/>
            <a:ext cx="2452159" cy="574899"/>
            <a:chOff x="7408333" y="5780624"/>
            <a:chExt cx="2452159" cy="704838"/>
          </a:xfrm>
        </p:grpSpPr>
        <p:sp useBgFill="1">
          <p:nvSpPr>
            <p:cNvPr id="22" name="!! 模糊">
              <a:extLst>
                <a:ext uri="{FF2B5EF4-FFF2-40B4-BE49-F238E27FC236}">
                  <a16:creationId xmlns:a16="http://schemas.microsoft.com/office/drawing/2014/main" id="{B7279719-EC30-FC0A-9F0D-379E71454E2B}"/>
                </a:ext>
              </a:extLst>
            </p:cNvPr>
            <p:cNvSpPr>
              <a:spLocks/>
            </p:cNvSpPr>
            <p:nvPr/>
          </p:nvSpPr>
          <p:spPr>
            <a:xfrm>
              <a:off x="7408333" y="5780624"/>
              <a:ext cx="2452159" cy="704838"/>
            </a:xfrm>
            <a:prstGeom prst="roundRect">
              <a:avLst>
                <a:gd name="adj" fmla="val 15000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189">
                <a:defRPr/>
              </a:pPr>
              <a:endParaRPr lang="zh-CN" altLang="en-US">
                <a:solidFill>
                  <a:srgbClr val="FFFFFF"/>
                </a:solidFill>
                <a:latin typeface="OPPOSans R"/>
                <a:ea typeface="OPPOSans R"/>
              </a:endParaRPr>
            </a:p>
          </p:txBody>
        </p:sp>
        <p:sp>
          <p:nvSpPr>
            <p:cNvPr id="23" name="!! 颜色遮罩">
              <a:extLst>
                <a:ext uri="{FF2B5EF4-FFF2-40B4-BE49-F238E27FC236}">
                  <a16:creationId xmlns:a16="http://schemas.microsoft.com/office/drawing/2014/main" id="{E06DBA8B-014F-E783-03C6-FCD9081F30C4}"/>
                </a:ext>
              </a:extLst>
            </p:cNvPr>
            <p:cNvSpPr>
              <a:spLocks/>
            </p:cNvSpPr>
            <p:nvPr/>
          </p:nvSpPr>
          <p:spPr>
            <a:xfrm>
              <a:off x="7408333" y="5780624"/>
              <a:ext cx="2452159" cy="704838"/>
            </a:xfrm>
            <a:prstGeom prst="roundRect">
              <a:avLst>
                <a:gd name="adj" fmla="val 15000"/>
              </a:avLst>
            </a:prstGeom>
            <a:solidFill>
              <a:schemeClr val="bg2">
                <a:alpha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189">
                <a:defRPr/>
              </a:pPr>
              <a:endParaRPr lang="zh-CN" altLang="en-US" dirty="0">
                <a:solidFill>
                  <a:srgbClr val="FFFFFF"/>
                </a:solidFill>
                <a:latin typeface="OPPOSans R"/>
                <a:ea typeface="OPPOSans R"/>
              </a:endParaRPr>
            </a:p>
          </p:txBody>
        </p:sp>
        <p:pic>
          <p:nvPicPr>
            <p:cNvPr id="33" name="!! 信号">
              <a:extLst>
                <a:ext uri="{FF2B5EF4-FFF2-40B4-BE49-F238E27FC236}">
                  <a16:creationId xmlns:a16="http://schemas.microsoft.com/office/drawing/2014/main" id="{C6E16D7B-FB29-FA8F-7D37-3628950942E5}"/>
                </a:ext>
              </a:extLst>
            </p:cNvPr>
            <p:cNvPicPr>
              <a:picLocks noChangeAspect="1"/>
            </p:cNvPicPr>
            <p:nvPr/>
          </p:nvPicPr>
          <p:blipFill>
            <a:blip r:embed="rId4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5"/>
                </a:ext>
              </a:extLst>
            </a:blip>
            <a:stretch>
              <a:fillRect/>
            </a:stretch>
          </p:blipFill>
          <p:spPr>
            <a:xfrm>
              <a:off x="7638254" y="5893986"/>
              <a:ext cx="221460" cy="221458"/>
            </a:xfrm>
            <a:prstGeom prst="rect">
              <a:avLst/>
            </a:prstGeom>
          </p:spPr>
        </p:pic>
        <p:sp>
          <p:nvSpPr>
            <p:cNvPr id="36" name="!! 运营商">
              <a:extLst>
                <a:ext uri="{FF2B5EF4-FFF2-40B4-BE49-F238E27FC236}">
                  <a16:creationId xmlns:a16="http://schemas.microsoft.com/office/drawing/2014/main" id="{53D0844D-9751-F6A7-45C2-3780BBA8EE5B}"/>
                </a:ext>
              </a:extLst>
            </p:cNvPr>
            <p:cNvSpPr txBox="1"/>
            <p:nvPr/>
          </p:nvSpPr>
          <p:spPr>
            <a:xfrm>
              <a:off x="7813676" y="5913455"/>
              <a:ext cx="1114424" cy="2830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457189">
                <a:defRPr/>
              </a:pPr>
              <a:r>
                <a:rPr lang="en-US" altLang="zh-CN" sz="900" dirty="0">
                  <a:latin typeface="OPPOSans M"/>
                  <a:ea typeface="OPPOSans M"/>
                </a:rPr>
                <a:t>Virtual Net</a:t>
              </a:r>
              <a:endParaRPr lang="zh-CN" altLang="en-US" sz="900" dirty="0">
                <a:latin typeface="OPPOSans M"/>
                <a:ea typeface="OPPOSans M"/>
              </a:endParaRPr>
            </a:p>
          </p:txBody>
        </p:sp>
        <p:pic>
          <p:nvPicPr>
            <p:cNvPr id="41" name="!! 通知">
              <a:extLst>
                <a:ext uri="{FF2B5EF4-FFF2-40B4-BE49-F238E27FC236}">
                  <a16:creationId xmlns:a16="http://schemas.microsoft.com/office/drawing/2014/main" id="{17CCC454-9CD0-8428-7253-67A06062A29E}"/>
                </a:ext>
              </a:extLst>
            </p:cNvPr>
            <p:cNvPicPr>
              <a:picLocks noChangeAspect="1"/>
            </p:cNvPicPr>
            <p:nvPr/>
          </p:nvPicPr>
          <p:blipFill>
            <a:blip r:embed="rId4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7"/>
                </a:ext>
              </a:extLst>
            </a:blip>
            <a:stretch>
              <a:fillRect/>
            </a:stretch>
          </p:blipFill>
          <p:spPr>
            <a:xfrm>
              <a:off x="9287931" y="5948436"/>
              <a:ext cx="152400" cy="152400"/>
            </a:xfrm>
            <a:prstGeom prst="rect">
              <a:avLst/>
            </a:prstGeom>
          </p:spPr>
        </p:pic>
        <p:pic>
          <p:nvPicPr>
            <p:cNvPr id="43" name="!! 电池">
              <a:extLst>
                <a:ext uri="{FF2B5EF4-FFF2-40B4-BE49-F238E27FC236}">
                  <a16:creationId xmlns:a16="http://schemas.microsoft.com/office/drawing/2014/main" id="{FAC8253F-840C-7ACD-9D71-360B809E54A3}"/>
                </a:ext>
              </a:extLst>
            </p:cNvPr>
            <p:cNvPicPr>
              <a:picLocks noChangeAspect="1"/>
            </p:cNvPicPr>
            <p:nvPr/>
          </p:nvPicPr>
          <p:blipFill>
            <a:blip r:embed="rId4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9"/>
                </a:ext>
              </a:extLst>
            </a:blip>
            <a:stretch>
              <a:fillRect/>
            </a:stretch>
          </p:blipFill>
          <p:spPr>
            <a:xfrm>
              <a:off x="7637460" y="6171965"/>
              <a:ext cx="191558" cy="191558"/>
            </a:xfrm>
            <a:prstGeom prst="rect">
              <a:avLst/>
            </a:prstGeom>
          </p:spPr>
        </p:pic>
        <p:sp>
          <p:nvSpPr>
            <p:cNvPr id="44" name="!! 时间">
              <a:extLst>
                <a:ext uri="{FF2B5EF4-FFF2-40B4-BE49-F238E27FC236}">
                  <a16:creationId xmlns:a16="http://schemas.microsoft.com/office/drawing/2014/main" id="{D680B9B6-B340-2BDC-0EA1-FCF7DF1F26AE}"/>
                </a:ext>
              </a:extLst>
            </p:cNvPr>
            <p:cNvSpPr txBox="1"/>
            <p:nvPr/>
          </p:nvSpPr>
          <p:spPr>
            <a:xfrm>
              <a:off x="8982607" y="6148520"/>
              <a:ext cx="773641" cy="3114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defTabSz="457189">
                <a:defRPr/>
              </a:pPr>
              <a:r>
                <a:rPr lang="en-US" altLang="zh-CN" sz="1051" dirty="0">
                  <a:latin typeface="OPPOSans R"/>
                  <a:ea typeface="OPPOSans R"/>
                </a:rPr>
                <a:t>16:34</a:t>
              </a:r>
              <a:endParaRPr lang="zh-CN" altLang="en-US" sz="1051" dirty="0">
                <a:latin typeface="OPPOSans R"/>
                <a:ea typeface="OPPOSans R"/>
              </a:endParaRPr>
            </a:p>
          </p:txBody>
        </p:sp>
        <p:sp>
          <p:nvSpPr>
            <p:cNvPr id="45" name="!! AC">
              <a:extLst>
                <a:ext uri="{FF2B5EF4-FFF2-40B4-BE49-F238E27FC236}">
                  <a16:creationId xmlns:a16="http://schemas.microsoft.com/office/drawing/2014/main" id="{6A1204B7-C02E-00C9-F0F5-B2BED1501D7B}"/>
                </a:ext>
              </a:extLst>
            </p:cNvPr>
            <p:cNvSpPr txBox="1"/>
            <p:nvPr/>
          </p:nvSpPr>
          <p:spPr>
            <a:xfrm>
              <a:off x="7766842" y="6152328"/>
              <a:ext cx="434183" cy="2830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457189">
                <a:defRPr/>
              </a:pPr>
              <a:r>
                <a:rPr lang="en-US" altLang="zh-CN" sz="900" dirty="0">
                  <a:latin typeface="OPPOSans R"/>
                  <a:ea typeface="OPPOSans R"/>
                </a:rPr>
                <a:t>49%</a:t>
              </a:r>
              <a:endParaRPr lang="zh-CN" altLang="en-US" sz="900" dirty="0">
                <a:latin typeface="OPPOSans R"/>
                <a:ea typeface="OPPOSans R"/>
              </a:endParaRPr>
            </a:p>
          </p:txBody>
        </p:sp>
        <p:pic>
          <p:nvPicPr>
            <p:cNvPr id="46" name="!! 声音">
              <a:extLst>
                <a:ext uri="{FF2B5EF4-FFF2-40B4-BE49-F238E27FC236}">
                  <a16:creationId xmlns:a16="http://schemas.microsoft.com/office/drawing/2014/main" id="{C6585B24-5891-4C89-BB16-DB4A40298781}"/>
                </a:ext>
              </a:extLst>
            </p:cNvPr>
            <p:cNvPicPr>
              <a:picLocks noChangeAspect="1"/>
            </p:cNvPicPr>
            <p:nvPr/>
          </p:nvPicPr>
          <p:blipFill>
            <a:blip r:embed="rId5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1"/>
                </a:ext>
              </a:extLst>
            </a:blip>
            <a:stretch>
              <a:fillRect/>
            </a:stretch>
          </p:blipFill>
          <p:spPr>
            <a:xfrm>
              <a:off x="9048732" y="5934670"/>
              <a:ext cx="179932" cy="179932"/>
            </a:xfrm>
            <a:prstGeom prst="rect">
              <a:avLst/>
            </a:prstGeom>
          </p:spPr>
        </p:pic>
        <p:pic>
          <p:nvPicPr>
            <p:cNvPr id="47" name="!! 电源">
              <a:hlinkClick r:id="rId52" action="ppaction://hlinksldjump"/>
              <a:extLst>
                <a:ext uri="{FF2B5EF4-FFF2-40B4-BE49-F238E27FC236}">
                  <a16:creationId xmlns:a16="http://schemas.microsoft.com/office/drawing/2014/main" id="{F24202F6-CEB1-914E-C678-B7C6056A1466}"/>
                </a:ext>
              </a:extLst>
            </p:cNvPr>
            <p:cNvPicPr>
              <a:picLocks noChangeAspect="1"/>
            </p:cNvPicPr>
            <p:nvPr/>
          </p:nvPicPr>
          <p:blipFill>
            <a:blip r:embed="rId53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54"/>
                </a:ext>
              </a:extLst>
            </a:blip>
            <a:stretch>
              <a:fillRect/>
            </a:stretch>
          </p:blipFill>
          <p:spPr>
            <a:xfrm>
              <a:off x="9489000" y="5925331"/>
              <a:ext cx="208372" cy="20837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8619001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 advTm="2000"/>
    </mc:Choice>
    <mc:Fallback xmlns="">
      <p:transition advClick="0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1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35" presetClass="path" presetSubtype="0" ac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08333E-6 2.59259E-6 L -0.03255 2.59259E-6 " pathEditMode="relative" rAng="0" ptsTypes="AA">
                                      <p:cBhvr>
                                        <p:cTn id="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28" y="0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63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125E-6 -1.85185E-6 L 0.03321 -1.85185E-6 " pathEditMode="relative" rAng="0" ptsTypes="AA">
                                      <p:cBhvr>
                                        <p:cTn id="14" dur="500" spd="-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654" y="0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10" presetClass="exit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1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35" presetClass="path" presetSubtype="0" ac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08333E-6 2.59259E-6 L -0.03255 2.59259E-6 " pathEditMode="relative" rAng="0" ptsTypes="AA">
                                      <p:cBhvr>
                                        <p:cTn id="1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28" y="0"/>
                                    </p:animMotion>
                                  </p:childTnLst>
                                </p:cTn>
                              </p:par>
                              <p:par>
                                <p:cTn id="20" presetID="10" presetClass="exit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1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35" presetClass="path" presetSubtype="0" ac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08333E-6 2.59259E-6 L -0.03255 2.59259E-6 " pathEditMode="relative" rAng="0" ptsTypes="AA">
                                      <p:cBhvr>
                                        <p:cTn id="2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28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5" restart="whenNotActive" fill="hold" evtFilter="cancelBubble" nodeType="interactiveSeq">
                <p:stCondLst>
                  <p:cond evt="onClick" delay="0">
                    <p:tgtEl>
                      <p:spTgt spid="9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6" fill="hold">
                      <p:stCondLst>
                        <p:cond delay="0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xit" presetSubtype="0" fill="hold" grpId="1" nodeType="clickEffect">
                                  <p:stCondLst>
                                    <p:cond delay="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15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0" presetClass="exit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" dur="15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0" presetClass="exit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15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0" presetClass="exit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15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0" presetClass="exit" presetSubtype="0" fill="hold" grpId="1" nodeType="withEffect">
                                  <p:stCondLst>
                                    <p:cond delay="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15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0" presetClass="exit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" dur="15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0" presetClass="exit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" dur="15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0" presetClass="exit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" dur="15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35" presetClass="path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53" dur="33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4" presetID="35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55" dur="33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6" presetID="35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57" dur="33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8" presetID="35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59" dur="33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0" presetID="35" presetClass="path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61" dur="33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2" presetID="35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63" dur="33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4" presetID="35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65" dur="33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6" presetID="35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67" dur="33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5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15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15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15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63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5 0 E" pathEditMode="fixed" ptsTypes="">
                                      <p:cBhvr>
                                        <p:cTn id="81" dur="330" spd="-1000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82" presetID="63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5 0 E" pathEditMode="fixed" ptsTypes="">
                                      <p:cBhvr>
                                        <p:cTn id="83" dur="330" spd="-100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84" presetID="63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5 0 E" pathEditMode="fixed" ptsTypes="">
                                      <p:cBhvr>
                                        <p:cTn id="85" dur="330" spd="-100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86" presetID="63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5 0 E" pathEditMode="fixed" ptsTypes="">
                                      <p:cBhvr>
                                        <p:cTn id="87" dur="330" spd="-100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3" nodeType="click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15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15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15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15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grpId="3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15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15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15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15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35" presetClass="path" presetSubtype="0" decel="10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115" dur="330" spd="-1000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6" presetID="35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117" dur="330" spd="-1000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8" presetID="35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119" dur="330" spd="-1000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0" presetID="35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121" dur="330" spd="-1000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2" presetID="35" presetClass="path" presetSubtype="0" decel="10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123" dur="330" spd="-1000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4" presetID="35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125" dur="330" spd="-1000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6" presetID="35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127" dur="330" spd="-1000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8" presetID="35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129" dur="330" spd="-1000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0" presetID="10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1" dur="15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4" dur="15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7" dur="15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0" dur="15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2" presetID="63" presetClass="path" presetSubtype="0" decel="10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5 0 E" pathEditMode="relative" ptsTypes="">
                                      <p:cBhvr>
                                        <p:cTn id="143" dur="33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4" presetID="63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5 0 E" pathEditMode="relative" ptsTypes="">
                                      <p:cBhvr>
                                        <p:cTn id="145" dur="33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6" presetID="63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5 0 E" pathEditMode="relative" ptsTypes="">
                                      <p:cBhvr>
                                        <p:cTn id="147" dur="33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8" presetID="63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5 0 E" pathEditMode="relative" ptsTypes="">
                                      <p:cBhvr>
                                        <p:cTn id="149" dur="33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"/>
                  </p:tgtEl>
                </p:cond>
              </p:nextCondLst>
            </p:seq>
          </p:childTnLst>
        </p:cTn>
      </p:par>
    </p:tnLst>
    <p:bldLst>
      <p:bldP spid="80" grpId="0"/>
      <p:bldP spid="80" grpId="1"/>
      <p:bldP spid="80" grpId="2"/>
      <p:bldP spid="80" grpId="3"/>
      <p:bldP spid="81" grpId="0"/>
      <p:bldP spid="81" grpId="1"/>
      <p:bldP spid="81" grpId="2"/>
      <p:bldP spid="81" grpId="3"/>
      <p:bldP spid="82" grpId="0"/>
      <p:bldP spid="82" grpId="1"/>
      <p:bldP spid="82" grpId="2"/>
      <p:bldP spid="82" grpId="3"/>
      <p:bldP spid="15" grpId="0"/>
      <p:bldP spid="15" grpId="1"/>
      <p:bldP spid="11" grpId="0"/>
      <p:bldP spid="11" grpId="1"/>
      <p:bldP spid="16" grpId="0" animBg="1"/>
      <p:bldP spid="16" grpId="1" animBg="1"/>
      <p:bldP spid="20" grpId="0" animBg="1"/>
      <p:bldP spid="20" grpId="1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826DD3-11BE-B5D7-CBB3-904F2EEF0E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!! 背景板">
            <a:extLst>
              <a:ext uri="{FF2B5EF4-FFF2-40B4-BE49-F238E27FC236}">
                <a16:creationId xmlns:a16="http://schemas.microsoft.com/office/drawing/2014/main" id="{A1306026-011B-8B54-BFFE-188982E5F569}"/>
              </a:ext>
            </a:extLst>
          </p:cNvPr>
          <p:cNvSpPr/>
          <p:nvPr/>
        </p:nvSpPr>
        <p:spPr>
          <a:xfrm>
            <a:off x="11709" y="0"/>
            <a:ext cx="12192000" cy="6858000"/>
          </a:xfrm>
          <a:prstGeom prst="rect">
            <a:avLst/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>
              <a:defRPr/>
            </a:pPr>
            <a:endParaRPr lang="zh-CN" altLang="en-US" dirty="0">
              <a:solidFill>
                <a:srgbClr val="F5F5F5"/>
              </a:solidFill>
              <a:latin typeface="vivo Sans"/>
              <a:ea typeface="vivo Sans"/>
            </a:endParaRPr>
          </a:p>
        </p:txBody>
      </p:sp>
      <p:grpSp>
        <p:nvGrpSpPr>
          <p:cNvPr id="25" name="!! 大标题">
            <a:extLst>
              <a:ext uri="{FF2B5EF4-FFF2-40B4-BE49-F238E27FC236}">
                <a16:creationId xmlns:a16="http://schemas.microsoft.com/office/drawing/2014/main" id="{40E4490E-01AA-84AB-7283-0285DA7CF510}"/>
              </a:ext>
            </a:extLst>
          </p:cNvPr>
          <p:cNvGrpSpPr/>
          <p:nvPr/>
        </p:nvGrpSpPr>
        <p:grpSpPr>
          <a:xfrm>
            <a:off x="462457" y="484334"/>
            <a:ext cx="796551" cy="461665"/>
            <a:chOff x="3079753" y="1375827"/>
            <a:chExt cx="673782" cy="461665"/>
          </a:xfrm>
        </p:grpSpPr>
        <p:sp>
          <p:nvSpPr>
            <p:cNvPr id="27" name="!! 标题符">
              <a:extLst>
                <a:ext uri="{FF2B5EF4-FFF2-40B4-BE49-F238E27FC236}">
                  <a16:creationId xmlns:a16="http://schemas.microsoft.com/office/drawing/2014/main" id="{A44D9040-1396-804C-B805-099EC5A71A06}"/>
                </a:ext>
              </a:extLst>
            </p:cNvPr>
            <p:cNvSpPr/>
            <p:nvPr/>
          </p:nvSpPr>
          <p:spPr>
            <a:xfrm>
              <a:off x="3146905" y="1685496"/>
              <a:ext cx="551700" cy="1255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defTabSz="457189">
                <a:defRPr/>
              </a:pPr>
              <a:endParaRPr lang="zh-CN" altLang="en-US">
                <a:solidFill>
                  <a:srgbClr val="FFFFFF"/>
                </a:solidFill>
                <a:latin typeface="OPPOSans R"/>
                <a:ea typeface="OPPOSans R"/>
              </a:endParaRPr>
            </a:p>
          </p:txBody>
        </p:sp>
        <p:sp>
          <p:nvSpPr>
            <p:cNvPr id="28" name="!! 标题">
              <a:extLst>
                <a:ext uri="{FF2B5EF4-FFF2-40B4-BE49-F238E27FC236}">
                  <a16:creationId xmlns:a16="http://schemas.microsoft.com/office/drawing/2014/main" id="{1F57F641-8803-5B33-06F1-EFF59B258E10}"/>
                </a:ext>
              </a:extLst>
            </p:cNvPr>
            <p:cNvSpPr txBox="1"/>
            <p:nvPr/>
          </p:nvSpPr>
          <p:spPr>
            <a:xfrm>
              <a:off x="3079753" y="1375827"/>
              <a:ext cx="67378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457189">
                <a:defRPr/>
              </a:pPr>
              <a:r>
                <a:rPr lang="zh-CN" altLang="en-US" sz="2400" dirty="0">
                  <a:solidFill>
                    <a:srgbClr val="000000">
                      <a:lumMod val="75000"/>
                      <a:lumOff val="25000"/>
                    </a:srgbClr>
                  </a:solidFill>
                  <a:latin typeface="vivo Sans Medium"/>
                  <a:ea typeface="vivo Sans Medium"/>
                </a:rPr>
                <a:t>设置</a:t>
              </a:r>
            </a:p>
          </p:txBody>
        </p:sp>
      </p:grpSp>
      <p:sp>
        <p:nvSpPr>
          <p:cNvPr id="2" name="!! 二级背景">
            <a:extLst>
              <a:ext uri="{FF2B5EF4-FFF2-40B4-BE49-F238E27FC236}">
                <a16:creationId xmlns:a16="http://schemas.microsoft.com/office/drawing/2014/main" id="{96D6D646-3980-3F76-39F6-7C569793050B}"/>
              </a:ext>
            </a:extLst>
          </p:cNvPr>
          <p:cNvSpPr/>
          <p:nvPr/>
        </p:nvSpPr>
        <p:spPr>
          <a:xfrm>
            <a:off x="3594541" y="0"/>
            <a:ext cx="859746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>
              <a:defRPr/>
            </a:pPr>
            <a:endParaRPr lang="zh-CN" altLang="en-US">
              <a:solidFill>
                <a:srgbClr val="F5F5F5"/>
              </a:solidFill>
              <a:latin typeface="vivo Sans"/>
              <a:ea typeface="vivo Sans"/>
            </a:endParaRPr>
          </a:p>
        </p:txBody>
      </p:sp>
      <p:grpSp>
        <p:nvGrpSpPr>
          <p:cNvPr id="3" name="!! 关闭按钮">
            <a:extLst>
              <a:ext uri="{FF2B5EF4-FFF2-40B4-BE49-F238E27FC236}">
                <a16:creationId xmlns:a16="http://schemas.microsoft.com/office/drawing/2014/main" id="{E9F82D3F-A002-B93C-1C4E-8D4D9CA71A07}"/>
              </a:ext>
            </a:extLst>
          </p:cNvPr>
          <p:cNvGrpSpPr/>
          <p:nvPr/>
        </p:nvGrpSpPr>
        <p:grpSpPr>
          <a:xfrm>
            <a:off x="2757496" y="569913"/>
            <a:ext cx="290511" cy="290511"/>
            <a:chOff x="2328464" y="3107859"/>
            <a:chExt cx="583223" cy="583223"/>
          </a:xfrm>
        </p:grpSpPr>
        <p:sp>
          <p:nvSpPr>
            <p:cNvPr id="4" name="矩形: 圆角 3">
              <a:hlinkClick r:id="rId3" action="ppaction://hlinksldjump"/>
              <a:extLst>
                <a:ext uri="{FF2B5EF4-FFF2-40B4-BE49-F238E27FC236}">
                  <a16:creationId xmlns:a16="http://schemas.microsoft.com/office/drawing/2014/main" id="{BE21AB19-444F-8C5E-39DC-B644CD4CB04A}"/>
                </a:ext>
              </a:extLst>
            </p:cNvPr>
            <p:cNvSpPr/>
            <p:nvPr/>
          </p:nvSpPr>
          <p:spPr>
            <a:xfrm>
              <a:off x="2328464" y="3107859"/>
              <a:ext cx="583223" cy="583223"/>
            </a:xfrm>
            <a:prstGeom prst="roundRect">
              <a:avLst>
                <a:gd name="adj" fmla="val 20771"/>
              </a:avLst>
            </a:prstGeom>
            <a:solidFill>
              <a:schemeClr val="bg2"/>
            </a:solidFill>
            <a:ln>
              <a:noFill/>
            </a:ln>
            <a:effectLst>
              <a:outerShdw blurRad="127000" sx="101000" sy="101000" algn="c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77">
                <a:defRPr/>
              </a:pPr>
              <a:endParaRPr lang="zh-CN" altLang="en-US">
                <a:solidFill>
                  <a:srgbClr val="F5F5F5"/>
                </a:solidFill>
                <a:latin typeface="vivo Sans"/>
                <a:ea typeface="vivo Sans"/>
              </a:endParaRPr>
            </a:p>
          </p:txBody>
        </p:sp>
        <p:pic>
          <p:nvPicPr>
            <p:cNvPr id="5" name="图形 4">
              <a:extLst>
                <a:ext uri="{FF2B5EF4-FFF2-40B4-BE49-F238E27FC236}">
                  <a16:creationId xmlns:a16="http://schemas.microsoft.com/office/drawing/2014/main" id="{CF1C0835-AC16-DB92-EDDE-353F87E4CC4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/>
          </p:blipFill>
          <p:spPr>
            <a:xfrm>
              <a:off x="2375480" y="3154875"/>
              <a:ext cx="489196" cy="489196"/>
            </a:xfrm>
            <a:prstGeom prst="rect">
              <a:avLst/>
            </a:prstGeom>
          </p:spPr>
        </p:pic>
      </p:grpSp>
      <p:grpSp>
        <p:nvGrpSpPr>
          <p:cNvPr id="24" name="!! 关闭按钮">
            <a:extLst>
              <a:ext uri="{FF2B5EF4-FFF2-40B4-BE49-F238E27FC236}">
                <a16:creationId xmlns:a16="http://schemas.microsoft.com/office/drawing/2014/main" id="{7BC8562C-320D-A672-B6BF-D13A5B904C6D}"/>
              </a:ext>
            </a:extLst>
          </p:cNvPr>
          <p:cNvGrpSpPr/>
          <p:nvPr/>
        </p:nvGrpSpPr>
        <p:grpSpPr>
          <a:xfrm>
            <a:off x="2333440" y="569913"/>
            <a:ext cx="290511" cy="290511"/>
            <a:chOff x="2328464" y="3107859"/>
            <a:chExt cx="583223" cy="583223"/>
          </a:xfrm>
        </p:grpSpPr>
        <p:sp>
          <p:nvSpPr>
            <p:cNvPr id="26" name="矩形: 圆角 25">
              <a:hlinkClick r:id="rId6" action="ppaction://hlinksldjump"/>
              <a:extLst>
                <a:ext uri="{FF2B5EF4-FFF2-40B4-BE49-F238E27FC236}">
                  <a16:creationId xmlns:a16="http://schemas.microsoft.com/office/drawing/2014/main" id="{2B9D81DD-5821-A14A-D016-3703F0320704}"/>
                </a:ext>
              </a:extLst>
            </p:cNvPr>
            <p:cNvSpPr/>
            <p:nvPr/>
          </p:nvSpPr>
          <p:spPr>
            <a:xfrm>
              <a:off x="2328464" y="3107859"/>
              <a:ext cx="583223" cy="583223"/>
            </a:xfrm>
            <a:prstGeom prst="roundRect">
              <a:avLst>
                <a:gd name="adj" fmla="val 20771"/>
              </a:avLst>
            </a:prstGeom>
            <a:solidFill>
              <a:schemeClr val="bg2"/>
            </a:solidFill>
            <a:ln>
              <a:noFill/>
            </a:ln>
            <a:effectLst>
              <a:outerShdw blurRad="127000" sx="101000" sy="101000" algn="c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77">
                <a:defRPr/>
              </a:pPr>
              <a:endParaRPr lang="zh-CN" altLang="en-US">
                <a:solidFill>
                  <a:srgbClr val="F5F5F5"/>
                </a:solidFill>
                <a:latin typeface="vivo Sans"/>
                <a:ea typeface="vivo Sans"/>
              </a:endParaRPr>
            </a:p>
          </p:txBody>
        </p:sp>
        <p:pic>
          <p:nvPicPr>
            <p:cNvPr id="29" name="图形 28">
              <a:extLst>
                <a:ext uri="{FF2B5EF4-FFF2-40B4-BE49-F238E27FC236}">
                  <a16:creationId xmlns:a16="http://schemas.microsoft.com/office/drawing/2014/main" id="{7C76ED39-80C7-FBEB-ECFD-0444F7A980E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/>
          </p:blipFill>
          <p:spPr>
            <a:xfrm>
              <a:off x="2449200" y="3228595"/>
              <a:ext cx="341755" cy="341755"/>
            </a:xfrm>
            <a:prstGeom prst="rect">
              <a:avLst/>
            </a:prstGeom>
          </p:spPr>
        </p:pic>
      </p:grpSp>
      <p:grpSp>
        <p:nvGrpSpPr>
          <p:cNvPr id="10" name="返回">
            <a:extLst>
              <a:ext uri="{FF2B5EF4-FFF2-40B4-BE49-F238E27FC236}">
                <a16:creationId xmlns:a16="http://schemas.microsoft.com/office/drawing/2014/main" id="{201A3CB2-C7C2-E636-B38C-02C46E91B053}"/>
              </a:ext>
            </a:extLst>
          </p:cNvPr>
          <p:cNvGrpSpPr/>
          <p:nvPr/>
        </p:nvGrpSpPr>
        <p:grpSpPr>
          <a:xfrm>
            <a:off x="4133691" y="519573"/>
            <a:ext cx="2667863" cy="369332"/>
            <a:chOff x="4133687" y="519573"/>
            <a:chExt cx="2667863" cy="369331"/>
          </a:xfrm>
        </p:grpSpPr>
        <p:sp>
          <p:nvSpPr>
            <p:cNvPr id="17" name="!! 副标题">
              <a:extLst>
                <a:ext uri="{FF2B5EF4-FFF2-40B4-BE49-F238E27FC236}">
                  <a16:creationId xmlns:a16="http://schemas.microsoft.com/office/drawing/2014/main" id="{6A7EB730-DF2A-82E1-10E0-044FA68E9AD5}"/>
                </a:ext>
              </a:extLst>
            </p:cNvPr>
            <p:cNvSpPr txBox="1"/>
            <p:nvPr/>
          </p:nvSpPr>
          <p:spPr>
            <a:xfrm>
              <a:off x="4393644" y="519573"/>
              <a:ext cx="2407906" cy="369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914377">
                <a:defRPr/>
              </a:pPr>
              <a:r>
                <a:rPr lang="zh-CN" altLang="en-US" dirty="0">
                  <a:solidFill>
                    <a:srgbClr val="181818"/>
                  </a:solidFill>
                  <a:latin typeface="vivo Sans"/>
                  <a:ea typeface="vivo Sans"/>
                </a:rPr>
                <a:t>硬件保护</a:t>
              </a:r>
            </a:p>
          </p:txBody>
        </p:sp>
        <p:pic>
          <p:nvPicPr>
            <p:cNvPr id="18" name="图形 17">
              <a:extLst>
                <a:ext uri="{FF2B5EF4-FFF2-40B4-BE49-F238E27FC236}">
                  <a16:creationId xmlns:a16="http://schemas.microsoft.com/office/drawing/2014/main" id="{4B4F4731-8FDF-E6A9-18DA-C6ABD82FD106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4133687" y="584302"/>
              <a:ext cx="241776" cy="241776"/>
            </a:xfrm>
            <a:prstGeom prst="rect">
              <a:avLst/>
            </a:prstGeom>
          </p:spPr>
        </p:pic>
      </p:grpSp>
      <p:pic>
        <p:nvPicPr>
          <p:cNvPr id="65" name="icon">
            <a:extLst>
              <a:ext uri="{FF2B5EF4-FFF2-40B4-BE49-F238E27FC236}">
                <a16:creationId xmlns:a16="http://schemas.microsoft.com/office/drawing/2014/main" id="{45D346B2-5A75-C1F7-D0E7-FD916BB52554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/>
          <a:stretch/>
        </p:blipFill>
        <p:spPr>
          <a:xfrm>
            <a:off x="7449365" y="1377370"/>
            <a:ext cx="887812" cy="887812"/>
          </a:xfrm>
          <a:prstGeom prst="rect">
            <a:avLst/>
          </a:prstGeom>
        </p:spPr>
      </p:pic>
      <p:sp>
        <p:nvSpPr>
          <p:cNvPr id="70" name="!! 副标题">
            <a:extLst>
              <a:ext uri="{FF2B5EF4-FFF2-40B4-BE49-F238E27FC236}">
                <a16:creationId xmlns:a16="http://schemas.microsoft.com/office/drawing/2014/main" id="{807A1A8C-A4FD-ABB1-FB7E-54E736A9C4BC}"/>
              </a:ext>
            </a:extLst>
          </p:cNvPr>
          <p:cNvSpPr txBox="1"/>
          <p:nvPr/>
        </p:nvSpPr>
        <p:spPr>
          <a:xfrm>
            <a:off x="6689319" y="2523369"/>
            <a:ext cx="240790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377">
              <a:defRPr/>
            </a:pPr>
            <a:r>
              <a:rPr lang="zh-CN" altLang="en-US" sz="2000" dirty="0">
                <a:solidFill>
                  <a:srgbClr val="181818"/>
                </a:solidFill>
                <a:latin typeface="vivo Sans Medium"/>
                <a:ea typeface="vivo Sans Medium"/>
              </a:rPr>
              <a:t>硬件保护未启用</a:t>
            </a:r>
          </a:p>
        </p:txBody>
      </p:sp>
      <p:sp>
        <p:nvSpPr>
          <p:cNvPr id="72" name="按钮">
            <a:extLst>
              <a:ext uri="{FF2B5EF4-FFF2-40B4-BE49-F238E27FC236}">
                <a16:creationId xmlns:a16="http://schemas.microsoft.com/office/drawing/2014/main" id="{FE5BFF3B-0E4C-527F-C4B6-10D50BD60FE3}"/>
              </a:ext>
            </a:extLst>
          </p:cNvPr>
          <p:cNvSpPr/>
          <p:nvPr/>
        </p:nvSpPr>
        <p:spPr>
          <a:xfrm>
            <a:off x="4178597" y="3145062"/>
            <a:ext cx="7429351" cy="545100"/>
          </a:xfrm>
          <a:prstGeom prst="roundRect">
            <a:avLst>
              <a:gd name="adj" fmla="val 20746"/>
            </a:avLst>
          </a:prstGeom>
          <a:solidFill>
            <a:schemeClr val="bg2"/>
          </a:solidFill>
          <a:ln w="3175">
            <a:solidFill>
              <a:schemeClr val="bg1">
                <a:lumMod val="90000"/>
              </a:schemeClr>
            </a:solidFill>
          </a:ln>
          <a:effectLst>
            <a:outerShdw blurRad="190500" algn="ctr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07997" defTabSz="914377">
              <a:defRPr/>
            </a:pPr>
            <a:r>
              <a:rPr lang="zh-CN" altLang="en-US" sz="1600" dirty="0">
                <a:solidFill>
                  <a:srgbClr val="62A8D3"/>
                </a:solidFill>
                <a:latin typeface="vivo Sans"/>
                <a:ea typeface="vivo Sans"/>
              </a:rPr>
              <a:t>开启硬件保护</a:t>
            </a:r>
          </a:p>
        </p:txBody>
      </p:sp>
      <p:sp>
        <p:nvSpPr>
          <p:cNvPr id="74" name="!! 按钮">
            <a:extLst>
              <a:ext uri="{FF2B5EF4-FFF2-40B4-BE49-F238E27FC236}">
                <a16:creationId xmlns:a16="http://schemas.microsoft.com/office/drawing/2014/main" id="{53E7311D-6A1B-408C-A566-C1C974066661}"/>
              </a:ext>
            </a:extLst>
          </p:cNvPr>
          <p:cNvSpPr/>
          <p:nvPr/>
        </p:nvSpPr>
        <p:spPr>
          <a:xfrm>
            <a:off x="10984953" y="3346146"/>
            <a:ext cx="142932" cy="142932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>
              <a:defRPr/>
            </a:pPr>
            <a:endParaRPr lang="zh-CN" altLang="en-US" dirty="0">
              <a:solidFill>
                <a:srgbClr val="F5F5F5"/>
              </a:solidFill>
              <a:latin typeface="vivo Sans"/>
              <a:ea typeface="vivo Sans"/>
            </a:endParaRPr>
          </a:p>
        </p:txBody>
      </p:sp>
      <p:grpSp>
        <p:nvGrpSpPr>
          <p:cNvPr id="49" name="!! 显示">
            <a:extLst>
              <a:ext uri="{FF2B5EF4-FFF2-40B4-BE49-F238E27FC236}">
                <a16:creationId xmlns:a16="http://schemas.microsoft.com/office/drawing/2014/main" id="{1B4B1C16-CB7C-2B9A-5601-2B5760ADB5EB}"/>
              </a:ext>
            </a:extLst>
          </p:cNvPr>
          <p:cNvGrpSpPr/>
          <p:nvPr/>
        </p:nvGrpSpPr>
        <p:grpSpPr>
          <a:xfrm>
            <a:off x="470871" y="3706575"/>
            <a:ext cx="2552892" cy="457924"/>
            <a:chOff x="462453" y="2623554"/>
            <a:chExt cx="2552892" cy="457924"/>
          </a:xfrm>
        </p:grpSpPr>
        <p:sp>
          <p:nvSpPr>
            <p:cNvPr id="52" name="!! 未选中">
              <a:hlinkClick r:id="rId13" action="ppaction://hlinksldjump"/>
              <a:extLst>
                <a:ext uri="{FF2B5EF4-FFF2-40B4-BE49-F238E27FC236}">
                  <a16:creationId xmlns:a16="http://schemas.microsoft.com/office/drawing/2014/main" id="{4237FDE0-4D15-0187-37AC-98627FB86B49}"/>
                </a:ext>
              </a:extLst>
            </p:cNvPr>
            <p:cNvSpPr/>
            <p:nvPr/>
          </p:nvSpPr>
          <p:spPr>
            <a:xfrm>
              <a:off x="462453" y="2623554"/>
              <a:ext cx="2552892" cy="457924"/>
            </a:xfrm>
            <a:prstGeom prst="roundRect">
              <a:avLst>
                <a:gd name="adj" fmla="val 22880"/>
              </a:avLst>
            </a:prstGeom>
            <a:solidFill>
              <a:schemeClr val="bg2"/>
            </a:solidFill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1998" defTabSz="914377">
                <a:defRPr/>
              </a:pPr>
              <a:r>
                <a:rPr lang="zh-CN" altLang="en-US" sz="1400" dirty="0">
                  <a:solidFill>
                    <a:schemeClr val="tx1">
                      <a:lumMod val="90000"/>
                      <a:lumOff val="10000"/>
                    </a:schemeClr>
                  </a:solidFill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      显示</a:t>
              </a:r>
            </a:p>
          </p:txBody>
        </p:sp>
        <p:grpSp>
          <p:nvGrpSpPr>
            <p:cNvPr id="54" name="组合 53">
              <a:extLst>
                <a:ext uri="{FF2B5EF4-FFF2-40B4-BE49-F238E27FC236}">
                  <a16:creationId xmlns:a16="http://schemas.microsoft.com/office/drawing/2014/main" id="{5B3E50BF-BD59-BF52-7F1D-F04738F424FE}"/>
                </a:ext>
              </a:extLst>
            </p:cNvPr>
            <p:cNvGrpSpPr/>
            <p:nvPr/>
          </p:nvGrpSpPr>
          <p:grpSpPr>
            <a:xfrm>
              <a:off x="600851" y="2735577"/>
              <a:ext cx="245090" cy="245090"/>
              <a:chOff x="3449581" y="2374787"/>
              <a:chExt cx="263638" cy="263638"/>
            </a:xfrm>
          </p:grpSpPr>
          <p:sp>
            <p:nvSpPr>
              <p:cNvPr id="63" name="椭圆 62">
                <a:extLst>
                  <a:ext uri="{FF2B5EF4-FFF2-40B4-BE49-F238E27FC236}">
                    <a16:creationId xmlns:a16="http://schemas.microsoft.com/office/drawing/2014/main" id="{45E5258B-C8A9-ABD9-1D42-CE8F79BAB434}"/>
                  </a:ext>
                </a:extLst>
              </p:cNvPr>
              <p:cNvSpPr/>
              <p:nvPr/>
            </p:nvSpPr>
            <p:spPr>
              <a:xfrm>
                <a:off x="3449581" y="2374787"/>
                <a:ext cx="263638" cy="263638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64" name="icon">
                <a:extLst>
                  <a:ext uri="{FF2B5EF4-FFF2-40B4-BE49-F238E27FC236}">
                    <a16:creationId xmlns:a16="http://schemas.microsoft.com/office/drawing/2014/main" id="{ECDE5D6C-B5AE-4149-B46D-62C6F2F5625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rcRect/>
              <a:stretch/>
            </p:blipFill>
            <p:spPr>
              <a:xfrm>
                <a:off x="3513869" y="2435878"/>
                <a:ext cx="143060" cy="143060"/>
              </a:xfrm>
              <a:prstGeom prst="rect">
                <a:avLst/>
              </a:prstGeom>
            </p:spPr>
          </p:pic>
        </p:grpSp>
      </p:grpSp>
      <p:grpSp>
        <p:nvGrpSpPr>
          <p:cNvPr id="66" name="!! App">
            <a:extLst>
              <a:ext uri="{FF2B5EF4-FFF2-40B4-BE49-F238E27FC236}">
                <a16:creationId xmlns:a16="http://schemas.microsoft.com/office/drawing/2014/main" id="{F0062043-F211-BA70-B643-C753F3C22B18}"/>
              </a:ext>
            </a:extLst>
          </p:cNvPr>
          <p:cNvGrpSpPr/>
          <p:nvPr/>
        </p:nvGrpSpPr>
        <p:grpSpPr>
          <a:xfrm>
            <a:off x="476549" y="2282681"/>
            <a:ext cx="2552892" cy="457924"/>
            <a:chOff x="462453" y="2623554"/>
            <a:chExt cx="2552892" cy="457924"/>
          </a:xfrm>
        </p:grpSpPr>
        <p:sp>
          <p:nvSpPr>
            <p:cNvPr id="67" name="!! 未选中">
              <a:hlinkClick r:id="rId16" action="ppaction://hlinksldjump"/>
              <a:extLst>
                <a:ext uri="{FF2B5EF4-FFF2-40B4-BE49-F238E27FC236}">
                  <a16:creationId xmlns:a16="http://schemas.microsoft.com/office/drawing/2014/main" id="{9C00C273-152D-0E8A-AB86-D5FAAD332432}"/>
                </a:ext>
              </a:extLst>
            </p:cNvPr>
            <p:cNvSpPr/>
            <p:nvPr/>
          </p:nvSpPr>
          <p:spPr>
            <a:xfrm>
              <a:off x="462453" y="2623554"/>
              <a:ext cx="2552892" cy="457924"/>
            </a:xfrm>
            <a:prstGeom prst="roundRect">
              <a:avLst>
                <a:gd name="adj" fmla="val 22880"/>
              </a:avLst>
            </a:prstGeom>
            <a:solidFill>
              <a:schemeClr val="bg2"/>
            </a:solidFill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1998" defTabSz="914377">
                <a:defRPr/>
              </a:pPr>
              <a:r>
                <a:rPr lang="zh-CN" altLang="en-US" sz="1400" dirty="0">
                  <a:solidFill>
                    <a:schemeClr val="tx1">
                      <a:lumMod val="90000"/>
                      <a:lumOff val="10000"/>
                    </a:schemeClr>
                  </a:solidFill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      应用与模块</a:t>
              </a:r>
            </a:p>
          </p:txBody>
        </p:sp>
        <p:grpSp>
          <p:nvGrpSpPr>
            <p:cNvPr id="68" name="组合 67">
              <a:extLst>
                <a:ext uri="{FF2B5EF4-FFF2-40B4-BE49-F238E27FC236}">
                  <a16:creationId xmlns:a16="http://schemas.microsoft.com/office/drawing/2014/main" id="{01F20241-CCFD-E558-B277-C6D4270AB1F2}"/>
                </a:ext>
              </a:extLst>
            </p:cNvPr>
            <p:cNvGrpSpPr/>
            <p:nvPr/>
          </p:nvGrpSpPr>
          <p:grpSpPr>
            <a:xfrm>
              <a:off x="600851" y="2735577"/>
              <a:ext cx="245090" cy="245090"/>
              <a:chOff x="3449581" y="2374787"/>
              <a:chExt cx="263638" cy="263638"/>
            </a:xfrm>
          </p:grpSpPr>
          <p:sp>
            <p:nvSpPr>
              <p:cNvPr id="69" name="椭圆 68">
                <a:extLst>
                  <a:ext uri="{FF2B5EF4-FFF2-40B4-BE49-F238E27FC236}">
                    <a16:creationId xmlns:a16="http://schemas.microsoft.com/office/drawing/2014/main" id="{8A14FC3D-00A0-9AC0-F4FD-DC394022E9A3}"/>
                  </a:ext>
                </a:extLst>
              </p:cNvPr>
              <p:cNvSpPr/>
              <p:nvPr/>
            </p:nvSpPr>
            <p:spPr>
              <a:xfrm>
                <a:off x="3449581" y="2374787"/>
                <a:ext cx="263638" cy="263638"/>
              </a:xfrm>
              <a:prstGeom prst="ellipse">
                <a:avLst/>
              </a:prstGeom>
              <a:solidFill>
                <a:schemeClr val="accent3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71" name="icon">
                <a:extLst>
                  <a:ext uri="{FF2B5EF4-FFF2-40B4-BE49-F238E27FC236}">
                    <a16:creationId xmlns:a16="http://schemas.microsoft.com/office/drawing/2014/main" id="{0575ED7A-0DD2-7A26-58E9-8D988855BCD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7">
                <a:extLst>
                  <a:ext uri="{96DAC541-7B7A-43D3-8B79-37D633B846F1}">
                    <asvg:svgBlip xmlns:asvg="http://schemas.microsoft.com/office/drawing/2016/SVG/main" r:embed="rId18"/>
                  </a:ext>
                </a:extLst>
              </a:blip>
              <a:srcRect/>
              <a:stretch/>
            </p:blipFill>
            <p:spPr>
              <a:xfrm>
                <a:off x="3513869" y="2435878"/>
                <a:ext cx="143060" cy="143060"/>
              </a:xfrm>
              <a:prstGeom prst="rect">
                <a:avLst/>
              </a:prstGeom>
            </p:spPr>
          </p:pic>
        </p:grpSp>
      </p:grpSp>
      <p:grpSp>
        <p:nvGrpSpPr>
          <p:cNvPr id="73" name="!! 电池">
            <a:extLst>
              <a:ext uri="{FF2B5EF4-FFF2-40B4-BE49-F238E27FC236}">
                <a16:creationId xmlns:a16="http://schemas.microsoft.com/office/drawing/2014/main" id="{9ADC8196-81F7-5B7C-3C38-277A2211DF9D}"/>
              </a:ext>
            </a:extLst>
          </p:cNvPr>
          <p:cNvGrpSpPr/>
          <p:nvPr/>
        </p:nvGrpSpPr>
        <p:grpSpPr>
          <a:xfrm>
            <a:off x="470871" y="2852627"/>
            <a:ext cx="2552892" cy="457924"/>
            <a:chOff x="462453" y="2623554"/>
            <a:chExt cx="2552892" cy="457924"/>
          </a:xfrm>
        </p:grpSpPr>
        <p:sp>
          <p:nvSpPr>
            <p:cNvPr id="76" name="!! 未选中">
              <a:hlinkClick r:id="rId19" action="ppaction://hlinksldjump"/>
              <a:extLst>
                <a:ext uri="{FF2B5EF4-FFF2-40B4-BE49-F238E27FC236}">
                  <a16:creationId xmlns:a16="http://schemas.microsoft.com/office/drawing/2014/main" id="{095CBFA6-B770-B562-2A0F-B94945947408}"/>
                </a:ext>
              </a:extLst>
            </p:cNvPr>
            <p:cNvSpPr/>
            <p:nvPr/>
          </p:nvSpPr>
          <p:spPr>
            <a:xfrm>
              <a:off x="462453" y="2623554"/>
              <a:ext cx="2552892" cy="457924"/>
            </a:xfrm>
            <a:prstGeom prst="roundRect">
              <a:avLst>
                <a:gd name="adj" fmla="val 22880"/>
              </a:avLst>
            </a:prstGeom>
            <a:solidFill>
              <a:schemeClr val="bg2"/>
            </a:solidFill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1998" defTabSz="914377">
                <a:defRPr/>
              </a:pPr>
              <a:r>
                <a:rPr lang="zh-CN" altLang="en-US" sz="1400" dirty="0">
                  <a:solidFill>
                    <a:schemeClr val="tx1">
                      <a:lumMod val="90000"/>
                      <a:lumOff val="10000"/>
                    </a:schemeClr>
                  </a:solidFill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      电池</a:t>
              </a:r>
            </a:p>
          </p:txBody>
        </p:sp>
        <p:grpSp>
          <p:nvGrpSpPr>
            <p:cNvPr id="77" name="组合 76">
              <a:extLst>
                <a:ext uri="{FF2B5EF4-FFF2-40B4-BE49-F238E27FC236}">
                  <a16:creationId xmlns:a16="http://schemas.microsoft.com/office/drawing/2014/main" id="{42EE9281-06BD-1D78-78D5-593E8D34A47B}"/>
                </a:ext>
              </a:extLst>
            </p:cNvPr>
            <p:cNvGrpSpPr/>
            <p:nvPr/>
          </p:nvGrpSpPr>
          <p:grpSpPr>
            <a:xfrm>
              <a:off x="600851" y="2735577"/>
              <a:ext cx="245090" cy="245090"/>
              <a:chOff x="3449581" y="2374787"/>
              <a:chExt cx="263638" cy="263638"/>
            </a:xfrm>
          </p:grpSpPr>
          <p:sp>
            <p:nvSpPr>
              <p:cNvPr id="78" name="椭圆 77">
                <a:extLst>
                  <a:ext uri="{FF2B5EF4-FFF2-40B4-BE49-F238E27FC236}">
                    <a16:creationId xmlns:a16="http://schemas.microsoft.com/office/drawing/2014/main" id="{1F4E4F0A-B573-58EC-55AC-4FE10F1DDBFE}"/>
                  </a:ext>
                </a:extLst>
              </p:cNvPr>
              <p:cNvSpPr/>
              <p:nvPr/>
            </p:nvSpPr>
            <p:spPr>
              <a:xfrm>
                <a:off x="3449581" y="2374787"/>
                <a:ext cx="263638" cy="263638"/>
              </a:xfrm>
              <a:prstGeom prst="ellipse">
                <a:avLst/>
              </a:prstGeom>
              <a:solidFill>
                <a:srgbClr val="3ADE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79" name="icon">
                <a:extLst>
                  <a:ext uri="{FF2B5EF4-FFF2-40B4-BE49-F238E27FC236}">
                    <a16:creationId xmlns:a16="http://schemas.microsoft.com/office/drawing/2014/main" id="{ACADD2A3-D2CC-DAE7-CE33-041AE52C17E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0">
                <a:extLst>
                  <a:ext uri="{96DAC541-7B7A-43D3-8B79-37D633B846F1}">
                    <asvg:svgBlip xmlns:asvg="http://schemas.microsoft.com/office/drawing/2016/SVG/main" r:embed="rId21"/>
                  </a:ext>
                </a:extLst>
              </a:blip>
              <a:srcRect/>
              <a:stretch/>
            </p:blipFill>
            <p:spPr>
              <a:xfrm>
                <a:off x="3513869" y="2435878"/>
                <a:ext cx="143060" cy="143060"/>
              </a:xfrm>
              <a:prstGeom prst="rect">
                <a:avLst/>
              </a:prstGeom>
            </p:spPr>
          </p:pic>
        </p:grpSp>
      </p:grpSp>
      <p:sp>
        <p:nvSpPr>
          <p:cNvPr id="80" name="!! 个性化">
            <a:extLst>
              <a:ext uri="{FF2B5EF4-FFF2-40B4-BE49-F238E27FC236}">
                <a16:creationId xmlns:a16="http://schemas.microsoft.com/office/drawing/2014/main" id="{A6536800-C0BA-CCA7-802F-7F698BCEC864}"/>
              </a:ext>
            </a:extLst>
          </p:cNvPr>
          <p:cNvSpPr txBox="1"/>
          <p:nvPr/>
        </p:nvSpPr>
        <p:spPr>
          <a:xfrm>
            <a:off x="470872" y="3444966"/>
            <a:ext cx="11113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dirty="0">
                <a:solidFill>
                  <a:schemeClr val="bg1">
                    <a:lumMod val="50000"/>
                  </a:schemeClr>
                </a:solidFill>
              </a:rPr>
              <a:t>个性化</a:t>
            </a:r>
          </a:p>
        </p:txBody>
      </p:sp>
      <p:sp>
        <p:nvSpPr>
          <p:cNvPr id="81" name="文本框 80">
            <a:extLst>
              <a:ext uri="{FF2B5EF4-FFF2-40B4-BE49-F238E27FC236}">
                <a16:creationId xmlns:a16="http://schemas.microsoft.com/office/drawing/2014/main" id="{8B960A3E-7749-C78F-5CCD-A346A82350BF}"/>
              </a:ext>
            </a:extLst>
          </p:cNvPr>
          <p:cNvSpPr txBox="1"/>
          <p:nvPr/>
        </p:nvSpPr>
        <p:spPr>
          <a:xfrm>
            <a:off x="462454" y="2020809"/>
            <a:ext cx="11113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dirty="0">
                <a:solidFill>
                  <a:schemeClr val="bg1">
                    <a:lumMod val="50000"/>
                  </a:schemeClr>
                </a:solidFill>
              </a:rPr>
              <a:t>网络与连接</a:t>
            </a:r>
          </a:p>
        </p:txBody>
      </p:sp>
      <p:sp>
        <p:nvSpPr>
          <p:cNvPr id="82" name="文本框 81">
            <a:extLst>
              <a:ext uri="{FF2B5EF4-FFF2-40B4-BE49-F238E27FC236}">
                <a16:creationId xmlns:a16="http://schemas.microsoft.com/office/drawing/2014/main" id="{8C56CA3F-B0BC-3B59-6A9B-A2B0BCD997C3}"/>
              </a:ext>
            </a:extLst>
          </p:cNvPr>
          <p:cNvSpPr txBox="1"/>
          <p:nvPr/>
        </p:nvSpPr>
        <p:spPr>
          <a:xfrm>
            <a:off x="462455" y="4033431"/>
            <a:ext cx="11113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dirty="0">
                <a:solidFill>
                  <a:schemeClr val="bg1">
                    <a:lumMod val="50000"/>
                  </a:schemeClr>
                </a:solidFill>
              </a:rPr>
              <a:t>系统与安全</a:t>
            </a:r>
          </a:p>
        </p:txBody>
      </p:sp>
      <p:grpSp>
        <p:nvGrpSpPr>
          <p:cNvPr id="83" name="!! 软件更新">
            <a:extLst>
              <a:ext uri="{FF2B5EF4-FFF2-40B4-BE49-F238E27FC236}">
                <a16:creationId xmlns:a16="http://schemas.microsoft.com/office/drawing/2014/main" id="{2216C798-84AF-2C30-AB57-61FF5192065E}"/>
              </a:ext>
            </a:extLst>
          </p:cNvPr>
          <p:cNvGrpSpPr/>
          <p:nvPr/>
        </p:nvGrpSpPr>
        <p:grpSpPr>
          <a:xfrm>
            <a:off x="462455" y="4299750"/>
            <a:ext cx="2552892" cy="457924"/>
            <a:chOff x="481145" y="1890767"/>
            <a:chExt cx="2552892" cy="457924"/>
          </a:xfrm>
        </p:grpSpPr>
        <p:sp>
          <p:nvSpPr>
            <p:cNvPr id="84" name="!! 未选中">
              <a:hlinkClick r:id="rId22" action="ppaction://hlinksldjump"/>
              <a:extLst>
                <a:ext uri="{FF2B5EF4-FFF2-40B4-BE49-F238E27FC236}">
                  <a16:creationId xmlns:a16="http://schemas.microsoft.com/office/drawing/2014/main" id="{58D3928A-9A2C-6033-748A-0F121FF99333}"/>
                </a:ext>
              </a:extLst>
            </p:cNvPr>
            <p:cNvSpPr/>
            <p:nvPr/>
          </p:nvSpPr>
          <p:spPr>
            <a:xfrm>
              <a:off x="481145" y="1890767"/>
              <a:ext cx="2552892" cy="457924"/>
            </a:xfrm>
            <a:prstGeom prst="roundRect">
              <a:avLst>
                <a:gd name="adj" fmla="val 22880"/>
              </a:avLst>
            </a:prstGeom>
            <a:solidFill>
              <a:schemeClr val="bg2"/>
            </a:solidFill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1998" defTabSz="914377">
                <a:defRPr/>
              </a:pPr>
              <a:r>
                <a:rPr lang="zh-CN" altLang="en-US" sz="1400" dirty="0">
                  <a:solidFill>
                    <a:schemeClr val="tx1"/>
                  </a:solidFill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      系统更新</a:t>
              </a:r>
            </a:p>
          </p:txBody>
        </p:sp>
        <p:pic>
          <p:nvPicPr>
            <p:cNvPr id="85" name="icon">
              <a:extLst>
                <a:ext uri="{FF2B5EF4-FFF2-40B4-BE49-F238E27FC236}">
                  <a16:creationId xmlns:a16="http://schemas.microsoft.com/office/drawing/2014/main" id="{1D351BC0-B94D-96AF-0C24-E3855CAE6282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rcRect/>
            <a:stretch/>
          </p:blipFill>
          <p:spPr>
            <a:xfrm>
              <a:off x="623508" y="2001148"/>
              <a:ext cx="237162" cy="237162"/>
            </a:xfrm>
            <a:prstGeom prst="rect">
              <a:avLst/>
            </a:prstGeom>
          </p:spPr>
        </p:pic>
      </p:grpSp>
      <p:grpSp>
        <p:nvGrpSpPr>
          <p:cNvPr id="86" name="!! 更多连接">
            <a:extLst>
              <a:ext uri="{FF2B5EF4-FFF2-40B4-BE49-F238E27FC236}">
                <a16:creationId xmlns:a16="http://schemas.microsoft.com/office/drawing/2014/main" id="{70B46349-ABEE-BE1B-E084-0BBF4CD8E616}"/>
              </a:ext>
            </a:extLst>
          </p:cNvPr>
          <p:cNvGrpSpPr/>
          <p:nvPr/>
        </p:nvGrpSpPr>
        <p:grpSpPr>
          <a:xfrm>
            <a:off x="462454" y="3410531"/>
            <a:ext cx="2552892" cy="457924"/>
            <a:chOff x="462453" y="2623554"/>
            <a:chExt cx="2552892" cy="457924"/>
          </a:xfrm>
        </p:grpSpPr>
        <p:sp>
          <p:nvSpPr>
            <p:cNvPr id="87" name="!! 未选中">
              <a:hlinkClick r:id="rId25" action="ppaction://hlinksldjump"/>
              <a:extLst>
                <a:ext uri="{FF2B5EF4-FFF2-40B4-BE49-F238E27FC236}">
                  <a16:creationId xmlns:a16="http://schemas.microsoft.com/office/drawing/2014/main" id="{4F20CC47-073C-C2F4-FB38-103DDA00B641}"/>
                </a:ext>
              </a:extLst>
            </p:cNvPr>
            <p:cNvSpPr/>
            <p:nvPr/>
          </p:nvSpPr>
          <p:spPr>
            <a:xfrm>
              <a:off x="462453" y="2623554"/>
              <a:ext cx="2552892" cy="457924"/>
            </a:xfrm>
            <a:prstGeom prst="roundRect">
              <a:avLst>
                <a:gd name="adj" fmla="val 22880"/>
              </a:avLst>
            </a:prstGeom>
            <a:solidFill>
              <a:schemeClr val="bg2"/>
            </a:solidFill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1998" defTabSz="914377">
                <a:defRPr/>
              </a:pPr>
              <a:r>
                <a:rPr lang="zh-CN" altLang="en-US" sz="1400" dirty="0">
                  <a:solidFill>
                    <a:schemeClr val="tx1">
                      <a:lumMod val="90000"/>
                      <a:lumOff val="10000"/>
                    </a:schemeClr>
                  </a:solidFill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      更多连接</a:t>
              </a:r>
            </a:p>
          </p:txBody>
        </p:sp>
        <p:grpSp>
          <p:nvGrpSpPr>
            <p:cNvPr id="88" name="组合 87">
              <a:extLst>
                <a:ext uri="{FF2B5EF4-FFF2-40B4-BE49-F238E27FC236}">
                  <a16:creationId xmlns:a16="http://schemas.microsoft.com/office/drawing/2014/main" id="{BD5A3A76-0488-69E0-38C4-E5ED10DB8E3A}"/>
                </a:ext>
              </a:extLst>
            </p:cNvPr>
            <p:cNvGrpSpPr/>
            <p:nvPr/>
          </p:nvGrpSpPr>
          <p:grpSpPr>
            <a:xfrm>
              <a:off x="600851" y="2735577"/>
              <a:ext cx="245090" cy="245090"/>
              <a:chOff x="3449581" y="2374787"/>
              <a:chExt cx="263638" cy="263638"/>
            </a:xfrm>
          </p:grpSpPr>
          <p:sp>
            <p:nvSpPr>
              <p:cNvPr id="89" name="椭圆 88">
                <a:extLst>
                  <a:ext uri="{FF2B5EF4-FFF2-40B4-BE49-F238E27FC236}">
                    <a16:creationId xmlns:a16="http://schemas.microsoft.com/office/drawing/2014/main" id="{B3C8481C-DA33-25A6-EF12-99B0FD7B8B77}"/>
                  </a:ext>
                </a:extLst>
              </p:cNvPr>
              <p:cNvSpPr/>
              <p:nvPr/>
            </p:nvSpPr>
            <p:spPr>
              <a:xfrm>
                <a:off x="3449581" y="2374787"/>
                <a:ext cx="263638" cy="263638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90" name="icon">
                <a:extLst>
                  <a:ext uri="{FF2B5EF4-FFF2-40B4-BE49-F238E27FC236}">
                    <a16:creationId xmlns:a16="http://schemas.microsoft.com/office/drawing/2014/main" id="{EE6946C5-15CB-BAC0-3CCB-E7343D06376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6">
                <a:extLst>
                  <a:ext uri="{96DAC541-7B7A-43D3-8B79-37D633B846F1}">
                    <asvg:svgBlip xmlns:asvg="http://schemas.microsoft.com/office/drawing/2016/SVG/main" r:embed="rId27"/>
                  </a:ext>
                </a:extLst>
              </a:blip>
              <a:srcRect/>
              <a:stretch/>
            </p:blipFill>
            <p:spPr>
              <a:xfrm>
                <a:off x="3513774" y="2433849"/>
                <a:ext cx="143060" cy="143060"/>
              </a:xfrm>
              <a:prstGeom prst="rect">
                <a:avLst/>
              </a:prstGeom>
            </p:spPr>
          </p:pic>
        </p:grpSp>
      </p:grpSp>
      <p:sp>
        <p:nvSpPr>
          <p:cNvPr id="91" name="!! 更多">
            <a:extLst>
              <a:ext uri="{FF2B5EF4-FFF2-40B4-BE49-F238E27FC236}">
                <a16:creationId xmlns:a16="http://schemas.microsoft.com/office/drawing/2014/main" id="{916E1353-6FF4-2148-1266-E8AB16C5DE8D}"/>
              </a:ext>
            </a:extLst>
          </p:cNvPr>
          <p:cNvSpPr txBox="1"/>
          <p:nvPr/>
        </p:nvSpPr>
        <p:spPr>
          <a:xfrm>
            <a:off x="1310353" y="6016666"/>
            <a:ext cx="85443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100" dirty="0">
                <a:solidFill>
                  <a:schemeClr val="accent1"/>
                </a:solidFill>
              </a:rPr>
              <a:t>下一页</a:t>
            </a:r>
          </a:p>
        </p:txBody>
      </p:sp>
      <p:grpSp>
        <p:nvGrpSpPr>
          <p:cNvPr id="92" name="!! 蓝牙">
            <a:extLst>
              <a:ext uri="{FF2B5EF4-FFF2-40B4-BE49-F238E27FC236}">
                <a16:creationId xmlns:a16="http://schemas.microsoft.com/office/drawing/2014/main" id="{FA61710E-7C95-FA2E-1B09-47EC7E44DD25}"/>
              </a:ext>
            </a:extLst>
          </p:cNvPr>
          <p:cNvGrpSpPr/>
          <p:nvPr/>
        </p:nvGrpSpPr>
        <p:grpSpPr>
          <a:xfrm>
            <a:off x="462453" y="2846581"/>
            <a:ext cx="2552892" cy="457924"/>
            <a:chOff x="462452" y="2059603"/>
            <a:chExt cx="2552892" cy="457924"/>
          </a:xfrm>
        </p:grpSpPr>
        <p:sp>
          <p:nvSpPr>
            <p:cNvPr id="93" name="!! 未选中">
              <a:hlinkClick r:id="rId28" action="ppaction://hlinksldjump"/>
              <a:extLst>
                <a:ext uri="{FF2B5EF4-FFF2-40B4-BE49-F238E27FC236}">
                  <a16:creationId xmlns:a16="http://schemas.microsoft.com/office/drawing/2014/main" id="{2B9F1F96-8361-B000-DDAE-F753EC4D1222}"/>
                </a:ext>
              </a:extLst>
            </p:cNvPr>
            <p:cNvSpPr/>
            <p:nvPr/>
          </p:nvSpPr>
          <p:spPr>
            <a:xfrm>
              <a:off x="462452" y="2059603"/>
              <a:ext cx="2552892" cy="457924"/>
            </a:xfrm>
            <a:prstGeom prst="roundRect">
              <a:avLst>
                <a:gd name="adj" fmla="val 22880"/>
              </a:avLst>
            </a:prstGeom>
            <a:solidFill>
              <a:schemeClr val="bg2"/>
            </a:solidFill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1998" defTabSz="914377">
                <a:defRPr/>
              </a:pPr>
              <a:r>
                <a:rPr lang="zh-CN" altLang="en-US" sz="1400" dirty="0">
                  <a:solidFill>
                    <a:schemeClr val="tx1">
                      <a:lumMod val="90000"/>
                      <a:lumOff val="10000"/>
                    </a:schemeClr>
                  </a:solidFill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      蓝牙</a:t>
              </a:r>
            </a:p>
          </p:txBody>
        </p:sp>
        <p:pic>
          <p:nvPicPr>
            <p:cNvPr id="94" name="图形 93">
              <a:extLst>
                <a:ext uri="{FF2B5EF4-FFF2-40B4-BE49-F238E27FC236}">
                  <a16:creationId xmlns:a16="http://schemas.microsoft.com/office/drawing/2014/main" id="{B39C03B7-9490-3A49-4DFD-94203D85C108}"/>
                </a:ext>
              </a:extLst>
            </p:cNvPr>
            <p:cNvPicPr>
              <a:picLocks noChangeAspect="1"/>
            </p:cNvPicPr>
            <p:nvPr/>
          </p:nvPicPr>
          <p:blipFill>
            <a:blip r:embed="rId29">
              <a:extLst>
                <a:ext uri="{96DAC541-7B7A-43D3-8B79-37D633B846F1}">
                  <asvg:svgBlip xmlns:asvg="http://schemas.microsoft.com/office/drawing/2016/SVG/main" r:embed="rId30"/>
                </a:ext>
              </a:extLst>
            </a:blip>
            <a:stretch>
              <a:fillRect/>
            </a:stretch>
          </p:blipFill>
          <p:spPr>
            <a:xfrm>
              <a:off x="600851" y="2174279"/>
              <a:ext cx="237166" cy="237166"/>
            </a:xfrm>
            <a:prstGeom prst="rect">
              <a:avLst/>
            </a:prstGeom>
          </p:spPr>
        </p:pic>
      </p:grpSp>
      <p:grpSp>
        <p:nvGrpSpPr>
          <p:cNvPr id="95" name="!! WLAN">
            <a:extLst>
              <a:ext uri="{FF2B5EF4-FFF2-40B4-BE49-F238E27FC236}">
                <a16:creationId xmlns:a16="http://schemas.microsoft.com/office/drawing/2014/main" id="{A3CF84EF-4F9D-803C-DCFC-FD145EB9D0F6}"/>
              </a:ext>
            </a:extLst>
          </p:cNvPr>
          <p:cNvGrpSpPr/>
          <p:nvPr/>
        </p:nvGrpSpPr>
        <p:grpSpPr>
          <a:xfrm>
            <a:off x="462453" y="2282631"/>
            <a:ext cx="2552892" cy="457924"/>
            <a:chOff x="462452" y="1495653"/>
            <a:chExt cx="2552892" cy="457924"/>
          </a:xfrm>
        </p:grpSpPr>
        <p:grpSp>
          <p:nvGrpSpPr>
            <p:cNvPr id="96" name="!! WLAN">
              <a:extLst>
                <a:ext uri="{FF2B5EF4-FFF2-40B4-BE49-F238E27FC236}">
                  <a16:creationId xmlns:a16="http://schemas.microsoft.com/office/drawing/2014/main" id="{AE0E24C2-2016-0ECB-F0FD-6BCAB60DA4C9}"/>
                </a:ext>
              </a:extLst>
            </p:cNvPr>
            <p:cNvGrpSpPr/>
            <p:nvPr/>
          </p:nvGrpSpPr>
          <p:grpSpPr>
            <a:xfrm>
              <a:off x="462452" y="1495653"/>
              <a:ext cx="2552892" cy="457924"/>
              <a:chOff x="462452" y="1495653"/>
              <a:chExt cx="2552892" cy="457924"/>
            </a:xfrm>
          </p:grpSpPr>
          <p:sp>
            <p:nvSpPr>
              <p:cNvPr id="98" name="!! 未选中">
                <a:hlinkClick r:id="rId31" action="ppaction://hlinksldjump"/>
                <a:extLst>
                  <a:ext uri="{FF2B5EF4-FFF2-40B4-BE49-F238E27FC236}">
                    <a16:creationId xmlns:a16="http://schemas.microsoft.com/office/drawing/2014/main" id="{74D5CB4F-BE2D-BC5F-30A0-B6101957E00A}"/>
                  </a:ext>
                </a:extLst>
              </p:cNvPr>
              <p:cNvSpPr/>
              <p:nvPr/>
            </p:nvSpPr>
            <p:spPr>
              <a:xfrm>
                <a:off x="462452" y="1495653"/>
                <a:ext cx="2552892" cy="457924"/>
              </a:xfrm>
              <a:prstGeom prst="roundRect">
                <a:avLst>
                  <a:gd name="adj" fmla="val 22880"/>
                </a:avLst>
              </a:prstGeom>
              <a:solidFill>
                <a:schemeClr val="bg2"/>
              </a:solidFill>
              <a:ln w="6350"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71998" defTabSz="914377">
                  <a:defRPr/>
                </a:pPr>
                <a:r>
                  <a:rPr lang="zh-CN" altLang="en-US" sz="1400" dirty="0">
                    <a:solidFill>
                      <a:schemeClr val="tx1">
                        <a:lumMod val="90000"/>
                        <a:lumOff val="10000"/>
                      </a:schemeClr>
                    </a:solidFill>
                    <a:latin typeface="vivo Sans Light" panose="02000400000000000000" pitchFamily="2" charset="-122"/>
                    <a:ea typeface="vivo Sans Light" panose="02000400000000000000" pitchFamily="2" charset="-122"/>
                    <a:cs typeface="vivo Sans Light" panose="02000400000000000000" pitchFamily="2" charset="-122"/>
                  </a:rPr>
                  <a:t>      无线局域网</a:t>
                </a:r>
              </a:p>
            </p:txBody>
          </p:sp>
          <p:pic>
            <p:nvPicPr>
              <p:cNvPr id="99" name="icon">
                <a:extLst>
                  <a:ext uri="{FF2B5EF4-FFF2-40B4-BE49-F238E27FC236}">
                    <a16:creationId xmlns:a16="http://schemas.microsoft.com/office/drawing/2014/main" id="{E7DC169C-2308-04AC-2F0C-E08908074F1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2">
                <a:extLst>
                  <a:ext uri="{96DAC541-7B7A-43D3-8B79-37D633B846F1}">
                    <asvg:svgBlip xmlns:asvg="http://schemas.microsoft.com/office/drawing/2016/SVG/main" r:embed="rId33"/>
                  </a:ext>
                </a:extLst>
              </a:blip>
              <a:srcRect/>
              <a:stretch/>
            </p:blipFill>
            <p:spPr>
              <a:xfrm>
                <a:off x="638475" y="1636367"/>
                <a:ext cx="169842" cy="169842"/>
              </a:xfrm>
              <a:prstGeom prst="rect">
                <a:avLst/>
              </a:prstGeom>
            </p:spPr>
          </p:pic>
        </p:grpSp>
        <p:pic>
          <p:nvPicPr>
            <p:cNvPr id="97" name="图形 96">
              <a:extLst>
                <a:ext uri="{FF2B5EF4-FFF2-40B4-BE49-F238E27FC236}">
                  <a16:creationId xmlns:a16="http://schemas.microsoft.com/office/drawing/2014/main" id="{A956B7BA-DF43-6721-88DE-EB93B7E2E3D9}"/>
                </a:ext>
              </a:extLst>
            </p:cNvPr>
            <p:cNvPicPr>
              <a:picLocks noChangeAspect="1"/>
            </p:cNvPicPr>
            <p:nvPr/>
          </p:nvPicPr>
          <p:blipFill>
            <a:blip r:embed="rId34">
              <a:extLst>
                <a:ext uri="{96DAC541-7B7A-43D3-8B79-37D633B846F1}">
                  <asvg:svgBlip xmlns:asvg="http://schemas.microsoft.com/office/drawing/2016/SVG/main" r:embed="rId35"/>
                </a:ext>
              </a:extLst>
            </a:blip>
            <a:stretch>
              <a:fillRect/>
            </a:stretch>
          </p:blipFill>
          <p:spPr>
            <a:xfrm>
              <a:off x="600489" y="1593839"/>
              <a:ext cx="245452" cy="245452"/>
            </a:xfrm>
            <a:prstGeom prst="rect">
              <a:avLst/>
            </a:prstGeom>
          </p:spPr>
        </p:pic>
      </p:grpSp>
      <p:grpSp>
        <p:nvGrpSpPr>
          <p:cNvPr id="100" name="!! 关于">
            <a:extLst>
              <a:ext uri="{FF2B5EF4-FFF2-40B4-BE49-F238E27FC236}">
                <a16:creationId xmlns:a16="http://schemas.microsoft.com/office/drawing/2014/main" id="{BB9ACA3F-ECD4-82BE-F1A2-CFB9ED3B39B4}"/>
              </a:ext>
            </a:extLst>
          </p:cNvPr>
          <p:cNvGrpSpPr/>
          <p:nvPr/>
        </p:nvGrpSpPr>
        <p:grpSpPr>
          <a:xfrm>
            <a:off x="461126" y="5442791"/>
            <a:ext cx="2552892" cy="457924"/>
            <a:chOff x="453977" y="4076722"/>
            <a:chExt cx="2552892" cy="457924"/>
          </a:xfrm>
        </p:grpSpPr>
        <p:sp>
          <p:nvSpPr>
            <p:cNvPr id="101" name="!! 未选中">
              <a:hlinkClick r:id="rId36" action="ppaction://hlinksldjump"/>
              <a:extLst>
                <a:ext uri="{FF2B5EF4-FFF2-40B4-BE49-F238E27FC236}">
                  <a16:creationId xmlns:a16="http://schemas.microsoft.com/office/drawing/2014/main" id="{22ADE01F-1910-DF90-04ED-13E6932887F5}"/>
                </a:ext>
              </a:extLst>
            </p:cNvPr>
            <p:cNvSpPr/>
            <p:nvPr/>
          </p:nvSpPr>
          <p:spPr>
            <a:xfrm>
              <a:off x="453977" y="4076722"/>
              <a:ext cx="2552892" cy="457924"/>
            </a:xfrm>
            <a:prstGeom prst="roundRect">
              <a:avLst>
                <a:gd name="adj" fmla="val 22880"/>
              </a:avLst>
            </a:prstGeom>
            <a:solidFill>
              <a:schemeClr val="bg2"/>
            </a:solidFill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1998" defTabSz="914377">
                <a:defRPr/>
              </a:pPr>
              <a:r>
                <a:rPr lang="zh-CN" altLang="en-US" sz="1400" dirty="0">
                  <a:solidFill>
                    <a:schemeClr val="tx1">
                      <a:lumMod val="90000"/>
                      <a:lumOff val="10000"/>
                    </a:schemeClr>
                  </a:solidFill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      关于此</a:t>
              </a:r>
              <a:r>
                <a:rPr lang="en-US" altLang="zh-CN" sz="1400" dirty="0">
                  <a:solidFill>
                    <a:schemeClr val="tx1">
                      <a:lumMod val="90000"/>
                      <a:lumOff val="10000"/>
                    </a:schemeClr>
                  </a:solidFill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Pad</a:t>
              </a:r>
              <a:endParaRPr lang="zh-CN" altLang="en-US" sz="1400" dirty="0">
                <a:solidFill>
                  <a:schemeClr val="tx1">
                    <a:lumMod val="90000"/>
                    <a:lumOff val="10000"/>
                  </a:schemeClr>
                </a:solidFill>
                <a:latin typeface="vivo Sans Light" panose="02000400000000000000" pitchFamily="2" charset="-122"/>
                <a:ea typeface="vivo Sans Light" panose="02000400000000000000" pitchFamily="2" charset="-122"/>
                <a:cs typeface="vivo Sans Light" panose="02000400000000000000" pitchFamily="2" charset="-122"/>
              </a:endParaRPr>
            </a:p>
          </p:txBody>
        </p:sp>
        <p:pic>
          <p:nvPicPr>
            <p:cNvPr id="102" name="图形 101">
              <a:extLst>
                <a:ext uri="{FF2B5EF4-FFF2-40B4-BE49-F238E27FC236}">
                  <a16:creationId xmlns:a16="http://schemas.microsoft.com/office/drawing/2014/main" id="{98943A84-8893-761D-72DD-82731BC0C049}"/>
                </a:ext>
              </a:extLst>
            </p:cNvPr>
            <p:cNvPicPr>
              <a:picLocks noChangeAspect="1"/>
            </p:cNvPicPr>
            <p:nvPr/>
          </p:nvPicPr>
          <p:blipFill>
            <a:blip r:embed="rId37">
              <a:extLst>
                <a:ext uri="{96DAC541-7B7A-43D3-8B79-37D633B846F1}">
                  <asvg:svgBlip xmlns:asvg="http://schemas.microsoft.com/office/drawing/2016/SVG/main" r:embed="rId38"/>
                </a:ext>
              </a:extLst>
            </a:blip>
            <a:stretch>
              <a:fillRect/>
            </a:stretch>
          </p:blipFill>
          <p:spPr>
            <a:xfrm flipV="1">
              <a:off x="599323" y="4190280"/>
              <a:ext cx="238694" cy="238694"/>
            </a:xfrm>
            <a:prstGeom prst="rect">
              <a:avLst/>
            </a:prstGeom>
          </p:spPr>
        </p:pic>
      </p:grpSp>
      <p:grpSp>
        <p:nvGrpSpPr>
          <p:cNvPr id="103" name="!! 保护">
            <a:extLst>
              <a:ext uri="{FF2B5EF4-FFF2-40B4-BE49-F238E27FC236}">
                <a16:creationId xmlns:a16="http://schemas.microsoft.com/office/drawing/2014/main" id="{2FEAFB16-05AA-74F6-CA61-96EF11AFE1D6}"/>
              </a:ext>
            </a:extLst>
          </p:cNvPr>
          <p:cNvGrpSpPr/>
          <p:nvPr/>
        </p:nvGrpSpPr>
        <p:grpSpPr>
          <a:xfrm>
            <a:off x="461126" y="4868915"/>
            <a:ext cx="2552892" cy="457924"/>
            <a:chOff x="462453" y="2623554"/>
            <a:chExt cx="2552892" cy="457924"/>
          </a:xfrm>
        </p:grpSpPr>
        <p:sp>
          <p:nvSpPr>
            <p:cNvPr id="104" name="!! 未选中">
              <a:hlinkClick r:id="rId39" action="ppaction://hlinksldjump"/>
              <a:extLst>
                <a:ext uri="{FF2B5EF4-FFF2-40B4-BE49-F238E27FC236}">
                  <a16:creationId xmlns:a16="http://schemas.microsoft.com/office/drawing/2014/main" id="{0F100EE8-E41D-D9A8-899C-2B7A82EA213B}"/>
                </a:ext>
              </a:extLst>
            </p:cNvPr>
            <p:cNvSpPr/>
            <p:nvPr/>
          </p:nvSpPr>
          <p:spPr>
            <a:xfrm>
              <a:off x="462453" y="2623554"/>
              <a:ext cx="2552892" cy="457924"/>
            </a:xfrm>
            <a:prstGeom prst="roundRect">
              <a:avLst>
                <a:gd name="adj" fmla="val 22880"/>
              </a:avLst>
            </a:prstGeom>
            <a:solidFill>
              <a:schemeClr val="tx1">
                <a:lumMod val="10000"/>
                <a:lumOff val="90000"/>
              </a:schemeClr>
            </a:solidFill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1998" defTabSz="914377">
                <a:defRPr/>
              </a:pPr>
              <a:r>
                <a:rPr lang="zh-CN" altLang="en-US" sz="1400" dirty="0">
                  <a:solidFill>
                    <a:schemeClr val="tx1">
                      <a:lumMod val="90000"/>
                      <a:lumOff val="10000"/>
                    </a:schemeClr>
                  </a:solidFill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      设备安全性</a:t>
              </a:r>
            </a:p>
          </p:txBody>
        </p:sp>
        <p:grpSp>
          <p:nvGrpSpPr>
            <p:cNvPr id="105" name="组合 104">
              <a:extLst>
                <a:ext uri="{FF2B5EF4-FFF2-40B4-BE49-F238E27FC236}">
                  <a16:creationId xmlns:a16="http://schemas.microsoft.com/office/drawing/2014/main" id="{CEFBB0A2-5D92-21E8-1FF3-14FEFC932AE9}"/>
                </a:ext>
              </a:extLst>
            </p:cNvPr>
            <p:cNvGrpSpPr/>
            <p:nvPr/>
          </p:nvGrpSpPr>
          <p:grpSpPr>
            <a:xfrm>
              <a:off x="600851" y="2735577"/>
              <a:ext cx="245090" cy="245090"/>
              <a:chOff x="3449581" y="2374787"/>
              <a:chExt cx="263638" cy="263638"/>
            </a:xfrm>
          </p:grpSpPr>
          <p:sp>
            <p:nvSpPr>
              <p:cNvPr id="106" name="椭圆 105">
                <a:extLst>
                  <a:ext uri="{FF2B5EF4-FFF2-40B4-BE49-F238E27FC236}">
                    <a16:creationId xmlns:a16="http://schemas.microsoft.com/office/drawing/2014/main" id="{F06206C1-CDE1-69D8-CD77-A0CCF45B63BF}"/>
                  </a:ext>
                </a:extLst>
              </p:cNvPr>
              <p:cNvSpPr/>
              <p:nvPr/>
            </p:nvSpPr>
            <p:spPr>
              <a:xfrm>
                <a:off x="3449581" y="2374787"/>
                <a:ext cx="263638" cy="263638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107" name="icon">
                <a:extLst>
                  <a:ext uri="{FF2B5EF4-FFF2-40B4-BE49-F238E27FC236}">
                    <a16:creationId xmlns:a16="http://schemas.microsoft.com/office/drawing/2014/main" id="{744547CE-58C7-2204-F6E7-E7DBD363998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0">
                <a:extLst>
                  <a:ext uri="{96DAC541-7B7A-43D3-8B79-37D633B846F1}">
                    <asvg:svgBlip xmlns:asvg="http://schemas.microsoft.com/office/drawing/2016/SVG/main" r:embed="rId41"/>
                  </a:ext>
                </a:extLst>
              </a:blip>
              <a:srcRect/>
              <a:stretch/>
            </p:blipFill>
            <p:spPr>
              <a:xfrm>
                <a:off x="3513869" y="2435878"/>
                <a:ext cx="143060" cy="143060"/>
              </a:xfrm>
              <a:prstGeom prst="rect">
                <a:avLst/>
              </a:prstGeom>
            </p:spPr>
          </p:pic>
        </p:grpSp>
      </p:grpSp>
      <p:grpSp>
        <p:nvGrpSpPr>
          <p:cNvPr id="108" name="组合 107">
            <a:extLst>
              <a:ext uri="{FF2B5EF4-FFF2-40B4-BE49-F238E27FC236}">
                <a16:creationId xmlns:a16="http://schemas.microsoft.com/office/drawing/2014/main" id="{1A3805A4-E7AE-817C-241B-1846F3854D68}"/>
              </a:ext>
            </a:extLst>
          </p:cNvPr>
          <p:cNvGrpSpPr/>
          <p:nvPr/>
        </p:nvGrpSpPr>
        <p:grpSpPr>
          <a:xfrm>
            <a:off x="461126" y="1123111"/>
            <a:ext cx="2552892" cy="756471"/>
            <a:chOff x="461125" y="1123110"/>
            <a:chExt cx="2552892" cy="756471"/>
          </a:xfrm>
        </p:grpSpPr>
        <p:sp>
          <p:nvSpPr>
            <p:cNvPr id="109" name="矩形: 圆角 108">
              <a:hlinkClick r:id="rId42" action="ppaction://hlinksldjump"/>
              <a:extLst>
                <a:ext uri="{FF2B5EF4-FFF2-40B4-BE49-F238E27FC236}">
                  <a16:creationId xmlns:a16="http://schemas.microsoft.com/office/drawing/2014/main" id="{4B961584-9BF9-25B4-F308-0FBD6163D5AB}"/>
                </a:ext>
              </a:extLst>
            </p:cNvPr>
            <p:cNvSpPr/>
            <p:nvPr/>
          </p:nvSpPr>
          <p:spPr>
            <a:xfrm>
              <a:off x="461125" y="1123110"/>
              <a:ext cx="2552892" cy="756471"/>
            </a:xfrm>
            <a:prstGeom prst="roundRect">
              <a:avLst>
                <a:gd name="adj" fmla="val 13695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0" name="文本框 109">
              <a:extLst>
                <a:ext uri="{FF2B5EF4-FFF2-40B4-BE49-F238E27FC236}">
                  <a16:creationId xmlns:a16="http://schemas.microsoft.com/office/drawing/2014/main" id="{310B3B8D-284C-F401-9D5A-AB1417E0302C}"/>
                </a:ext>
              </a:extLst>
            </p:cNvPr>
            <p:cNvSpPr txBox="1"/>
            <p:nvPr/>
          </p:nvSpPr>
          <p:spPr>
            <a:xfrm>
              <a:off x="1119456" y="1283470"/>
              <a:ext cx="161993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dirty="0">
                  <a:latin typeface="+mn-ea"/>
                  <a:cs typeface="vivo Sans Light" panose="02000400000000000000" pitchFamily="2" charset="-122"/>
                </a:rPr>
                <a:t>雨夌</a:t>
              </a:r>
            </a:p>
          </p:txBody>
        </p:sp>
        <p:sp>
          <p:nvSpPr>
            <p:cNvPr id="111" name="文本框 110">
              <a:extLst>
                <a:ext uri="{FF2B5EF4-FFF2-40B4-BE49-F238E27FC236}">
                  <a16:creationId xmlns:a16="http://schemas.microsoft.com/office/drawing/2014/main" id="{1F7EF71D-16EE-5681-E4BA-D681237F8A11}"/>
                </a:ext>
              </a:extLst>
            </p:cNvPr>
            <p:cNvSpPr txBox="1"/>
            <p:nvPr/>
          </p:nvSpPr>
          <p:spPr>
            <a:xfrm>
              <a:off x="1119456" y="1497658"/>
              <a:ext cx="161993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000" dirty="0">
                  <a:solidFill>
                    <a:schemeClr val="bg1">
                      <a:lumMod val="75000"/>
                    </a:schemeClr>
                  </a:solidFill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管理你的云账户</a:t>
              </a:r>
            </a:p>
          </p:txBody>
        </p:sp>
        <p:sp>
          <p:nvSpPr>
            <p:cNvPr id="112" name="!! 头像框">
              <a:extLst>
                <a:ext uri="{FF2B5EF4-FFF2-40B4-BE49-F238E27FC236}">
                  <a16:creationId xmlns:a16="http://schemas.microsoft.com/office/drawing/2014/main" id="{34F35100-58DD-F814-5C0C-0157EE914B82}"/>
                </a:ext>
              </a:extLst>
            </p:cNvPr>
            <p:cNvSpPr/>
            <p:nvPr/>
          </p:nvSpPr>
          <p:spPr>
            <a:xfrm>
              <a:off x="638475" y="1267548"/>
              <a:ext cx="463636" cy="463636"/>
            </a:xfrm>
            <a:prstGeom prst="ellipse">
              <a:avLst/>
            </a:prstGeom>
            <a:blipFill>
              <a:blip r:embed="rId43"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77">
                <a:defRPr/>
              </a:pPr>
              <a:endParaRPr lang="zh-CN" altLang="en-US">
                <a:solidFill>
                  <a:srgbClr val="F5F5F5"/>
                </a:solidFill>
                <a:latin typeface="vivo Sans"/>
                <a:ea typeface="vivo Sans"/>
              </a:endParaRPr>
            </a:p>
          </p:txBody>
        </p:sp>
      </p:grpSp>
      <p:sp>
        <p:nvSpPr>
          <p:cNvPr id="75" name="文本框 74">
            <a:extLst>
              <a:ext uri="{FF2B5EF4-FFF2-40B4-BE49-F238E27FC236}">
                <a16:creationId xmlns:a16="http://schemas.microsoft.com/office/drawing/2014/main" id="{78B903A1-C078-311C-D428-03A6A8C81257}"/>
              </a:ext>
            </a:extLst>
          </p:cNvPr>
          <p:cNvSpPr txBox="1"/>
          <p:nvPr/>
        </p:nvSpPr>
        <p:spPr>
          <a:xfrm>
            <a:off x="6505723" y="6220049"/>
            <a:ext cx="27750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377">
              <a:defRPr/>
            </a:pPr>
            <a:r>
              <a:rPr lang="zh-CN" altLang="en-US" sz="1200" dirty="0">
                <a:solidFill>
                  <a:srgbClr val="F5F5F5">
                    <a:lumMod val="50000"/>
                  </a:srgbClr>
                </a:solidFill>
                <a:latin typeface="vivo Sans"/>
                <a:ea typeface="vivo Sans"/>
              </a:rPr>
              <a:t>设备</a:t>
            </a:r>
            <a:r>
              <a:rPr lang="en-US" altLang="zh-CN" sz="1200" dirty="0">
                <a:solidFill>
                  <a:srgbClr val="F5F5F5">
                    <a:lumMod val="50000"/>
                  </a:srgbClr>
                </a:solidFill>
                <a:latin typeface="vivo Sans"/>
                <a:ea typeface="vivo Sans"/>
              </a:rPr>
              <a:t>ID</a:t>
            </a:r>
            <a:r>
              <a:rPr lang="zh-CN" altLang="en-US" sz="1200" dirty="0">
                <a:solidFill>
                  <a:srgbClr val="F5F5F5">
                    <a:lumMod val="50000"/>
                  </a:srgbClr>
                </a:solidFill>
                <a:latin typeface="vivo Sans"/>
                <a:ea typeface="vivo Sans"/>
              </a:rPr>
              <a:t>：</a:t>
            </a:r>
            <a:r>
              <a:rPr lang="en-US" altLang="zh-CN" sz="1200" dirty="0">
                <a:solidFill>
                  <a:srgbClr val="F5F5F5">
                    <a:lumMod val="50000"/>
                  </a:srgbClr>
                </a:solidFill>
                <a:latin typeface="vivo Sans"/>
                <a:ea typeface="vivo Sans"/>
              </a:rPr>
              <a:t>unknown</a:t>
            </a:r>
            <a:endParaRPr lang="zh-CN" altLang="en-US" sz="1200" dirty="0">
              <a:solidFill>
                <a:srgbClr val="F5F5F5">
                  <a:lumMod val="50000"/>
                </a:srgbClr>
              </a:solidFill>
              <a:latin typeface="vivo Sans"/>
              <a:ea typeface="vivo Sans"/>
            </a:endParaRPr>
          </a:p>
        </p:txBody>
      </p:sp>
      <p:sp>
        <p:nvSpPr>
          <p:cNvPr id="8" name="!! 遮罩2">
            <a:extLst>
              <a:ext uri="{FF2B5EF4-FFF2-40B4-BE49-F238E27FC236}">
                <a16:creationId xmlns:a16="http://schemas.microsoft.com/office/drawing/2014/main" id="{171565BE-AFEC-E6DF-2476-AA4A98B050C9}"/>
              </a:ext>
            </a:extLst>
          </p:cNvPr>
          <p:cNvSpPr/>
          <p:nvPr/>
        </p:nvSpPr>
        <p:spPr>
          <a:xfrm>
            <a:off x="3" y="0"/>
            <a:ext cx="12191999" cy="6858000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>
              <a:defRPr/>
            </a:pPr>
            <a:endParaRPr lang="zh-CN" altLang="en-US" dirty="0">
              <a:solidFill>
                <a:srgbClr val="F5F5F5"/>
              </a:solidFill>
              <a:latin typeface="vivo Sans"/>
              <a:ea typeface="vivo Sans"/>
            </a:endParaRP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C6BCEAAC-798C-F69E-19F7-8874695D7094}"/>
              </a:ext>
            </a:extLst>
          </p:cNvPr>
          <p:cNvSpPr/>
          <p:nvPr/>
        </p:nvSpPr>
        <p:spPr>
          <a:xfrm>
            <a:off x="3389116" y="704241"/>
            <a:ext cx="5390463" cy="5427671"/>
          </a:xfrm>
          <a:prstGeom prst="roundRect">
            <a:avLst>
              <a:gd name="adj" fmla="val 1955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>
              <a:defRPr/>
            </a:pPr>
            <a:endParaRPr lang="zh-CN" altLang="en-US">
              <a:solidFill>
                <a:srgbClr val="F5F5F5"/>
              </a:solidFill>
              <a:latin typeface="vivo Sans"/>
              <a:ea typeface="vivo Sans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D68AD056-A66C-37AE-E116-6E3771183F0E}"/>
              </a:ext>
            </a:extLst>
          </p:cNvPr>
          <p:cNvSpPr txBox="1"/>
          <p:nvPr/>
        </p:nvSpPr>
        <p:spPr>
          <a:xfrm>
            <a:off x="3823761" y="1216318"/>
            <a:ext cx="38135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377">
              <a:defRPr/>
            </a:pPr>
            <a:r>
              <a:rPr lang="zh-CN" altLang="en-US" sz="2400" dirty="0">
                <a:solidFill>
                  <a:srgbClr val="181818"/>
                </a:solidFill>
                <a:latin typeface="vivo Sans Medium"/>
                <a:ea typeface="vivo Sans Medium"/>
              </a:rPr>
              <a:t>启用硬件保护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E6E3DFB-0F77-4453-3837-26D0221D9376}"/>
              </a:ext>
            </a:extLst>
          </p:cNvPr>
          <p:cNvSpPr txBox="1"/>
          <p:nvPr/>
        </p:nvSpPr>
        <p:spPr>
          <a:xfrm>
            <a:off x="3823760" y="1671398"/>
            <a:ext cx="45134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377">
              <a:defRPr/>
            </a:pPr>
            <a:r>
              <a:rPr lang="zh-CN" altLang="en-US" sz="1400" dirty="0">
                <a:solidFill>
                  <a:srgbClr val="181818"/>
                </a:solidFill>
                <a:latin typeface="vivo Sans"/>
                <a:ea typeface="vivo Sans"/>
              </a:rPr>
              <a:t>正在验证设备硬件中</a:t>
            </a:r>
          </a:p>
        </p:txBody>
      </p:sp>
      <p:sp>
        <p:nvSpPr>
          <p:cNvPr id="16" name="!! 按钮">
            <a:hlinkClick r:id="rId44" action="ppaction://hlinksldjump"/>
            <a:extLst>
              <a:ext uri="{FF2B5EF4-FFF2-40B4-BE49-F238E27FC236}">
                <a16:creationId xmlns:a16="http://schemas.microsoft.com/office/drawing/2014/main" id="{67B88753-7D24-287C-D023-797B5B61182F}"/>
              </a:ext>
            </a:extLst>
          </p:cNvPr>
          <p:cNvSpPr/>
          <p:nvPr/>
        </p:nvSpPr>
        <p:spPr>
          <a:xfrm>
            <a:off x="6689319" y="5308765"/>
            <a:ext cx="1655235" cy="40821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  <a:effectLst>
            <a:outerShdw blurRad="88900" sx="101000" sy="101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bg2"/>
                </a:solidFill>
              </a:rPr>
              <a:t>完成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46EFCADD-F906-D849-7FBA-BF9210E91494}"/>
              </a:ext>
            </a:extLst>
          </p:cNvPr>
          <p:cNvSpPr txBox="1"/>
          <p:nvPr/>
        </p:nvSpPr>
        <p:spPr>
          <a:xfrm>
            <a:off x="3831135" y="1666548"/>
            <a:ext cx="45134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377">
              <a:defRPr/>
            </a:pPr>
            <a:r>
              <a:rPr lang="zh-CN" altLang="en-US" sz="1400" dirty="0">
                <a:solidFill>
                  <a:srgbClr val="181818"/>
                </a:solidFill>
                <a:latin typeface="vivo Sans"/>
                <a:ea typeface="vivo Sans"/>
              </a:rPr>
              <a:t>无法开启硬件保护</a:t>
            </a:r>
          </a:p>
        </p:txBody>
      </p:sp>
      <p:sp>
        <p:nvSpPr>
          <p:cNvPr id="22" name="文本框 21">
            <a:hlinkClick r:id="rId45" action="ppaction://hlinksldjump"/>
            <a:extLst>
              <a:ext uri="{FF2B5EF4-FFF2-40B4-BE49-F238E27FC236}">
                <a16:creationId xmlns:a16="http://schemas.microsoft.com/office/drawing/2014/main" id="{27A04569-AF4A-9763-C4AA-D531DC52F429}"/>
              </a:ext>
            </a:extLst>
          </p:cNvPr>
          <p:cNvSpPr txBox="1"/>
          <p:nvPr/>
        </p:nvSpPr>
        <p:spPr>
          <a:xfrm>
            <a:off x="3819427" y="1924736"/>
            <a:ext cx="45134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377">
              <a:defRPr/>
            </a:pPr>
            <a:r>
              <a:rPr lang="zh-CN" altLang="en-US" sz="1400" dirty="0">
                <a:solidFill>
                  <a:schemeClr val="accent1">
                    <a:lumMod val="75000"/>
                  </a:schemeClr>
                </a:solidFill>
                <a:latin typeface="vivo Sans"/>
                <a:ea typeface="vivo Sans"/>
              </a:rPr>
              <a:t>详细信息</a:t>
            </a:r>
          </a:p>
        </p:txBody>
      </p:sp>
      <p:grpSp>
        <p:nvGrpSpPr>
          <p:cNvPr id="11" name="!! dock右">
            <a:extLst>
              <a:ext uri="{FF2B5EF4-FFF2-40B4-BE49-F238E27FC236}">
                <a16:creationId xmlns:a16="http://schemas.microsoft.com/office/drawing/2014/main" id="{4EA7AF29-D538-2F8F-E71D-A5EE33EC6694}"/>
              </a:ext>
            </a:extLst>
          </p:cNvPr>
          <p:cNvGrpSpPr/>
          <p:nvPr/>
        </p:nvGrpSpPr>
        <p:grpSpPr>
          <a:xfrm>
            <a:off x="4869920" y="7119572"/>
            <a:ext cx="2452159" cy="574899"/>
            <a:chOff x="7408333" y="5780624"/>
            <a:chExt cx="2452159" cy="704838"/>
          </a:xfrm>
        </p:grpSpPr>
        <p:sp useBgFill="1">
          <p:nvSpPr>
            <p:cNvPr id="20" name="!! 模糊">
              <a:extLst>
                <a:ext uri="{FF2B5EF4-FFF2-40B4-BE49-F238E27FC236}">
                  <a16:creationId xmlns:a16="http://schemas.microsoft.com/office/drawing/2014/main" id="{6BF98275-3917-6567-5EF0-E75E11E2AB74}"/>
                </a:ext>
              </a:extLst>
            </p:cNvPr>
            <p:cNvSpPr>
              <a:spLocks/>
            </p:cNvSpPr>
            <p:nvPr/>
          </p:nvSpPr>
          <p:spPr>
            <a:xfrm>
              <a:off x="7408333" y="5780624"/>
              <a:ext cx="2452159" cy="704838"/>
            </a:xfrm>
            <a:prstGeom prst="roundRect">
              <a:avLst>
                <a:gd name="adj" fmla="val 15000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189">
                <a:defRPr/>
              </a:pPr>
              <a:endParaRPr lang="zh-CN" altLang="en-US">
                <a:solidFill>
                  <a:srgbClr val="FFFFFF"/>
                </a:solidFill>
                <a:latin typeface="OPPOSans R"/>
                <a:ea typeface="OPPOSans R"/>
              </a:endParaRPr>
            </a:p>
          </p:txBody>
        </p:sp>
        <p:sp>
          <p:nvSpPr>
            <p:cNvPr id="23" name="!! 颜色遮罩">
              <a:extLst>
                <a:ext uri="{FF2B5EF4-FFF2-40B4-BE49-F238E27FC236}">
                  <a16:creationId xmlns:a16="http://schemas.microsoft.com/office/drawing/2014/main" id="{4A4EFC0C-3BEF-C489-000A-798B69ED03E9}"/>
                </a:ext>
              </a:extLst>
            </p:cNvPr>
            <p:cNvSpPr>
              <a:spLocks/>
            </p:cNvSpPr>
            <p:nvPr/>
          </p:nvSpPr>
          <p:spPr>
            <a:xfrm>
              <a:off x="7408333" y="5780624"/>
              <a:ext cx="2452159" cy="704838"/>
            </a:xfrm>
            <a:prstGeom prst="roundRect">
              <a:avLst>
                <a:gd name="adj" fmla="val 15000"/>
              </a:avLst>
            </a:prstGeom>
            <a:solidFill>
              <a:schemeClr val="bg2">
                <a:alpha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189">
                <a:defRPr/>
              </a:pPr>
              <a:endParaRPr lang="zh-CN" altLang="en-US" dirty="0">
                <a:solidFill>
                  <a:srgbClr val="FFFFFF"/>
                </a:solidFill>
                <a:latin typeface="OPPOSans R"/>
                <a:ea typeface="OPPOSans R"/>
              </a:endParaRPr>
            </a:p>
          </p:txBody>
        </p:sp>
        <p:pic>
          <p:nvPicPr>
            <p:cNvPr id="33" name="!! 信号">
              <a:extLst>
                <a:ext uri="{FF2B5EF4-FFF2-40B4-BE49-F238E27FC236}">
                  <a16:creationId xmlns:a16="http://schemas.microsoft.com/office/drawing/2014/main" id="{C0391A10-56FD-B4E6-774B-6FD4D27F6B11}"/>
                </a:ext>
              </a:extLst>
            </p:cNvPr>
            <p:cNvPicPr>
              <a:picLocks noChangeAspect="1"/>
            </p:cNvPicPr>
            <p:nvPr/>
          </p:nvPicPr>
          <p:blipFill>
            <a:blip r:embed="rId4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7"/>
                </a:ext>
              </a:extLst>
            </a:blip>
            <a:stretch>
              <a:fillRect/>
            </a:stretch>
          </p:blipFill>
          <p:spPr>
            <a:xfrm>
              <a:off x="7638254" y="5893986"/>
              <a:ext cx="221460" cy="221458"/>
            </a:xfrm>
            <a:prstGeom prst="rect">
              <a:avLst/>
            </a:prstGeom>
          </p:spPr>
        </p:pic>
        <p:sp>
          <p:nvSpPr>
            <p:cNvPr id="36" name="!! 运营商">
              <a:extLst>
                <a:ext uri="{FF2B5EF4-FFF2-40B4-BE49-F238E27FC236}">
                  <a16:creationId xmlns:a16="http://schemas.microsoft.com/office/drawing/2014/main" id="{61B5F025-B573-B8B8-C59D-E9A468BA4F93}"/>
                </a:ext>
              </a:extLst>
            </p:cNvPr>
            <p:cNvSpPr txBox="1"/>
            <p:nvPr/>
          </p:nvSpPr>
          <p:spPr>
            <a:xfrm>
              <a:off x="7813676" y="5913455"/>
              <a:ext cx="1114424" cy="2830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457189">
                <a:defRPr/>
              </a:pPr>
              <a:r>
                <a:rPr lang="en-US" altLang="zh-CN" sz="900" dirty="0">
                  <a:latin typeface="OPPOSans M"/>
                  <a:ea typeface="OPPOSans M"/>
                </a:rPr>
                <a:t>Virtual Net</a:t>
              </a:r>
              <a:endParaRPr lang="zh-CN" altLang="en-US" sz="900" dirty="0">
                <a:latin typeface="OPPOSans M"/>
                <a:ea typeface="OPPOSans M"/>
              </a:endParaRPr>
            </a:p>
          </p:txBody>
        </p:sp>
        <p:pic>
          <p:nvPicPr>
            <p:cNvPr id="41" name="!! 通知">
              <a:extLst>
                <a:ext uri="{FF2B5EF4-FFF2-40B4-BE49-F238E27FC236}">
                  <a16:creationId xmlns:a16="http://schemas.microsoft.com/office/drawing/2014/main" id="{B4F74717-A035-5369-FE57-558B8B66F6BF}"/>
                </a:ext>
              </a:extLst>
            </p:cNvPr>
            <p:cNvPicPr>
              <a:picLocks noChangeAspect="1"/>
            </p:cNvPicPr>
            <p:nvPr/>
          </p:nvPicPr>
          <p:blipFill>
            <a:blip r:embed="rId4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9"/>
                </a:ext>
              </a:extLst>
            </a:blip>
            <a:stretch>
              <a:fillRect/>
            </a:stretch>
          </p:blipFill>
          <p:spPr>
            <a:xfrm>
              <a:off x="9287931" y="5948436"/>
              <a:ext cx="152400" cy="152400"/>
            </a:xfrm>
            <a:prstGeom prst="rect">
              <a:avLst/>
            </a:prstGeom>
          </p:spPr>
        </p:pic>
        <p:pic>
          <p:nvPicPr>
            <p:cNvPr id="43" name="!! 电池">
              <a:extLst>
                <a:ext uri="{FF2B5EF4-FFF2-40B4-BE49-F238E27FC236}">
                  <a16:creationId xmlns:a16="http://schemas.microsoft.com/office/drawing/2014/main" id="{67A6F3CC-B4E9-C205-A864-972D8EA66928}"/>
                </a:ext>
              </a:extLst>
            </p:cNvPr>
            <p:cNvPicPr>
              <a:picLocks noChangeAspect="1"/>
            </p:cNvPicPr>
            <p:nvPr/>
          </p:nvPicPr>
          <p:blipFill>
            <a:blip r:embed="rId5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1"/>
                </a:ext>
              </a:extLst>
            </a:blip>
            <a:stretch>
              <a:fillRect/>
            </a:stretch>
          </p:blipFill>
          <p:spPr>
            <a:xfrm>
              <a:off x="7637460" y="6171965"/>
              <a:ext cx="191558" cy="191558"/>
            </a:xfrm>
            <a:prstGeom prst="rect">
              <a:avLst/>
            </a:prstGeom>
          </p:spPr>
        </p:pic>
        <p:sp>
          <p:nvSpPr>
            <p:cNvPr id="44" name="!! 时间">
              <a:extLst>
                <a:ext uri="{FF2B5EF4-FFF2-40B4-BE49-F238E27FC236}">
                  <a16:creationId xmlns:a16="http://schemas.microsoft.com/office/drawing/2014/main" id="{B43D570E-F4E4-890D-D22E-32E1BA1019D8}"/>
                </a:ext>
              </a:extLst>
            </p:cNvPr>
            <p:cNvSpPr txBox="1"/>
            <p:nvPr/>
          </p:nvSpPr>
          <p:spPr>
            <a:xfrm>
              <a:off x="8982607" y="6148520"/>
              <a:ext cx="773641" cy="3114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defTabSz="457189">
                <a:defRPr/>
              </a:pPr>
              <a:r>
                <a:rPr lang="en-US" altLang="zh-CN" sz="1051" dirty="0">
                  <a:latin typeface="OPPOSans R"/>
                  <a:ea typeface="OPPOSans R"/>
                </a:rPr>
                <a:t>16:34</a:t>
              </a:r>
              <a:endParaRPr lang="zh-CN" altLang="en-US" sz="1051" dirty="0">
                <a:latin typeface="OPPOSans R"/>
                <a:ea typeface="OPPOSans R"/>
              </a:endParaRPr>
            </a:p>
          </p:txBody>
        </p:sp>
        <p:sp>
          <p:nvSpPr>
            <p:cNvPr id="45" name="!! AC">
              <a:extLst>
                <a:ext uri="{FF2B5EF4-FFF2-40B4-BE49-F238E27FC236}">
                  <a16:creationId xmlns:a16="http://schemas.microsoft.com/office/drawing/2014/main" id="{66F41A3F-D7E1-0655-CECF-6154F8D688DF}"/>
                </a:ext>
              </a:extLst>
            </p:cNvPr>
            <p:cNvSpPr txBox="1"/>
            <p:nvPr/>
          </p:nvSpPr>
          <p:spPr>
            <a:xfrm>
              <a:off x="7766842" y="6152328"/>
              <a:ext cx="434183" cy="2830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457189">
                <a:defRPr/>
              </a:pPr>
              <a:r>
                <a:rPr lang="en-US" altLang="zh-CN" sz="900" dirty="0">
                  <a:latin typeface="OPPOSans R"/>
                  <a:ea typeface="OPPOSans R"/>
                </a:rPr>
                <a:t>49%</a:t>
              </a:r>
              <a:endParaRPr lang="zh-CN" altLang="en-US" sz="900" dirty="0">
                <a:latin typeface="OPPOSans R"/>
                <a:ea typeface="OPPOSans R"/>
              </a:endParaRPr>
            </a:p>
          </p:txBody>
        </p:sp>
        <p:pic>
          <p:nvPicPr>
            <p:cNvPr id="46" name="!! 声音">
              <a:extLst>
                <a:ext uri="{FF2B5EF4-FFF2-40B4-BE49-F238E27FC236}">
                  <a16:creationId xmlns:a16="http://schemas.microsoft.com/office/drawing/2014/main" id="{D10C5D4E-0BB3-5F79-35D0-F4507103DF33}"/>
                </a:ext>
              </a:extLst>
            </p:cNvPr>
            <p:cNvPicPr>
              <a:picLocks noChangeAspect="1"/>
            </p:cNvPicPr>
            <p:nvPr/>
          </p:nvPicPr>
          <p:blipFill>
            <a:blip r:embed="rId5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3"/>
                </a:ext>
              </a:extLst>
            </a:blip>
            <a:stretch>
              <a:fillRect/>
            </a:stretch>
          </p:blipFill>
          <p:spPr>
            <a:xfrm>
              <a:off x="9048732" y="5934670"/>
              <a:ext cx="179932" cy="179932"/>
            </a:xfrm>
            <a:prstGeom prst="rect">
              <a:avLst/>
            </a:prstGeom>
          </p:spPr>
        </p:pic>
        <p:pic>
          <p:nvPicPr>
            <p:cNvPr id="47" name="!! 电源">
              <a:hlinkClick r:id="rId54" action="ppaction://hlinksldjump"/>
              <a:extLst>
                <a:ext uri="{FF2B5EF4-FFF2-40B4-BE49-F238E27FC236}">
                  <a16:creationId xmlns:a16="http://schemas.microsoft.com/office/drawing/2014/main" id="{6A62CB32-ADE1-31D9-D95E-113C9D7DB416}"/>
                </a:ext>
              </a:extLst>
            </p:cNvPr>
            <p:cNvPicPr>
              <a:picLocks noChangeAspect="1"/>
            </p:cNvPicPr>
            <p:nvPr/>
          </p:nvPicPr>
          <p:blipFill>
            <a:blip r:embed="rId55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56"/>
                </a:ext>
              </a:extLst>
            </a:blip>
            <a:stretch>
              <a:fillRect/>
            </a:stretch>
          </p:blipFill>
          <p:spPr>
            <a:xfrm>
              <a:off x="9489000" y="5925331"/>
              <a:ext cx="208372" cy="20837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9547254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1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35" presetClass="path" presetSubtype="0" ac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08333E-6 2.59259E-6 L -0.03255 2.59259E-6 " pathEditMode="relative" rAng="0" ptsTypes="AA">
                                      <p:cBhvr>
                                        <p:cTn id="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28" y="0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63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25E-6 7.40741E-7 L 0.0332 7.40741E-7 " pathEditMode="relative" rAng="0" ptsTypes="AA">
                                      <p:cBhvr>
                                        <p:cTn id="14" dur="500" spd="-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654" y="0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63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0833E-6 7.40741E-7 L 0.0332 7.40741E-7 " pathEditMode="relative" rAng="0" ptsTypes="AA">
                                      <p:cBhvr>
                                        <p:cTn id="19" dur="500" spd="-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654" y="0"/>
                                    </p:animMotion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63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0833E-6 7.40741E-7 L 0.0332 7.40741E-7 " pathEditMode="relative" rAng="0" ptsTypes="AA">
                                      <p:cBhvr>
                                        <p:cTn id="24" dur="500" spd="-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654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5" restart="whenNotActive" fill="hold" evtFilter="cancelBubble" nodeType="interactiveSeq">
                <p:stCondLst>
                  <p:cond evt="onClick" delay="0">
                    <p:tgtEl>
                      <p:spTgt spid="9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6" fill="hold">
                      <p:stCondLst>
                        <p:cond delay="0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xit" presetSubtype="0" fill="hold" grpId="1" nodeType="clickEffect">
                                  <p:stCondLst>
                                    <p:cond delay="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15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0" presetClass="exit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" dur="15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0" presetClass="exit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15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0" presetClass="exit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15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0" presetClass="exit" presetSubtype="0" fill="hold" grpId="1" nodeType="withEffect">
                                  <p:stCondLst>
                                    <p:cond delay="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15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0" presetClass="exit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" dur="15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0" presetClass="exit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" dur="15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0" presetClass="exit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" dur="15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35" presetClass="path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53" dur="33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4" presetID="35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55" dur="33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6" presetID="35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57" dur="33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8" presetID="35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59" dur="33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0" presetID="35" presetClass="path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61" dur="33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2" presetID="35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63" dur="33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4" presetID="35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65" dur="33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6" presetID="35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67" dur="33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5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15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15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15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63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5 0 E" pathEditMode="fixed" ptsTypes="">
                                      <p:cBhvr>
                                        <p:cTn id="81" dur="330" spd="-1000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82" presetID="63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5 0 E" pathEditMode="fixed" ptsTypes="">
                                      <p:cBhvr>
                                        <p:cTn id="83" dur="330" spd="-100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84" presetID="63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5 0 E" pathEditMode="fixed" ptsTypes="">
                                      <p:cBhvr>
                                        <p:cTn id="85" dur="330" spd="-100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86" presetID="63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5 0 E" pathEditMode="fixed" ptsTypes="">
                                      <p:cBhvr>
                                        <p:cTn id="87" dur="330" spd="-100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3" nodeType="click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15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15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15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15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grpId="3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15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15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15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15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35" presetClass="path" presetSubtype="0" decel="10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115" dur="330" spd="-1000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6" presetID="35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117" dur="330" spd="-1000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8" presetID="35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119" dur="330" spd="-1000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0" presetID="35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121" dur="330" spd="-1000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2" presetID="35" presetClass="path" presetSubtype="0" decel="10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123" dur="330" spd="-1000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4" presetID="35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125" dur="330" spd="-1000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6" presetID="35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127" dur="330" spd="-1000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8" presetID="35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129" dur="330" spd="-1000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0" presetID="10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1" dur="15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4" dur="15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7" dur="15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0" dur="15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2" presetID="63" presetClass="path" presetSubtype="0" decel="10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5 0 E" pathEditMode="relative" ptsTypes="">
                                      <p:cBhvr>
                                        <p:cTn id="143" dur="33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4" presetID="63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5 0 E" pathEditMode="relative" ptsTypes="">
                                      <p:cBhvr>
                                        <p:cTn id="145" dur="33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6" presetID="63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5 0 E" pathEditMode="relative" ptsTypes="">
                                      <p:cBhvr>
                                        <p:cTn id="147" dur="33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8" presetID="63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5 0 E" pathEditMode="relative" ptsTypes="">
                                      <p:cBhvr>
                                        <p:cTn id="149" dur="33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"/>
                  </p:tgtEl>
                </p:cond>
              </p:nextCondLst>
            </p:seq>
          </p:childTnLst>
        </p:cTn>
      </p:par>
    </p:tnLst>
    <p:bldLst>
      <p:bldP spid="80" grpId="0"/>
      <p:bldP spid="80" grpId="1"/>
      <p:bldP spid="80" grpId="2"/>
      <p:bldP spid="80" grpId="3"/>
      <p:bldP spid="81" grpId="0"/>
      <p:bldP spid="81" grpId="1"/>
      <p:bldP spid="81" grpId="2"/>
      <p:bldP spid="81" grpId="3"/>
      <p:bldP spid="82" grpId="0"/>
      <p:bldP spid="82" grpId="1"/>
      <p:bldP spid="82" grpId="2"/>
      <p:bldP spid="82" grpId="3"/>
      <p:bldP spid="15" grpId="0"/>
      <p:bldP spid="15" grpId="1"/>
      <p:bldP spid="16" grpId="0" animBg="1"/>
      <p:bldP spid="16" grpId="1" animBg="1"/>
      <p:bldP spid="21" grpId="0"/>
      <p:bldP spid="21" grpId="1"/>
      <p:bldP spid="22" grpId="0"/>
      <p:bldP spid="22" grpId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0E0EB6-5D54-04DB-43EF-DEB3871338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!! 背景板">
            <a:extLst>
              <a:ext uri="{FF2B5EF4-FFF2-40B4-BE49-F238E27FC236}">
                <a16:creationId xmlns:a16="http://schemas.microsoft.com/office/drawing/2014/main" id="{ECD0BF43-46DF-104A-2376-2FFA0747CD6C}"/>
              </a:ext>
            </a:extLst>
          </p:cNvPr>
          <p:cNvSpPr/>
          <p:nvPr/>
        </p:nvSpPr>
        <p:spPr>
          <a:xfrm>
            <a:off x="11709" y="0"/>
            <a:ext cx="12192000" cy="6858000"/>
          </a:xfrm>
          <a:prstGeom prst="rect">
            <a:avLst/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>
              <a:defRPr/>
            </a:pPr>
            <a:endParaRPr lang="zh-CN" altLang="en-US" dirty="0">
              <a:solidFill>
                <a:srgbClr val="F5F5F5"/>
              </a:solidFill>
              <a:latin typeface="vivo Sans"/>
              <a:ea typeface="vivo Sans"/>
            </a:endParaRPr>
          </a:p>
        </p:txBody>
      </p:sp>
      <p:grpSp>
        <p:nvGrpSpPr>
          <p:cNvPr id="25" name="!! 大标题">
            <a:extLst>
              <a:ext uri="{FF2B5EF4-FFF2-40B4-BE49-F238E27FC236}">
                <a16:creationId xmlns:a16="http://schemas.microsoft.com/office/drawing/2014/main" id="{472CC2C2-7DE5-4BC1-2035-CECEAC5D6DAB}"/>
              </a:ext>
            </a:extLst>
          </p:cNvPr>
          <p:cNvGrpSpPr/>
          <p:nvPr/>
        </p:nvGrpSpPr>
        <p:grpSpPr>
          <a:xfrm>
            <a:off x="462457" y="484334"/>
            <a:ext cx="796551" cy="461665"/>
            <a:chOff x="3079753" y="1375827"/>
            <a:chExt cx="673782" cy="461665"/>
          </a:xfrm>
        </p:grpSpPr>
        <p:sp>
          <p:nvSpPr>
            <p:cNvPr id="27" name="!! 标题符">
              <a:extLst>
                <a:ext uri="{FF2B5EF4-FFF2-40B4-BE49-F238E27FC236}">
                  <a16:creationId xmlns:a16="http://schemas.microsoft.com/office/drawing/2014/main" id="{469DF5C1-BAF1-4986-2509-982CDAFC9A95}"/>
                </a:ext>
              </a:extLst>
            </p:cNvPr>
            <p:cNvSpPr/>
            <p:nvPr/>
          </p:nvSpPr>
          <p:spPr>
            <a:xfrm>
              <a:off x="3146905" y="1685496"/>
              <a:ext cx="551700" cy="1255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defTabSz="457189">
                <a:defRPr/>
              </a:pPr>
              <a:endParaRPr lang="zh-CN" altLang="en-US">
                <a:solidFill>
                  <a:srgbClr val="FFFFFF"/>
                </a:solidFill>
                <a:latin typeface="OPPOSans R"/>
                <a:ea typeface="OPPOSans R"/>
              </a:endParaRPr>
            </a:p>
          </p:txBody>
        </p:sp>
        <p:sp>
          <p:nvSpPr>
            <p:cNvPr id="28" name="!! 标题">
              <a:extLst>
                <a:ext uri="{FF2B5EF4-FFF2-40B4-BE49-F238E27FC236}">
                  <a16:creationId xmlns:a16="http://schemas.microsoft.com/office/drawing/2014/main" id="{E48ABC38-9E02-4652-DE37-122377A3C2DA}"/>
                </a:ext>
              </a:extLst>
            </p:cNvPr>
            <p:cNvSpPr txBox="1"/>
            <p:nvPr/>
          </p:nvSpPr>
          <p:spPr>
            <a:xfrm>
              <a:off x="3079753" y="1375827"/>
              <a:ext cx="67378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457189">
                <a:defRPr/>
              </a:pPr>
              <a:r>
                <a:rPr lang="zh-CN" altLang="en-US" sz="2400" dirty="0">
                  <a:solidFill>
                    <a:srgbClr val="000000">
                      <a:lumMod val="75000"/>
                      <a:lumOff val="25000"/>
                    </a:srgbClr>
                  </a:solidFill>
                  <a:latin typeface="vivo Sans Medium"/>
                  <a:ea typeface="vivo Sans Medium"/>
                </a:rPr>
                <a:t>设置</a:t>
              </a:r>
            </a:p>
          </p:txBody>
        </p:sp>
      </p:grpSp>
      <p:sp>
        <p:nvSpPr>
          <p:cNvPr id="2" name="!! 二级背景">
            <a:extLst>
              <a:ext uri="{FF2B5EF4-FFF2-40B4-BE49-F238E27FC236}">
                <a16:creationId xmlns:a16="http://schemas.microsoft.com/office/drawing/2014/main" id="{8509BF15-7629-1173-4012-2D05FBA05198}"/>
              </a:ext>
            </a:extLst>
          </p:cNvPr>
          <p:cNvSpPr/>
          <p:nvPr/>
        </p:nvSpPr>
        <p:spPr>
          <a:xfrm>
            <a:off x="3594541" y="0"/>
            <a:ext cx="859746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>
              <a:defRPr/>
            </a:pPr>
            <a:endParaRPr lang="zh-CN" altLang="en-US">
              <a:solidFill>
                <a:srgbClr val="F5F5F5"/>
              </a:solidFill>
              <a:latin typeface="vivo Sans"/>
              <a:ea typeface="vivo Sans"/>
            </a:endParaRPr>
          </a:p>
        </p:txBody>
      </p:sp>
      <p:grpSp>
        <p:nvGrpSpPr>
          <p:cNvPr id="3" name="!! 关闭按钮">
            <a:extLst>
              <a:ext uri="{FF2B5EF4-FFF2-40B4-BE49-F238E27FC236}">
                <a16:creationId xmlns:a16="http://schemas.microsoft.com/office/drawing/2014/main" id="{B2E750F8-DAE1-1510-3971-64C51A93D309}"/>
              </a:ext>
            </a:extLst>
          </p:cNvPr>
          <p:cNvGrpSpPr/>
          <p:nvPr/>
        </p:nvGrpSpPr>
        <p:grpSpPr>
          <a:xfrm>
            <a:off x="2757496" y="569913"/>
            <a:ext cx="290511" cy="290511"/>
            <a:chOff x="2328464" y="3107859"/>
            <a:chExt cx="583223" cy="583223"/>
          </a:xfrm>
        </p:grpSpPr>
        <p:sp>
          <p:nvSpPr>
            <p:cNvPr id="4" name="矩形: 圆角 3">
              <a:hlinkClick r:id="rId3" action="ppaction://hlinksldjump"/>
              <a:extLst>
                <a:ext uri="{FF2B5EF4-FFF2-40B4-BE49-F238E27FC236}">
                  <a16:creationId xmlns:a16="http://schemas.microsoft.com/office/drawing/2014/main" id="{2C9691D9-501A-3E8D-F39C-2BC5F9E370B1}"/>
                </a:ext>
              </a:extLst>
            </p:cNvPr>
            <p:cNvSpPr/>
            <p:nvPr/>
          </p:nvSpPr>
          <p:spPr>
            <a:xfrm>
              <a:off x="2328464" y="3107859"/>
              <a:ext cx="583223" cy="583223"/>
            </a:xfrm>
            <a:prstGeom prst="roundRect">
              <a:avLst>
                <a:gd name="adj" fmla="val 20771"/>
              </a:avLst>
            </a:prstGeom>
            <a:solidFill>
              <a:schemeClr val="bg2"/>
            </a:solidFill>
            <a:ln>
              <a:noFill/>
            </a:ln>
            <a:effectLst>
              <a:outerShdw blurRad="127000" sx="101000" sy="101000" algn="c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77">
                <a:defRPr/>
              </a:pPr>
              <a:endParaRPr lang="zh-CN" altLang="en-US">
                <a:solidFill>
                  <a:srgbClr val="F5F5F5"/>
                </a:solidFill>
                <a:latin typeface="vivo Sans"/>
                <a:ea typeface="vivo Sans"/>
              </a:endParaRPr>
            </a:p>
          </p:txBody>
        </p:sp>
        <p:pic>
          <p:nvPicPr>
            <p:cNvPr id="5" name="图形 4">
              <a:extLst>
                <a:ext uri="{FF2B5EF4-FFF2-40B4-BE49-F238E27FC236}">
                  <a16:creationId xmlns:a16="http://schemas.microsoft.com/office/drawing/2014/main" id="{82E69295-8387-5F59-EFBB-C5F12F566F9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/>
          </p:blipFill>
          <p:spPr>
            <a:xfrm>
              <a:off x="2375480" y="3154875"/>
              <a:ext cx="489196" cy="489196"/>
            </a:xfrm>
            <a:prstGeom prst="rect">
              <a:avLst/>
            </a:prstGeom>
          </p:spPr>
        </p:pic>
      </p:grpSp>
      <p:grpSp>
        <p:nvGrpSpPr>
          <p:cNvPr id="24" name="!! 关闭按钮">
            <a:extLst>
              <a:ext uri="{FF2B5EF4-FFF2-40B4-BE49-F238E27FC236}">
                <a16:creationId xmlns:a16="http://schemas.microsoft.com/office/drawing/2014/main" id="{A2CBB945-321F-DB18-5F5A-CAEB1B799174}"/>
              </a:ext>
            </a:extLst>
          </p:cNvPr>
          <p:cNvGrpSpPr/>
          <p:nvPr/>
        </p:nvGrpSpPr>
        <p:grpSpPr>
          <a:xfrm>
            <a:off x="2333440" y="569913"/>
            <a:ext cx="290511" cy="290511"/>
            <a:chOff x="2328464" y="3107859"/>
            <a:chExt cx="583223" cy="583223"/>
          </a:xfrm>
        </p:grpSpPr>
        <p:sp>
          <p:nvSpPr>
            <p:cNvPr id="26" name="矩形: 圆角 25">
              <a:hlinkClick r:id="rId6" action="ppaction://hlinksldjump"/>
              <a:extLst>
                <a:ext uri="{FF2B5EF4-FFF2-40B4-BE49-F238E27FC236}">
                  <a16:creationId xmlns:a16="http://schemas.microsoft.com/office/drawing/2014/main" id="{CF72D99B-E62A-9AC7-8B42-29C78AC1A32D}"/>
                </a:ext>
              </a:extLst>
            </p:cNvPr>
            <p:cNvSpPr/>
            <p:nvPr/>
          </p:nvSpPr>
          <p:spPr>
            <a:xfrm>
              <a:off x="2328464" y="3107859"/>
              <a:ext cx="583223" cy="583223"/>
            </a:xfrm>
            <a:prstGeom prst="roundRect">
              <a:avLst>
                <a:gd name="adj" fmla="val 20771"/>
              </a:avLst>
            </a:prstGeom>
            <a:solidFill>
              <a:schemeClr val="bg2"/>
            </a:solidFill>
            <a:ln>
              <a:noFill/>
            </a:ln>
            <a:effectLst>
              <a:outerShdw blurRad="127000" sx="101000" sy="101000" algn="c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77">
                <a:defRPr/>
              </a:pPr>
              <a:endParaRPr lang="zh-CN" altLang="en-US">
                <a:solidFill>
                  <a:srgbClr val="F5F5F5"/>
                </a:solidFill>
                <a:latin typeface="vivo Sans"/>
                <a:ea typeface="vivo Sans"/>
              </a:endParaRPr>
            </a:p>
          </p:txBody>
        </p:sp>
        <p:pic>
          <p:nvPicPr>
            <p:cNvPr id="29" name="图形 28">
              <a:extLst>
                <a:ext uri="{FF2B5EF4-FFF2-40B4-BE49-F238E27FC236}">
                  <a16:creationId xmlns:a16="http://schemas.microsoft.com/office/drawing/2014/main" id="{AB01B908-A197-5C49-1E58-8323C48C640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/>
          </p:blipFill>
          <p:spPr>
            <a:xfrm>
              <a:off x="2449200" y="3228595"/>
              <a:ext cx="341755" cy="341755"/>
            </a:xfrm>
            <a:prstGeom prst="rect">
              <a:avLst/>
            </a:prstGeom>
          </p:spPr>
        </p:pic>
      </p:grpSp>
      <p:grpSp>
        <p:nvGrpSpPr>
          <p:cNvPr id="10" name="返回">
            <a:extLst>
              <a:ext uri="{FF2B5EF4-FFF2-40B4-BE49-F238E27FC236}">
                <a16:creationId xmlns:a16="http://schemas.microsoft.com/office/drawing/2014/main" id="{EEE7F45A-869C-D417-90D9-032707BA340D}"/>
              </a:ext>
            </a:extLst>
          </p:cNvPr>
          <p:cNvGrpSpPr/>
          <p:nvPr/>
        </p:nvGrpSpPr>
        <p:grpSpPr>
          <a:xfrm>
            <a:off x="4133691" y="519573"/>
            <a:ext cx="2667863" cy="369332"/>
            <a:chOff x="4133687" y="519573"/>
            <a:chExt cx="2667863" cy="369331"/>
          </a:xfrm>
        </p:grpSpPr>
        <p:sp>
          <p:nvSpPr>
            <p:cNvPr id="17" name="!! 副标题">
              <a:extLst>
                <a:ext uri="{FF2B5EF4-FFF2-40B4-BE49-F238E27FC236}">
                  <a16:creationId xmlns:a16="http://schemas.microsoft.com/office/drawing/2014/main" id="{8E156B37-6A5F-7F03-8F75-24773B98BB21}"/>
                </a:ext>
              </a:extLst>
            </p:cNvPr>
            <p:cNvSpPr txBox="1"/>
            <p:nvPr/>
          </p:nvSpPr>
          <p:spPr>
            <a:xfrm>
              <a:off x="4393644" y="519573"/>
              <a:ext cx="2407906" cy="369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914377">
                <a:defRPr/>
              </a:pPr>
              <a:r>
                <a:rPr lang="zh-CN" altLang="en-US" dirty="0">
                  <a:solidFill>
                    <a:srgbClr val="181818"/>
                  </a:solidFill>
                  <a:latin typeface="vivo Sans"/>
                  <a:ea typeface="vivo Sans"/>
                </a:rPr>
                <a:t>硬件保护</a:t>
              </a:r>
            </a:p>
          </p:txBody>
        </p:sp>
        <p:pic>
          <p:nvPicPr>
            <p:cNvPr id="18" name="图形 17">
              <a:extLst>
                <a:ext uri="{FF2B5EF4-FFF2-40B4-BE49-F238E27FC236}">
                  <a16:creationId xmlns:a16="http://schemas.microsoft.com/office/drawing/2014/main" id="{55FEC142-E40C-792F-8E72-D52B4EF47031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4133687" y="584302"/>
              <a:ext cx="241776" cy="241776"/>
            </a:xfrm>
            <a:prstGeom prst="rect">
              <a:avLst/>
            </a:prstGeom>
          </p:spPr>
        </p:pic>
      </p:grpSp>
      <p:pic>
        <p:nvPicPr>
          <p:cNvPr id="65" name="icon">
            <a:extLst>
              <a:ext uri="{FF2B5EF4-FFF2-40B4-BE49-F238E27FC236}">
                <a16:creationId xmlns:a16="http://schemas.microsoft.com/office/drawing/2014/main" id="{A63D3739-6631-A0EC-ACF3-54AD36ACA8AC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/>
          <a:stretch/>
        </p:blipFill>
        <p:spPr>
          <a:xfrm>
            <a:off x="7449365" y="1377370"/>
            <a:ext cx="887812" cy="887812"/>
          </a:xfrm>
          <a:prstGeom prst="rect">
            <a:avLst/>
          </a:prstGeom>
        </p:spPr>
      </p:pic>
      <p:sp>
        <p:nvSpPr>
          <p:cNvPr id="70" name="!! 副标题">
            <a:extLst>
              <a:ext uri="{FF2B5EF4-FFF2-40B4-BE49-F238E27FC236}">
                <a16:creationId xmlns:a16="http://schemas.microsoft.com/office/drawing/2014/main" id="{E16FF41E-C150-6DAE-09C0-C37BDC2AF841}"/>
              </a:ext>
            </a:extLst>
          </p:cNvPr>
          <p:cNvSpPr txBox="1"/>
          <p:nvPr/>
        </p:nvSpPr>
        <p:spPr>
          <a:xfrm>
            <a:off x="6689319" y="2523369"/>
            <a:ext cx="240790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377">
              <a:defRPr/>
            </a:pPr>
            <a:r>
              <a:rPr lang="zh-CN" altLang="en-US" sz="2000" dirty="0">
                <a:solidFill>
                  <a:srgbClr val="181818"/>
                </a:solidFill>
                <a:latin typeface="vivo Sans Medium"/>
                <a:ea typeface="vivo Sans Medium"/>
              </a:rPr>
              <a:t>硬件保护未启用</a:t>
            </a:r>
          </a:p>
        </p:txBody>
      </p:sp>
      <p:sp>
        <p:nvSpPr>
          <p:cNvPr id="72" name="按钮">
            <a:extLst>
              <a:ext uri="{FF2B5EF4-FFF2-40B4-BE49-F238E27FC236}">
                <a16:creationId xmlns:a16="http://schemas.microsoft.com/office/drawing/2014/main" id="{027E661C-6088-8983-533A-C99F9B1ECBC1}"/>
              </a:ext>
            </a:extLst>
          </p:cNvPr>
          <p:cNvSpPr/>
          <p:nvPr/>
        </p:nvSpPr>
        <p:spPr>
          <a:xfrm>
            <a:off x="4178597" y="3145062"/>
            <a:ext cx="7429351" cy="545100"/>
          </a:xfrm>
          <a:prstGeom prst="roundRect">
            <a:avLst>
              <a:gd name="adj" fmla="val 20746"/>
            </a:avLst>
          </a:prstGeom>
          <a:solidFill>
            <a:schemeClr val="bg2"/>
          </a:solidFill>
          <a:ln w="3175">
            <a:solidFill>
              <a:schemeClr val="bg1">
                <a:lumMod val="90000"/>
              </a:schemeClr>
            </a:solidFill>
          </a:ln>
          <a:effectLst>
            <a:outerShdw blurRad="190500" algn="ctr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07997" defTabSz="914377">
              <a:defRPr/>
            </a:pPr>
            <a:r>
              <a:rPr lang="zh-CN" altLang="en-US" sz="1600" dirty="0">
                <a:solidFill>
                  <a:srgbClr val="62A8D3"/>
                </a:solidFill>
                <a:latin typeface="vivo Sans"/>
                <a:ea typeface="vivo Sans"/>
              </a:rPr>
              <a:t>开启硬件保护</a:t>
            </a:r>
          </a:p>
        </p:txBody>
      </p:sp>
      <p:sp>
        <p:nvSpPr>
          <p:cNvPr id="74" name="!! 按钮">
            <a:extLst>
              <a:ext uri="{FF2B5EF4-FFF2-40B4-BE49-F238E27FC236}">
                <a16:creationId xmlns:a16="http://schemas.microsoft.com/office/drawing/2014/main" id="{8026E3D8-6DB3-C4DE-95BD-98C233495A9E}"/>
              </a:ext>
            </a:extLst>
          </p:cNvPr>
          <p:cNvSpPr/>
          <p:nvPr/>
        </p:nvSpPr>
        <p:spPr>
          <a:xfrm>
            <a:off x="10984953" y="3346146"/>
            <a:ext cx="142932" cy="142932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>
              <a:defRPr/>
            </a:pPr>
            <a:endParaRPr lang="zh-CN" altLang="en-US" dirty="0">
              <a:solidFill>
                <a:srgbClr val="F5F5F5"/>
              </a:solidFill>
              <a:latin typeface="vivo Sans"/>
              <a:ea typeface="vivo Sans"/>
            </a:endParaRPr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B7EB72BA-82F1-BF4A-34B1-62C175AD09B3}"/>
              </a:ext>
            </a:extLst>
          </p:cNvPr>
          <p:cNvSpPr txBox="1"/>
          <p:nvPr/>
        </p:nvSpPr>
        <p:spPr>
          <a:xfrm>
            <a:off x="6505723" y="6220049"/>
            <a:ext cx="27750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377">
              <a:defRPr/>
            </a:pPr>
            <a:r>
              <a:rPr lang="zh-CN" altLang="en-US" sz="1200" dirty="0">
                <a:solidFill>
                  <a:srgbClr val="F5F5F5">
                    <a:lumMod val="50000"/>
                  </a:srgbClr>
                </a:solidFill>
                <a:latin typeface="vivo Sans"/>
                <a:ea typeface="vivo Sans"/>
              </a:rPr>
              <a:t>设备</a:t>
            </a:r>
            <a:r>
              <a:rPr lang="en-US" altLang="zh-CN" sz="1200" dirty="0">
                <a:solidFill>
                  <a:srgbClr val="F5F5F5">
                    <a:lumMod val="50000"/>
                  </a:srgbClr>
                </a:solidFill>
                <a:latin typeface="vivo Sans"/>
                <a:ea typeface="vivo Sans"/>
              </a:rPr>
              <a:t>ID</a:t>
            </a:r>
            <a:r>
              <a:rPr lang="zh-CN" altLang="en-US" sz="1200" dirty="0">
                <a:solidFill>
                  <a:srgbClr val="F5F5F5">
                    <a:lumMod val="50000"/>
                  </a:srgbClr>
                </a:solidFill>
                <a:latin typeface="vivo Sans"/>
                <a:ea typeface="vivo Sans"/>
              </a:rPr>
              <a:t>：</a:t>
            </a:r>
            <a:r>
              <a:rPr lang="en-US" altLang="zh-CN" sz="1200" dirty="0">
                <a:solidFill>
                  <a:srgbClr val="F5F5F5">
                    <a:lumMod val="50000"/>
                  </a:srgbClr>
                </a:solidFill>
                <a:latin typeface="vivo Sans"/>
                <a:ea typeface="vivo Sans"/>
              </a:rPr>
              <a:t>unknown</a:t>
            </a:r>
            <a:endParaRPr lang="zh-CN" altLang="en-US" sz="1200" dirty="0">
              <a:solidFill>
                <a:srgbClr val="F5F5F5">
                  <a:lumMod val="50000"/>
                </a:srgbClr>
              </a:solidFill>
              <a:latin typeface="vivo Sans"/>
              <a:ea typeface="vivo Sans"/>
            </a:endParaRPr>
          </a:p>
        </p:txBody>
      </p:sp>
      <p:grpSp>
        <p:nvGrpSpPr>
          <p:cNvPr id="54" name="!! 显示">
            <a:extLst>
              <a:ext uri="{FF2B5EF4-FFF2-40B4-BE49-F238E27FC236}">
                <a16:creationId xmlns:a16="http://schemas.microsoft.com/office/drawing/2014/main" id="{0D97BDE4-869E-B69F-32DA-4FBEC4645071}"/>
              </a:ext>
            </a:extLst>
          </p:cNvPr>
          <p:cNvGrpSpPr/>
          <p:nvPr/>
        </p:nvGrpSpPr>
        <p:grpSpPr>
          <a:xfrm>
            <a:off x="470871" y="3706575"/>
            <a:ext cx="2552892" cy="457924"/>
            <a:chOff x="462453" y="2623554"/>
            <a:chExt cx="2552892" cy="457924"/>
          </a:xfrm>
        </p:grpSpPr>
        <p:sp>
          <p:nvSpPr>
            <p:cNvPr id="63" name="!! 未选中">
              <a:hlinkClick r:id="rId13" action="ppaction://hlinksldjump"/>
              <a:extLst>
                <a:ext uri="{FF2B5EF4-FFF2-40B4-BE49-F238E27FC236}">
                  <a16:creationId xmlns:a16="http://schemas.microsoft.com/office/drawing/2014/main" id="{8F7E0A2D-C09A-4C7F-857B-77B32BB05B7E}"/>
                </a:ext>
              </a:extLst>
            </p:cNvPr>
            <p:cNvSpPr/>
            <p:nvPr/>
          </p:nvSpPr>
          <p:spPr>
            <a:xfrm>
              <a:off x="462453" y="2623554"/>
              <a:ext cx="2552892" cy="457924"/>
            </a:xfrm>
            <a:prstGeom prst="roundRect">
              <a:avLst>
                <a:gd name="adj" fmla="val 22880"/>
              </a:avLst>
            </a:prstGeom>
            <a:solidFill>
              <a:schemeClr val="bg2"/>
            </a:solidFill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1998" defTabSz="914377">
                <a:defRPr/>
              </a:pPr>
              <a:r>
                <a:rPr lang="zh-CN" altLang="en-US" sz="1400" dirty="0">
                  <a:solidFill>
                    <a:schemeClr val="tx1">
                      <a:lumMod val="90000"/>
                      <a:lumOff val="10000"/>
                    </a:schemeClr>
                  </a:solidFill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      显示</a:t>
              </a:r>
            </a:p>
          </p:txBody>
        </p:sp>
        <p:grpSp>
          <p:nvGrpSpPr>
            <p:cNvPr id="64" name="组合 63">
              <a:extLst>
                <a:ext uri="{FF2B5EF4-FFF2-40B4-BE49-F238E27FC236}">
                  <a16:creationId xmlns:a16="http://schemas.microsoft.com/office/drawing/2014/main" id="{2881912E-AD08-F3DB-8CD7-E09CE59B85E3}"/>
                </a:ext>
              </a:extLst>
            </p:cNvPr>
            <p:cNvGrpSpPr/>
            <p:nvPr/>
          </p:nvGrpSpPr>
          <p:grpSpPr>
            <a:xfrm>
              <a:off x="600851" y="2735577"/>
              <a:ext cx="245090" cy="245090"/>
              <a:chOff x="3449581" y="2374787"/>
              <a:chExt cx="263638" cy="263638"/>
            </a:xfrm>
          </p:grpSpPr>
          <p:sp>
            <p:nvSpPr>
              <p:cNvPr id="66" name="椭圆 65">
                <a:extLst>
                  <a:ext uri="{FF2B5EF4-FFF2-40B4-BE49-F238E27FC236}">
                    <a16:creationId xmlns:a16="http://schemas.microsoft.com/office/drawing/2014/main" id="{C308AEAF-0D84-9391-3227-DE166EA5EB8A}"/>
                  </a:ext>
                </a:extLst>
              </p:cNvPr>
              <p:cNvSpPr/>
              <p:nvPr/>
            </p:nvSpPr>
            <p:spPr>
              <a:xfrm>
                <a:off x="3449581" y="2374787"/>
                <a:ext cx="263638" cy="263638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67" name="icon">
                <a:extLst>
                  <a:ext uri="{FF2B5EF4-FFF2-40B4-BE49-F238E27FC236}">
                    <a16:creationId xmlns:a16="http://schemas.microsoft.com/office/drawing/2014/main" id="{894C0BB0-3851-31F1-BDC7-CD69948FA20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rcRect/>
              <a:stretch/>
            </p:blipFill>
            <p:spPr>
              <a:xfrm>
                <a:off x="3513869" y="2435878"/>
                <a:ext cx="143060" cy="143060"/>
              </a:xfrm>
              <a:prstGeom prst="rect">
                <a:avLst/>
              </a:prstGeom>
            </p:spPr>
          </p:pic>
        </p:grpSp>
      </p:grpSp>
      <p:grpSp>
        <p:nvGrpSpPr>
          <p:cNvPr id="68" name="!! App">
            <a:extLst>
              <a:ext uri="{FF2B5EF4-FFF2-40B4-BE49-F238E27FC236}">
                <a16:creationId xmlns:a16="http://schemas.microsoft.com/office/drawing/2014/main" id="{4AD91151-D3A2-C5A8-F5A1-3529F427F6F7}"/>
              </a:ext>
            </a:extLst>
          </p:cNvPr>
          <p:cNvGrpSpPr/>
          <p:nvPr/>
        </p:nvGrpSpPr>
        <p:grpSpPr>
          <a:xfrm>
            <a:off x="476549" y="2282681"/>
            <a:ext cx="2552892" cy="457924"/>
            <a:chOff x="462453" y="2623554"/>
            <a:chExt cx="2552892" cy="457924"/>
          </a:xfrm>
        </p:grpSpPr>
        <p:sp>
          <p:nvSpPr>
            <p:cNvPr id="69" name="!! 未选中">
              <a:hlinkClick r:id="rId16" action="ppaction://hlinksldjump"/>
              <a:extLst>
                <a:ext uri="{FF2B5EF4-FFF2-40B4-BE49-F238E27FC236}">
                  <a16:creationId xmlns:a16="http://schemas.microsoft.com/office/drawing/2014/main" id="{FCFA86A0-2131-EE38-A946-58E06B6B8A4B}"/>
                </a:ext>
              </a:extLst>
            </p:cNvPr>
            <p:cNvSpPr/>
            <p:nvPr/>
          </p:nvSpPr>
          <p:spPr>
            <a:xfrm>
              <a:off x="462453" y="2623554"/>
              <a:ext cx="2552892" cy="457924"/>
            </a:xfrm>
            <a:prstGeom prst="roundRect">
              <a:avLst>
                <a:gd name="adj" fmla="val 22880"/>
              </a:avLst>
            </a:prstGeom>
            <a:solidFill>
              <a:schemeClr val="bg2"/>
            </a:solidFill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1998" defTabSz="914377">
                <a:defRPr/>
              </a:pPr>
              <a:r>
                <a:rPr lang="zh-CN" altLang="en-US" sz="1400" dirty="0">
                  <a:solidFill>
                    <a:schemeClr val="tx1">
                      <a:lumMod val="90000"/>
                      <a:lumOff val="10000"/>
                    </a:schemeClr>
                  </a:solidFill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      应用与模块</a:t>
              </a:r>
            </a:p>
          </p:txBody>
        </p:sp>
        <p:grpSp>
          <p:nvGrpSpPr>
            <p:cNvPr id="71" name="组合 70">
              <a:extLst>
                <a:ext uri="{FF2B5EF4-FFF2-40B4-BE49-F238E27FC236}">
                  <a16:creationId xmlns:a16="http://schemas.microsoft.com/office/drawing/2014/main" id="{679F9CBD-BA81-7EE8-E895-7F8D009B6961}"/>
                </a:ext>
              </a:extLst>
            </p:cNvPr>
            <p:cNvGrpSpPr/>
            <p:nvPr/>
          </p:nvGrpSpPr>
          <p:grpSpPr>
            <a:xfrm>
              <a:off x="600851" y="2735577"/>
              <a:ext cx="245090" cy="245090"/>
              <a:chOff x="3449581" y="2374787"/>
              <a:chExt cx="263638" cy="263638"/>
            </a:xfrm>
          </p:grpSpPr>
          <p:sp>
            <p:nvSpPr>
              <p:cNvPr id="73" name="椭圆 72">
                <a:extLst>
                  <a:ext uri="{FF2B5EF4-FFF2-40B4-BE49-F238E27FC236}">
                    <a16:creationId xmlns:a16="http://schemas.microsoft.com/office/drawing/2014/main" id="{D8F77D57-6546-7F82-2AFB-D61539D26EC8}"/>
                  </a:ext>
                </a:extLst>
              </p:cNvPr>
              <p:cNvSpPr/>
              <p:nvPr/>
            </p:nvSpPr>
            <p:spPr>
              <a:xfrm>
                <a:off x="3449581" y="2374787"/>
                <a:ext cx="263638" cy="263638"/>
              </a:xfrm>
              <a:prstGeom prst="ellipse">
                <a:avLst/>
              </a:prstGeom>
              <a:solidFill>
                <a:schemeClr val="accent3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76" name="icon">
                <a:extLst>
                  <a:ext uri="{FF2B5EF4-FFF2-40B4-BE49-F238E27FC236}">
                    <a16:creationId xmlns:a16="http://schemas.microsoft.com/office/drawing/2014/main" id="{212B4CCF-7DDA-1761-1184-96D2E467D88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7">
                <a:extLst>
                  <a:ext uri="{96DAC541-7B7A-43D3-8B79-37D633B846F1}">
                    <asvg:svgBlip xmlns:asvg="http://schemas.microsoft.com/office/drawing/2016/SVG/main" r:embed="rId18"/>
                  </a:ext>
                </a:extLst>
              </a:blip>
              <a:srcRect/>
              <a:stretch/>
            </p:blipFill>
            <p:spPr>
              <a:xfrm>
                <a:off x="3513869" y="2435878"/>
                <a:ext cx="143060" cy="143060"/>
              </a:xfrm>
              <a:prstGeom prst="rect">
                <a:avLst/>
              </a:prstGeom>
            </p:spPr>
          </p:pic>
        </p:grpSp>
      </p:grpSp>
      <p:grpSp>
        <p:nvGrpSpPr>
          <p:cNvPr id="77" name="!! 电池">
            <a:extLst>
              <a:ext uri="{FF2B5EF4-FFF2-40B4-BE49-F238E27FC236}">
                <a16:creationId xmlns:a16="http://schemas.microsoft.com/office/drawing/2014/main" id="{BC4E7757-F48C-5127-F9A2-74072972F480}"/>
              </a:ext>
            </a:extLst>
          </p:cNvPr>
          <p:cNvGrpSpPr/>
          <p:nvPr/>
        </p:nvGrpSpPr>
        <p:grpSpPr>
          <a:xfrm>
            <a:off x="470871" y="2852627"/>
            <a:ext cx="2552892" cy="457924"/>
            <a:chOff x="462453" y="2623554"/>
            <a:chExt cx="2552892" cy="457924"/>
          </a:xfrm>
        </p:grpSpPr>
        <p:sp>
          <p:nvSpPr>
            <p:cNvPr id="78" name="!! 未选中">
              <a:hlinkClick r:id="rId19" action="ppaction://hlinksldjump"/>
              <a:extLst>
                <a:ext uri="{FF2B5EF4-FFF2-40B4-BE49-F238E27FC236}">
                  <a16:creationId xmlns:a16="http://schemas.microsoft.com/office/drawing/2014/main" id="{7D45AD40-03D7-A564-7E14-195A050EC466}"/>
                </a:ext>
              </a:extLst>
            </p:cNvPr>
            <p:cNvSpPr/>
            <p:nvPr/>
          </p:nvSpPr>
          <p:spPr>
            <a:xfrm>
              <a:off x="462453" y="2623554"/>
              <a:ext cx="2552892" cy="457924"/>
            </a:xfrm>
            <a:prstGeom prst="roundRect">
              <a:avLst>
                <a:gd name="adj" fmla="val 22880"/>
              </a:avLst>
            </a:prstGeom>
            <a:solidFill>
              <a:schemeClr val="bg2"/>
            </a:solidFill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1998" defTabSz="914377">
                <a:defRPr/>
              </a:pPr>
              <a:r>
                <a:rPr lang="zh-CN" altLang="en-US" sz="1400" dirty="0">
                  <a:solidFill>
                    <a:schemeClr val="tx1">
                      <a:lumMod val="90000"/>
                      <a:lumOff val="10000"/>
                    </a:schemeClr>
                  </a:solidFill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      电池</a:t>
              </a:r>
            </a:p>
          </p:txBody>
        </p:sp>
        <p:grpSp>
          <p:nvGrpSpPr>
            <p:cNvPr id="79" name="组合 78">
              <a:extLst>
                <a:ext uri="{FF2B5EF4-FFF2-40B4-BE49-F238E27FC236}">
                  <a16:creationId xmlns:a16="http://schemas.microsoft.com/office/drawing/2014/main" id="{B5F49B43-61D1-55F7-D1C3-C32F7980C719}"/>
                </a:ext>
              </a:extLst>
            </p:cNvPr>
            <p:cNvGrpSpPr/>
            <p:nvPr/>
          </p:nvGrpSpPr>
          <p:grpSpPr>
            <a:xfrm>
              <a:off x="600851" y="2735577"/>
              <a:ext cx="245090" cy="245090"/>
              <a:chOff x="3449581" y="2374787"/>
              <a:chExt cx="263638" cy="263638"/>
            </a:xfrm>
          </p:grpSpPr>
          <p:sp>
            <p:nvSpPr>
              <p:cNvPr id="80" name="椭圆 79">
                <a:extLst>
                  <a:ext uri="{FF2B5EF4-FFF2-40B4-BE49-F238E27FC236}">
                    <a16:creationId xmlns:a16="http://schemas.microsoft.com/office/drawing/2014/main" id="{2072C34D-1DE8-096F-08B4-9B280039E5EE}"/>
                  </a:ext>
                </a:extLst>
              </p:cNvPr>
              <p:cNvSpPr/>
              <p:nvPr/>
            </p:nvSpPr>
            <p:spPr>
              <a:xfrm>
                <a:off x="3449581" y="2374787"/>
                <a:ext cx="263638" cy="263638"/>
              </a:xfrm>
              <a:prstGeom prst="ellipse">
                <a:avLst/>
              </a:prstGeom>
              <a:solidFill>
                <a:srgbClr val="3ADE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81" name="icon">
                <a:extLst>
                  <a:ext uri="{FF2B5EF4-FFF2-40B4-BE49-F238E27FC236}">
                    <a16:creationId xmlns:a16="http://schemas.microsoft.com/office/drawing/2014/main" id="{297D219C-BEFD-6623-C708-404FA3D06B9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0">
                <a:extLst>
                  <a:ext uri="{96DAC541-7B7A-43D3-8B79-37D633B846F1}">
                    <asvg:svgBlip xmlns:asvg="http://schemas.microsoft.com/office/drawing/2016/SVG/main" r:embed="rId21"/>
                  </a:ext>
                </a:extLst>
              </a:blip>
              <a:srcRect/>
              <a:stretch/>
            </p:blipFill>
            <p:spPr>
              <a:xfrm>
                <a:off x="3513869" y="2435878"/>
                <a:ext cx="143060" cy="143060"/>
              </a:xfrm>
              <a:prstGeom prst="rect">
                <a:avLst/>
              </a:prstGeom>
            </p:spPr>
          </p:pic>
        </p:grpSp>
      </p:grpSp>
      <p:sp>
        <p:nvSpPr>
          <p:cNvPr id="82" name="!! 个性化">
            <a:extLst>
              <a:ext uri="{FF2B5EF4-FFF2-40B4-BE49-F238E27FC236}">
                <a16:creationId xmlns:a16="http://schemas.microsoft.com/office/drawing/2014/main" id="{F6F011E3-D7D6-A1FF-F908-ABD4D7AE5510}"/>
              </a:ext>
            </a:extLst>
          </p:cNvPr>
          <p:cNvSpPr txBox="1"/>
          <p:nvPr/>
        </p:nvSpPr>
        <p:spPr>
          <a:xfrm>
            <a:off x="470872" y="3444966"/>
            <a:ext cx="11113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dirty="0">
                <a:solidFill>
                  <a:schemeClr val="bg1">
                    <a:lumMod val="50000"/>
                  </a:schemeClr>
                </a:solidFill>
              </a:rPr>
              <a:t>个性化</a:t>
            </a:r>
          </a:p>
        </p:txBody>
      </p:sp>
      <p:sp>
        <p:nvSpPr>
          <p:cNvPr id="83" name="文本框 82">
            <a:extLst>
              <a:ext uri="{FF2B5EF4-FFF2-40B4-BE49-F238E27FC236}">
                <a16:creationId xmlns:a16="http://schemas.microsoft.com/office/drawing/2014/main" id="{E358FD2E-AC2C-B9DF-4E88-684CE06F2873}"/>
              </a:ext>
            </a:extLst>
          </p:cNvPr>
          <p:cNvSpPr txBox="1"/>
          <p:nvPr/>
        </p:nvSpPr>
        <p:spPr>
          <a:xfrm>
            <a:off x="462454" y="2020809"/>
            <a:ext cx="11113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dirty="0">
                <a:solidFill>
                  <a:schemeClr val="bg1">
                    <a:lumMod val="50000"/>
                  </a:schemeClr>
                </a:solidFill>
              </a:rPr>
              <a:t>网络与连接</a:t>
            </a:r>
          </a:p>
        </p:txBody>
      </p:sp>
      <p:sp>
        <p:nvSpPr>
          <p:cNvPr id="84" name="文本框 83">
            <a:extLst>
              <a:ext uri="{FF2B5EF4-FFF2-40B4-BE49-F238E27FC236}">
                <a16:creationId xmlns:a16="http://schemas.microsoft.com/office/drawing/2014/main" id="{37B24C70-42D8-5D47-A99D-131D0D2E90FA}"/>
              </a:ext>
            </a:extLst>
          </p:cNvPr>
          <p:cNvSpPr txBox="1"/>
          <p:nvPr/>
        </p:nvSpPr>
        <p:spPr>
          <a:xfrm>
            <a:off x="462455" y="4033431"/>
            <a:ext cx="11113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dirty="0">
                <a:solidFill>
                  <a:schemeClr val="bg1">
                    <a:lumMod val="50000"/>
                  </a:schemeClr>
                </a:solidFill>
              </a:rPr>
              <a:t>系统与安全</a:t>
            </a:r>
          </a:p>
        </p:txBody>
      </p:sp>
      <p:grpSp>
        <p:nvGrpSpPr>
          <p:cNvPr id="85" name="!! 软件更新">
            <a:extLst>
              <a:ext uri="{FF2B5EF4-FFF2-40B4-BE49-F238E27FC236}">
                <a16:creationId xmlns:a16="http://schemas.microsoft.com/office/drawing/2014/main" id="{F5FE3844-8FA7-73DF-A432-24A9C709E515}"/>
              </a:ext>
            </a:extLst>
          </p:cNvPr>
          <p:cNvGrpSpPr/>
          <p:nvPr/>
        </p:nvGrpSpPr>
        <p:grpSpPr>
          <a:xfrm>
            <a:off x="462455" y="4299750"/>
            <a:ext cx="2552892" cy="457924"/>
            <a:chOff x="481145" y="1890767"/>
            <a:chExt cx="2552892" cy="457924"/>
          </a:xfrm>
        </p:grpSpPr>
        <p:sp>
          <p:nvSpPr>
            <p:cNvPr id="86" name="!! 未选中">
              <a:hlinkClick r:id="rId22" action="ppaction://hlinksldjump"/>
              <a:extLst>
                <a:ext uri="{FF2B5EF4-FFF2-40B4-BE49-F238E27FC236}">
                  <a16:creationId xmlns:a16="http://schemas.microsoft.com/office/drawing/2014/main" id="{F1012F0E-3DFA-3212-C22F-D8EBF8EA5C90}"/>
                </a:ext>
              </a:extLst>
            </p:cNvPr>
            <p:cNvSpPr/>
            <p:nvPr/>
          </p:nvSpPr>
          <p:spPr>
            <a:xfrm>
              <a:off x="481145" y="1890767"/>
              <a:ext cx="2552892" cy="457924"/>
            </a:xfrm>
            <a:prstGeom prst="roundRect">
              <a:avLst>
                <a:gd name="adj" fmla="val 22880"/>
              </a:avLst>
            </a:prstGeom>
            <a:solidFill>
              <a:schemeClr val="bg2"/>
            </a:solidFill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1998" defTabSz="914377">
                <a:defRPr/>
              </a:pPr>
              <a:r>
                <a:rPr lang="zh-CN" altLang="en-US" sz="1400" dirty="0">
                  <a:solidFill>
                    <a:schemeClr val="tx1"/>
                  </a:solidFill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      系统更新</a:t>
              </a:r>
            </a:p>
          </p:txBody>
        </p:sp>
        <p:pic>
          <p:nvPicPr>
            <p:cNvPr id="87" name="icon">
              <a:extLst>
                <a:ext uri="{FF2B5EF4-FFF2-40B4-BE49-F238E27FC236}">
                  <a16:creationId xmlns:a16="http://schemas.microsoft.com/office/drawing/2014/main" id="{DCEBE90D-3E8C-8141-DEAE-EF63D14F20E4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rcRect/>
            <a:stretch/>
          </p:blipFill>
          <p:spPr>
            <a:xfrm>
              <a:off x="623508" y="2001148"/>
              <a:ext cx="237162" cy="237162"/>
            </a:xfrm>
            <a:prstGeom prst="rect">
              <a:avLst/>
            </a:prstGeom>
          </p:spPr>
        </p:pic>
      </p:grpSp>
      <p:grpSp>
        <p:nvGrpSpPr>
          <p:cNvPr id="88" name="!! 更多连接">
            <a:extLst>
              <a:ext uri="{FF2B5EF4-FFF2-40B4-BE49-F238E27FC236}">
                <a16:creationId xmlns:a16="http://schemas.microsoft.com/office/drawing/2014/main" id="{6780F8DE-13B8-73C9-D49E-3F8AE3D15B5C}"/>
              </a:ext>
            </a:extLst>
          </p:cNvPr>
          <p:cNvGrpSpPr/>
          <p:nvPr/>
        </p:nvGrpSpPr>
        <p:grpSpPr>
          <a:xfrm>
            <a:off x="462454" y="3410531"/>
            <a:ext cx="2552892" cy="457924"/>
            <a:chOff x="462453" y="2623554"/>
            <a:chExt cx="2552892" cy="457924"/>
          </a:xfrm>
        </p:grpSpPr>
        <p:sp>
          <p:nvSpPr>
            <p:cNvPr id="89" name="!! 未选中">
              <a:hlinkClick r:id="rId25" action="ppaction://hlinksldjump"/>
              <a:extLst>
                <a:ext uri="{FF2B5EF4-FFF2-40B4-BE49-F238E27FC236}">
                  <a16:creationId xmlns:a16="http://schemas.microsoft.com/office/drawing/2014/main" id="{FAED7288-E8A0-3050-A078-F5AEC13C0546}"/>
                </a:ext>
              </a:extLst>
            </p:cNvPr>
            <p:cNvSpPr/>
            <p:nvPr/>
          </p:nvSpPr>
          <p:spPr>
            <a:xfrm>
              <a:off x="462453" y="2623554"/>
              <a:ext cx="2552892" cy="457924"/>
            </a:xfrm>
            <a:prstGeom prst="roundRect">
              <a:avLst>
                <a:gd name="adj" fmla="val 22880"/>
              </a:avLst>
            </a:prstGeom>
            <a:solidFill>
              <a:schemeClr val="bg2"/>
            </a:solidFill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1998" defTabSz="914377">
                <a:defRPr/>
              </a:pPr>
              <a:r>
                <a:rPr lang="zh-CN" altLang="en-US" sz="1400" dirty="0">
                  <a:solidFill>
                    <a:schemeClr val="tx1">
                      <a:lumMod val="90000"/>
                      <a:lumOff val="10000"/>
                    </a:schemeClr>
                  </a:solidFill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      更多连接</a:t>
              </a:r>
            </a:p>
          </p:txBody>
        </p:sp>
        <p:grpSp>
          <p:nvGrpSpPr>
            <p:cNvPr id="90" name="组合 89">
              <a:extLst>
                <a:ext uri="{FF2B5EF4-FFF2-40B4-BE49-F238E27FC236}">
                  <a16:creationId xmlns:a16="http://schemas.microsoft.com/office/drawing/2014/main" id="{E341FF15-9C84-E376-8B50-5D791A4F1B88}"/>
                </a:ext>
              </a:extLst>
            </p:cNvPr>
            <p:cNvGrpSpPr/>
            <p:nvPr/>
          </p:nvGrpSpPr>
          <p:grpSpPr>
            <a:xfrm>
              <a:off x="600851" y="2735577"/>
              <a:ext cx="245090" cy="245090"/>
              <a:chOff x="3449581" y="2374787"/>
              <a:chExt cx="263638" cy="263638"/>
            </a:xfrm>
          </p:grpSpPr>
          <p:sp>
            <p:nvSpPr>
              <p:cNvPr id="91" name="椭圆 90">
                <a:extLst>
                  <a:ext uri="{FF2B5EF4-FFF2-40B4-BE49-F238E27FC236}">
                    <a16:creationId xmlns:a16="http://schemas.microsoft.com/office/drawing/2014/main" id="{85E77321-CACE-1291-02EA-8803CD6EC25C}"/>
                  </a:ext>
                </a:extLst>
              </p:cNvPr>
              <p:cNvSpPr/>
              <p:nvPr/>
            </p:nvSpPr>
            <p:spPr>
              <a:xfrm>
                <a:off x="3449581" y="2374787"/>
                <a:ext cx="263638" cy="263638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92" name="icon">
                <a:extLst>
                  <a:ext uri="{FF2B5EF4-FFF2-40B4-BE49-F238E27FC236}">
                    <a16:creationId xmlns:a16="http://schemas.microsoft.com/office/drawing/2014/main" id="{77E94AD7-0E37-B0C4-B768-75DCAE8437E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6">
                <a:extLst>
                  <a:ext uri="{96DAC541-7B7A-43D3-8B79-37D633B846F1}">
                    <asvg:svgBlip xmlns:asvg="http://schemas.microsoft.com/office/drawing/2016/SVG/main" r:embed="rId27"/>
                  </a:ext>
                </a:extLst>
              </a:blip>
              <a:srcRect/>
              <a:stretch/>
            </p:blipFill>
            <p:spPr>
              <a:xfrm>
                <a:off x="3513774" y="2433849"/>
                <a:ext cx="143060" cy="143060"/>
              </a:xfrm>
              <a:prstGeom prst="rect">
                <a:avLst/>
              </a:prstGeom>
            </p:spPr>
          </p:pic>
        </p:grpSp>
      </p:grpSp>
      <p:sp>
        <p:nvSpPr>
          <p:cNvPr id="93" name="!! 更多">
            <a:extLst>
              <a:ext uri="{FF2B5EF4-FFF2-40B4-BE49-F238E27FC236}">
                <a16:creationId xmlns:a16="http://schemas.microsoft.com/office/drawing/2014/main" id="{68882255-4A9F-6942-25E1-03F8D06328AD}"/>
              </a:ext>
            </a:extLst>
          </p:cNvPr>
          <p:cNvSpPr txBox="1"/>
          <p:nvPr/>
        </p:nvSpPr>
        <p:spPr>
          <a:xfrm>
            <a:off x="1310353" y="6016666"/>
            <a:ext cx="85443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100" dirty="0">
                <a:solidFill>
                  <a:schemeClr val="accent1"/>
                </a:solidFill>
              </a:rPr>
              <a:t>下一页</a:t>
            </a:r>
          </a:p>
        </p:txBody>
      </p:sp>
      <p:grpSp>
        <p:nvGrpSpPr>
          <p:cNvPr id="94" name="!! 蓝牙">
            <a:extLst>
              <a:ext uri="{FF2B5EF4-FFF2-40B4-BE49-F238E27FC236}">
                <a16:creationId xmlns:a16="http://schemas.microsoft.com/office/drawing/2014/main" id="{021F7966-C0AE-1938-BC6C-4368E8163A0A}"/>
              </a:ext>
            </a:extLst>
          </p:cNvPr>
          <p:cNvGrpSpPr/>
          <p:nvPr/>
        </p:nvGrpSpPr>
        <p:grpSpPr>
          <a:xfrm>
            <a:off x="462453" y="2846581"/>
            <a:ext cx="2552892" cy="457924"/>
            <a:chOff x="462452" y="2059603"/>
            <a:chExt cx="2552892" cy="457924"/>
          </a:xfrm>
        </p:grpSpPr>
        <p:sp>
          <p:nvSpPr>
            <p:cNvPr id="95" name="!! 未选中">
              <a:hlinkClick r:id="rId28" action="ppaction://hlinksldjump"/>
              <a:extLst>
                <a:ext uri="{FF2B5EF4-FFF2-40B4-BE49-F238E27FC236}">
                  <a16:creationId xmlns:a16="http://schemas.microsoft.com/office/drawing/2014/main" id="{2C613107-3F67-F417-1DED-F4AD4B822042}"/>
                </a:ext>
              </a:extLst>
            </p:cNvPr>
            <p:cNvSpPr/>
            <p:nvPr/>
          </p:nvSpPr>
          <p:spPr>
            <a:xfrm>
              <a:off x="462452" y="2059603"/>
              <a:ext cx="2552892" cy="457924"/>
            </a:xfrm>
            <a:prstGeom prst="roundRect">
              <a:avLst>
                <a:gd name="adj" fmla="val 22880"/>
              </a:avLst>
            </a:prstGeom>
            <a:solidFill>
              <a:schemeClr val="bg2"/>
            </a:solidFill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1998" defTabSz="914377">
                <a:defRPr/>
              </a:pPr>
              <a:r>
                <a:rPr lang="zh-CN" altLang="en-US" sz="1400" dirty="0">
                  <a:solidFill>
                    <a:schemeClr val="tx1">
                      <a:lumMod val="90000"/>
                      <a:lumOff val="10000"/>
                    </a:schemeClr>
                  </a:solidFill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      蓝牙</a:t>
              </a:r>
            </a:p>
          </p:txBody>
        </p:sp>
        <p:pic>
          <p:nvPicPr>
            <p:cNvPr id="96" name="图形 95">
              <a:extLst>
                <a:ext uri="{FF2B5EF4-FFF2-40B4-BE49-F238E27FC236}">
                  <a16:creationId xmlns:a16="http://schemas.microsoft.com/office/drawing/2014/main" id="{CF289A34-C298-E6A5-6B00-138290211A9C}"/>
                </a:ext>
              </a:extLst>
            </p:cNvPr>
            <p:cNvPicPr>
              <a:picLocks noChangeAspect="1"/>
            </p:cNvPicPr>
            <p:nvPr/>
          </p:nvPicPr>
          <p:blipFill>
            <a:blip r:embed="rId29">
              <a:extLst>
                <a:ext uri="{96DAC541-7B7A-43D3-8B79-37D633B846F1}">
                  <asvg:svgBlip xmlns:asvg="http://schemas.microsoft.com/office/drawing/2016/SVG/main" r:embed="rId30"/>
                </a:ext>
              </a:extLst>
            </a:blip>
            <a:stretch>
              <a:fillRect/>
            </a:stretch>
          </p:blipFill>
          <p:spPr>
            <a:xfrm>
              <a:off x="600851" y="2174279"/>
              <a:ext cx="237166" cy="237166"/>
            </a:xfrm>
            <a:prstGeom prst="rect">
              <a:avLst/>
            </a:prstGeom>
          </p:spPr>
        </p:pic>
      </p:grpSp>
      <p:grpSp>
        <p:nvGrpSpPr>
          <p:cNvPr id="97" name="!! WLAN">
            <a:extLst>
              <a:ext uri="{FF2B5EF4-FFF2-40B4-BE49-F238E27FC236}">
                <a16:creationId xmlns:a16="http://schemas.microsoft.com/office/drawing/2014/main" id="{12AB8275-2F99-FB8B-F74E-75B4C4F3F97B}"/>
              </a:ext>
            </a:extLst>
          </p:cNvPr>
          <p:cNvGrpSpPr/>
          <p:nvPr/>
        </p:nvGrpSpPr>
        <p:grpSpPr>
          <a:xfrm>
            <a:off x="462453" y="2282631"/>
            <a:ext cx="2552892" cy="457924"/>
            <a:chOff x="462452" y="1495653"/>
            <a:chExt cx="2552892" cy="457924"/>
          </a:xfrm>
        </p:grpSpPr>
        <p:grpSp>
          <p:nvGrpSpPr>
            <p:cNvPr id="98" name="!! WLAN">
              <a:extLst>
                <a:ext uri="{FF2B5EF4-FFF2-40B4-BE49-F238E27FC236}">
                  <a16:creationId xmlns:a16="http://schemas.microsoft.com/office/drawing/2014/main" id="{6B0D9EB1-1A08-1793-DEB0-568CFE49786F}"/>
                </a:ext>
              </a:extLst>
            </p:cNvPr>
            <p:cNvGrpSpPr/>
            <p:nvPr/>
          </p:nvGrpSpPr>
          <p:grpSpPr>
            <a:xfrm>
              <a:off x="462452" y="1495653"/>
              <a:ext cx="2552892" cy="457924"/>
              <a:chOff x="462452" y="1495653"/>
              <a:chExt cx="2552892" cy="457924"/>
            </a:xfrm>
          </p:grpSpPr>
          <p:sp>
            <p:nvSpPr>
              <p:cNvPr id="100" name="!! 未选中">
                <a:hlinkClick r:id="rId31" action="ppaction://hlinksldjump"/>
                <a:extLst>
                  <a:ext uri="{FF2B5EF4-FFF2-40B4-BE49-F238E27FC236}">
                    <a16:creationId xmlns:a16="http://schemas.microsoft.com/office/drawing/2014/main" id="{4FE65D4F-6A05-35A3-43C2-5B5C8ED1A2BA}"/>
                  </a:ext>
                </a:extLst>
              </p:cNvPr>
              <p:cNvSpPr/>
              <p:nvPr/>
            </p:nvSpPr>
            <p:spPr>
              <a:xfrm>
                <a:off x="462452" y="1495653"/>
                <a:ext cx="2552892" cy="457924"/>
              </a:xfrm>
              <a:prstGeom prst="roundRect">
                <a:avLst>
                  <a:gd name="adj" fmla="val 22880"/>
                </a:avLst>
              </a:prstGeom>
              <a:solidFill>
                <a:schemeClr val="bg2"/>
              </a:solidFill>
              <a:ln w="6350"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71998" defTabSz="914377">
                  <a:defRPr/>
                </a:pPr>
                <a:r>
                  <a:rPr lang="zh-CN" altLang="en-US" sz="1400" dirty="0">
                    <a:solidFill>
                      <a:schemeClr val="tx1">
                        <a:lumMod val="90000"/>
                        <a:lumOff val="10000"/>
                      </a:schemeClr>
                    </a:solidFill>
                    <a:latin typeface="vivo Sans Light" panose="02000400000000000000" pitchFamily="2" charset="-122"/>
                    <a:ea typeface="vivo Sans Light" panose="02000400000000000000" pitchFamily="2" charset="-122"/>
                    <a:cs typeface="vivo Sans Light" panose="02000400000000000000" pitchFamily="2" charset="-122"/>
                  </a:rPr>
                  <a:t>      无线局域网</a:t>
                </a:r>
              </a:p>
            </p:txBody>
          </p:sp>
          <p:pic>
            <p:nvPicPr>
              <p:cNvPr id="101" name="icon">
                <a:extLst>
                  <a:ext uri="{FF2B5EF4-FFF2-40B4-BE49-F238E27FC236}">
                    <a16:creationId xmlns:a16="http://schemas.microsoft.com/office/drawing/2014/main" id="{1D65881C-0D6F-4ADF-2BBC-375739A2A0F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2">
                <a:extLst>
                  <a:ext uri="{96DAC541-7B7A-43D3-8B79-37D633B846F1}">
                    <asvg:svgBlip xmlns:asvg="http://schemas.microsoft.com/office/drawing/2016/SVG/main" r:embed="rId33"/>
                  </a:ext>
                </a:extLst>
              </a:blip>
              <a:srcRect/>
              <a:stretch/>
            </p:blipFill>
            <p:spPr>
              <a:xfrm>
                <a:off x="638475" y="1636367"/>
                <a:ext cx="169842" cy="169842"/>
              </a:xfrm>
              <a:prstGeom prst="rect">
                <a:avLst/>
              </a:prstGeom>
            </p:spPr>
          </p:pic>
        </p:grpSp>
        <p:pic>
          <p:nvPicPr>
            <p:cNvPr id="99" name="图形 98">
              <a:extLst>
                <a:ext uri="{FF2B5EF4-FFF2-40B4-BE49-F238E27FC236}">
                  <a16:creationId xmlns:a16="http://schemas.microsoft.com/office/drawing/2014/main" id="{F42861C9-9040-D666-9283-DBE61ED9D926}"/>
                </a:ext>
              </a:extLst>
            </p:cNvPr>
            <p:cNvPicPr>
              <a:picLocks noChangeAspect="1"/>
            </p:cNvPicPr>
            <p:nvPr/>
          </p:nvPicPr>
          <p:blipFill>
            <a:blip r:embed="rId34">
              <a:extLst>
                <a:ext uri="{96DAC541-7B7A-43D3-8B79-37D633B846F1}">
                  <asvg:svgBlip xmlns:asvg="http://schemas.microsoft.com/office/drawing/2016/SVG/main" r:embed="rId35"/>
                </a:ext>
              </a:extLst>
            </a:blip>
            <a:stretch>
              <a:fillRect/>
            </a:stretch>
          </p:blipFill>
          <p:spPr>
            <a:xfrm>
              <a:off x="600489" y="1593839"/>
              <a:ext cx="245452" cy="245452"/>
            </a:xfrm>
            <a:prstGeom prst="rect">
              <a:avLst/>
            </a:prstGeom>
          </p:spPr>
        </p:pic>
      </p:grpSp>
      <p:grpSp>
        <p:nvGrpSpPr>
          <p:cNvPr id="102" name="!! 关于">
            <a:extLst>
              <a:ext uri="{FF2B5EF4-FFF2-40B4-BE49-F238E27FC236}">
                <a16:creationId xmlns:a16="http://schemas.microsoft.com/office/drawing/2014/main" id="{39CE23DB-D685-DD84-C434-F14CE49B36DA}"/>
              </a:ext>
            </a:extLst>
          </p:cNvPr>
          <p:cNvGrpSpPr/>
          <p:nvPr/>
        </p:nvGrpSpPr>
        <p:grpSpPr>
          <a:xfrm>
            <a:off x="461126" y="5442791"/>
            <a:ext cx="2552892" cy="457924"/>
            <a:chOff x="453977" y="4076722"/>
            <a:chExt cx="2552892" cy="457924"/>
          </a:xfrm>
        </p:grpSpPr>
        <p:sp>
          <p:nvSpPr>
            <p:cNvPr id="103" name="!! 未选中">
              <a:hlinkClick r:id="rId36" action="ppaction://hlinksldjump"/>
              <a:extLst>
                <a:ext uri="{FF2B5EF4-FFF2-40B4-BE49-F238E27FC236}">
                  <a16:creationId xmlns:a16="http://schemas.microsoft.com/office/drawing/2014/main" id="{A756F798-0EAE-51B4-0B32-64EB5B18F232}"/>
                </a:ext>
              </a:extLst>
            </p:cNvPr>
            <p:cNvSpPr/>
            <p:nvPr/>
          </p:nvSpPr>
          <p:spPr>
            <a:xfrm>
              <a:off x="453977" y="4076722"/>
              <a:ext cx="2552892" cy="457924"/>
            </a:xfrm>
            <a:prstGeom prst="roundRect">
              <a:avLst>
                <a:gd name="adj" fmla="val 22880"/>
              </a:avLst>
            </a:prstGeom>
            <a:solidFill>
              <a:schemeClr val="bg2"/>
            </a:solidFill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1998" defTabSz="914377">
                <a:defRPr/>
              </a:pPr>
              <a:r>
                <a:rPr lang="zh-CN" altLang="en-US" sz="1400" dirty="0">
                  <a:solidFill>
                    <a:schemeClr val="tx1">
                      <a:lumMod val="90000"/>
                      <a:lumOff val="10000"/>
                    </a:schemeClr>
                  </a:solidFill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      关于此</a:t>
              </a:r>
              <a:r>
                <a:rPr lang="en-US" altLang="zh-CN" sz="1400" dirty="0">
                  <a:solidFill>
                    <a:schemeClr val="tx1">
                      <a:lumMod val="90000"/>
                      <a:lumOff val="10000"/>
                    </a:schemeClr>
                  </a:solidFill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Pad</a:t>
              </a:r>
              <a:endParaRPr lang="zh-CN" altLang="en-US" sz="1400" dirty="0">
                <a:solidFill>
                  <a:schemeClr val="tx1">
                    <a:lumMod val="90000"/>
                    <a:lumOff val="10000"/>
                  </a:schemeClr>
                </a:solidFill>
                <a:latin typeface="vivo Sans Light" panose="02000400000000000000" pitchFamily="2" charset="-122"/>
                <a:ea typeface="vivo Sans Light" panose="02000400000000000000" pitchFamily="2" charset="-122"/>
                <a:cs typeface="vivo Sans Light" panose="02000400000000000000" pitchFamily="2" charset="-122"/>
              </a:endParaRPr>
            </a:p>
          </p:txBody>
        </p:sp>
        <p:pic>
          <p:nvPicPr>
            <p:cNvPr id="104" name="图形 103">
              <a:extLst>
                <a:ext uri="{FF2B5EF4-FFF2-40B4-BE49-F238E27FC236}">
                  <a16:creationId xmlns:a16="http://schemas.microsoft.com/office/drawing/2014/main" id="{A21DC6A7-6FAC-66AF-EFB2-2759A2545F55}"/>
                </a:ext>
              </a:extLst>
            </p:cNvPr>
            <p:cNvPicPr>
              <a:picLocks noChangeAspect="1"/>
            </p:cNvPicPr>
            <p:nvPr/>
          </p:nvPicPr>
          <p:blipFill>
            <a:blip r:embed="rId37">
              <a:extLst>
                <a:ext uri="{96DAC541-7B7A-43D3-8B79-37D633B846F1}">
                  <asvg:svgBlip xmlns:asvg="http://schemas.microsoft.com/office/drawing/2016/SVG/main" r:embed="rId38"/>
                </a:ext>
              </a:extLst>
            </a:blip>
            <a:stretch>
              <a:fillRect/>
            </a:stretch>
          </p:blipFill>
          <p:spPr>
            <a:xfrm flipV="1">
              <a:off x="599323" y="4190280"/>
              <a:ext cx="238694" cy="238694"/>
            </a:xfrm>
            <a:prstGeom prst="rect">
              <a:avLst/>
            </a:prstGeom>
          </p:spPr>
        </p:pic>
      </p:grpSp>
      <p:grpSp>
        <p:nvGrpSpPr>
          <p:cNvPr id="105" name="!! 保护">
            <a:extLst>
              <a:ext uri="{FF2B5EF4-FFF2-40B4-BE49-F238E27FC236}">
                <a16:creationId xmlns:a16="http://schemas.microsoft.com/office/drawing/2014/main" id="{6BD24188-DFB0-69EF-4526-AD8B06873BDB}"/>
              </a:ext>
            </a:extLst>
          </p:cNvPr>
          <p:cNvGrpSpPr/>
          <p:nvPr/>
        </p:nvGrpSpPr>
        <p:grpSpPr>
          <a:xfrm>
            <a:off x="461126" y="4868915"/>
            <a:ext cx="2552892" cy="457924"/>
            <a:chOff x="462453" y="2623554"/>
            <a:chExt cx="2552892" cy="457924"/>
          </a:xfrm>
        </p:grpSpPr>
        <p:sp>
          <p:nvSpPr>
            <p:cNvPr id="106" name="!! 未选中">
              <a:hlinkClick r:id="rId39" action="ppaction://hlinksldjump"/>
              <a:extLst>
                <a:ext uri="{FF2B5EF4-FFF2-40B4-BE49-F238E27FC236}">
                  <a16:creationId xmlns:a16="http://schemas.microsoft.com/office/drawing/2014/main" id="{5A8DAE7E-34A1-94C6-5D5B-CDC73BAB0FD3}"/>
                </a:ext>
              </a:extLst>
            </p:cNvPr>
            <p:cNvSpPr/>
            <p:nvPr/>
          </p:nvSpPr>
          <p:spPr>
            <a:xfrm>
              <a:off x="462453" y="2623554"/>
              <a:ext cx="2552892" cy="457924"/>
            </a:xfrm>
            <a:prstGeom prst="roundRect">
              <a:avLst>
                <a:gd name="adj" fmla="val 22880"/>
              </a:avLst>
            </a:prstGeom>
            <a:solidFill>
              <a:schemeClr val="tx1">
                <a:lumMod val="10000"/>
                <a:lumOff val="90000"/>
              </a:schemeClr>
            </a:solidFill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1998" defTabSz="914377">
                <a:defRPr/>
              </a:pPr>
              <a:r>
                <a:rPr lang="zh-CN" altLang="en-US" sz="1400" dirty="0">
                  <a:solidFill>
                    <a:schemeClr val="tx1">
                      <a:lumMod val="90000"/>
                      <a:lumOff val="10000"/>
                    </a:schemeClr>
                  </a:solidFill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      设备安全性</a:t>
              </a:r>
            </a:p>
          </p:txBody>
        </p:sp>
        <p:grpSp>
          <p:nvGrpSpPr>
            <p:cNvPr id="107" name="组合 106">
              <a:extLst>
                <a:ext uri="{FF2B5EF4-FFF2-40B4-BE49-F238E27FC236}">
                  <a16:creationId xmlns:a16="http://schemas.microsoft.com/office/drawing/2014/main" id="{0834B38A-7448-4108-3722-403D759352BC}"/>
                </a:ext>
              </a:extLst>
            </p:cNvPr>
            <p:cNvGrpSpPr/>
            <p:nvPr/>
          </p:nvGrpSpPr>
          <p:grpSpPr>
            <a:xfrm>
              <a:off x="600851" y="2735577"/>
              <a:ext cx="245090" cy="245090"/>
              <a:chOff x="3449581" y="2374787"/>
              <a:chExt cx="263638" cy="263638"/>
            </a:xfrm>
          </p:grpSpPr>
          <p:sp>
            <p:nvSpPr>
              <p:cNvPr id="108" name="椭圆 107">
                <a:extLst>
                  <a:ext uri="{FF2B5EF4-FFF2-40B4-BE49-F238E27FC236}">
                    <a16:creationId xmlns:a16="http://schemas.microsoft.com/office/drawing/2014/main" id="{E7CD8432-3D7B-84BC-8EBF-836A53E8D4EF}"/>
                  </a:ext>
                </a:extLst>
              </p:cNvPr>
              <p:cNvSpPr/>
              <p:nvPr/>
            </p:nvSpPr>
            <p:spPr>
              <a:xfrm>
                <a:off x="3449581" y="2374787"/>
                <a:ext cx="263638" cy="263638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109" name="icon">
                <a:extLst>
                  <a:ext uri="{FF2B5EF4-FFF2-40B4-BE49-F238E27FC236}">
                    <a16:creationId xmlns:a16="http://schemas.microsoft.com/office/drawing/2014/main" id="{6397389D-2431-4488-F026-6E2265D7E3C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0">
                <a:extLst>
                  <a:ext uri="{96DAC541-7B7A-43D3-8B79-37D633B846F1}">
                    <asvg:svgBlip xmlns:asvg="http://schemas.microsoft.com/office/drawing/2016/SVG/main" r:embed="rId41"/>
                  </a:ext>
                </a:extLst>
              </a:blip>
              <a:srcRect/>
              <a:stretch/>
            </p:blipFill>
            <p:spPr>
              <a:xfrm>
                <a:off x="3513869" y="2435878"/>
                <a:ext cx="143060" cy="143060"/>
              </a:xfrm>
              <a:prstGeom prst="rect">
                <a:avLst/>
              </a:prstGeom>
            </p:spPr>
          </p:pic>
        </p:grpSp>
      </p:grpSp>
      <p:grpSp>
        <p:nvGrpSpPr>
          <p:cNvPr id="110" name="组合 109">
            <a:extLst>
              <a:ext uri="{FF2B5EF4-FFF2-40B4-BE49-F238E27FC236}">
                <a16:creationId xmlns:a16="http://schemas.microsoft.com/office/drawing/2014/main" id="{EFA7B37D-3220-CA30-33E3-A9B5970CF24E}"/>
              </a:ext>
            </a:extLst>
          </p:cNvPr>
          <p:cNvGrpSpPr/>
          <p:nvPr/>
        </p:nvGrpSpPr>
        <p:grpSpPr>
          <a:xfrm>
            <a:off x="461126" y="1123111"/>
            <a:ext cx="2552892" cy="756471"/>
            <a:chOff x="461125" y="1123110"/>
            <a:chExt cx="2552892" cy="756471"/>
          </a:xfrm>
        </p:grpSpPr>
        <p:sp>
          <p:nvSpPr>
            <p:cNvPr id="111" name="矩形: 圆角 110">
              <a:hlinkClick r:id="rId42" action="ppaction://hlinksldjump"/>
              <a:extLst>
                <a:ext uri="{FF2B5EF4-FFF2-40B4-BE49-F238E27FC236}">
                  <a16:creationId xmlns:a16="http://schemas.microsoft.com/office/drawing/2014/main" id="{4E32E14B-7C7F-656E-1BA2-7C28ADDD0354}"/>
                </a:ext>
              </a:extLst>
            </p:cNvPr>
            <p:cNvSpPr/>
            <p:nvPr/>
          </p:nvSpPr>
          <p:spPr>
            <a:xfrm>
              <a:off x="461125" y="1123110"/>
              <a:ext cx="2552892" cy="756471"/>
            </a:xfrm>
            <a:prstGeom prst="roundRect">
              <a:avLst>
                <a:gd name="adj" fmla="val 13695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2" name="文本框 111">
              <a:extLst>
                <a:ext uri="{FF2B5EF4-FFF2-40B4-BE49-F238E27FC236}">
                  <a16:creationId xmlns:a16="http://schemas.microsoft.com/office/drawing/2014/main" id="{B27B550F-6466-B5AE-16C0-5170C23F4AE0}"/>
                </a:ext>
              </a:extLst>
            </p:cNvPr>
            <p:cNvSpPr txBox="1"/>
            <p:nvPr/>
          </p:nvSpPr>
          <p:spPr>
            <a:xfrm>
              <a:off x="1119456" y="1283470"/>
              <a:ext cx="161993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dirty="0">
                  <a:latin typeface="+mn-ea"/>
                  <a:cs typeface="vivo Sans Light" panose="02000400000000000000" pitchFamily="2" charset="-122"/>
                </a:rPr>
                <a:t>雨夌</a:t>
              </a:r>
            </a:p>
          </p:txBody>
        </p:sp>
        <p:sp>
          <p:nvSpPr>
            <p:cNvPr id="113" name="文本框 112">
              <a:extLst>
                <a:ext uri="{FF2B5EF4-FFF2-40B4-BE49-F238E27FC236}">
                  <a16:creationId xmlns:a16="http://schemas.microsoft.com/office/drawing/2014/main" id="{DF1004EA-8DF7-21F8-5FF5-B1762234EF9A}"/>
                </a:ext>
              </a:extLst>
            </p:cNvPr>
            <p:cNvSpPr txBox="1"/>
            <p:nvPr/>
          </p:nvSpPr>
          <p:spPr>
            <a:xfrm>
              <a:off x="1119456" y="1497658"/>
              <a:ext cx="161993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000" dirty="0">
                  <a:solidFill>
                    <a:schemeClr val="bg1">
                      <a:lumMod val="75000"/>
                    </a:schemeClr>
                  </a:solidFill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管理你的云账户</a:t>
              </a:r>
            </a:p>
          </p:txBody>
        </p:sp>
        <p:sp>
          <p:nvSpPr>
            <p:cNvPr id="114" name="!! 头像框">
              <a:extLst>
                <a:ext uri="{FF2B5EF4-FFF2-40B4-BE49-F238E27FC236}">
                  <a16:creationId xmlns:a16="http://schemas.microsoft.com/office/drawing/2014/main" id="{13E27B39-0937-68E9-61C7-BD4D3832B838}"/>
                </a:ext>
              </a:extLst>
            </p:cNvPr>
            <p:cNvSpPr/>
            <p:nvPr/>
          </p:nvSpPr>
          <p:spPr>
            <a:xfrm>
              <a:off x="638475" y="1267548"/>
              <a:ext cx="463636" cy="463636"/>
            </a:xfrm>
            <a:prstGeom prst="ellipse">
              <a:avLst/>
            </a:prstGeom>
            <a:blipFill>
              <a:blip r:embed="rId43"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77">
                <a:defRPr/>
              </a:pPr>
              <a:endParaRPr lang="zh-CN" altLang="en-US">
                <a:solidFill>
                  <a:srgbClr val="F5F5F5"/>
                </a:solidFill>
                <a:latin typeface="vivo Sans"/>
                <a:ea typeface="vivo Sans"/>
              </a:endParaRPr>
            </a:p>
          </p:txBody>
        </p:sp>
      </p:grpSp>
      <p:sp>
        <p:nvSpPr>
          <p:cNvPr id="8" name="!! 遮罩2">
            <a:extLst>
              <a:ext uri="{FF2B5EF4-FFF2-40B4-BE49-F238E27FC236}">
                <a16:creationId xmlns:a16="http://schemas.microsoft.com/office/drawing/2014/main" id="{6FD2F0EE-F8D0-D75D-8C18-FBDA91A16D49}"/>
              </a:ext>
            </a:extLst>
          </p:cNvPr>
          <p:cNvSpPr/>
          <p:nvPr/>
        </p:nvSpPr>
        <p:spPr>
          <a:xfrm>
            <a:off x="3" y="0"/>
            <a:ext cx="12191999" cy="6858000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>
              <a:defRPr/>
            </a:pPr>
            <a:endParaRPr lang="zh-CN" altLang="en-US" dirty="0">
              <a:solidFill>
                <a:srgbClr val="F5F5F5"/>
              </a:solidFill>
              <a:latin typeface="vivo Sans"/>
              <a:ea typeface="vivo Sans"/>
            </a:endParaRP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65D4B6F1-17B2-E139-7123-F474F7D9AC45}"/>
              </a:ext>
            </a:extLst>
          </p:cNvPr>
          <p:cNvSpPr/>
          <p:nvPr/>
        </p:nvSpPr>
        <p:spPr>
          <a:xfrm>
            <a:off x="3389116" y="704241"/>
            <a:ext cx="5390463" cy="5427671"/>
          </a:xfrm>
          <a:prstGeom prst="roundRect">
            <a:avLst>
              <a:gd name="adj" fmla="val 1955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>
              <a:defRPr/>
            </a:pPr>
            <a:endParaRPr lang="zh-CN" altLang="en-US" dirty="0">
              <a:solidFill>
                <a:srgbClr val="F5F5F5"/>
              </a:solidFill>
              <a:latin typeface="vivo Sans"/>
              <a:ea typeface="vivo Sans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5F0E0D21-A807-7743-7895-B475045497D1}"/>
              </a:ext>
            </a:extLst>
          </p:cNvPr>
          <p:cNvSpPr txBox="1"/>
          <p:nvPr/>
        </p:nvSpPr>
        <p:spPr>
          <a:xfrm>
            <a:off x="3823761" y="1216318"/>
            <a:ext cx="38135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377">
              <a:defRPr/>
            </a:pPr>
            <a:r>
              <a:rPr lang="zh-CN" altLang="en-US" sz="2400" dirty="0">
                <a:solidFill>
                  <a:srgbClr val="181818"/>
                </a:solidFill>
                <a:latin typeface="vivo Sans Medium"/>
                <a:ea typeface="vivo Sans Medium"/>
              </a:rPr>
              <a:t>启用硬件保护</a:t>
            </a:r>
          </a:p>
        </p:txBody>
      </p:sp>
      <p:sp>
        <p:nvSpPr>
          <p:cNvPr id="16" name="!! 按钮">
            <a:hlinkClick r:id="rId44" action="ppaction://hlinksldjump"/>
            <a:extLst>
              <a:ext uri="{FF2B5EF4-FFF2-40B4-BE49-F238E27FC236}">
                <a16:creationId xmlns:a16="http://schemas.microsoft.com/office/drawing/2014/main" id="{52BE64DF-9057-FFDA-C3CC-2B33DC24EEC0}"/>
              </a:ext>
            </a:extLst>
          </p:cNvPr>
          <p:cNvSpPr/>
          <p:nvPr/>
        </p:nvSpPr>
        <p:spPr>
          <a:xfrm>
            <a:off x="6689319" y="5308765"/>
            <a:ext cx="1655235" cy="40821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  <a:effectLst>
            <a:outerShdw blurRad="88900" sx="101000" sy="101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>
              <a:defRPr/>
            </a:pPr>
            <a:r>
              <a:rPr lang="zh-CN" altLang="en-US" sz="1400" dirty="0">
                <a:solidFill>
                  <a:srgbClr val="FFFFFF"/>
                </a:solidFill>
                <a:latin typeface="vivo Sans"/>
                <a:ea typeface="vivo Sans"/>
              </a:rPr>
              <a:t>完成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CB3B95AD-A8C2-CFC4-1633-694140EF104D}"/>
              </a:ext>
            </a:extLst>
          </p:cNvPr>
          <p:cNvSpPr txBox="1"/>
          <p:nvPr/>
        </p:nvSpPr>
        <p:spPr>
          <a:xfrm>
            <a:off x="3831135" y="1668330"/>
            <a:ext cx="45134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377">
              <a:defRPr/>
            </a:pPr>
            <a:r>
              <a:rPr lang="zh-CN" altLang="en-US" sz="1400" dirty="0">
                <a:solidFill>
                  <a:srgbClr val="181818"/>
                </a:solidFill>
                <a:latin typeface="vivo Sans"/>
                <a:ea typeface="vivo Sans"/>
              </a:rPr>
              <a:t>无法开启硬件保护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3A065DAF-196B-23F1-3D9D-9BF252393910}"/>
              </a:ext>
            </a:extLst>
          </p:cNvPr>
          <p:cNvSpPr txBox="1"/>
          <p:nvPr/>
        </p:nvSpPr>
        <p:spPr>
          <a:xfrm>
            <a:off x="3819427" y="1924736"/>
            <a:ext cx="45134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377">
              <a:defRPr/>
            </a:pPr>
            <a:r>
              <a:rPr lang="zh-CN" altLang="en-US" sz="1400" dirty="0">
                <a:solidFill>
                  <a:srgbClr val="62A8D3">
                    <a:lumMod val="75000"/>
                  </a:srgbClr>
                </a:solidFill>
                <a:latin typeface="vivo Sans"/>
                <a:ea typeface="vivo Sans"/>
              </a:rPr>
              <a:t>详细信息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355FB6C5-A059-7379-3253-6C0A4E8497E4}"/>
              </a:ext>
            </a:extLst>
          </p:cNvPr>
          <p:cNvSpPr txBox="1"/>
          <p:nvPr/>
        </p:nvSpPr>
        <p:spPr>
          <a:xfrm>
            <a:off x="3823761" y="1216318"/>
            <a:ext cx="38135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377">
              <a:defRPr/>
            </a:pPr>
            <a:r>
              <a:rPr lang="zh-CN" altLang="en-US" sz="2400">
                <a:solidFill>
                  <a:srgbClr val="181818"/>
                </a:solidFill>
                <a:latin typeface="vivo Sans Medium"/>
                <a:ea typeface="vivo Sans Medium"/>
              </a:rPr>
              <a:t>详细信息</a:t>
            </a:r>
            <a:endParaRPr lang="zh-CN" altLang="en-US" sz="2400" dirty="0">
              <a:solidFill>
                <a:srgbClr val="181818"/>
              </a:solidFill>
              <a:latin typeface="vivo Sans Medium"/>
              <a:ea typeface="vivo Sans Medium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87AB82B2-7662-0D84-74EC-43A4313ECA4F}"/>
              </a:ext>
            </a:extLst>
          </p:cNvPr>
          <p:cNvSpPr txBox="1"/>
          <p:nvPr/>
        </p:nvSpPr>
        <p:spPr>
          <a:xfrm>
            <a:off x="3831135" y="1668330"/>
            <a:ext cx="45134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377">
              <a:defRPr/>
            </a:pPr>
            <a:r>
              <a:rPr lang="zh-CN" altLang="en-US" sz="1400" dirty="0">
                <a:latin typeface="vivo Sans"/>
                <a:ea typeface="vivo Sans"/>
              </a:rPr>
              <a:t>系统为可编辑模式，无法启用硬件保护</a:t>
            </a:r>
          </a:p>
        </p:txBody>
      </p:sp>
      <p:sp>
        <p:nvSpPr>
          <p:cNvPr id="23" name="文本框 22">
            <a:hlinkClick r:id="rId45" action="ppaction://hlinksldjump"/>
            <a:extLst>
              <a:ext uri="{FF2B5EF4-FFF2-40B4-BE49-F238E27FC236}">
                <a16:creationId xmlns:a16="http://schemas.microsoft.com/office/drawing/2014/main" id="{B408A8A9-5AB4-7991-536C-0402224C8A30}"/>
              </a:ext>
            </a:extLst>
          </p:cNvPr>
          <p:cNvSpPr txBox="1"/>
          <p:nvPr/>
        </p:nvSpPr>
        <p:spPr>
          <a:xfrm>
            <a:off x="3827635" y="1905718"/>
            <a:ext cx="45134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377">
              <a:defRPr/>
            </a:pPr>
            <a:r>
              <a:rPr lang="zh-CN" altLang="en-US" sz="1400" dirty="0">
                <a:solidFill>
                  <a:schemeClr val="accent1">
                    <a:lumMod val="75000"/>
                  </a:schemeClr>
                </a:solidFill>
                <a:latin typeface="vivo Sans"/>
                <a:ea typeface="vivo Sans"/>
              </a:rPr>
              <a:t>返回</a:t>
            </a:r>
          </a:p>
        </p:txBody>
      </p:sp>
      <p:grpSp>
        <p:nvGrpSpPr>
          <p:cNvPr id="15" name="!! dock右">
            <a:extLst>
              <a:ext uri="{FF2B5EF4-FFF2-40B4-BE49-F238E27FC236}">
                <a16:creationId xmlns:a16="http://schemas.microsoft.com/office/drawing/2014/main" id="{629D5E09-4C52-26D7-764A-A5873AFFA68A}"/>
              </a:ext>
            </a:extLst>
          </p:cNvPr>
          <p:cNvGrpSpPr/>
          <p:nvPr/>
        </p:nvGrpSpPr>
        <p:grpSpPr>
          <a:xfrm>
            <a:off x="4869920" y="7119572"/>
            <a:ext cx="2452159" cy="574899"/>
            <a:chOff x="7408333" y="5780624"/>
            <a:chExt cx="2452159" cy="704838"/>
          </a:xfrm>
        </p:grpSpPr>
        <p:sp useBgFill="1">
          <p:nvSpPr>
            <p:cNvPr id="33" name="!! 模糊">
              <a:extLst>
                <a:ext uri="{FF2B5EF4-FFF2-40B4-BE49-F238E27FC236}">
                  <a16:creationId xmlns:a16="http://schemas.microsoft.com/office/drawing/2014/main" id="{EAB23F2D-C980-C2BF-469D-472C7F359980}"/>
                </a:ext>
              </a:extLst>
            </p:cNvPr>
            <p:cNvSpPr>
              <a:spLocks/>
            </p:cNvSpPr>
            <p:nvPr/>
          </p:nvSpPr>
          <p:spPr>
            <a:xfrm>
              <a:off x="7408333" y="5780624"/>
              <a:ext cx="2452159" cy="704838"/>
            </a:xfrm>
            <a:prstGeom prst="roundRect">
              <a:avLst>
                <a:gd name="adj" fmla="val 15000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189">
                <a:defRPr/>
              </a:pPr>
              <a:endParaRPr lang="zh-CN" altLang="en-US">
                <a:solidFill>
                  <a:srgbClr val="FFFFFF"/>
                </a:solidFill>
                <a:latin typeface="OPPOSans R"/>
                <a:ea typeface="OPPOSans R"/>
              </a:endParaRPr>
            </a:p>
          </p:txBody>
        </p:sp>
        <p:sp>
          <p:nvSpPr>
            <p:cNvPr id="36" name="!! 颜色遮罩">
              <a:extLst>
                <a:ext uri="{FF2B5EF4-FFF2-40B4-BE49-F238E27FC236}">
                  <a16:creationId xmlns:a16="http://schemas.microsoft.com/office/drawing/2014/main" id="{DFF0EEA0-26FF-3F97-7937-B1F28621EFB2}"/>
                </a:ext>
              </a:extLst>
            </p:cNvPr>
            <p:cNvSpPr>
              <a:spLocks/>
            </p:cNvSpPr>
            <p:nvPr/>
          </p:nvSpPr>
          <p:spPr>
            <a:xfrm>
              <a:off x="7408333" y="5780624"/>
              <a:ext cx="2452159" cy="704838"/>
            </a:xfrm>
            <a:prstGeom prst="roundRect">
              <a:avLst>
                <a:gd name="adj" fmla="val 15000"/>
              </a:avLst>
            </a:prstGeom>
            <a:solidFill>
              <a:schemeClr val="bg2">
                <a:alpha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189">
                <a:defRPr/>
              </a:pPr>
              <a:endParaRPr lang="zh-CN" altLang="en-US" dirty="0">
                <a:solidFill>
                  <a:srgbClr val="FFFFFF"/>
                </a:solidFill>
                <a:latin typeface="OPPOSans R"/>
                <a:ea typeface="OPPOSans R"/>
              </a:endParaRPr>
            </a:p>
          </p:txBody>
        </p:sp>
        <p:pic>
          <p:nvPicPr>
            <p:cNvPr id="41" name="!! 信号">
              <a:extLst>
                <a:ext uri="{FF2B5EF4-FFF2-40B4-BE49-F238E27FC236}">
                  <a16:creationId xmlns:a16="http://schemas.microsoft.com/office/drawing/2014/main" id="{E0DDF597-FB79-FC2C-721A-729225C54C5B}"/>
                </a:ext>
              </a:extLst>
            </p:cNvPr>
            <p:cNvPicPr>
              <a:picLocks noChangeAspect="1"/>
            </p:cNvPicPr>
            <p:nvPr/>
          </p:nvPicPr>
          <p:blipFill>
            <a:blip r:embed="rId4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7"/>
                </a:ext>
              </a:extLst>
            </a:blip>
            <a:stretch>
              <a:fillRect/>
            </a:stretch>
          </p:blipFill>
          <p:spPr>
            <a:xfrm>
              <a:off x="7638254" y="5893986"/>
              <a:ext cx="221460" cy="221458"/>
            </a:xfrm>
            <a:prstGeom prst="rect">
              <a:avLst/>
            </a:prstGeom>
          </p:spPr>
        </p:pic>
        <p:sp>
          <p:nvSpPr>
            <p:cNvPr id="43" name="!! 运营商">
              <a:extLst>
                <a:ext uri="{FF2B5EF4-FFF2-40B4-BE49-F238E27FC236}">
                  <a16:creationId xmlns:a16="http://schemas.microsoft.com/office/drawing/2014/main" id="{02BCF7DF-1049-0475-A8DD-31795F58CEFC}"/>
                </a:ext>
              </a:extLst>
            </p:cNvPr>
            <p:cNvSpPr txBox="1"/>
            <p:nvPr/>
          </p:nvSpPr>
          <p:spPr>
            <a:xfrm>
              <a:off x="7813676" y="5913455"/>
              <a:ext cx="1114424" cy="2830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457189">
                <a:defRPr/>
              </a:pPr>
              <a:r>
                <a:rPr lang="en-US" altLang="zh-CN" sz="900" dirty="0">
                  <a:latin typeface="OPPOSans M"/>
                  <a:ea typeface="OPPOSans M"/>
                </a:rPr>
                <a:t>Virtual Net</a:t>
              </a:r>
              <a:endParaRPr lang="zh-CN" altLang="en-US" sz="900" dirty="0">
                <a:latin typeface="OPPOSans M"/>
                <a:ea typeface="OPPOSans M"/>
              </a:endParaRPr>
            </a:p>
          </p:txBody>
        </p:sp>
        <p:pic>
          <p:nvPicPr>
            <p:cNvPr id="44" name="!! 通知">
              <a:extLst>
                <a:ext uri="{FF2B5EF4-FFF2-40B4-BE49-F238E27FC236}">
                  <a16:creationId xmlns:a16="http://schemas.microsoft.com/office/drawing/2014/main" id="{5CE4FDDE-EAC2-DFB5-DF7B-62D80D3B2304}"/>
                </a:ext>
              </a:extLst>
            </p:cNvPr>
            <p:cNvPicPr>
              <a:picLocks noChangeAspect="1"/>
            </p:cNvPicPr>
            <p:nvPr/>
          </p:nvPicPr>
          <p:blipFill>
            <a:blip r:embed="rId4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9"/>
                </a:ext>
              </a:extLst>
            </a:blip>
            <a:stretch>
              <a:fillRect/>
            </a:stretch>
          </p:blipFill>
          <p:spPr>
            <a:xfrm>
              <a:off x="9287931" y="5948436"/>
              <a:ext cx="152400" cy="152400"/>
            </a:xfrm>
            <a:prstGeom prst="rect">
              <a:avLst/>
            </a:prstGeom>
          </p:spPr>
        </p:pic>
        <p:pic>
          <p:nvPicPr>
            <p:cNvPr id="45" name="!! 电池">
              <a:extLst>
                <a:ext uri="{FF2B5EF4-FFF2-40B4-BE49-F238E27FC236}">
                  <a16:creationId xmlns:a16="http://schemas.microsoft.com/office/drawing/2014/main" id="{C8C1D240-84C3-4C65-F9EB-9547C1D357A1}"/>
                </a:ext>
              </a:extLst>
            </p:cNvPr>
            <p:cNvPicPr>
              <a:picLocks noChangeAspect="1"/>
            </p:cNvPicPr>
            <p:nvPr/>
          </p:nvPicPr>
          <p:blipFill>
            <a:blip r:embed="rId5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1"/>
                </a:ext>
              </a:extLst>
            </a:blip>
            <a:stretch>
              <a:fillRect/>
            </a:stretch>
          </p:blipFill>
          <p:spPr>
            <a:xfrm>
              <a:off x="7637460" y="6171965"/>
              <a:ext cx="191558" cy="191558"/>
            </a:xfrm>
            <a:prstGeom prst="rect">
              <a:avLst/>
            </a:prstGeom>
          </p:spPr>
        </p:pic>
        <p:sp>
          <p:nvSpPr>
            <p:cNvPr id="46" name="!! 时间">
              <a:extLst>
                <a:ext uri="{FF2B5EF4-FFF2-40B4-BE49-F238E27FC236}">
                  <a16:creationId xmlns:a16="http://schemas.microsoft.com/office/drawing/2014/main" id="{E6093EC3-7D0E-AB09-0178-C3BD82AE9FEE}"/>
                </a:ext>
              </a:extLst>
            </p:cNvPr>
            <p:cNvSpPr txBox="1"/>
            <p:nvPr/>
          </p:nvSpPr>
          <p:spPr>
            <a:xfrm>
              <a:off x="8982607" y="6148520"/>
              <a:ext cx="773641" cy="3114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defTabSz="457189">
                <a:defRPr/>
              </a:pPr>
              <a:r>
                <a:rPr lang="en-US" altLang="zh-CN" sz="1051" dirty="0">
                  <a:latin typeface="OPPOSans R"/>
                  <a:ea typeface="OPPOSans R"/>
                </a:rPr>
                <a:t>16:34</a:t>
              </a:r>
              <a:endParaRPr lang="zh-CN" altLang="en-US" sz="1051" dirty="0">
                <a:latin typeface="OPPOSans R"/>
                <a:ea typeface="OPPOSans R"/>
              </a:endParaRPr>
            </a:p>
          </p:txBody>
        </p:sp>
        <p:sp>
          <p:nvSpPr>
            <p:cNvPr id="47" name="!! AC">
              <a:extLst>
                <a:ext uri="{FF2B5EF4-FFF2-40B4-BE49-F238E27FC236}">
                  <a16:creationId xmlns:a16="http://schemas.microsoft.com/office/drawing/2014/main" id="{8DB1114F-82C6-9F9E-552B-67B4FF230A49}"/>
                </a:ext>
              </a:extLst>
            </p:cNvPr>
            <p:cNvSpPr txBox="1"/>
            <p:nvPr/>
          </p:nvSpPr>
          <p:spPr>
            <a:xfrm>
              <a:off x="7766842" y="6152328"/>
              <a:ext cx="434183" cy="2830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457189">
                <a:defRPr/>
              </a:pPr>
              <a:r>
                <a:rPr lang="en-US" altLang="zh-CN" sz="900" dirty="0">
                  <a:latin typeface="OPPOSans R"/>
                  <a:ea typeface="OPPOSans R"/>
                </a:rPr>
                <a:t>49%</a:t>
              </a:r>
              <a:endParaRPr lang="zh-CN" altLang="en-US" sz="900" dirty="0">
                <a:latin typeface="OPPOSans R"/>
                <a:ea typeface="OPPOSans R"/>
              </a:endParaRPr>
            </a:p>
          </p:txBody>
        </p:sp>
        <p:pic>
          <p:nvPicPr>
            <p:cNvPr id="49" name="!! 声音">
              <a:extLst>
                <a:ext uri="{FF2B5EF4-FFF2-40B4-BE49-F238E27FC236}">
                  <a16:creationId xmlns:a16="http://schemas.microsoft.com/office/drawing/2014/main" id="{D98B3745-626A-5326-8B08-559E85A9CD25}"/>
                </a:ext>
              </a:extLst>
            </p:cNvPr>
            <p:cNvPicPr>
              <a:picLocks noChangeAspect="1"/>
            </p:cNvPicPr>
            <p:nvPr/>
          </p:nvPicPr>
          <p:blipFill>
            <a:blip r:embed="rId5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3"/>
                </a:ext>
              </a:extLst>
            </a:blip>
            <a:stretch>
              <a:fillRect/>
            </a:stretch>
          </p:blipFill>
          <p:spPr>
            <a:xfrm>
              <a:off x="9048732" y="5934670"/>
              <a:ext cx="179932" cy="179932"/>
            </a:xfrm>
            <a:prstGeom prst="rect">
              <a:avLst/>
            </a:prstGeom>
          </p:spPr>
        </p:pic>
        <p:pic>
          <p:nvPicPr>
            <p:cNvPr id="52" name="!! 电源">
              <a:hlinkClick r:id="rId54" action="ppaction://hlinksldjump"/>
              <a:extLst>
                <a:ext uri="{FF2B5EF4-FFF2-40B4-BE49-F238E27FC236}">
                  <a16:creationId xmlns:a16="http://schemas.microsoft.com/office/drawing/2014/main" id="{4B4B7ED2-06D0-EE08-EC9D-E1655CFA7238}"/>
                </a:ext>
              </a:extLst>
            </p:cNvPr>
            <p:cNvPicPr>
              <a:picLocks noChangeAspect="1"/>
            </p:cNvPicPr>
            <p:nvPr/>
          </p:nvPicPr>
          <p:blipFill>
            <a:blip r:embed="rId55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56"/>
                </a:ext>
              </a:extLst>
            </a:blip>
            <a:stretch>
              <a:fillRect/>
            </a:stretch>
          </p:blipFill>
          <p:spPr>
            <a:xfrm>
              <a:off x="9489000" y="5925331"/>
              <a:ext cx="208372" cy="20837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1909410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1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35" presetClass="path" presetSubtype="0" ac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08333E-6 3.7037E-7 L -0.03255 3.7037E-7 " pathEditMode="relative" rAng="0" ptsTypes="AA">
                                      <p:cBhvr>
                                        <p:cTn id="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28" y="0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63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08333E-6 3.7037E-7 L 0.03321 3.7037E-7 " pathEditMode="relative" rAng="0" ptsTypes="AA">
                                      <p:cBhvr>
                                        <p:cTn id="14" dur="500" spd="-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654" y="0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10" presetClass="exit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1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35" presetClass="path" presetSubtype="0" ac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08333E-6 2.59259E-6 L -0.03255 2.59259E-6 " pathEditMode="relative" rAng="0" ptsTypes="AA">
                                      <p:cBhvr>
                                        <p:cTn id="1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28" y="0"/>
                                    </p:animMotion>
                                  </p:childTnLst>
                                </p:cTn>
                              </p:par>
                              <p:par>
                                <p:cTn id="20" presetID="10" presetClass="exit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1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35" presetClass="path" presetSubtype="0" ac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25E-6 -7.40741E-7 L -0.03255 -7.40741E-7 " pathEditMode="relative" rAng="0" ptsTypes="AA">
                                      <p:cBhvr>
                                        <p:cTn id="2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28" y="0"/>
                                    </p:animMotion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63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25E-6 -7.40741E-7 L 0.0332 -7.40741E-7 " pathEditMode="relative" rAng="0" ptsTypes="AA">
                                      <p:cBhvr>
                                        <p:cTn id="29" dur="500" spd="-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654" y="0"/>
                                    </p:animMotion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63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-1.48148E-6 L 0.0332 -1.48148E-6 " pathEditMode="relative" rAng="0" ptsTypes="AA">
                                      <p:cBhvr>
                                        <p:cTn id="34" dur="500" spd="-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654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35" restart="whenNotActive" fill="hold" evtFilter="cancelBubble" nodeType="interactiveSeq">
                <p:stCondLst>
                  <p:cond evt="onClick" delay="0">
                    <p:tgtEl>
                      <p:spTgt spid="9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" fill="hold">
                      <p:stCondLst>
                        <p:cond delay="0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xit" presetSubtype="0" fill="hold" grpId="1" nodeType="clickEffect">
                                  <p:stCondLst>
                                    <p:cond delay="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15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0" presetClass="exit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" dur="15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0" presetClass="exit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" dur="15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0" presetClass="exit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15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0" presetClass="exit" presetSubtype="0" fill="hold" grpId="1" nodeType="withEffect">
                                  <p:stCondLst>
                                    <p:cond delay="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15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0" presetClass="exit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" dur="15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0" presetClass="exit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7" dur="15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0" presetClass="exit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0" dur="15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35" presetClass="path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63" dur="33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4" presetID="35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65" dur="33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6" presetID="35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67" dur="33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8" presetID="35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69" dur="33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35" presetClass="path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71" dur="33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2" presetID="35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73" dur="33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4" presetID="35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75" dur="33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6" presetID="35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77" dur="33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15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15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15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15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63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5 0 E" pathEditMode="fixed" ptsTypes="">
                                      <p:cBhvr>
                                        <p:cTn id="91" dur="330" spd="-1000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2" presetID="63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5 0 E" pathEditMode="fixed" ptsTypes="">
                                      <p:cBhvr>
                                        <p:cTn id="93" dur="330" spd="-100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63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5 0 E" pathEditMode="fixed" ptsTypes="">
                                      <p:cBhvr>
                                        <p:cTn id="95" dur="330" spd="-100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6" presetID="63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5 0 E" pathEditMode="fixed" ptsTypes="">
                                      <p:cBhvr>
                                        <p:cTn id="97" dur="330" spd="-100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3" nodeType="click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15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15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15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15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0" presetClass="entr" presetSubtype="0" fill="hold" grpId="3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15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15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15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15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35" presetClass="path" presetSubtype="0" decel="10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125" dur="330" spd="-1000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6" presetID="35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127" dur="330" spd="-1000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8" presetID="35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129" dur="330" spd="-1000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0" presetID="35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131" dur="330" spd="-1000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2" presetID="35" presetClass="path" presetSubtype="0" decel="10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133" dur="330" spd="-1000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4" presetID="35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135" dur="330" spd="-1000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6" presetID="35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137" dur="330" spd="-1000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8" presetID="35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139" dur="330" spd="-1000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0" presetID="10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1" dur="15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4" dur="15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7" dur="15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0" dur="15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2" presetID="63" presetClass="path" presetSubtype="0" decel="10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5 0 E" pathEditMode="relative" ptsTypes="">
                                      <p:cBhvr>
                                        <p:cTn id="153" dur="33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4" presetID="63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5 0 E" pathEditMode="relative" ptsTypes="">
                                      <p:cBhvr>
                                        <p:cTn id="155" dur="33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6" presetID="63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5 0 E" pathEditMode="relative" ptsTypes="">
                                      <p:cBhvr>
                                        <p:cTn id="157" dur="33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8" presetID="63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5 0 E" pathEditMode="relative" ptsTypes="">
                                      <p:cBhvr>
                                        <p:cTn id="159" dur="33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"/>
                  </p:tgtEl>
                </p:cond>
              </p:nextCondLst>
            </p:seq>
          </p:childTnLst>
        </p:cTn>
      </p:par>
    </p:tnLst>
    <p:bldLst>
      <p:bldP spid="82" grpId="0"/>
      <p:bldP spid="82" grpId="1"/>
      <p:bldP spid="82" grpId="2"/>
      <p:bldP spid="82" grpId="3"/>
      <p:bldP spid="83" grpId="0"/>
      <p:bldP spid="83" grpId="1"/>
      <p:bldP spid="83" grpId="2"/>
      <p:bldP spid="83" grpId="3"/>
      <p:bldP spid="84" grpId="0"/>
      <p:bldP spid="84" grpId="1"/>
      <p:bldP spid="84" grpId="2"/>
      <p:bldP spid="84" grpId="3"/>
      <p:bldP spid="14" grpId="0"/>
      <p:bldP spid="14" grpId="1"/>
      <p:bldP spid="21" grpId="0"/>
      <p:bldP spid="21" grpId="1"/>
      <p:bldP spid="22" grpId="0"/>
      <p:bldP spid="22" grpId="1"/>
      <p:bldP spid="11" grpId="0"/>
      <p:bldP spid="11" grpId="1"/>
      <p:bldP spid="20" grpId="0"/>
      <p:bldP spid="20" grpId="1"/>
      <p:bldP spid="23" grpId="0"/>
      <p:bldP spid="23" grpId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B01F97-F3D6-A6D6-A368-4ABF275227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!! 壁纸">
            <a:extLst>
              <a:ext uri="{FF2B5EF4-FFF2-40B4-BE49-F238E27FC236}">
                <a16:creationId xmlns:a16="http://schemas.microsoft.com/office/drawing/2014/main" id="{2BD93356-1D78-2491-4A99-0323DBBD9ED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4"/>
            <a:ext cx="12192000" cy="6857999"/>
          </a:xfrm>
          <a:prstGeom prst="rect">
            <a:avLst/>
          </a:prstGeom>
        </p:spPr>
      </p:pic>
      <p:sp>
        <p:nvSpPr>
          <p:cNvPr id="13" name="!! 遮罩">
            <a:extLst>
              <a:ext uri="{FF2B5EF4-FFF2-40B4-BE49-F238E27FC236}">
                <a16:creationId xmlns:a16="http://schemas.microsoft.com/office/drawing/2014/main" id="{1E359924-63E1-D2F0-4C79-EF931E1518CE}"/>
              </a:ext>
            </a:extLst>
          </p:cNvPr>
          <p:cNvSpPr/>
          <p:nvPr/>
        </p:nvSpPr>
        <p:spPr>
          <a:xfrm>
            <a:off x="3" y="0"/>
            <a:ext cx="12191999" cy="6858000"/>
          </a:xfrm>
          <a:prstGeom prst="rect">
            <a:avLst/>
          </a:prstGeom>
          <a:solidFill>
            <a:schemeClr val="dk1">
              <a:alpha val="67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>
              <a:defRPr/>
            </a:pPr>
            <a:endParaRPr lang="zh-CN" altLang="en-US">
              <a:solidFill>
                <a:srgbClr val="F5F5F5"/>
              </a:solidFill>
              <a:latin typeface="vivo Sans"/>
              <a:ea typeface="vivo Sans"/>
            </a:endParaRPr>
          </a:p>
        </p:txBody>
      </p:sp>
      <p:grpSp>
        <p:nvGrpSpPr>
          <p:cNvPr id="37" name="!! 关机">
            <a:extLst>
              <a:ext uri="{FF2B5EF4-FFF2-40B4-BE49-F238E27FC236}">
                <a16:creationId xmlns:a16="http://schemas.microsoft.com/office/drawing/2014/main" id="{05C51728-FF5E-0BB6-39EF-18E7FB2D0333}"/>
              </a:ext>
            </a:extLst>
          </p:cNvPr>
          <p:cNvGrpSpPr/>
          <p:nvPr/>
        </p:nvGrpSpPr>
        <p:grpSpPr>
          <a:xfrm>
            <a:off x="4317368" y="3044828"/>
            <a:ext cx="768351" cy="768351"/>
            <a:chOff x="3873499" y="4722659"/>
            <a:chExt cx="768350" cy="768350"/>
          </a:xfrm>
        </p:grpSpPr>
        <p:sp>
          <p:nvSpPr>
            <p:cNvPr id="35" name="椭圆 34">
              <a:extLst>
                <a:ext uri="{FF2B5EF4-FFF2-40B4-BE49-F238E27FC236}">
                  <a16:creationId xmlns:a16="http://schemas.microsoft.com/office/drawing/2014/main" id="{C9AF216B-61E9-0DC7-64B2-23B027A72991}"/>
                </a:ext>
              </a:extLst>
            </p:cNvPr>
            <p:cNvSpPr/>
            <p:nvPr/>
          </p:nvSpPr>
          <p:spPr>
            <a:xfrm>
              <a:off x="3873499" y="4722659"/>
              <a:ext cx="768350" cy="76835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77">
                <a:defRPr/>
              </a:pPr>
              <a:endParaRPr lang="zh-CN" altLang="en-US">
                <a:solidFill>
                  <a:srgbClr val="F5F5F5"/>
                </a:solidFill>
                <a:latin typeface="vivo Sans"/>
                <a:ea typeface="vivo Sans"/>
              </a:endParaRPr>
            </a:p>
          </p:txBody>
        </p:sp>
        <p:pic>
          <p:nvPicPr>
            <p:cNvPr id="25" name="!! 按钮-关机">
              <a:extLst>
                <a:ext uri="{FF2B5EF4-FFF2-40B4-BE49-F238E27FC236}">
                  <a16:creationId xmlns:a16="http://schemas.microsoft.com/office/drawing/2014/main" id="{5F68CE7C-4785-C159-2766-F37D46B2273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3964736" y="4815296"/>
              <a:ext cx="585876" cy="585872"/>
            </a:xfrm>
            <a:prstGeom prst="rect">
              <a:avLst/>
            </a:prstGeom>
          </p:spPr>
        </p:pic>
      </p:grpSp>
      <p:grpSp>
        <p:nvGrpSpPr>
          <p:cNvPr id="38" name="!! 重启">
            <a:extLst>
              <a:ext uri="{FF2B5EF4-FFF2-40B4-BE49-F238E27FC236}">
                <a16:creationId xmlns:a16="http://schemas.microsoft.com/office/drawing/2014/main" id="{E8298683-55AE-05CC-D989-DE172365A95B}"/>
              </a:ext>
            </a:extLst>
          </p:cNvPr>
          <p:cNvGrpSpPr/>
          <p:nvPr/>
        </p:nvGrpSpPr>
        <p:grpSpPr>
          <a:xfrm>
            <a:off x="5711828" y="3044828"/>
            <a:ext cx="768351" cy="768351"/>
            <a:chOff x="5078522" y="4722659"/>
            <a:chExt cx="768350" cy="768350"/>
          </a:xfrm>
        </p:grpSpPr>
        <p:sp>
          <p:nvSpPr>
            <p:cNvPr id="36" name="椭圆 35">
              <a:extLst>
                <a:ext uri="{FF2B5EF4-FFF2-40B4-BE49-F238E27FC236}">
                  <a16:creationId xmlns:a16="http://schemas.microsoft.com/office/drawing/2014/main" id="{DED29F4E-8E37-E935-9F2C-D04D785748B3}"/>
                </a:ext>
              </a:extLst>
            </p:cNvPr>
            <p:cNvSpPr/>
            <p:nvPr/>
          </p:nvSpPr>
          <p:spPr>
            <a:xfrm>
              <a:off x="5078522" y="4722659"/>
              <a:ext cx="768350" cy="76835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77">
                <a:defRPr/>
              </a:pPr>
              <a:endParaRPr lang="zh-CN" altLang="en-US">
                <a:solidFill>
                  <a:srgbClr val="F5F5F5"/>
                </a:solidFill>
                <a:latin typeface="vivo Sans"/>
                <a:ea typeface="vivo Sans"/>
              </a:endParaRPr>
            </a:p>
          </p:txBody>
        </p:sp>
        <p:sp>
          <p:nvSpPr>
            <p:cNvPr id="26" name="!! 按钮-重启">
              <a:hlinkClick r:id="rId6" action="ppaction://hlinksldjump"/>
              <a:extLst>
                <a:ext uri="{FF2B5EF4-FFF2-40B4-BE49-F238E27FC236}">
                  <a16:creationId xmlns:a16="http://schemas.microsoft.com/office/drawing/2014/main" id="{7D8A3CB9-F69E-4D27-3C43-150BBF30231F}"/>
                </a:ext>
              </a:extLst>
            </p:cNvPr>
            <p:cNvSpPr/>
            <p:nvPr/>
          </p:nvSpPr>
          <p:spPr>
            <a:xfrm>
              <a:off x="5241383" y="4885463"/>
              <a:ext cx="442628" cy="442742"/>
            </a:xfrm>
            <a:custGeom>
              <a:avLst/>
              <a:gdLst>
                <a:gd name="T0" fmla="*/ 4417 w 8147"/>
                <a:gd name="T1" fmla="*/ 1971 h 8148"/>
                <a:gd name="T2" fmla="*/ 4122 w 8147"/>
                <a:gd name="T3" fmla="*/ 0 h 8148"/>
                <a:gd name="T4" fmla="*/ 3622 w 8147"/>
                <a:gd name="T5" fmla="*/ 228 h 8148"/>
                <a:gd name="T6" fmla="*/ 3917 w 8147"/>
                <a:gd name="T7" fmla="*/ 2197 h 8148"/>
                <a:gd name="T8" fmla="*/ 4122 w 8147"/>
                <a:gd name="T9" fmla="*/ 2198 h 8148"/>
                <a:gd name="T10" fmla="*/ 2410 w 8147"/>
                <a:gd name="T11" fmla="*/ 2962 h 8148"/>
                <a:gd name="T12" fmla="*/ 2781 w 8147"/>
                <a:gd name="T13" fmla="*/ 2713 h 8148"/>
                <a:gd name="T14" fmla="*/ 1596 w 8147"/>
                <a:gd name="T15" fmla="*/ 1112 h 8148"/>
                <a:gd name="T16" fmla="*/ 1081 w 8147"/>
                <a:gd name="T17" fmla="*/ 1305 h 8148"/>
                <a:gd name="T18" fmla="*/ 2266 w 8147"/>
                <a:gd name="T19" fmla="*/ 2905 h 8148"/>
                <a:gd name="T20" fmla="*/ 2197 w 8147"/>
                <a:gd name="T21" fmla="*/ 4026 h 8148"/>
                <a:gd name="T22" fmla="*/ 227 w 8147"/>
                <a:gd name="T23" fmla="*/ 3731 h 8148"/>
                <a:gd name="T24" fmla="*/ 0 w 8147"/>
                <a:gd name="T25" fmla="*/ 4231 h 8148"/>
                <a:gd name="T26" fmla="*/ 1969 w 8147"/>
                <a:gd name="T27" fmla="*/ 4526 h 8148"/>
                <a:gd name="T28" fmla="*/ 2711 w 8147"/>
                <a:gd name="T29" fmla="*/ 5366 h 8148"/>
                <a:gd name="T30" fmla="*/ 1109 w 8147"/>
                <a:gd name="T31" fmla="*/ 6550 h 8148"/>
                <a:gd name="T32" fmla="*/ 1301 w 8147"/>
                <a:gd name="T33" fmla="*/ 7065 h 8148"/>
                <a:gd name="T34" fmla="*/ 1527 w 8147"/>
                <a:gd name="T35" fmla="*/ 7168 h 8148"/>
                <a:gd name="T36" fmla="*/ 2902 w 8147"/>
                <a:gd name="T37" fmla="*/ 5881 h 8148"/>
                <a:gd name="T38" fmla="*/ 2856 w 8147"/>
                <a:gd name="T39" fmla="*/ 5512 h 8148"/>
                <a:gd name="T40" fmla="*/ 4230 w 8147"/>
                <a:gd name="T41" fmla="*/ 5951 h 8148"/>
                <a:gd name="T42" fmla="*/ 3730 w 8147"/>
                <a:gd name="T43" fmla="*/ 6178 h 8148"/>
                <a:gd name="T44" fmla="*/ 4025 w 8147"/>
                <a:gd name="T45" fmla="*/ 8148 h 8148"/>
                <a:gd name="T46" fmla="*/ 4525 w 8147"/>
                <a:gd name="T47" fmla="*/ 7920 h 8148"/>
                <a:gd name="T48" fmla="*/ 4230 w 8147"/>
                <a:gd name="T49" fmla="*/ 5951 h 8148"/>
                <a:gd name="T50" fmla="*/ 5736 w 8147"/>
                <a:gd name="T51" fmla="*/ 5187 h 8148"/>
                <a:gd name="T52" fmla="*/ 5365 w 8147"/>
                <a:gd name="T53" fmla="*/ 5436 h 8148"/>
                <a:gd name="T54" fmla="*/ 6550 w 8147"/>
                <a:gd name="T55" fmla="*/ 7037 h 8148"/>
                <a:gd name="T56" fmla="*/ 6918 w 8147"/>
                <a:gd name="T57" fmla="*/ 6991 h 8148"/>
                <a:gd name="T58" fmla="*/ 7111 w 8147"/>
                <a:gd name="T59" fmla="*/ 6476 h 8148"/>
                <a:gd name="T60" fmla="*/ 7920 w 8147"/>
                <a:gd name="T61" fmla="*/ 3623 h 8148"/>
                <a:gd name="T62" fmla="*/ 5949 w 8147"/>
                <a:gd name="T63" fmla="*/ 3918 h 8148"/>
                <a:gd name="T64" fmla="*/ 6177 w 8147"/>
                <a:gd name="T65" fmla="*/ 4418 h 8148"/>
                <a:gd name="T66" fmla="*/ 8147 w 8147"/>
                <a:gd name="T67" fmla="*/ 4123 h 8148"/>
                <a:gd name="T68" fmla="*/ 7920 w 8147"/>
                <a:gd name="T69" fmla="*/ 3623 h 8148"/>
                <a:gd name="T70" fmla="*/ 5661 w 8147"/>
                <a:gd name="T71" fmla="*/ 2885 h 8148"/>
                <a:gd name="T72" fmla="*/ 7036 w 8147"/>
                <a:gd name="T73" fmla="*/ 1597 h 8148"/>
                <a:gd name="T74" fmla="*/ 6844 w 8147"/>
                <a:gd name="T75" fmla="*/ 1082 h 8148"/>
                <a:gd name="T76" fmla="*/ 5242 w 8147"/>
                <a:gd name="T77" fmla="*/ 2266 h 8148"/>
                <a:gd name="T78" fmla="*/ 5435 w 8147"/>
                <a:gd name="T79" fmla="*/ 2782 h 81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8147" h="8148">
                  <a:moveTo>
                    <a:pt x="4122" y="2198"/>
                  </a:moveTo>
                  <a:cubicBezTo>
                    <a:pt x="4287" y="2198"/>
                    <a:pt x="4417" y="2098"/>
                    <a:pt x="4417" y="1971"/>
                  </a:cubicBezTo>
                  <a:lnTo>
                    <a:pt x="4417" y="228"/>
                  </a:lnTo>
                  <a:cubicBezTo>
                    <a:pt x="4417" y="101"/>
                    <a:pt x="4289" y="0"/>
                    <a:pt x="4122" y="0"/>
                  </a:cubicBezTo>
                  <a:lnTo>
                    <a:pt x="3917" y="0"/>
                  </a:lnTo>
                  <a:cubicBezTo>
                    <a:pt x="3752" y="0"/>
                    <a:pt x="3622" y="100"/>
                    <a:pt x="3622" y="228"/>
                  </a:cubicBezTo>
                  <a:lnTo>
                    <a:pt x="3622" y="1970"/>
                  </a:lnTo>
                  <a:cubicBezTo>
                    <a:pt x="3622" y="2097"/>
                    <a:pt x="3751" y="2197"/>
                    <a:pt x="3917" y="2197"/>
                  </a:cubicBezTo>
                  <a:lnTo>
                    <a:pt x="4122" y="2197"/>
                  </a:lnTo>
                  <a:lnTo>
                    <a:pt x="4122" y="2198"/>
                  </a:lnTo>
                  <a:close/>
                  <a:moveTo>
                    <a:pt x="2266" y="2905"/>
                  </a:moveTo>
                  <a:cubicBezTo>
                    <a:pt x="2302" y="2941"/>
                    <a:pt x="2349" y="2960"/>
                    <a:pt x="2410" y="2962"/>
                  </a:cubicBezTo>
                  <a:cubicBezTo>
                    <a:pt x="2487" y="2962"/>
                    <a:pt x="2570" y="2925"/>
                    <a:pt x="2636" y="2858"/>
                  </a:cubicBezTo>
                  <a:lnTo>
                    <a:pt x="2781" y="2713"/>
                  </a:lnTo>
                  <a:cubicBezTo>
                    <a:pt x="2897" y="2597"/>
                    <a:pt x="2919" y="2435"/>
                    <a:pt x="2827" y="2343"/>
                  </a:cubicBezTo>
                  <a:lnTo>
                    <a:pt x="1596" y="1112"/>
                  </a:lnTo>
                  <a:cubicBezTo>
                    <a:pt x="1506" y="1022"/>
                    <a:pt x="1344" y="1042"/>
                    <a:pt x="1226" y="1159"/>
                  </a:cubicBezTo>
                  <a:lnTo>
                    <a:pt x="1081" y="1305"/>
                  </a:lnTo>
                  <a:cubicBezTo>
                    <a:pt x="965" y="1421"/>
                    <a:pt x="943" y="1583"/>
                    <a:pt x="1035" y="1675"/>
                  </a:cubicBezTo>
                  <a:lnTo>
                    <a:pt x="2266" y="2905"/>
                  </a:lnTo>
                  <a:close/>
                  <a:moveTo>
                    <a:pt x="2197" y="4231"/>
                  </a:moveTo>
                  <a:lnTo>
                    <a:pt x="2197" y="4026"/>
                  </a:lnTo>
                  <a:cubicBezTo>
                    <a:pt x="2197" y="3861"/>
                    <a:pt x="2097" y="3731"/>
                    <a:pt x="1969" y="3731"/>
                  </a:cubicBezTo>
                  <a:lnTo>
                    <a:pt x="227" y="3731"/>
                  </a:lnTo>
                  <a:cubicBezTo>
                    <a:pt x="100" y="3731"/>
                    <a:pt x="0" y="3861"/>
                    <a:pt x="0" y="4026"/>
                  </a:cubicBezTo>
                  <a:lnTo>
                    <a:pt x="0" y="4231"/>
                  </a:lnTo>
                  <a:cubicBezTo>
                    <a:pt x="0" y="4396"/>
                    <a:pt x="100" y="4526"/>
                    <a:pt x="227" y="4526"/>
                  </a:cubicBezTo>
                  <a:lnTo>
                    <a:pt x="1969" y="4526"/>
                  </a:lnTo>
                  <a:cubicBezTo>
                    <a:pt x="2096" y="4524"/>
                    <a:pt x="2197" y="4396"/>
                    <a:pt x="2197" y="4231"/>
                  </a:cubicBezTo>
                  <a:close/>
                  <a:moveTo>
                    <a:pt x="2711" y="5366"/>
                  </a:moveTo>
                  <a:cubicBezTo>
                    <a:pt x="2595" y="5250"/>
                    <a:pt x="2432" y="5230"/>
                    <a:pt x="2341" y="5318"/>
                  </a:cubicBezTo>
                  <a:lnTo>
                    <a:pt x="1109" y="6550"/>
                  </a:lnTo>
                  <a:cubicBezTo>
                    <a:pt x="1019" y="6640"/>
                    <a:pt x="1040" y="6802"/>
                    <a:pt x="1156" y="6920"/>
                  </a:cubicBezTo>
                  <a:lnTo>
                    <a:pt x="1301" y="7065"/>
                  </a:lnTo>
                  <a:cubicBezTo>
                    <a:pt x="1351" y="7115"/>
                    <a:pt x="1411" y="7148"/>
                    <a:pt x="1472" y="7162"/>
                  </a:cubicBezTo>
                  <a:cubicBezTo>
                    <a:pt x="1491" y="7166"/>
                    <a:pt x="1510" y="7168"/>
                    <a:pt x="1527" y="7168"/>
                  </a:cubicBezTo>
                  <a:cubicBezTo>
                    <a:pt x="1583" y="7168"/>
                    <a:pt x="1634" y="7148"/>
                    <a:pt x="1671" y="7112"/>
                  </a:cubicBezTo>
                  <a:lnTo>
                    <a:pt x="2902" y="5881"/>
                  </a:lnTo>
                  <a:cubicBezTo>
                    <a:pt x="2938" y="5845"/>
                    <a:pt x="2960" y="5793"/>
                    <a:pt x="2960" y="5738"/>
                  </a:cubicBezTo>
                  <a:cubicBezTo>
                    <a:pt x="2960" y="5661"/>
                    <a:pt x="2922" y="5578"/>
                    <a:pt x="2856" y="5512"/>
                  </a:cubicBezTo>
                  <a:lnTo>
                    <a:pt x="2711" y="5366"/>
                  </a:lnTo>
                  <a:close/>
                  <a:moveTo>
                    <a:pt x="4230" y="5951"/>
                  </a:moveTo>
                  <a:lnTo>
                    <a:pt x="4025" y="5951"/>
                  </a:lnTo>
                  <a:cubicBezTo>
                    <a:pt x="3860" y="5951"/>
                    <a:pt x="3730" y="6051"/>
                    <a:pt x="3730" y="6178"/>
                  </a:cubicBezTo>
                  <a:lnTo>
                    <a:pt x="3730" y="7920"/>
                  </a:lnTo>
                  <a:cubicBezTo>
                    <a:pt x="3730" y="8047"/>
                    <a:pt x="3859" y="8148"/>
                    <a:pt x="4025" y="8148"/>
                  </a:cubicBezTo>
                  <a:lnTo>
                    <a:pt x="4230" y="8148"/>
                  </a:lnTo>
                  <a:cubicBezTo>
                    <a:pt x="4395" y="8148"/>
                    <a:pt x="4525" y="8048"/>
                    <a:pt x="4525" y="7920"/>
                  </a:cubicBezTo>
                  <a:lnTo>
                    <a:pt x="4525" y="6178"/>
                  </a:lnTo>
                  <a:cubicBezTo>
                    <a:pt x="4523" y="6051"/>
                    <a:pt x="4395" y="5951"/>
                    <a:pt x="4230" y="5951"/>
                  </a:cubicBezTo>
                  <a:close/>
                  <a:moveTo>
                    <a:pt x="5880" y="5243"/>
                  </a:moveTo>
                  <a:cubicBezTo>
                    <a:pt x="5844" y="5207"/>
                    <a:pt x="5792" y="5187"/>
                    <a:pt x="5736" y="5187"/>
                  </a:cubicBezTo>
                  <a:cubicBezTo>
                    <a:pt x="5658" y="5187"/>
                    <a:pt x="5576" y="5224"/>
                    <a:pt x="5510" y="5291"/>
                  </a:cubicBezTo>
                  <a:lnTo>
                    <a:pt x="5365" y="5436"/>
                  </a:lnTo>
                  <a:cubicBezTo>
                    <a:pt x="5248" y="5552"/>
                    <a:pt x="5227" y="5714"/>
                    <a:pt x="5318" y="5806"/>
                  </a:cubicBezTo>
                  <a:lnTo>
                    <a:pt x="6550" y="7037"/>
                  </a:lnTo>
                  <a:cubicBezTo>
                    <a:pt x="6587" y="7075"/>
                    <a:pt x="6638" y="7093"/>
                    <a:pt x="6692" y="7093"/>
                  </a:cubicBezTo>
                  <a:cubicBezTo>
                    <a:pt x="6767" y="7093"/>
                    <a:pt x="6851" y="7058"/>
                    <a:pt x="6918" y="6991"/>
                  </a:cubicBezTo>
                  <a:lnTo>
                    <a:pt x="7063" y="6846"/>
                  </a:lnTo>
                  <a:cubicBezTo>
                    <a:pt x="7180" y="6730"/>
                    <a:pt x="7201" y="6567"/>
                    <a:pt x="7111" y="6476"/>
                  </a:cubicBezTo>
                  <a:lnTo>
                    <a:pt x="5880" y="5243"/>
                  </a:lnTo>
                  <a:close/>
                  <a:moveTo>
                    <a:pt x="7920" y="3623"/>
                  </a:moveTo>
                  <a:lnTo>
                    <a:pt x="6177" y="3623"/>
                  </a:lnTo>
                  <a:cubicBezTo>
                    <a:pt x="6050" y="3623"/>
                    <a:pt x="5949" y="3753"/>
                    <a:pt x="5949" y="3918"/>
                  </a:cubicBezTo>
                  <a:lnTo>
                    <a:pt x="5949" y="4123"/>
                  </a:lnTo>
                  <a:cubicBezTo>
                    <a:pt x="5949" y="4288"/>
                    <a:pt x="6049" y="4418"/>
                    <a:pt x="6177" y="4418"/>
                  </a:cubicBezTo>
                  <a:lnTo>
                    <a:pt x="7919" y="4418"/>
                  </a:lnTo>
                  <a:cubicBezTo>
                    <a:pt x="8046" y="4418"/>
                    <a:pt x="8147" y="4288"/>
                    <a:pt x="8147" y="4123"/>
                  </a:cubicBezTo>
                  <a:lnTo>
                    <a:pt x="8147" y="3918"/>
                  </a:lnTo>
                  <a:cubicBezTo>
                    <a:pt x="8147" y="3753"/>
                    <a:pt x="8047" y="3623"/>
                    <a:pt x="7920" y="3623"/>
                  </a:cubicBezTo>
                  <a:close/>
                  <a:moveTo>
                    <a:pt x="5435" y="2782"/>
                  </a:moveTo>
                  <a:cubicBezTo>
                    <a:pt x="5502" y="2849"/>
                    <a:pt x="5586" y="2885"/>
                    <a:pt x="5661" y="2885"/>
                  </a:cubicBezTo>
                  <a:cubicBezTo>
                    <a:pt x="5716" y="2885"/>
                    <a:pt x="5766" y="2866"/>
                    <a:pt x="5804" y="2828"/>
                  </a:cubicBezTo>
                  <a:lnTo>
                    <a:pt x="7036" y="1597"/>
                  </a:lnTo>
                  <a:cubicBezTo>
                    <a:pt x="7126" y="1507"/>
                    <a:pt x="7105" y="1344"/>
                    <a:pt x="6989" y="1227"/>
                  </a:cubicBezTo>
                  <a:lnTo>
                    <a:pt x="6844" y="1082"/>
                  </a:lnTo>
                  <a:cubicBezTo>
                    <a:pt x="6727" y="966"/>
                    <a:pt x="6565" y="944"/>
                    <a:pt x="6474" y="1034"/>
                  </a:cubicBezTo>
                  <a:lnTo>
                    <a:pt x="5242" y="2266"/>
                  </a:lnTo>
                  <a:cubicBezTo>
                    <a:pt x="5152" y="2356"/>
                    <a:pt x="5172" y="2518"/>
                    <a:pt x="5290" y="2636"/>
                  </a:cubicBezTo>
                  <a:lnTo>
                    <a:pt x="5435" y="2782"/>
                  </a:lnTo>
                  <a:close/>
                </a:path>
              </a:pathLst>
            </a:custGeom>
            <a:solidFill>
              <a:schemeClr val="bg1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77">
                <a:defRPr/>
              </a:pPr>
              <a:endParaRPr lang="en-US" dirty="0">
                <a:solidFill>
                  <a:srgbClr val="F5F5F5"/>
                </a:solidFill>
                <a:latin typeface="vivo Sans"/>
                <a:ea typeface="vivo Sans"/>
              </a:endParaRPr>
            </a:p>
          </p:txBody>
        </p:sp>
      </p:grpSp>
      <p:grpSp>
        <p:nvGrpSpPr>
          <p:cNvPr id="43" name="!! 取消">
            <a:extLst>
              <a:ext uri="{FF2B5EF4-FFF2-40B4-BE49-F238E27FC236}">
                <a16:creationId xmlns:a16="http://schemas.microsoft.com/office/drawing/2014/main" id="{E1754506-F77E-81D4-1399-E6C7CB97E370}"/>
              </a:ext>
            </a:extLst>
          </p:cNvPr>
          <p:cNvGrpSpPr/>
          <p:nvPr/>
        </p:nvGrpSpPr>
        <p:grpSpPr>
          <a:xfrm>
            <a:off x="7106288" y="3044828"/>
            <a:ext cx="768351" cy="768351"/>
            <a:chOff x="7589108" y="3216636"/>
            <a:chExt cx="768350" cy="768350"/>
          </a:xfrm>
        </p:grpSpPr>
        <p:sp>
          <p:nvSpPr>
            <p:cNvPr id="40" name="椭圆 39">
              <a:extLst>
                <a:ext uri="{FF2B5EF4-FFF2-40B4-BE49-F238E27FC236}">
                  <a16:creationId xmlns:a16="http://schemas.microsoft.com/office/drawing/2014/main" id="{9624BB16-1373-055E-7E96-96DCAF589C37}"/>
                </a:ext>
              </a:extLst>
            </p:cNvPr>
            <p:cNvSpPr/>
            <p:nvPr/>
          </p:nvSpPr>
          <p:spPr>
            <a:xfrm>
              <a:off x="7589108" y="3216636"/>
              <a:ext cx="768350" cy="768350"/>
            </a:xfrm>
            <a:prstGeom prst="ellipse">
              <a:avLst/>
            </a:prstGeom>
            <a:solidFill>
              <a:schemeClr val="bg1">
                <a:lumMod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77">
                <a:defRPr/>
              </a:pPr>
              <a:endParaRPr lang="zh-CN" altLang="en-US">
                <a:solidFill>
                  <a:srgbClr val="F5F5F5"/>
                </a:solidFill>
                <a:latin typeface="vivo Sans"/>
                <a:ea typeface="vivo Sans"/>
              </a:endParaRPr>
            </a:p>
          </p:txBody>
        </p:sp>
        <p:pic>
          <p:nvPicPr>
            <p:cNvPr id="42" name="图形 41">
              <a:extLst>
                <a:ext uri="{FF2B5EF4-FFF2-40B4-BE49-F238E27FC236}">
                  <a16:creationId xmlns:a16="http://schemas.microsoft.com/office/drawing/2014/main" id="{83E26B1C-0921-05C7-4683-92237FC1A36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/>
          </p:blipFill>
          <p:spPr>
            <a:xfrm>
              <a:off x="7638000" y="3265528"/>
              <a:ext cx="670566" cy="67056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5538162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advClick="0">
        <p159:morph option="byObject"/>
      </p:transition>
    </mc:Choice>
    <mc:Fallback xmlns="">
      <p:transition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91667E-6 0 L 0.11432 0.2044 " pathEditMode="relative" rAng="0" ptsTypes="AA">
                                      <p:cBhvr>
                                        <p:cTn id="9" dur="500" spd="-100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716" y="10208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.2044 " pathEditMode="relative" rAng="0" ptsTypes="AA">
                                      <p:cBhvr>
                                        <p:cTn id="14" dur="500" spd="-100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0208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42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91667E-6 0 L -0.11432 0.20463 " pathEditMode="relative" rAng="0" ptsTypes="AA">
                                      <p:cBhvr>
                                        <p:cTn id="19" dur="500" spd="-100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716" y="102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BACB24-CAF3-1904-3D66-086D0DE895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!! 壁纸">
            <a:extLst>
              <a:ext uri="{FF2B5EF4-FFF2-40B4-BE49-F238E27FC236}">
                <a16:creationId xmlns:a16="http://schemas.microsoft.com/office/drawing/2014/main" id="{42F1B054-B2B7-76CB-ACF6-29AB817BABB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4"/>
            <a:ext cx="12192000" cy="6857999"/>
          </a:xfrm>
          <a:prstGeom prst="rect">
            <a:avLst/>
          </a:prstGeom>
        </p:spPr>
      </p:pic>
      <p:sp>
        <p:nvSpPr>
          <p:cNvPr id="13" name="!! 遮罩">
            <a:extLst>
              <a:ext uri="{FF2B5EF4-FFF2-40B4-BE49-F238E27FC236}">
                <a16:creationId xmlns:a16="http://schemas.microsoft.com/office/drawing/2014/main" id="{DB40A390-F9FC-ACA3-C3C3-78EA690F1D7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1">
              <a:alpha val="67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>
              <a:defRPr/>
            </a:pPr>
            <a:endParaRPr lang="zh-CN" altLang="en-US">
              <a:solidFill>
                <a:srgbClr val="F5F5F5"/>
              </a:solidFill>
              <a:latin typeface="vivo Sans"/>
              <a:ea typeface="vivo Sans"/>
            </a:endParaRPr>
          </a:p>
        </p:txBody>
      </p:sp>
      <p:grpSp>
        <p:nvGrpSpPr>
          <p:cNvPr id="37" name="!! 关机">
            <a:extLst>
              <a:ext uri="{FF2B5EF4-FFF2-40B4-BE49-F238E27FC236}">
                <a16:creationId xmlns:a16="http://schemas.microsoft.com/office/drawing/2014/main" id="{BD1B4B71-F73B-D2BB-DD52-BC0DB23B989D}"/>
              </a:ext>
            </a:extLst>
          </p:cNvPr>
          <p:cNvGrpSpPr/>
          <p:nvPr/>
        </p:nvGrpSpPr>
        <p:grpSpPr>
          <a:xfrm>
            <a:off x="4317368" y="3044828"/>
            <a:ext cx="768351" cy="768351"/>
            <a:chOff x="3873499" y="4722659"/>
            <a:chExt cx="768350" cy="768350"/>
          </a:xfrm>
        </p:grpSpPr>
        <p:sp>
          <p:nvSpPr>
            <p:cNvPr id="35" name="椭圆 34">
              <a:hlinkClick r:id="rId4" action="ppaction://hlinksldjump"/>
              <a:extLst>
                <a:ext uri="{FF2B5EF4-FFF2-40B4-BE49-F238E27FC236}">
                  <a16:creationId xmlns:a16="http://schemas.microsoft.com/office/drawing/2014/main" id="{E211F856-33C4-A948-5778-59EE9FE92CB8}"/>
                </a:ext>
              </a:extLst>
            </p:cNvPr>
            <p:cNvSpPr/>
            <p:nvPr/>
          </p:nvSpPr>
          <p:spPr>
            <a:xfrm>
              <a:off x="3873499" y="4722659"/>
              <a:ext cx="768350" cy="76835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77">
                <a:defRPr/>
              </a:pPr>
              <a:endParaRPr lang="zh-CN" altLang="en-US">
                <a:solidFill>
                  <a:srgbClr val="F5F5F5"/>
                </a:solidFill>
                <a:latin typeface="vivo Sans"/>
                <a:ea typeface="vivo Sans"/>
              </a:endParaRPr>
            </a:p>
          </p:txBody>
        </p:sp>
        <p:pic>
          <p:nvPicPr>
            <p:cNvPr id="25" name="!! 按钮-关机">
              <a:extLst>
                <a:ext uri="{FF2B5EF4-FFF2-40B4-BE49-F238E27FC236}">
                  <a16:creationId xmlns:a16="http://schemas.microsoft.com/office/drawing/2014/main" id="{33E38AA5-4944-B9E2-8590-3F068E6B8CC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3964736" y="4815296"/>
              <a:ext cx="585876" cy="585872"/>
            </a:xfrm>
            <a:prstGeom prst="rect">
              <a:avLst/>
            </a:prstGeom>
          </p:spPr>
        </p:pic>
      </p:grpSp>
      <p:grpSp>
        <p:nvGrpSpPr>
          <p:cNvPr id="38" name="!! 重启">
            <a:extLst>
              <a:ext uri="{FF2B5EF4-FFF2-40B4-BE49-F238E27FC236}">
                <a16:creationId xmlns:a16="http://schemas.microsoft.com/office/drawing/2014/main" id="{0617B9EC-2566-472C-2BA3-956AC31AD1AF}"/>
              </a:ext>
            </a:extLst>
          </p:cNvPr>
          <p:cNvGrpSpPr/>
          <p:nvPr/>
        </p:nvGrpSpPr>
        <p:grpSpPr>
          <a:xfrm>
            <a:off x="5711828" y="3044828"/>
            <a:ext cx="768351" cy="768351"/>
            <a:chOff x="5078522" y="4722659"/>
            <a:chExt cx="768350" cy="768350"/>
          </a:xfrm>
        </p:grpSpPr>
        <p:sp>
          <p:nvSpPr>
            <p:cNvPr id="36" name="椭圆 35">
              <a:hlinkClick r:id="rId7" action="ppaction://hlinksldjump"/>
              <a:extLst>
                <a:ext uri="{FF2B5EF4-FFF2-40B4-BE49-F238E27FC236}">
                  <a16:creationId xmlns:a16="http://schemas.microsoft.com/office/drawing/2014/main" id="{BE6F16C8-903D-6275-6F04-89C855D48D54}"/>
                </a:ext>
              </a:extLst>
            </p:cNvPr>
            <p:cNvSpPr/>
            <p:nvPr/>
          </p:nvSpPr>
          <p:spPr>
            <a:xfrm>
              <a:off x="5078522" y="4722659"/>
              <a:ext cx="768350" cy="76835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77">
                <a:defRPr/>
              </a:pPr>
              <a:endParaRPr lang="zh-CN" altLang="en-US">
                <a:solidFill>
                  <a:srgbClr val="F5F5F5"/>
                </a:solidFill>
                <a:latin typeface="vivo Sans"/>
                <a:ea typeface="vivo Sans"/>
              </a:endParaRPr>
            </a:p>
          </p:txBody>
        </p:sp>
        <p:sp>
          <p:nvSpPr>
            <p:cNvPr id="26" name="!! 按钮-重启">
              <a:hlinkClick r:id="rId8" action="ppaction://hlinksldjump"/>
              <a:extLst>
                <a:ext uri="{FF2B5EF4-FFF2-40B4-BE49-F238E27FC236}">
                  <a16:creationId xmlns:a16="http://schemas.microsoft.com/office/drawing/2014/main" id="{B5CA1FB4-D44E-5B97-3397-3B9FEAB08FF1}"/>
                </a:ext>
              </a:extLst>
            </p:cNvPr>
            <p:cNvSpPr/>
            <p:nvPr/>
          </p:nvSpPr>
          <p:spPr>
            <a:xfrm>
              <a:off x="5241383" y="4885463"/>
              <a:ext cx="442628" cy="442742"/>
            </a:xfrm>
            <a:custGeom>
              <a:avLst/>
              <a:gdLst>
                <a:gd name="T0" fmla="*/ 4417 w 8147"/>
                <a:gd name="T1" fmla="*/ 1971 h 8148"/>
                <a:gd name="T2" fmla="*/ 4122 w 8147"/>
                <a:gd name="T3" fmla="*/ 0 h 8148"/>
                <a:gd name="T4" fmla="*/ 3622 w 8147"/>
                <a:gd name="T5" fmla="*/ 228 h 8148"/>
                <a:gd name="T6" fmla="*/ 3917 w 8147"/>
                <a:gd name="T7" fmla="*/ 2197 h 8148"/>
                <a:gd name="T8" fmla="*/ 4122 w 8147"/>
                <a:gd name="T9" fmla="*/ 2198 h 8148"/>
                <a:gd name="T10" fmla="*/ 2410 w 8147"/>
                <a:gd name="T11" fmla="*/ 2962 h 8148"/>
                <a:gd name="T12" fmla="*/ 2781 w 8147"/>
                <a:gd name="T13" fmla="*/ 2713 h 8148"/>
                <a:gd name="T14" fmla="*/ 1596 w 8147"/>
                <a:gd name="T15" fmla="*/ 1112 h 8148"/>
                <a:gd name="T16" fmla="*/ 1081 w 8147"/>
                <a:gd name="T17" fmla="*/ 1305 h 8148"/>
                <a:gd name="T18" fmla="*/ 2266 w 8147"/>
                <a:gd name="T19" fmla="*/ 2905 h 8148"/>
                <a:gd name="T20" fmla="*/ 2197 w 8147"/>
                <a:gd name="T21" fmla="*/ 4026 h 8148"/>
                <a:gd name="T22" fmla="*/ 227 w 8147"/>
                <a:gd name="T23" fmla="*/ 3731 h 8148"/>
                <a:gd name="T24" fmla="*/ 0 w 8147"/>
                <a:gd name="T25" fmla="*/ 4231 h 8148"/>
                <a:gd name="T26" fmla="*/ 1969 w 8147"/>
                <a:gd name="T27" fmla="*/ 4526 h 8148"/>
                <a:gd name="T28" fmla="*/ 2711 w 8147"/>
                <a:gd name="T29" fmla="*/ 5366 h 8148"/>
                <a:gd name="T30" fmla="*/ 1109 w 8147"/>
                <a:gd name="T31" fmla="*/ 6550 h 8148"/>
                <a:gd name="T32" fmla="*/ 1301 w 8147"/>
                <a:gd name="T33" fmla="*/ 7065 h 8148"/>
                <a:gd name="T34" fmla="*/ 1527 w 8147"/>
                <a:gd name="T35" fmla="*/ 7168 h 8148"/>
                <a:gd name="T36" fmla="*/ 2902 w 8147"/>
                <a:gd name="T37" fmla="*/ 5881 h 8148"/>
                <a:gd name="T38" fmla="*/ 2856 w 8147"/>
                <a:gd name="T39" fmla="*/ 5512 h 8148"/>
                <a:gd name="T40" fmla="*/ 4230 w 8147"/>
                <a:gd name="T41" fmla="*/ 5951 h 8148"/>
                <a:gd name="T42" fmla="*/ 3730 w 8147"/>
                <a:gd name="T43" fmla="*/ 6178 h 8148"/>
                <a:gd name="T44" fmla="*/ 4025 w 8147"/>
                <a:gd name="T45" fmla="*/ 8148 h 8148"/>
                <a:gd name="T46" fmla="*/ 4525 w 8147"/>
                <a:gd name="T47" fmla="*/ 7920 h 8148"/>
                <a:gd name="T48" fmla="*/ 4230 w 8147"/>
                <a:gd name="T49" fmla="*/ 5951 h 8148"/>
                <a:gd name="T50" fmla="*/ 5736 w 8147"/>
                <a:gd name="T51" fmla="*/ 5187 h 8148"/>
                <a:gd name="T52" fmla="*/ 5365 w 8147"/>
                <a:gd name="T53" fmla="*/ 5436 h 8148"/>
                <a:gd name="T54" fmla="*/ 6550 w 8147"/>
                <a:gd name="T55" fmla="*/ 7037 h 8148"/>
                <a:gd name="T56" fmla="*/ 6918 w 8147"/>
                <a:gd name="T57" fmla="*/ 6991 h 8148"/>
                <a:gd name="T58" fmla="*/ 7111 w 8147"/>
                <a:gd name="T59" fmla="*/ 6476 h 8148"/>
                <a:gd name="T60" fmla="*/ 7920 w 8147"/>
                <a:gd name="T61" fmla="*/ 3623 h 8148"/>
                <a:gd name="T62" fmla="*/ 5949 w 8147"/>
                <a:gd name="T63" fmla="*/ 3918 h 8148"/>
                <a:gd name="T64" fmla="*/ 6177 w 8147"/>
                <a:gd name="T65" fmla="*/ 4418 h 8148"/>
                <a:gd name="T66" fmla="*/ 8147 w 8147"/>
                <a:gd name="T67" fmla="*/ 4123 h 8148"/>
                <a:gd name="T68" fmla="*/ 7920 w 8147"/>
                <a:gd name="T69" fmla="*/ 3623 h 8148"/>
                <a:gd name="T70" fmla="*/ 5661 w 8147"/>
                <a:gd name="T71" fmla="*/ 2885 h 8148"/>
                <a:gd name="T72" fmla="*/ 7036 w 8147"/>
                <a:gd name="T73" fmla="*/ 1597 h 8148"/>
                <a:gd name="T74" fmla="*/ 6844 w 8147"/>
                <a:gd name="T75" fmla="*/ 1082 h 8148"/>
                <a:gd name="T76" fmla="*/ 5242 w 8147"/>
                <a:gd name="T77" fmla="*/ 2266 h 8148"/>
                <a:gd name="T78" fmla="*/ 5435 w 8147"/>
                <a:gd name="T79" fmla="*/ 2782 h 81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8147" h="8148">
                  <a:moveTo>
                    <a:pt x="4122" y="2198"/>
                  </a:moveTo>
                  <a:cubicBezTo>
                    <a:pt x="4287" y="2198"/>
                    <a:pt x="4417" y="2098"/>
                    <a:pt x="4417" y="1971"/>
                  </a:cubicBezTo>
                  <a:lnTo>
                    <a:pt x="4417" y="228"/>
                  </a:lnTo>
                  <a:cubicBezTo>
                    <a:pt x="4417" y="101"/>
                    <a:pt x="4289" y="0"/>
                    <a:pt x="4122" y="0"/>
                  </a:cubicBezTo>
                  <a:lnTo>
                    <a:pt x="3917" y="0"/>
                  </a:lnTo>
                  <a:cubicBezTo>
                    <a:pt x="3752" y="0"/>
                    <a:pt x="3622" y="100"/>
                    <a:pt x="3622" y="228"/>
                  </a:cubicBezTo>
                  <a:lnTo>
                    <a:pt x="3622" y="1970"/>
                  </a:lnTo>
                  <a:cubicBezTo>
                    <a:pt x="3622" y="2097"/>
                    <a:pt x="3751" y="2197"/>
                    <a:pt x="3917" y="2197"/>
                  </a:cubicBezTo>
                  <a:lnTo>
                    <a:pt x="4122" y="2197"/>
                  </a:lnTo>
                  <a:lnTo>
                    <a:pt x="4122" y="2198"/>
                  </a:lnTo>
                  <a:close/>
                  <a:moveTo>
                    <a:pt x="2266" y="2905"/>
                  </a:moveTo>
                  <a:cubicBezTo>
                    <a:pt x="2302" y="2941"/>
                    <a:pt x="2349" y="2960"/>
                    <a:pt x="2410" y="2962"/>
                  </a:cubicBezTo>
                  <a:cubicBezTo>
                    <a:pt x="2487" y="2962"/>
                    <a:pt x="2570" y="2925"/>
                    <a:pt x="2636" y="2858"/>
                  </a:cubicBezTo>
                  <a:lnTo>
                    <a:pt x="2781" y="2713"/>
                  </a:lnTo>
                  <a:cubicBezTo>
                    <a:pt x="2897" y="2597"/>
                    <a:pt x="2919" y="2435"/>
                    <a:pt x="2827" y="2343"/>
                  </a:cubicBezTo>
                  <a:lnTo>
                    <a:pt x="1596" y="1112"/>
                  </a:lnTo>
                  <a:cubicBezTo>
                    <a:pt x="1506" y="1022"/>
                    <a:pt x="1344" y="1042"/>
                    <a:pt x="1226" y="1159"/>
                  </a:cubicBezTo>
                  <a:lnTo>
                    <a:pt x="1081" y="1305"/>
                  </a:lnTo>
                  <a:cubicBezTo>
                    <a:pt x="965" y="1421"/>
                    <a:pt x="943" y="1583"/>
                    <a:pt x="1035" y="1675"/>
                  </a:cubicBezTo>
                  <a:lnTo>
                    <a:pt x="2266" y="2905"/>
                  </a:lnTo>
                  <a:close/>
                  <a:moveTo>
                    <a:pt x="2197" y="4231"/>
                  </a:moveTo>
                  <a:lnTo>
                    <a:pt x="2197" y="4026"/>
                  </a:lnTo>
                  <a:cubicBezTo>
                    <a:pt x="2197" y="3861"/>
                    <a:pt x="2097" y="3731"/>
                    <a:pt x="1969" y="3731"/>
                  </a:cubicBezTo>
                  <a:lnTo>
                    <a:pt x="227" y="3731"/>
                  </a:lnTo>
                  <a:cubicBezTo>
                    <a:pt x="100" y="3731"/>
                    <a:pt x="0" y="3861"/>
                    <a:pt x="0" y="4026"/>
                  </a:cubicBezTo>
                  <a:lnTo>
                    <a:pt x="0" y="4231"/>
                  </a:lnTo>
                  <a:cubicBezTo>
                    <a:pt x="0" y="4396"/>
                    <a:pt x="100" y="4526"/>
                    <a:pt x="227" y="4526"/>
                  </a:cubicBezTo>
                  <a:lnTo>
                    <a:pt x="1969" y="4526"/>
                  </a:lnTo>
                  <a:cubicBezTo>
                    <a:pt x="2096" y="4524"/>
                    <a:pt x="2197" y="4396"/>
                    <a:pt x="2197" y="4231"/>
                  </a:cubicBezTo>
                  <a:close/>
                  <a:moveTo>
                    <a:pt x="2711" y="5366"/>
                  </a:moveTo>
                  <a:cubicBezTo>
                    <a:pt x="2595" y="5250"/>
                    <a:pt x="2432" y="5230"/>
                    <a:pt x="2341" y="5318"/>
                  </a:cubicBezTo>
                  <a:lnTo>
                    <a:pt x="1109" y="6550"/>
                  </a:lnTo>
                  <a:cubicBezTo>
                    <a:pt x="1019" y="6640"/>
                    <a:pt x="1040" y="6802"/>
                    <a:pt x="1156" y="6920"/>
                  </a:cubicBezTo>
                  <a:lnTo>
                    <a:pt x="1301" y="7065"/>
                  </a:lnTo>
                  <a:cubicBezTo>
                    <a:pt x="1351" y="7115"/>
                    <a:pt x="1411" y="7148"/>
                    <a:pt x="1472" y="7162"/>
                  </a:cubicBezTo>
                  <a:cubicBezTo>
                    <a:pt x="1491" y="7166"/>
                    <a:pt x="1510" y="7168"/>
                    <a:pt x="1527" y="7168"/>
                  </a:cubicBezTo>
                  <a:cubicBezTo>
                    <a:pt x="1583" y="7168"/>
                    <a:pt x="1634" y="7148"/>
                    <a:pt x="1671" y="7112"/>
                  </a:cubicBezTo>
                  <a:lnTo>
                    <a:pt x="2902" y="5881"/>
                  </a:lnTo>
                  <a:cubicBezTo>
                    <a:pt x="2938" y="5845"/>
                    <a:pt x="2960" y="5793"/>
                    <a:pt x="2960" y="5738"/>
                  </a:cubicBezTo>
                  <a:cubicBezTo>
                    <a:pt x="2960" y="5661"/>
                    <a:pt x="2922" y="5578"/>
                    <a:pt x="2856" y="5512"/>
                  </a:cubicBezTo>
                  <a:lnTo>
                    <a:pt x="2711" y="5366"/>
                  </a:lnTo>
                  <a:close/>
                  <a:moveTo>
                    <a:pt x="4230" y="5951"/>
                  </a:moveTo>
                  <a:lnTo>
                    <a:pt x="4025" y="5951"/>
                  </a:lnTo>
                  <a:cubicBezTo>
                    <a:pt x="3860" y="5951"/>
                    <a:pt x="3730" y="6051"/>
                    <a:pt x="3730" y="6178"/>
                  </a:cubicBezTo>
                  <a:lnTo>
                    <a:pt x="3730" y="7920"/>
                  </a:lnTo>
                  <a:cubicBezTo>
                    <a:pt x="3730" y="8047"/>
                    <a:pt x="3859" y="8148"/>
                    <a:pt x="4025" y="8148"/>
                  </a:cubicBezTo>
                  <a:lnTo>
                    <a:pt x="4230" y="8148"/>
                  </a:lnTo>
                  <a:cubicBezTo>
                    <a:pt x="4395" y="8148"/>
                    <a:pt x="4525" y="8048"/>
                    <a:pt x="4525" y="7920"/>
                  </a:cubicBezTo>
                  <a:lnTo>
                    <a:pt x="4525" y="6178"/>
                  </a:lnTo>
                  <a:cubicBezTo>
                    <a:pt x="4523" y="6051"/>
                    <a:pt x="4395" y="5951"/>
                    <a:pt x="4230" y="5951"/>
                  </a:cubicBezTo>
                  <a:close/>
                  <a:moveTo>
                    <a:pt x="5880" y="5243"/>
                  </a:moveTo>
                  <a:cubicBezTo>
                    <a:pt x="5844" y="5207"/>
                    <a:pt x="5792" y="5187"/>
                    <a:pt x="5736" y="5187"/>
                  </a:cubicBezTo>
                  <a:cubicBezTo>
                    <a:pt x="5658" y="5187"/>
                    <a:pt x="5576" y="5224"/>
                    <a:pt x="5510" y="5291"/>
                  </a:cubicBezTo>
                  <a:lnTo>
                    <a:pt x="5365" y="5436"/>
                  </a:lnTo>
                  <a:cubicBezTo>
                    <a:pt x="5248" y="5552"/>
                    <a:pt x="5227" y="5714"/>
                    <a:pt x="5318" y="5806"/>
                  </a:cubicBezTo>
                  <a:lnTo>
                    <a:pt x="6550" y="7037"/>
                  </a:lnTo>
                  <a:cubicBezTo>
                    <a:pt x="6587" y="7075"/>
                    <a:pt x="6638" y="7093"/>
                    <a:pt x="6692" y="7093"/>
                  </a:cubicBezTo>
                  <a:cubicBezTo>
                    <a:pt x="6767" y="7093"/>
                    <a:pt x="6851" y="7058"/>
                    <a:pt x="6918" y="6991"/>
                  </a:cubicBezTo>
                  <a:lnTo>
                    <a:pt x="7063" y="6846"/>
                  </a:lnTo>
                  <a:cubicBezTo>
                    <a:pt x="7180" y="6730"/>
                    <a:pt x="7201" y="6567"/>
                    <a:pt x="7111" y="6476"/>
                  </a:cubicBezTo>
                  <a:lnTo>
                    <a:pt x="5880" y="5243"/>
                  </a:lnTo>
                  <a:close/>
                  <a:moveTo>
                    <a:pt x="7920" y="3623"/>
                  </a:moveTo>
                  <a:lnTo>
                    <a:pt x="6177" y="3623"/>
                  </a:lnTo>
                  <a:cubicBezTo>
                    <a:pt x="6050" y="3623"/>
                    <a:pt x="5949" y="3753"/>
                    <a:pt x="5949" y="3918"/>
                  </a:cubicBezTo>
                  <a:lnTo>
                    <a:pt x="5949" y="4123"/>
                  </a:lnTo>
                  <a:cubicBezTo>
                    <a:pt x="5949" y="4288"/>
                    <a:pt x="6049" y="4418"/>
                    <a:pt x="6177" y="4418"/>
                  </a:cubicBezTo>
                  <a:lnTo>
                    <a:pt x="7919" y="4418"/>
                  </a:lnTo>
                  <a:cubicBezTo>
                    <a:pt x="8046" y="4418"/>
                    <a:pt x="8147" y="4288"/>
                    <a:pt x="8147" y="4123"/>
                  </a:cubicBezTo>
                  <a:lnTo>
                    <a:pt x="8147" y="3918"/>
                  </a:lnTo>
                  <a:cubicBezTo>
                    <a:pt x="8147" y="3753"/>
                    <a:pt x="8047" y="3623"/>
                    <a:pt x="7920" y="3623"/>
                  </a:cubicBezTo>
                  <a:close/>
                  <a:moveTo>
                    <a:pt x="5435" y="2782"/>
                  </a:moveTo>
                  <a:cubicBezTo>
                    <a:pt x="5502" y="2849"/>
                    <a:pt x="5586" y="2885"/>
                    <a:pt x="5661" y="2885"/>
                  </a:cubicBezTo>
                  <a:cubicBezTo>
                    <a:pt x="5716" y="2885"/>
                    <a:pt x="5766" y="2866"/>
                    <a:pt x="5804" y="2828"/>
                  </a:cubicBezTo>
                  <a:lnTo>
                    <a:pt x="7036" y="1597"/>
                  </a:lnTo>
                  <a:cubicBezTo>
                    <a:pt x="7126" y="1507"/>
                    <a:pt x="7105" y="1344"/>
                    <a:pt x="6989" y="1227"/>
                  </a:cubicBezTo>
                  <a:lnTo>
                    <a:pt x="6844" y="1082"/>
                  </a:lnTo>
                  <a:cubicBezTo>
                    <a:pt x="6727" y="966"/>
                    <a:pt x="6565" y="944"/>
                    <a:pt x="6474" y="1034"/>
                  </a:cubicBezTo>
                  <a:lnTo>
                    <a:pt x="5242" y="2266"/>
                  </a:lnTo>
                  <a:cubicBezTo>
                    <a:pt x="5152" y="2356"/>
                    <a:pt x="5172" y="2518"/>
                    <a:pt x="5290" y="2636"/>
                  </a:cubicBezTo>
                  <a:lnTo>
                    <a:pt x="5435" y="2782"/>
                  </a:lnTo>
                  <a:close/>
                </a:path>
              </a:pathLst>
            </a:custGeom>
            <a:solidFill>
              <a:schemeClr val="bg1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77">
                <a:defRPr/>
              </a:pPr>
              <a:endParaRPr lang="en-US" dirty="0">
                <a:solidFill>
                  <a:srgbClr val="F5F5F5"/>
                </a:solidFill>
                <a:latin typeface="vivo Sans"/>
                <a:ea typeface="vivo Sans"/>
              </a:endParaRPr>
            </a:p>
          </p:txBody>
        </p:sp>
      </p:grpSp>
      <p:grpSp>
        <p:nvGrpSpPr>
          <p:cNvPr id="43" name="!! 取消">
            <a:extLst>
              <a:ext uri="{FF2B5EF4-FFF2-40B4-BE49-F238E27FC236}">
                <a16:creationId xmlns:a16="http://schemas.microsoft.com/office/drawing/2014/main" id="{E6323E56-9AC1-6F16-D596-E26B4729DA13}"/>
              </a:ext>
            </a:extLst>
          </p:cNvPr>
          <p:cNvGrpSpPr/>
          <p:nvPr/>
        </p:nvGrpSpPr>
        <p:grpSpPr>
          <a:xfrm>
            <a:off x="7106288" y="3044828"/>
            <a:ext cx="768351" cy="768351"/>
            <a:chOff x="7589108" y="3216636"/>
            <a:chExt cx="768350" cy="768350"/>
          </a:xfrm>
        </p:grpSpPr>
        <p:sp>
          <p:nvSpPr>
            <p:cNvPr id="40" name="椭圆 39">
              <a:hlinkClick r:id="rId9" action="ppaction://hlinksldjump"/>
              <a:extLst>
                <a:ext uri="{FF2B5EF4-FFF2-40B4-BE49-F238E27FC236}">
                  <a16:creationId xmlns:a16="http://schemas.microsoft.com/office/drawing/2014/main" id="{7CCAE3D4-056D-284F-6D05-696E9D74BE31}"/>
                </a:ext>
              </a:extLst>
            </p:cNvPr>
            <p:cNvSpPr/>
            <p:nvPr/>
          </p:nvSpPr>
          <p:spPr>
            <a:xfrm>
              <a:off x="7589108" y="3216636"/>
              <a:ext cx="768350" cy="768350"/>
            </a:xfrm>
            <a:prstGeom prst="ellipse">
              <a:avLst/>
            </a:prstGeom>
            <a:solidFill>
              <a:schemeClr val="bg1">
                <a:lumMod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77">
                <a:defRPr/>
              </a:pPr>
              <a:endParaRPr lang="zh-CN" altLang="en-US">
                <a:solidFill>
                  <a:srgbClr val="F5F5F5"/>
                </a:solidFill>
                <a:latin typeface="vivo Sans"/>
                <a:ea typeface="vivo Sans"/>
              </a:endParaRPr>
            </a:p>
          </p:txBody>
        </p:sp>
        <p:pic>
          <p:nvPicPr>
            <p:cNvPr id="42" name="图形 41">
              <a:extLst>
                <a:ext uri="{FF2B5EF4-FFF2-40B4-BE49-F238E27FC236}">
                  <a16:creationId xmlns:a16="http://schemas.microsoft.com/office/drawing/2014/main" id="{23CF4FAA-61B1-434B-7BA4-0F50FDB482D0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rcRect/>
            <a:stretch/>
          </p:blipFill>
          <p:spPr>
            <a:xfrm>
              <a:off x="7638000" y="3265528"/>
              <a:ext cx="670566" cy="670566"/>
            </a:xfrm>
            <a:prstGeom prst="rect">
              <a:avLst/>
            </a:prstGeom>
          </p:spPr>
        </p:pic>
      </p:grpSp>
      <p:sp>
        <p:nvSpPr>
          <p:cNvPr id="3" name="文本框 2">
            <a:extLst>
              <a:ext uri="{FF2B5EF4-FFF2-40B4-BE49-F238E27FC236}">
                <a16:creationId xmlns:a16="http://schemas.microsoft.com/office/drawing/2014/main" id="{6803833D-D6B5-5D5F-3531-8971F500D1F6}"/>
              </a:ext>
            </a:extLst>
          </p:cNvPr>
          <p:cNvSpPr txBox="1"/>
          <p:nvPr/>
        </p:nvSpPr>
        <p:spPr>
          <a:xfrm>
            <a:off x="4254976" y="3834441"/>
            <a:ext cx="89313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377">
              <a:defRPr/>
            </a:pPr>
            <a:r>
              <a:rPr lang="zh-CN" altLang="en-US" sz="1200" dirty="0">
                <a:solidFill>
                  <a:srgbClr val="F5F5F5"/>
                </a:solidFill>
                <a:latin typeface="vivo Sans"/>
                <a:ea typeface="vivo Sans"/>
              </a:rPr>
              <a:t>关机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B8335B9-D33A-B658-26D9-EF7185FBCA0B}"/>
              </a:ext>
            </a:extLst>
          </p:cNvPr>
          <p:cNvSpPr txBox="1"/>
          <p:nvPr/>
        </p:nvSpPr>
        <p:spPr>
          <a:xfrm>
            <a:off x="5649436" y="3834441"/>
            <a:ext cx="89313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377">
              <a:defRPr/>
            </a:pPr>
            <a:r>
              <a:rPr lang="zh-CN" altLang="en-US" sz="1200" dirty="0">
                <a:solidFill>
                  <a:srgbClr val="F5F5F5"/>
                </a:solidFill>
                <a:latin typeface="vivo Sans"/>
                <a:ea typeface="vivo Sans"/>
              </a:rPr>
              <a:t>重启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3E09535-8C19-56A5-40D5-8305547170F4}"/>
              </a:ext>
            </a:extLst>
          </p:cNvPr>
          <p:cNvSpPr txBox="1"/>
          <p:nvPr/>
        </p:nvSpPr>
        <p:spPr>
          <a:xfrm>
            <a:off x="7043896" y="3834441"/>
            <a:ext cx="89313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377">
              <a:defRPr/>
            </a:pPr>
            <a:r>
              <a:rPr lang="zh-CN" altLang="en-US" sz="1200" dirty="0">
                <a:solidFill>
                  <a:srgbClr val="F5F5F5"/>
                </a:solidFill>
                <a:latin typeface="vivo Sans"/>
                <a:ea typeface="vivo Sans"/>
              </a:rPr>
              <a:t>取消</a:t>
            </a:r>
          </a:p>
        </p:txBody>
      </p:sp>
    </p:spTree>
    <p:extLst>
      <p:ext uri="{BB962C8B-B14F-4D97-AF65-F5344CB8AC3E}">
        <p14:creationId xmlns:p14="http://schemas.microsoft.com/office/powerpoint/2010/main" val="1472379349"/>
      </p:ext>
    </p:extLst>
  </p:cSld>
  <p:clrMapOvr>
    <a:masterClrMapping/>
  </p:clrMapOvr>
  <p:transition advClick="0">
    <p:split orient="vert"/>
  </p:transition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72B1FF-45C6-682F-1833-24E77BED3A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!! 壁纸">
            <a:extLst>
              <a:ext uri="{FF2B5EF4-FFF2-40B4-BE49-F238E27FC236}">
                <a16:creationId xmlns:a16="http://schemas.microsoft.com/office/drawing/2014/main" id="{C7FE0F3A-BC23-D3D6-E0C8-2B609537745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4"/>
            <a:ext cx="12192000" cy="6857999"/>
          </a:xfrm>
          <a:prstGeom prst="rect">
            <a:avLst/>
          </a:prstGeom>
        </p:spPr>
      </p:pic>
      <p:sp>
        <p:nvSpPr>
          <p:cNvPr id="13" name="!! 遮罩">
            <a:extLst>
              <a:ext uri="{FF2B5EF4-FFF2-40B4-BE49-F238E27FC236}">
                <a16:creationId xmlns:a16="http://schemas.microsoft.com/office/drawing/2014/main" id="{AF94F267-B3E6-0F6B-3CE2-76B3D2173DB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1">
              <a:alpha val="67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>
              <a:defRPr/>
            </a:pPr>
            <a:endParaRPr lang="zh-CN" altLang="en-US">
              <a:solidFill>
                <a:srgbClr val="F5F5F5"/>
              </a:solidFill>
              <a:latin typeface="vivo Sans"/>
              <a:ea typeface="vivo Sans"/>
            </a:endParaRPr>
          </a:p>
        </p:txBody>
      </p:sp>
      <p:grpSp>
        <p:nvGrpSpPr>
          <p:cNvPr id="17" name="!! 关机">
            <a:extLst>
              <a:ext uri="{FF2B5EF4-FFF2-40B4-BE49-F238E27FC236}">
                <a16:creationId xmlns:a16="http://schemas.microsoft.com/office/drawing/2014/main" id="{4760683A-B0E2-61DD-AFCE-BD5573511223}"/>
              </a:ext>
            </a:extLst>
          </p:cNvPr>
          <p:cNvGrpSpPr/>
          <p:nvPr/>
        </p:nvGrpSpPr>
        <p:grpSpPr>
          <a:xfrm>
            <a:off x="4236720" y="2964180"/>
            <a:ext cx="929640" cy="929640"/>
            <a:chOff x="3873499" y="4722659"/>
            <a:chExt cx="768350" cy="768350"/>
          </a:xfrm>
        </p:grpSpPr>
        <p:sp>
          <p:nvSpPr>
            <p:cNvPr id="18" name="椭圆 17">
              <a:hlinkClick r:id="rId5" action="ppaction://hlinksldjump"/>
              <a:extLst>
                <a:ext uri="{FF2B5EF4-FFF2-40B4-BE49-F238E27FC236}">
                  <a16:creationId xmlns:a16="http://schemas.microsoft.com/office/drawing/2014/main" id="{C6117451-D640-4CE3-7255-5CA00E87885F}"/>
                </a:ext>
              </a:extLst>
            </p:cNvPr>
            <p:cNvSpPr/>
            <p:nvPr/>
          </p:nvSpPr>
          <p:spPr>
            <a:xfrm>
              <a:off x="3873499" y="4722659"/>
              <a:ext cx="768350" cy="768350"/>
            </a:xfrm>
            <a:prstGeom prst="ellipse">
              <a:avLst/>
            </a:prstGeom>
            <a:solidFill>
              <a:schemeClr val="accent5"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77">
                <a:defRPr/>
              </a:pPr>
              <a:endParaRPr lang="zh-CN" altLang="en-US">
                <a:solidFill>
                  <a:srgbClr val="F5F5F5"/>
                </a:solidFill>
                <a:latin typeface="vivo Sans"/>
                <a:ea typeface="vivo Sans"/>
              </a:endParaRPr>
            </a:p>
          </p:txBody>
        </p:sp>
        <p:pic>
          <p:nvPicPr>
            <p:cNvPr id="19" name="!! 按钮-关机">
              <a:extLst>
                <a:ext uri="{FF2B5EF4-FFF2-40B4-BE49-F238E27FC236}">
                  <a16:creationId xmlns:a16="http://schemas.microsoft.com/office/drawing/2014/main" id="{3749A472-4E2B-8947-CC77-F92225340D5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3964736" y="4815296"/>
              <a:ext cx="585876" cy="585872"/>
            </a:xfrm>
            <a:prstGeom prst="rect">
              <a:avLst/>
            </a:prstGeom>
          </p:spPr>
        </p:pic>
      </p:grpSp>
      <p:sp>
        <p:nvSpPr>
          <p:cNvPr id="4" name="标题">
            <a:extLst>
              <a:ext uri="{FF2B5EF4-FFF2-40B4-BE49-F238E27FC236}">
                <a16:creationId xmlns:a16="http://schemas.microsoft.com/office/drawing/2014/main" id="{2C571767-DED2-B3A2-B40F-704220B38563}"/>
              </a:ext>
            </a:extLst>
          </p:cNvPr>
          <p:cNvSpPr txBox="1"/>
          <p:nvPr/>
        </p:nvSpPr>
        <p:spPr>
          <a:xfrm>
            <a:off x="4674908" y="3763504"/>
            <a:ext cx="28421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377">
              <a:defRPr/>
            </a:pPr>
            <a:r>
              <a:rPr lang="zh-CN" altLang="en-US" dirty="0">
                <a:solidFill>
                  <a:schemeClr val="bg1"/>
                </a:solidFill>
                <a:latin typeface="vivo Sans Medium"/>
                <a:ea typeface="vivo Sans Medium"/>
              </a:rPr>
              <a:t>正在关机</a:t>
            </a:r>
          </a:p>
        </p:txBody>
      </p:sp>
      <p:grpSp>
        <p:nvGrpSpPr>
          <p:cNvPr id="6" name="!! load">
            <a:extLst>
              <a:ext uri="{FF2B5EF4-FFF2-40B4-BE49-F238E27FC236}">
                <a16:creationId xmlns:a16="http://schemas.microsoft.com/office/drawing/2014/main" id="{F2E6511D-C084-21D6-DEED-A96EA7E98F2F}"/>
              </a:ext>
            </a:extLst>
          </p:cNvPr>
          <p:cNvGrpSpPr/>
          <p:nvPr/>
        </p:nvGrpSpPr>
        <p:grpSpPr>
          <a:xfrm>
            <a:off x="5901997" y="3234995"/>
            <a:ext cx="388011" cy="388011"/>
            <a:chOff x="7349534" y="4722202"/>
            <a:chExt cx="279398" cy="279398"/>
          </a:xfrm>
          <a:solidFill>
            <a:schemeClr val="bg1">
              <a:lumMod val="25000"/>
            </a:schemeClr>
          </a:solidFill>
        </p:grpSpPr>
        <p:sp>
          <p:nvSpPr>
            <p:cNvPr id="7" name="弧形 6">
              <a:extLst>
                <a:ext uri="{FF2B5EF4-FFF2-40B4-BE49-F238E27FC236}">
                  <a16:creationId xmlns:a16="http://schemas.microsoft.com/office/drawing/2014/main" id="{F93A014A-2C24-B2E1-B711-5E0362AB193B}"/>
                </a:ext>
              </a:extLst>
            </p:cNvPr>
            <p:cNvSpPr/>
            <p:nvPr/>
          </p:nvSpPr>
          <p:spPr>
            <a:xfrm>
              <a:off x="7349534" y="4722202"/>
              <a:ext cx="279398" cy="279398"/>
            </a:xfrm>
            <a:prstGeom prst="arc">
              <a:avLst>
                <a:gd name="adj1" fmla="val 16200000"/>
                <a:gd name="adj2" fmla="val 16194911"/>
              </a:avLst>
            </a:prstGeom>
            <a:noFill/>
            <a:ln w="57150">
              <a:solidFill>
                <a:schemeClr val="bg2">
                  <a:alpha val="1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defTabSz="914377">
                <a:defRPr/>
              </a:pPr>
              <a:endParaRPr lang="zh-CN" altLang="en-US">
                <a:solidFill>
                  <a:srgbClr val="181818"/>
                </a:solidFill>
                <a:latin typeface="vivo Sans"/>
                <a:ea typeface="vivo Sans"/>
              </a:endParaRPr>
            </a:p>
          </p:txBody>
        </p:sp>
        <p:sp>
          <p:nvSpPr>
            <p:cNvPr id="8" name="弧形 7">
              <a:extLst>
                <a:ext uri="{FF2B5EF4-FFF2-40B4-BE49-F238E27FC236}">
                  <a16:creationId xmlns:a16="http://schemas.microsoft.com/office/drawing/2014/main" id="{8717A15E-8A1A-993C-074C-230B68F82B29}"/>
                </a:ext>
              </a:extLst>
            </p:cNvPr>
            <p:cNvSpPr/>
            <p:nvPr/>
          </p:nvSpPr>
          <p:spPr>
            <a:xfrm>
              <a:off x="7349534" y="4722202"/>
              <a:ext cx="279398" cy="279398"/>
            </a:xfrm>
            <a:prstGeom prst="arc">
              <a:avLst>
                <a:gd name="adj1" fmla="val 16250568"/>
                <a:gd name="adj2" fmla="val 321908"/>
              </a:avLst>
            </a:prstGeom>
            <a:noFill/>
            <a:ln w="57150" cap="rnd">
              <a:solidFill>
                <a:schemeClr val="bg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defTabSz="914377">
                <a:defRPr/>
              </a:pPr>
              <a:endParaRPr lang="zh-CN" altLang="en-US" dirty="0">
                <a:solidFill>
                  <a:srgbClr val="181818"/>
                </a:solidFill>
                <a:latin typeface="vivo Sans"/>
                <a:ea typeface="vivo San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956068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 advClick="0">
        <p159:morph option="byObject"/>
      </p:transition>
    </mc:Choice>
    <mc:Fallback xmlns="">
      <p:transition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path" presetSubtype="0" decel="9000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4.79167E-6 3.7037E-6 L 4.79167E-6 0.08912 " pathEditMode="relative" rAng="0" ptsTypes="AA">
                                      <p:cBhvr>
                                        <p:cTn id="9" dur="500" spd="-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4444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1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42" presetClass="path" presetSubtype="0" decel="90000" fill="hold" grpId="1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4.79167E-6 3.7037E-6 L 4.79167E-6 0.08912 " pathEditMode="relative" rAng="0" ptsTypes="AA">
                                      <p:cBhvr>
                                        <p:cTn id="16" dur="500" spd="-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444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</p:bldLst>
  </p:timing>
  <p:extLst>
    <p:ext uri="{6950BFC3-D8DA-4A85-94F7-54DA5524770B}">
      <p188:commentRel xmlns:p188="http://schemas.microsoft.com/office/powerpoint/2018/8/main" r:id="rId3"/>
    </p:ext>
  </p:extLs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4C772E7-AFBB-3CF7-98CB-AF911174A0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00251E49-A966-9FEB-F298-66E41864CDBA}"/>
              </a:ext>
            </a:extLst>
          </p:cNvPr>
          <p:cNvSpPr txBox="1"/>
          <p:nvPr/>
        </p:nvSpPr>
        <p:spPr>
          <a:xfrm>
            <a:off x="3985257" y="4774354"/>
            <a:ext cx="42214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</a:rPr>
              <a:t>Leaf OS </a:t>
            </a:r>
            <a:r>
              <a:rPr lang="zh-CN" altLang="en-US" dirty="0">
                <a:solidFill>
                  <a:schemeClr val="bg1"/>
                </a:solidFill>
              </a:rPr>
              <a:t>已安全关闭，可手动退出</a:t>
            </a:r>
          </a:p>
        </p:txBody>
      </p:sp>
      <p:sp>
        <p:nvSpPr>
          <p:cNvPr id="3" name="!! 按钮">
            <a:hlinkClick r:id="rId4" action="ppaction://hlinksldjump"/>
            <a:extLst>
              <a:ext uri="{FF2B5EF4-FFF2-40B4-BE49-F238E27FC236}">
                <a16:creationId xmlns:a16="http://schemas.microsoft.com/office/drawing/2014/main" id="{AEC01939-F2CA-72AC-CD32-15292FDBAF8E}"/>
              </a:ext>
            </a:extLst>
          </p:cNvPr>
          <p:cNvSpPr/>
          <p:nvPr/>
        </p:nvSpPr>
        <p:spPr>
          <a:xfrm>
            <a:off x="4939091" y="5406057"/>
            <a:ext cx="2313819" cy="408215"/>
          </a:xfrm>
          <a:prstGeom prst="roundRect">
            <a:avLst>
              <a:gd name="adj" fmla="val 50000"/>
            </a:avLst>
          </a:prstGeom>
          <a:solidFill>
            <a:schemeClr val="bg1">
              <a:lumMod val="25000"/>
            </a:schemeClr>
          </a:solidFill>
          <a:ln>
            <a:noFill/>
          </a:ln>
          <a:effectLst>
            <a:outerShdw blurRad="88900" sx="101000" sy="101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bg2"/>
                </a:solidFill>
              </a:rPr>
              <a:t>再次开机</a:t>
            </a:r>
          </a:p>
        </p:txBody>
      </p:sp>
    </p:spTree>
    <p:extLst>
      <p:ext uri="{BB962C8B-B14F-4D97-AF65-F5344CB8AC3E}">
        <p14:creationId xmlns:p14="http://schemas.microsoft.com/office/powerpoint/2010/main" val="5049875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 advClick="0">
        <p:fade/>
      </p:transition>
    </mc:Choice>
    <mc:Fallback xmlns="">
      <p:transition advClick="0">
        <p:fade/>
      </p:transition>
    </mc:Fallback>
  </mc:AlternateContent>
  <p:extLst>
    <p:ext uri="{6950BFC3-D8DA-4A85-94F7-54DA5524770B}">
      <p188:commentRel xmlns:p188="http://schemas.microsoft.com/office/powerpoint/2018/8/main" r:id="rId3"/>
    </p:ext>
  </p:extLs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5C1821-F82B-D54F-9DA1-58FE4D7EC2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!! 壁纸" descr="背景图案&#10;&#10;AI 生成的内容可能不正确。">
            <a:extLst>
              <a:ext uri="{FF2B5EF4-FFF2-40B4-BE49-F238E27FC236}">
                <a16:creationId xmlns:a16="http://schemas.microsoft.com/office/drawing/2014/main" id="{12E03924-781F-BE0D-8052-7B0FDA83075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!! 背景板">
            <a:extLst>
              <a:ext uri="{FF2B5EF4-FFF2-40B4-BE49-F238E27FC236}">
                <a16:creationId xmlns:a16="http://schemas.microsoft.com/office/drawing/2014/main" id="{72DC3652-43CC-D30F-6A83-AFF61132B66A}"/>
              </a:ext>
            </a:extLst>
          </p:cNvPr>
          <p:cNvSpPr/>
          <p:nvPr/>
        </p:nvSpPr>
        <p:spPr>
          <a:xfrm>
            <a:off x="-10160" y="0"/>
            <a:ext cx="12192000" cy="6858000"/>
          </a:xfrm>
          <a:prstGeom prst="rect">
            <a:avLst/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>
              <a:defRPr/>
            </a:pPr>
            <a:endParaRPr lang="zh-CN" altLang="en-US" dirty="0">
              <a:solidFill>
                <a:srgbClr val="F5F5F5"/>
              </a:solidFill>
              <a:latin typeface="vivo Sans"/>
              <a:ea typeface="vivo Sans"/>
            </a:endParaRPr>
          </a:p>
        </p:txBody>
      </p:sp>
      <p:grpSp>
        <p:nvGrpSpPr>
          <p:cNvPr id="3" name="!! 大标题">
            <a:extLst>
              <a:ext uri="{FF2B5EF4-FFF2-40B4-BE49-F238E27FC236}">
                <a16:creationId xmlns:a16="http://schemas.microsoft.com/office/drawing/2014/main" id="{8BE77EC6-135D-0ADC-67F0-0DDDF8864282}"/>
              </a:ext>
            </a:extLst>
          </p:cNvPr>
          <p:cNvGrpSpPr/>
          <p:nvPr/>
        </p:nvGrpSpPr>
        <p:grpSpPr>
          <a:xfrm>
            <a:off x="462457" y="484334"/>
            <a:ext cx="796551" cy="461665"/>
            <a:chOff x="3079753" y="1375827"/>
            <a:chExt cx="673782" cy="461665"/>
          </a:xfrm>
        </p:grpSpPr>
        <p:sp>
          <p:nvSpPr>
            <p:cNvPr id="4" name="!! 标题符">
              <a:extLst>
                <a:ext uri="{FF2B5EF4-FFF2-40B4-BE49-F238E27FC236}">
                  <a16:creationId xmlns:a16="http://schemas.microsoft.com/office/drawing/2014/main" id="{29AA0119-D205-4523-4AD1-31AE61752E6B}"/>
                </a:ext>
              </a:extLst>
            </p:cNvPr>
            <p:cNvSpPr/>
            <p:nvPr/>
          </p:nvSpPr>
          <p:spPr>
            <a:xfrm>
              <a:off x="3146905" y="1685496"/>
              <a:ext cx="551700" cy="1255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defTabSz="457189">
                <a:defRPr/>
              </a:pPr>
              <a:endParaRPr lang="zh-CN" altLang="en-US">
                <a:solidFill>
                  <a:srgbClr val="FFFFFF"/>
                </a:solidFill>
                <a:latin typeface="OPPOSans R"/>
                <a:ea typeface="OPPOSans R"/>
              </a:endParaRPr>
            </a:p>
          </p:txBody>
        </p:sp>
        <p:sp>
          <p:nvSpPr>
            <p:cNvPr id="5" name="!! 标题">
              <a:extLst>
                <a:ext uri="{FF2B5EF4-FFF2-40B4-BE49-F238E27FC236}">
                  <a16:creationId xmlns:a16="http://schemas.microsoft.com/office/drawing/2014/main" id="{2362AC4A-1F99-4F09-9751-E3D58631CDC4}"/>
                </a:ext>
              </a:extLst>
            </p:cNvPr>
            <p:cNvSpPr txBox="1"/>
            <p:nvPr/>
          </p:nvSpPr>
          <p:spPr>
            <a:xfrm>
              <a:off x="3079753" y="1375827"/>
              <a:ext cx="67378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457189">
                <a:defRPr/>
              </a:pPr>
              <a:r>
                <a:rPr lang="zh-CN" altLang="en-US" sz="2400" dirty="0">
                  <a:solidFill>
                    <a:srgbClr val="000000">
                      <a:lumMod val="75000"/>
                      <a:lumOff val="25000"/>
                    </a:srgbClr>
                  </a:solidFill>
                  <a:latin typeface="vivo Sans Medium"/>
                  <a:ea typeface="vivo Sans Medium"/>
                </a:rPr>
                <a:t>设置</a:t>
              </a:r>
            </a:p>
          </p:txBody>
        </p:sp>
      </p:grpSp>
      <p:sp>
        <p:nvSpPr>
          <p:cNvPr id="6" name="!! 二级背景">
            <a:extLst>
              <a:ext uri="{FF2B5EF4-FFF2-40B4-BE49-F238E27FC236}">
                <a16:creationId xmlns:a16="http://schemas.microsoft.com/office/drawing/2014/main" id="{E97E331A-E366-E107-67AC-D6166272D47A}"/>
              </a:ext>
            </a:extLst>
          </p:cNvPr>
          <p:cNvSpPr/>
          <p:nvPr/>
        </p:nvSpPr>
        <p:spPr>
          <a:xfrm>
            <a:off x="3594541" y="0"/>
            <a:ext cx="8597460" cy="6858000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>
              <a:defRPr/>
            </a:pPr>
            <a:endParaRPr lang="zh-CN" altLang="en-US">
              <a:solidFill>
                <a:srgbClr val="F5F5F5"/>
              </a:solidFill>
              <a:latin typeface="vivo Sans"/>
              <a:ea typeface="vivo Sans"/>
            </a:endParaRPr>
          </a:p>
        </p:txBody>
      </p:sp>
      <p:grpSp>
        <p:nvGrpSpPr>
          <p:cNvPr id="7" name="!! 关闭按钮">
            <a:extLst>
              <a:ext uri="{FF2B5EF4-FFF2-40B4-BE49-F238E27FC236}">
                <a16:creationId xmlns:a16="http://schemas.microsoft.com/office/drawing/2014/main" id="{751F9F2C-E695-0369-E075-47EFA8942502}"/>
              </a:ext>
            </a:extLst>
          </p:cNvPr>
          <p:cNvGrpSpPr/>
          <p:nvPr/>
        </p:nvGrpSpPr>
        <p:grpSpPr>
          <a:xfrm>
            <a:off x="2757496" y="569913"/>
            <a:ext cx="290511" cy="290511"/>
            <a:chOff x="2328464" y="3107859"/>
            <a:chExt cx="583223" cy="583223"/>
          </a:xfrm>
        </p:grpSpPr>
        <p:sp>
          <p:nvSpPr>
            <p:cNvPr id="8" name="矩形: 圆角 7">
              <a:hlinkClick r:id="rId4" action="ppaction://hlinksldjump"/>
              <a:extLst>
                <a:ext uri="{FF2B5EF4-FFF2-40B4-BE49-F238E27FC236}">
                  <a16:creationId xmlns:a16="http://schemas.microsoft.com/office/drawing/2014/main" id="{5C148290-99CC-BEBD-2880-7A6BD4381CF0}"/>
                </a:ext>
              </a:extLst>
            </p:cNvPr>
            <p:cNvSpPr/>
            <p:nvPr/>
          </p:nvSpPr>
          <p:spPr>
            <a:xfrm>
              <a:off x="2328464" y="3107859"/>
              <a:ext cx="583223" cy="583223"/>
            </a:xfrm>
            <a:prstGeom prst="roundRect">
              <a:avLst>
                <a:gd name="adj" fmla="val 20771"/>
              </a:avLst>
            </a:prstGeom>
            <a:solidFill>
              <a:schemeClr val="bg2"/>
            </a:solidFill>
            <a:ln>
              <a:noFill/>
            </a:ln>
            <a:effectLst>
              <a:outerShdw blurRad="127000" sx="101000" sy="101000" algn="c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77">
                <a:defRPr/>
              </a:pPr>
              <a:endParaRPr lang="zh-CN" altLang="en-US">
                <a:solidFill>
                  <a:srgbClr val="F5F5F5"/>
                </a:solidFill>
                <a:latin typeface="vivo Sans"/>
                <a:ea typeface="vivo Sans"/>
              </a:endParaRPr>
            </a:p>
          </p:txBody>
        </p:sp>
        <p:pic>
          <p:nvPicPr>
            <p:cNvPr id="9" name="图形 8">
              <a:extLst>
                <a:ext uri="{FF2B5EF4-FFF2-40B4-BE49-F238E27FC236}">
                  <a16:creationId xmlns:a16="http://schemas.microsoft.com/office/drawing/2014/main" id="{30BAF192-7AA5-F36A-8417-0C03DCA0568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/>
          </p:blipFill>
          <p:spPr>
            <a:xfrm>
              <a:off x="2375480" y="3154875"/>
              <a:ext cx="489196" cy="489196"/>
            </a:xfrm>
            <a:prstGeom prst="rect">
              <a:avLst/>
            </a:prstGeom>
          </p:spPr>
        </p:pic>
      </p:grpSp>
      <p:grpSp>
        <p:nvGrpSpPr>
          <p:cNvPr id="10" name="!! 网1按钮属性">
            <a:extLst>
              <a:ext uri="{FF2B5EF4-FFF2-40B4-BE49-F238E27FC236}">
                <a16:creationId xmlns:a16="http://schemas.microsoft.com/office/drawing/2014/main" id="{7B2C2B29-18D5-BDEA-6FFD-2B1D28AE6722}"/>
              </a:ext>
            </a:extLst>
          </p:cNvPr>
          <p:cNvGrpSpPr/>
          <p:nvPr/>
        </p:nvGrpSpPr>
        <p:grpSpPr>
          <a:xfrm>
            <a:off x="4178597" y="1408478"/>
            <a:ext cx="7429351" cy="545100"/>
            <a:chOff x="3640667" y="2582968"/>
            <a:chExt cx="4910666" cy="545100"/>
          </a:xfrm>
        </p:grpSpPr>
        <p:sp>
          <p:nvSpPr>
            <p:cNvPr id="11" name="按钮">
              <a:hlinkClick r:id="rId7" action="ppaction://hlinksldjump"/>
              <a:extLst>
                <a:ext uri="{FF2B5EF4-FFF2-40B4-BE49-F238E27FC236}">
                  <a16:creationId xmlns:a16="http://schemas.microsoft.com/office/drawing/2014/main" id="{7325422F-86F9-4B31-899B-537FDA46B7A2}"/>
                </a:ext>
              </a:extLst>
            </p:cNvPr>
            <p:cNvSpPr/>
            <p:nvPr/>
          </p:nvSpPr>
          <p:spPr>
            <a:xfrm>
              <a:off x="3640667" y="2582968"/>
              <a:ext cx="4910666" cy="545100"/>
            </a:xfrm>
            <a:prstGeom prst="roundRect">
              <a:avLst>
                <a:gd name="adj" fmla="val 14376"/>
              </a:avLst>
            </a:prstGeom>
            <a:solidFill>
              <a:schemeClr val="bg2"/>
            </a:solidFill>
            <a:ln w="3175">
              <a:solidFill>
                <a:schemeClr val="bg1">
                  <a:lumMod val="90000"/>
                </a:schemeClr>
              </a:solidFill>
            </a:ln>
            <a:effectLst>
              <a:outerShdw blurRad="190500" algn="ctr" rotWithShape="0">
                <a:prstClr val="black">
                  <a:alpha val="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07997" defTabSz="914377">
                <a:defRPr/>
              </a:pPr>
              <a:r>
                <a:rPr lang="zh-CN" altLang="en-US" sz="1600" dirty="0">
                  <a:solidFill>
                    <a:srgbClr val="181818"/>
                  </a:solidFill>
                  <a:latin typeface="vivo Sans"/>
                  <a:ea typeface="vivo Sans"/>
                </a:rPr>
                <a:t>以太网</a:t>
              </a:r>
            </a:p>
          </p:txBody>
        </p:sp>
        <p:pic>
          <p:nvPicPr>
            <p:cNvPr id="12" name="图形 11">
              <a:extLst>
                <a:ext uri="{FF2B5EF4-FFF2-40B4-BE49-F238E27FC236}">
                  <a16:creationId xmlns:a16="http://schemas.microsoft.com/office/drawing/2014/main" id="{D22E740E-478F-3571-D390-3E52A0932CA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8297292" y="2779318"/>
              <a:ext cx="112234" cy="152400"/>
            </a:xfrm>
            <a:prstGeom prst="rect">
              <a:avLst/>
            </a:prstGeom>
          </p:spPr>
        </p:pic>
      </p:grpSp>
      <p:grpSp>
        <p:nvGrpSpPr>
          <p:cNvPr id="13" name="!! 网1按钮属性">
            <a:extLst>
              <a:ext uri="{FF2B5EF4-FFF2-40B4-BE49-F238E27FC236}">
                <a16:creationId xmlns:a16="http://schemas.microsoft.com/office/drawing/2014/main" id="{0A19B04E-8A57-F70D-6717-24E44E00D6AE}"/>
              </a:ext>
            </a:extLst>
          </p:cNvPr>
          <p:cNvGrpSpPr/>
          <p:nvPr/>
        </p:nvGrpSpPr>
        <p:grpSpPr>
          <a:xfrm>
            <a:off x="4178597" y="2101898"/>
            <a:ext cx="7429351" cy="545100"/>
            <a:chOff x="3640667" y="2582968"/>
            <a:chExt cx="4910666" cy="545100"/>
          </a:xfrm>
        </p:grpSpPr>
        <p:sp>
          <p:nvSpPr>
            <p:cNvPr id="14" name="按钮">
              <a:hlinkClick r:id="rId7" action="ppaction://hlinksldjump"/>
              <a:extLst>
                <a:ext uri="{FF2B5EF4-FFF2-40B4-BE49-F238E27FC236}">
                  <a16:creationId xmlns:a16="http://schemas.microsoft.com/office/drawing/2014/main" id="{6E14C019-60A3-A60D-4939-3F7ADB14D8F0}"/>
                </a:ext>
              </a:extLst>
            </p:cNvPr>
            <p:cNvSpPr/>
            <p:nvPr/>
          </p:nvSpPr>
          <p:spPr>
            <a:xfrm>
              <a:off x="3640667" y="2582968"/>
              <a:ext cx="4910666" cy="545100"/>
            </a:xfrm>
            <a:prstGeom prst="roundRect">
              <a:avLst>
                <a:gd name="adj" fmla="val 14376"/>
              </a:avLst>
            </a:prstGeom>
            <a:solidFill>
              <a:schemeClr val="bg2"/>
            </a:solidFill>
            <a:ln w="3175">
              <a:solidFill>
                <a:schemeClr val="bg1">
                  <a:lumMod val="90000"/>
                </a:schemeClr>
              </a:solidFill>
            </a:ln>
            <a:effectLst>
              <a:outerShdw blurRad="190500" algn="ctr" rotWithShape="0">
                <a:prstClr val="black">
                  <a:alpha val="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07997" defTabSz="914377">
                <a:defRPr/>
              </a:pPr>
              <a:r>
                <a:rPr lang="zh-CN" altLang="en-US" sz="1600" dirty="0">
                  <a:solidFill>
                    <a:srgbClr val="181818"/>
                  </a:solidFill>
                  <a:latin typeface="vivo Sans"/>
                  <a:ea typeface="vivo Sans"/>
                </a:rPr>
                <a:t>卫星连接</a:t>
              </a:r>
            </a:p>
          </p:txBody>
        </p:sp>
        <p:pic>
          <p:nvPicPr>
            <p:cNvPr id="15" name="图形 14">
              <a:extLst>
                <a:ext uri="{FF2B5EF4-FFF2-40B4-BE49-F238E27FC236}">
                  <a16:creationId xmlns:a16="http://schemas.microsoft.com/office/drawing/2014/main" id="{A87F04FB-FDA9-E89F-E912-BFDAA172E045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8297292" y="2779318"/>
              <a:ext cx="112234" cy="152400"/>
            </a:xfrm>
            <a:prstGeom prst="rect">
              <a:avLst/>
            </a:prstGeom>
          </p:spPr>
        </p:pic>
      </p:grpSp>
      <p:grpSp>
        <p:nvGrpSpPr>
          <p:cNvPr id="16" name="!! 关闭按钮">
            <a:extLst>
              <a:ext uri="{FF2B5EF4-FFF2-40B4-BE49-F238E27FC236}">
                <a16:creationId xmlns:a16="http://schemas.microsoft.com/office/drawing/2014/main" id="{958B5F1D-5008-21C6-5F68-D176A963BD4D}"/>
              </a:ext>
            </a:extLst>
          </p:cNvPr>
          <p:cNvGrpSpPr/>
          <p:nvPr/>
        </p:nvGrpSpPr>
        <p:grpSpPr>
          <a:xfrm>
            <a:off x="2333440" y="569913"/>
            <a:ext cx="290511" cy="290511"/>
            <a:chOff x="2328464" y="3107859"/>
            <a:chExt cx="583223" cy="583223"/>
          </a:xfrm>
        </p:grpSpPr>
        <p:sp>
          <p:nvSpPr>
            <p:cNvPr id="17" name="矩形: 圆角 16">
              <a:hlinkClick r:id="rId10" action="ppaction://hlinksldjump"/>
              <a:extLst>
                <a:ext uri="{FF2B5EF4-FFF2-40B4-BE49-F238E27FC236}">
                  <a16:creationId xmlns:a16="http://schemas.microsoft.com/office/drawing/2014/main" id="{8FE18D0E-EE42-EA9A-623F-C67B5E412643}"/>
                </a:ext>
              </a:extLst>
            </p:cNvPr>
            <p:cNvSpPr/>
            <p:nvPr/>
          </p:nvSpPr>
          <p:spPr>
            <a:xfrm>
              <a:off x="2328464" y="3107859"/>
              <a:ext cx="583223" cy="583223"/>
            </a:xfrm>
            <a:prstGeom prst="roundRect">
              <a:avLst>
                <a:gd name="adj" fmla="val 20771"/>
              </a:avLst>
            </a:prstGeom>
            <a:solidFill>
              <a:schemeClr val="bg2"/>
            </a:solidFill>
            <a:ln>
              <a:noFill/>
            </a:ln>
            <a:effectLst>
              <a:outerShdw blurRad="127000" sx="101000" sy="101000" algn="c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77">
                <a:defRPr/>
              </a:pPr>
              <a:endParaRPr lang="zh-CN" altLang="en-US">
                <a:solidFill>
                  <a:srgbClr val="F5F5F5"/>
                </a:solidFill>
                <a:latin typeface="vivo Sans"/>
                <a:ea typeface="vivo Sans"/>
              </a:endParaRPr>
            </a:p>
          </p:txBody>
        </p:sp>
        <p:pic>
          <p:nvPicPr>
            <p:cNvPr id="18" name="图形 17">
              <a:extLst>
                <a:ext uri="{FF2B5EF4-FFF2-40B4-BE49-F238E27FC236}">
                  <a16:creationId xmlns:a16="http://schemas.microsoft.com/office/drawing/2014/main" id="{A76724C6-CAE1-B22B-0D5D-CA9A917B3A26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rcRect/>
            <a:stretch/>
          </p:blipFill>
          <p:spPr>
            <a:xfrm>
              <a:off x="2449200" y="3228595"/>
              <a:ext cx="341755" cy="341755"/>
            </a:xfrm>
            <a:prstGeom prst="rect">
              <a:avLst/>
            </a:prstGeom>
          </p:spPr>
        </p:pic>
      </p:grpSp>
      <p:grpSp>
        <p:nvGrpSpPr>
          <p:cNvPr id="19" name="返回">
            <a:extLst>
              <a:ext uri="{FF2B5EF4-FFF2-40B4-BE49-F238E27FC236}">
                <a16:creationId xmlns:a16="http://schemas.microsoft.com/office/drawing/2014/main" id="{5E84E60E-05E7-8D98-2E8B-5E2D6EED12D9}"/>
              </a:ext>
            </a:extLst>
          </p:cNvPr>
          <p:cNvGrpSpPr/>
          <p:nvPr/>
        </p:nvGrpSpPr>
        <p:grpSpPr>
          <a:xfrm>
            <a:off x="4133691" y="519573"/>
            <a:ext cx="2667863" cy="369332"/>
            <a:chOff x="4133687" y="519573"/>
            <a:chExt cx="2667863" cy="369331"/>
          </a:xfrm>
        </p:grpSpPr>
        <p:sp>
          <p:nvSpPr>
            <p:cNvPr id="20" name="!! 副标题">
              <a:extLst>
                <a:ext uri="{FF2B5EF4-FFF2-40B4-BE49-F238E27FC236}">
                  <a16:creationId xmlns:a16="http://schemas.microsoft.com/office/drawing/2014/main" id="{D04442FE-6AA4-718F-12E9-3D8D91891661}"/>
                </a:ext>
              </a:extLst>
            </p:cNvPr>
            <p:cNvSpPr txBox="1"/>
            <p:nvPr/>
          </p:nvSpPr>
          <p:spPr>
            <a:xfrm>
              <a:off x="4393644" y="519573"/>
              <a:ext cx="2407906" cy="369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/>
                <a:t>更多连接</a:t>
              </a:r>
            </a:p>
          </p:txBody>
        </p:sp>
        <p:pic>
          <p:nvPicPr>
            <p:cNvPr id="24" name="图形 23">
              <a:extLst>
                <a:ext uri="{FF2B5EF4-FFF2-40B4-BE49-F238E27FC236}">
                  <a16:creationId xmlns:a16="http://schemas.microsoft.com/office/drawing/2014/main" id="{73715074-0CD4-34E6-5712-A62E876D31CC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4133687" y="584302"/>
              <a:ext cx="241776" cy="241776"/>
            </a:xfrm>
            <a:prstGeom prst="rect">
              <a:avLst/>
            </a:prstGeom>
          </p:spPr>
        </p:pic>
      </p:grpSp>
      <p:sp>
        <p:nvSpPr>
          <p:cNvPr id="25" name="文本框 24">
            <a:extLst>
              <a:ext uri="{FF2B5EF4-FFF2-40B4-BE49-F238E27FC236}">
                <a16:creationId xmlns:a16="http://schemas.microsoft.com/office/drawing/2014/main" id="{00B3BFC6-63E3-A3FB-E9AF-3373C5F15A95}"/>
              </a:ext>
            </a:extLst>
          </p:cNvPr>
          <p:cNvSpPr txBox="1"/>
          <p:nvPr/>
        </p:nvSpPr>
        <p:spPr>
          <a:xfrm>
            <a:off x="462454" y="1233831"/>
            <a:ext cx="11113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dirty="0">
                <a:solidFill>
                  <a:schemeClr val="bg1">
                    <a:lumMod val="50000"/>
                  </a:schemeClr>
                </a:solidFill>
              </a:rPr>
              <a:t>网络与连接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FC721665-B146-8244-6706-3706A5361FD8}"/>
              </a:ext>
            </a:extLst>
          </p:cNvPr>
          <p:cNvSpPr txBox="1"/>
          <p:nvPr/>
        </p:nvSpPr>
        <p:spPr>
          <a:xfrm>
            <a:off x="462455" y="3246454"/>
            <a:ext cx="11113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dirty="0">
                <a:solidFill>
                  <a:schemeClr val="bg1">
                    <a:lumMod val="50000"/>
                  </a:schemeClr>
                </a:solidFill>
              </a:rPr>
              <a:t>系统</a:t>
            </a:r>
          </a:p>
        </p:txBody>
      </p:sp>
      <p:grpSp>
        <p:nvGrpSpPr>
          <p:cNvPr id="27" name="!! 软件更新">
            <a:extLst>
              <a:ext uri="{FF2B5EF4-FFF2-40B4-BE49-F238E27FC236}">
                <a16:creationId xmlns:a16="http://schemas.microsoft.com/office/drawing/2014/main" id="{0D5FE3D5-5C1A-205F-FB44-C7B365DD410A}"/>
              </a:ext>
            </a:extLst>
          </p:cNvPr>
          <p:cNvGrpSpPr/>
          <p:nvPr/>
        </p:nvGrpSpPr>
        <p:grpSpPr>
          <a:xfrm>
            <a:off x="462455" y="3512773"/>
            <a:ext cx="2552892" cy="457924"/>
            <a:chOff x="481145" y="1890767"/>
            <a:chExt cx="2552892" cy="457924"/>
          </a:xfrm>
        </p:grpSpPr>
        <p:sp>
          <p:nvSpPr>
            <p:cNvPr id="29" name="!! 未选中">
              <a:hlinkClick r:id="rId15" action="ppaction://hlinksldjump"/>
              <a:extLst>
                <a:ext uri="{FF2B5EF4-FFF2-40B4-BE49-F238E27FC236}">
                  <a16:creationId xmlns:a16="http://schemas.microsoft.com/office/drawing/2014/main" id="{A5F6C859-9440-E14E-0B56-DAB939A7D866}"/>
                </a:ext>
              </a:extLst>
            </p:cNvPr>
            <p:cNvSpPr/>
            <p:nvPr/>
          </p:nvSpPr>
          <p:spPr>
            <a:xfrm>
              <a:off x="481145" y="1890767"/>
              <a:ext cx="2552892" cy="457924"/>
            </a:xfrm>
            <a:prstGeom prst="roundRect">
              <a:avLst>
                <a:gd name="adj" fmla="val 22880"/>
              </a:avLst>
            </a:prstGeom>
            <a:solidFill>
              <a:schemeClr val="bg2"/>
            </a:solidFill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1998" defTabSz="914377">
                <a:defRPr/>
              </a:pPr>
              <a:r>
                <a:rPr lang="zh-CN" altLang="en-US" sz="1400" dirty="0">
                  <a:solidFill>
                    <a:schemeClr val="tx1"/>
                  </a:solidFill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      软件更新</a:t>
              </a:r>
            </a:p>
          </p:txBody>
        </p:sp>
        <p:pic>
          <p:nvPicPr>
            <p:cNvPr id="30" name="icon">
              <a:extLst>
                <a:ext uri="{FF2B5EF4-FFF2-40B4-BE49-F238E27FC236}">
                  <a16:creationId xmlns:a16="http://schemas.microsoft.com/office/drawing/2014/main" id="{F14DEC40-F139-29BA-8480-41B3797532D8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rcRect/>
            <a:stretch/>
          </p:blipFill>
          <p:spPr>
            <a:xfrm>
              <a:off x="623508" y="2001148"/>
              <a:ext cx="237162" cy="237162"/>
            </a:xfrm>
            <a:prstGeom prst="rect">
              <a:avLst/>
            </a:prstGeom>
          </p:spPr>
        </p:pic>
      </p:grpSp>
      <p:grpSp>
        <p:nvGrpSpPr>
          <p:cNvPr id="31" name="!! 更多连接">
            <a:extLst>
              <a:ext uri="{FF2B5EF4-FFF2-40B4-BE49-F238E27FC236}">
                <a16:creationId xmlns:a16="http://schemas.microsoft.com/office/drawing/2014/main" id="{E274F7DA-CF88-D111-0A98-620F43202915}"/>
              </a:ext>
            </a:extLst>
          </p:cNvPr>
          <p:cNvGrpSpPr/>
          <p:nvPr/>
        </p:nvGrpSpPr>
        <p:grpSpPr>
          <a:xfrm>
            <a:off x="462454" y="2623555"/>
            <a:ext cx="2552892" cy="457924"/>
            <a:chOff x="462453" y="2623554"/>
            <a:chExt cx="2552892" cy="457924"/>
          </a:xfrm>
        </p:grpSpPr>
        <p:sp>
          <p:nvSpPr>
            <p:cNvPr id="32" name="!! 未选中">
              <a:hlinkClick r:id="rId18" action="ppaction://hlinksldjump"/>
              <a:extLst>
                <a:ext uri="{FF2B5EF4-FFF2-40B4-BE49-F238E27FC236}">
                  <a16:creationId xmlns:a16="http://schemas.microsoft.com/office/drawing/2014/main" id="{DE7CCB06-2DF6-7AE0-96AA-0BF3C2ACDB90}"/>
                </a:ext>
              </a:extLst>
            </p:cNvPr>
            <p:cNvSpPr/>
            <p:nvPr/>
          </p:nvSpPr>
          <p:spPr>
            <a:xfrm>
              <a:off x="462453" y="2623554"/>
              <a:ext cx="2552892" cy="457924"/>
            </a:xfrm>
            <a:prstGeom prst="roundRect">
              <a:avLst>
                <a:gd name="adj" fmla="val 22880"/>
              </a:avLst>
            </a:prstGeom>
            <a:solidFill>
              <a:schemeClr val="tx1">
                <a:lumMod val="10000"/>
                <a:lumOff val="90000"/>
              </a:schemeClr>
            </a:solidFill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1998" defTabSz="914377">
                <a:defRPr/>
              </a:pPr>
              <a:r>
                <a:rPr lang="zh-CN" altLang="en-US" sz="1400" dirty="0">
                  <a:solidFill>
                    <a:schemeClr val="tx1">
                      <a:lumMod val="90000"/>
                      <a:lumOff val="10000"/>
                    </a:schemeClr>
                  </a:solidFill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      更多连接</a:t>
              </a:r>
            </a:p>
          </p:txBody>
        </p:sp>
        <p:grpSp>
          <p:nvGrpSpPr>
            <p:cNvPr id="33" name="组合 32">
              <a:extLst>
                <a:ext uri="{FF2B5EF4-FFF2-40B4-BE49-F238E27FC236}">
                  <a16:creationId xmlns:a16="http://schemas.microsoft.com/office/drawing/2014/main" id="{0AD173DB-CA3D-2D02-92F2-89050B75E8DF}"/>
                </a:ext>
              </a:extLst>
            </p:cNvPr>
            <p:cNvGrpSpPr/>
            <p:nvPr/>
          </p:nvGrpSpPr>
          <p:grpSpPr>
            <a:xfrm>
              <a:off x="600851" y="2735577"/>
              <a:ext cx="245090" cy="245090"/>
              <a:chOff x="3449581" y="2374787"/>
              <a:chExt cx="263638" cy="263638"/>
            </a:xfrm>
          </p:grpSpPr>
          <p:sp>
            <p:nvSpPr>
              <p:cNvPr id="39" name="椭圆 38">
                <a:extLst>
                  <a:ext uri="{FF2B5EF4-FFF2-40B4-BE49-F238E27FC236}">
                    <a16:creationId xmlns:a16="http://schemas.microsoft.com/office/drawing/2014/main" id="{F6FB8738-B368-AD28-BF65-CAC5A4BFA17B}"/>
                  </a:ext>
                </a:extLst>
              </p:cNvPr>
              <p:cNvSpPr/>
              <p:nvPr/>
            </p:nvSpPr>
            <p:spPr>
              <a:xfrm>
                <a:off x="3449581" y="2374787"/>
                <a:ext cx="263638" cy="263638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40" name="icon">
                <a:extLst>
                  <a:ext uri="{FF2B5EF4-FFF2-40B4-BE49-F238E27FC236}">
                    <a16:creationId xmlns:a16="http://schemas.microsoft.com/office/drawing/2014/main" id="{3FC3A5D3-6D8A-F19D-4A1A-020203E520A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9">
                <a:extLst>
                  <a:ext uri="{96DAC541-7B7A-43D3-8B79-37D633B846F1}">
                    <asvg:svgBlip xmlns:asvg="http://schemas.microsoft.com/office/drawing/2016/SVG/main" r:embed="rId20"/>
                  </a:ext>
                </a:extLst>
              </a:blip>
              <a:srcRect/>
              <a:stretch/>
            </p:blipFill>
            <p:spPr>
              <a:xfrm>
                <a:off x="3513774" y="2433849"/>
                <a:ext cx="143060" cy="143060"/>
              </a:xfrm>
              <a:prstGeom prst="rect">
                <a:avLst/>
              </a:prstGeom>
            </p:spPr>
          </p:pic>
        </p:grpSp>
      </p:grpSp>
      <p:grpSp>
        <p:nvGrpSpPr>
          <p:cNvPr id="41" name="!! 蓝牙">
            <a:extLst>
              <a:ext uri="{FF2B5EF4-FFF2-40B4-BE49-F238E27FC236}">
                <a16:creationId xmlns:a16="http://schemas.microsoft.com/office/drawing/2014/main" id="{65EE3FD4-7C64-C57A-9069-127F351DCB2F}"/>
              </a:ext>
            </a:extLst>
          </p:cNvPr>
          <p:cNvGrpSpPr/>
          <p:nvPr/>
        </p:nvGrpSpPr>
        <p:grpSpPr>
          <a:xfrm>
            <a:off x="462453" y="2059603"/>
            <a:ext cx="2552892" cy="457924"/>
            <a:chOff x="462452" y="2059603"/>
            <a:chExt cx="2552892" cy="457924"/>
          </a:xfrm>
        </p:grpSpPr>
        <p:sp>
          <p:nvSpPr>
            <p:cNvPr id="42" name="!! 未选中">
              <a:hlinkClick r:id="rId21" action="ppaction://hlinksldjump"/>
              <a:extLst>
                <a:ext uri="{FF2B5EF4-FFF2-40B4-BE49-F238E27FC236}">
                  <a16:creationId xmlns:a16="http://schemas.microsoft.com/office/drawing/2014/main" id="{8947BD58-37BB-1B05-A689-D4954884374F}"/>
                </a:ext>
              </a:extLst>
            </p:cNvPr>
            <p:cNvSpPr/>
            <p:nvPr/>
          </p:nvSpPr>
          <p:spPr>
            <a:xfrm>
              <a:off x="462452" y="2059603"/>
              <a:ext cx="2552892" cy="457924"/>
            </a:xfrm>
            <a:prstGeom prst="roundRect">
              <a:avLst>
                <a:gd name="adj" fmla="val 22880"/>
              </a:avLst>
            </a:prstGeom>
            <a:solidFill>
              <a:schemeClr val="bg2"/>
            </a:solidFill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1998" defTabSz="914377">
                <a:defRPr/>
              </a:pPr>
              <a:r>
                <a:rPr lang="zh-CN" altLang="en-US" sz="1400" dirty="0">
                  <a:solidFill>
                    <a:schemeClr val="tx1">
                      <a:lumMod val="90000"/>
                      <a:lumOff val="10000"/>
                    </a:schemeClr>
                  </a:solidFill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      蓝牙</a:t>
              </a:r>
            </a:p>
          </p:txBody>
        </p:sp>
        <p:pic>
          <p:nvPicPr>
            <p:cNvPr id="43" name="图形 42">
              <a:extLst>
                <a:ext uri="{FF2B5EF4-FFF2-40B4-BE49-F238E27FC236}">
                  <a16:creationId xmlns:a16="http://schemas.microsoft.com/office/drawing/2014/main" id="{9911085E-FD3F-E7B9-3462-00DE983AB0B2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p:blipFill>
          <p:spPr>
            <a:xfrm>
              <a:off x="600851" y="2174279"/>
              <a:ext cx="237166" cy="237166"/>
            </a:xfrm>
            <a:prstGeom prst="rect">
              <a:avLst/>
            </a:prstGeom>
          </p:spPr>
        </p:pic>
      </p:grpSp>
      <p:grpSp>
        <p:nvGrpSpPr>
          <p:cNvPr id="44" name="!! WLAN">
            <a:extLst>
              <a:ext uri="{FF2B5EF4-FFF2-40B4-BE49-F238E27FC236}">
                <a16:creationId xmlns:a16="http://schemas.microsoft.com/office/drawing/2014/main" id="{CAF025D3-2A0B-5ADA-A41C-4D19580F6440}"/>
              </a:ext>
            </a:extLst>
          </p:cNvPr>
          <p:cNvGrpSpPr/>
          <p:nvPr/>
        </p:nvGrpSpPr>
        <p:grpSpPr>
          <a:xfrm>
            <a:off x="462453" y="1495654"/>
            <a:ext cx="2552892" cy="457924"/>
            <a:chOff x="462452" y="1495653"/>
            <a:chExt cx="2552892" cy="457924"/>
          </a:xfrm>
        </p:grpSpPr>
        <p:grpSp>
          <p:nvGrpSpPr>
            <p:cNvPr id="45" name="!! WLAN">
              <a:extLst>
                <a:ext uri="{FF2B5EF4-FFF2-40B4-BE49-F238E27FC236}">
                  <a16:creationId xmlns:a16="http://schemas.microsoft.com/office/drawing/2014/main" id="{B2DEC3CB-710F-0F6E-0856-97E7203987E4}"/>
                </a:ext>
              </a:extLst>
            </p:cNvPr>
            <p:cNvGrpSpPr/>
            <p:nvPr/>
          </p:nvGrpSpPr>
          <p:grpSpPr>
            <a:xfrm>
              <a:off x="462452" y="1495653"/>
              <a:ext cx="2552892" cy="457924"/>
              <a:chOff x="462452" y="1495653"/>
              <a:chExt cx="2552892" cy="457924"/>
            </a:xfrm>
          </p:grpSpPr>
          <p:sp>
            <p:nvSpPr>
              <p:cNvPr id="47" name="!! 未选中">
                <a:hlinkClick r:id="rId24" action="ppaction://hlinksldjump"/>
                <a:extLst>
                  <a:ext uri="{FF2B5EF4-FFF2-40B4-BE49-F238E27FC236}">
                    <a16:creationId xmlns:a16="http://schemas.microsoft.com/office/drawing/2014/main" id="{8185ABC1-C56A-F5B6-E5F6-1C36FA024B2F}"/>
                  </a:ext>
                </a:extLst>
              </p:cNvPr>
              <p:cNvSpPr/>
              <p:nvPr/>
            </p:nvSpPr>
            <p:spPr>
              <a:xfrm>
                <a:off x="462452" y="1495653"/>
                <a:ext cx="2552892" cy="457924"/>
              </a:xfrm>
              <a:prstGeom prst="roundRect">
                <a:avLst>
                  <a:gd name="adj" fmla="val 22880"/>
                </a:avLst>
              </a:prstGeom>
              <a:solidFill>
                <a:schemeClr val="bg2"/>
              </a:solidFill>
              <a:ln w="6350"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71998" defTabSz="914377">
                  <a:defRPr/>
                </a:pPr>
                <a:r>
                  <a:rPr lang="zh-CN" altLang="en-US" sz="1400" dirty="0">
                    <a:solidFill>
                      <a:schemeClr val="tx1">
                        <a:lumMod val="90000"/>
                        <a:lumOff val="10000"/>
                      </a:schemeClr>
                    </a:solidFill>
                    <a:latin typeface="vivo Sans Light" panose="02000400000000000000" pitchFamily="2" charset="-122"/>
                    <a:ea typeface="vivo Sans Light" panose="02000400000000000000" pitchFamily="2" charset="-122"/>
                    <a:cs typeface="vivo Sans Light" panose="02000400000000000000" pitchFamily="2" charset="-122"/>
                  </a:rPr>
                  <a:t>      </a:t>
                </a:r>
                <a:r>
                  <a:rPr lang="en-US" altLang="zh-CN" sz="1400" dirty="0">
                    <a:solidFill>
                      <a:schemeClr val="tx1">
                        <a:lumMod val="90000"/>
                        <a:lumOff val="10000"/>
                      </a:schemeClr>
                    </a:solidFill>
                    <a:latin typeface="vivo Sans Light" panose="02000400000000000000" pitchFamily="2" charset="-122"/>
                    <a:ea typeface="vivo Sans Light" panose="02000400000000000000" pitchFamily="2" charset="-122"/>
                    <a:cs typeface="vivo Sans Light" panose="02000400000000000000" pitchFamily="2" charset="-122"/>
                  </a:rPr>
                  <a:t>WLAN</a:t>
                </a:r>
                <a:endParaRPr lang="zh-CN" altLang="en-US" sz="1400" dirty="0">
                  <a:solidFill>
                    <a:schemeClr val="tx1">
                      <a:lumMod val="90000"/>
                      <a:lumOff val="10000"/>
                    </a:schemeClr>
                  </a:solidFill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endParaRPr>
              </a:p>
            </p:txBody>
          </p:sp>
          <p:pic>
            <p:nvPicPr>
              <p:cNvPr id="48" name="icon">
                <a:extLst>
                  <a:ext uri="{FF2B5EF4-FFF2-40B4-BE49-F238E27FC236}">
                    <a16:creationId xmlns:a16="http://schemas.microsoft.com/office/drawing/2014/main" id="{E6FBDD9A-D6CB-6BAB-1D2B-6604CC36C58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5">
                <a:extLst>
                  <a:ext uri="{96DAC541-7B7A-43D3-8B79-37D633B846F1}">
                    <asvg:svgBlip xmlns:asvg="http://schemas.microsoft.com/office/drawing/2016/SVG/main" r:embed="rId26"/>
                  </a:ext>
                </a:extLst>
              </a:blip>
              <a:srcRect/>
              <a:stretch/>
            </p:blipFill>
            <p:spPr>
              <a:xfrm>
                <a:off x="638475" y="1636367"/>
                <a:ext cx="169842" cy="169842"/>
              </a:xfrm>
              <a:prstGeom prst="rect">
                <a:avLst/>
              </a:prstGeom>
            </p:spPr>
          </p:pic>
        </p:grpSp>
        <p:pic>
          <p:nvPicPr>
            <p:cNvPr id="46" name="图形 45">
              <a:extLst>
                <a:ext uri="{FF2B5EF4-FFF2-40B4-BE49-F238E27FC236}">
                  <a16:creationId xmlns:a16="http://schemas.microsoft.com/office/drawing/2014/main" id="{1652CC1D-1FCE-2B07-AEBC-6443824A01CF}"/>
                </a:ext>
              </a:extLst>
            </p:cNvPr>
            <p:cNvPicPr>
              <a:picLocks noChangeAspect="1"/>
            </p:cNvPicPr>
            <p:nvPr/>
          </p:nvPicPr>
          <p:blipFill>
            <a:blip r:embed="rId27">
              <a:extLs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/>
            </a:stretch>
          </p:blipFill>
          <p:spPr>
            <a:xfrm>
              <a:off x="600489" y="1593839"/>
              <a:ext cx="245452" cy="245452"/>
            </a:xfrm>
            <a:prstGeom prst="rect">
              <a:avLst/>
            </a:prstGeom>
          </p:spPr>
        </p:pic>
      </p:grpSp>
      <p:grpSp>
        <p:nvGrpSpPr>
          <p:cNvPr id="49" name="!! 关于">
            <a:extLst>
              <a:ext uri="{FF2B5EF4-FFF2-40B4-BE49-F238E27FC236}">
                <a16:creationId xmlns:a16="http://schemas.microsoft.com/office/drawing/2014/main" id="{683F8F43-3B22-E57B-2A73-64536C1645F4}"/>
              </a:ext>
            </a:extLst>
          </p:cNvPr>
          <p:cNvGrpSpPr/>
          <p:nvPr/>
        </p:nvGrpSpPr>
        <p:grpSpPr>
          <a:xfrm>
            <a:off x="462453" y="5967590"/>
            <a:ext cx="2552892" cy="457924"/>
            <a:chOff x="453977" y="4076722"/>
            <a:chExt cx="2552892" cy="457924"/>
          </a:xfrm>
        </p:grpSpPr>
        <p:sp>
          <p:nvSpPr>
            <p:cNvPr id="50" name="!! 未选中">
              <a:hlinkClick r:id="rId29" action="ppaction://hlinksldjump"/>
              <a:extLst>
                <a:ext uri="{FF2B5EF4-FFF2-40B4-BE49-F238E27FC236}">
                  <a16:creationId xmlns:a16="http://schemas.microsoft.com/office/drawing/2014/main" id="{1AF8F927-3F9B-F51B-391B-7583514732BF}"/>
                </a:ext>
              </a:extLst>
            </p:cNvPr>
            <p:cNvSpPr/>
            <p:nvPr/>
          </p:nvSpPr>
          <p:spPr>
            <a:xfrm>
              <a:off x="453977" y="4076722"/>
              <a:ext cx="2552892" cy="457924"/>
            </a:xfrm>
            <a:prstGeom prst="roundRect">
              <a:avLst>
                <a:gd name="adj" fmla="val 22880"/>
              </a:avLst>
            </a:prstGeom>
            <a:solidFill>
              <a:schemeClr val="bg2"/>
            </a:solidFill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1998" defTabSz="914377">
                <a:defRPr/>
              </a:pPr>
              <a:r>
                <a:rPr lang="zh-CN" altLang="en-US" sz="1400" dirty="0">
                  <a:solidFill>
                    <a:schemeClr val="tx1">
                      <a:lumMod val="90000"/>
                      <a:lumOff val="10000"/>
                    </a:schemeClr>
                  </a:solidFill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      关于设备</a:t>
              </a:r>
            </a:p>
          </p:txBody>
        </p:sp>
        <p:pic>
          <p:nvPicPr>
            <p:cNvPr id="51" name="图形 50">
              <a:extLst>
                <a:ext uri="{FF2B5EF4-FFF2-40B4-BE49-F238E27FC236}">
                  <a16:creationId xmlns:a16="http://schemas.microsoft.com/office/drawing/2014/main" id="{9396BA19-BBEE-25E4-4468-188A2BF79175}"/>
                </a:ext>
              </a:extLst>
            </p:cNvPr>
            <p:cNvPicPr>
              <a:picLocks noChangeAspect="1"/>
            </p:cNvPicPr>
            <p:nvPr/>
          </p:nvPicPr>
          <p:blipFill>
            <a:blip r:embed="rId30">
              <a:extLs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tretch>
              <a:fillRect/>
            </a:stretch>
          </p:blipFill>
          <p:spPr>
            <a:xfrm flipV="1">
              <a:off x="599323" y="4190280"/>
              <a:ext cx="238694" cy="238694"/>
            </a:xfrm>
            <a:prstGeom prst="rect">
              <a:avLst/>
            </a:prstGeom>
          </p:spPr>
        </p:pic>
      </p:grpSp>
      <p:grpSp>
        <p:nvGrpSpPr>
          <p:cNvPr id="52" name="!! 更多连接">
            <a:extLst>
              <a:ext uri="{FF2B5EF4-FFF2-40B4-BE49-F238E27FC236}">
                <a16:creationId xmlns:a16="http://schemas.microsoft.com/office/drawing/2014/main" id="{591F883C-03FF-6206-B8B0-FCCFCB46CD9C}"/>
              </a:ext>
            </a:extLst>
          </p:cNvPr>
          <p:cNvGrpSpPr/>
          <p:nvPr/>
        </p:nvGrpSpPr>
        <p:grpSpPr>
          <a:xfrm>
            <a:off x="461126" y="4081939"/>
            <a:ext cx="2552892" cy="457924"/>
            <a:chOff x="462453" y="2623554"/>
            <a:chExt cx="2552892" cy="457924"/>
          </a:xfrm>
        </p:grpSpPr>
        <p:sp>
          <p:nvSpPr>
            <p:cNvPr id="53" name="!! 未选中">
              <a:hlinkClick r:id="rId32" action="ppaction://hlinksldjump"/>
              <a:extLst>
                <a:ext uri="{FF2B5EF4-FFF2-40B4-BE49-F238E27FC236}">
                  <a16:creationId xmlns:a16="http://schemas.microsoft.com/office/drawing/2014/main" id="{E7C17034-6FAC-3052-1ED9-8CFB382945B9}"/>
                </a:ext>
              </a:extLst>
            </p:cNvPr>
            <p:cNvSpPr/>
            <p:nvPr/>
          </p:nvSpPr>
          <p:spPr>
            <a:xfrm>
              <a:off x="462453" y="2623554"/>
              <a:ext cx="2552892" cy="457924"/>
            </a:xfrm>
            <a:prstGeom prst="roundRect">
              <a:avLst>
                <a:gd name="adj" fmla="val 22880"/>
              </a:avLst>
            </a:prstGeom>
            <a:solidFill>
              <a:schemeClr val="bg2"/>
            </a:solidFill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1998" defTabSz="914377">
                <a:defRPr/>
              </a:pPr>
              <a:r>
                <a:rPr lang="zh-CN" altLang="en-US" sz="1400" dirty="0">
                  <a:solidFill>
                    <a:schemeClr val="tx1">
                      <a:lumMod val="90000"/>
                      <a:lumOff val="10000"/>
                    </a:schemeClr>
                  </a:solidFill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      </a:t>
              </a:r>
              <a:r>
                <a:rPr lang="en-US" altLang="zh-CN" sz="1400" dirty="0">
                  <a:solidFill>
                    <a:schemeClr val="tx1">
                      <a:lumMod val="90000"/>
                      <a:lumOff val="10000"/>
                    </a:schemeClr>
                  </a:solidFill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Leaf </a:t>
              </a:r>
              <a:r>
                <a:rPr lang="zh-CN" altLang="en-US" sz="1400" dirty="0">
                  <a:solidFill>
                    <a:schemeClr val="tx1">
                      <a:lumMod val="90000"/>
                      <a:lumOff val="10000"/>
                    </a:schemeClr>
                  </a:solidFill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硬件保护</a:t>
              </a:r>
            </a:p>
          </p:txBody>
        </p:sp>
        <p:grpSp>
          <p:nvGrpSpPr>
            <p:cNvPr id="54" name="组合 53">
              <a:extLst>
                <a:ext uri="{FF2B5EF4-FFF2-40B4-BE49-F238E27FC236}">
                  <a16:creationId xmlns:a16="http://schemas.microsoft.com/office/drawing/2014/main" id="{73A7DB83-9FD8-66D9-DC68-7C7397D20EC7}"/>
                </a:ext>
              </a:extLst>
            </p:cNvPr>
            <p:cNvGrpSpPr/>
            <p:nvPr/>
          </p:nvGrpSpPr>
          <p:grpSpPr>
            <a:xfrm>
              <a:off x="600851" y="2735577"/>
              <a:ext cx="245090" cy="245090"/>
              <a:chOff x="3449581" y="2374787"/>
              <a:chExt cx="263638" cy="263638"/>
            </a:xfrm>
          </p:grpSpPr>
          <p:sp>
            <p:nvSpPr>
              <p:cNvPr id="55" name="椭圆 54">
                <a:extLst>
                  <a:ext uri="{FF2B5EF4-FFF2-40B4-BE49-F238E27FC236}">
                    <a16:creationId xmlns:a16="http://schemas.microsoft.com/office/drawing/2014/main" id="{267452B8-B1BC-58F5-26A1-9AABE3652799}"/>
                  </a:ext>
                </a:extLst>
              </p:cNvPr>
              <p:cNvSpPr/>
              <p:nvPr/>
            </p:nvSpPr>
            <p:spPr>
              <a:xfrm>
                <a:off x="3449581" y="2374787"/>
                <a:ext cx="263638" cy="263638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56" name="icon">
                <a:extLst>
                  <a:ext uri="{FF2B5EF4-FFF2-40B4-BE49-F238E27FC236}">
                    <a16:creationId xmlns:a16="http://schemas.microsoft.com/office/drawing/2014/main" id="{F3C80173-A679-3C08-B690-7CE8DF49F8F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3">
                <a:extLst>
                  <a:ext uri="{96DAC541-7B7A-43D3-8B79-37D633B846F1}">
                    <asvg:svgBlip xmlns:asvg="http://schemas.microsoft.com/office/drawing/2016/SVG/main" r:embed="rId34"/>
                  </a:ext>
                </a:extLst>
              </a:blip>
              <a:srcRect/>
              <a:stretch/>
            </p:blipFill>
            <p:spPr>
              <a:xfrm>
                <a:off x="3513774" y="2433849"/>
                <a:ext cx="143060" cy="143060"/>
              </a:xfrm>
              <a:prstGeom prst="rect">
                <a:avLst/>
              </a:prstGeom>
            </p:spPr>
          </p:pic>
        </p:grpSp>
      </p:grpSp>
      <p:sp>
        <p:nvSpPr>
          <p:cNvPr id="35" name="!! 背景板">
            <a:extLst>
              <a:ext uri="{FF2B5EF4-FFF2-40B4-BE49-F238E27FC236}">
                <a16:creationId xmlns:a16="http://schemas.microsoft.com/office/drawing/2014/main" id="{E12B90CE-AC4A-86A0-6F0D-F4C6E192DF12}"/>
              </a:ext>
            </a:extLst>
          </p:cNvPr>
          <p:cNvSpPr/>
          <p:nvPr/>
        </p:nvSpPr>
        <p:spPr>
          <a:xfrm>
            <a:off x="3573639" y="1621084"/>
            <a:ext cx="5044723" cy="283765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>
              <a:defRPr/>
            </a:pPr>
            <a:endParaRPr lang="zh-CN" altLang="en-US">
              <a:solidFill>
                <a:srgbClr val="F5F5F5"/>
              </a:solidFill>
              <a:latin typeface="vivo Sans"/>
              <a:ea typeface="vivo Sans"/>
            </a:endParaRPr>
          </a:p>
        </p:txBody>
      </p:sp>
      <p:sp>
        <p:nvSpPr>
          <p:cNvPr id="21" name="!! 遮罩2">
            <a:extLst>
              <a:ext uri="{FF2B5EF4-FFF2-40B4-BE49-F238E27FC236}">
                <a16:creationId xmlns:a16="http://schemas.microsoft.com/office/drawing/2014/main" id="{89898634-A05B-5ABC-5F01-C1AB47AD5BB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>
              <a:defRPr/>
            </a:pPr>
            <a:endParaRPr lang="zh-CN" altLang="en-US" dirty="0">
              <a:solidFill>
                <a:srgbClr val="F5F5F5"/>
              </a:solidFill>
              <a:latin typeface="vivo Sans"/>
              <a:ea typeface="vivo Sans"/>
            </a:endParaRPr>
          </a:p>
        </p:txBody>
      </p:sp>
      <p:pic>
        <p:nvPicPr>
          <p:cNvPr id="22" name="!! 背景2" descr="黑暗里有星球&#10;&#10;AI 生成的内容可能不正确。">
            <a:extLst>
              <a:ext uri="{FF2B5EF4-FFF2-40B4-BE49-F238E27FC236}">
                <a16:creationId xmlns:a16="http://schemas.microsoft.com/office/drawing/2014/main" id="{8F18394D-9FBA-316B-0094-C4BB83A9D1CD}"/>
              </a:ext>
            </a:extLst>
          </p:cNvPr>
          <p:cNvPicPr/>
          <p:nvPr/>
        </p:nvPicPr>
        <p:blipFill>
          <a:blip r:embed="rId3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114" t="12142" r="33240" b="27730"/>
          <a:stretch/>
        </p:blipFill>
        <p:spPr>
          <a:xfrm>
            <a:off x="3383400" y="716012"/>
            <a:ext cx="5404887" cy="5433239"/>
          </a:xfrm>
          <a:prstGeom prst="roundRect">
            <a:avLst>
              <a:gd name="adj" fmla="val 1913"/>
            </a:avLst>
          </a:prstGeom>
        </p:spPr>
      </p:pic>
      <p:sp>
        <p:nvSpPr>
          <p:cNvPr id="23" name="文本框 22">
            <a:extLst>
              <a:ext uri="{FF2B5EF4-FFF2-40B4-BE49-F238E27FC236}">
                <a16:creationId xmlns:a16="http://schemas.microsoft.com/office/drawing/2014/main" id="{B32A1C58-DB9D-868D-3B74-BF951843981C}"/>
              </a:ext>
            </a:extLst>
          </p:cNvPr>
          <p:cNvSpPr txBox="1"/>
          <p:nvPr/>
        </p:nvSpPr>
        <p:spPr>
          <a:xfrm>
            <a:off x="5069959" y="3429003"/>
            <a:ext cx="20520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377">
              <a:defRPr/>
            </a:pPr>
            <a:r>
              <a:rPr lang="zh-CN" altLang="en-US" sz="2400" dirty="0">
                <a:solidFill>
                  <a:srgbClr val="F5F5F5"/>
                </a:solidFill>
                <a:latin typeface="vivo Sans Medium"/>
                <a:ea typeface="vivo Sans Medium"/>
              </a:rPr>
              <a:t>卫星连接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F30C405D-1F26-6165-7E45-0AA768245F8B}"/>
              </a:ext>
            </a:extLst>
          </p:cNvPr>
          <p:cNvSpPr txBox="1"/>
          <p:nvPr/>
        </p:nvSpPr>
        <p:spPr>
          <a:xfrm>
            <a:off x="4107995" y="3887621"/>
            <a:ext cx="39760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377">
              <a:defRPr/>
            </a:pPr>
            <a:r>
              <a:rPr lang="zh-CN" altLang="en-US" sz="1200" dirty="0">
                <a:solidFill>
                  <a:srgbClr val="F5F5F5">
                    <a:lumMod val="90000"/>
                  </a:srgbClr>
                </a:solidFill>
                <a:latin typeface="vivo Sans"/>
                <a:ea typeface="vivo Sans"/>
              </a:rPr>
              <a:t>连接卫星时，请确保设备处于户外</a:t>
            </a:r>
            <a:endParaRPr lang="en-US" altLang="zh-CN" sz="1200" dirty="0">
              <a:solidFill>
                <a:srgbClr val="F5F5F5">
                  <a:lumMod val="90000"/>
                </a:srgbClr>
              </a:solidFill>
              <a:latin typeface="vivo Sans"/>
              <a:ea typeface="vivo Sans"/>
            </a:endParaRPr>
          </a:p>
          <a:p>
            <a:pPr algn="ctr" defTabSz="914377">
              <a:defRPr/>
            </a:pPr>
            <a:r>
              <a:rPr lang="zh-CN" altLang="en-US" sz="1200" dirty="0">
                <a:solidFill>
                  <a:srgbClr val="F5F5F5">
                    <a:lumMod val="90000"/>
                  </a:srgbClr>
                </a:solidFill>
                <a:latin typeface="vivo Sans"/>
                <a:ea typeface="vivo Sans"/>
              </a:rPr>
              <a:t>所有网络连接（包括</a:t>
            </a:r>
            <a:r>
              <a:rPr lang="en-US" altLang="zh-CN" sz="1200" dirty="0">
                <a:solidFill>
                  <a:srgbClr val="F5F5F5">
                    <a:lumMod val="90000"/>
                  </a:srgbClr>
                </a:solidFill>
                <a:latin typeface="vivo Sans"/>
                <a:ea typeface="vivo Sans"/>
              </a:rPr>
              <a:t>WLAN</a:t>
            </a:r>
            <a:r>
              <a:rPr lang="zh-CN" altLang="en-US" sz="1200" dirty="0">
                <a:solidFill>
                  <a:srgbClr val="F5F5F5">
                    <a:lumMod val="90000"/>
                  </a:srgbClr>
                </a:solidFill>
                <a:latin typeface="vivo Sans"/>
                <a:ea typeface="vivo Sans"/>
              </a:rPr>
              <a:t>、蓝牙等）将会中断</a:t>
            </a:r>
          </a:p>
        </p:txBody>
      </p:sp>
      <p:grpSp>
        <p:nvGrpSpPr>
          <p:cNvPr id="36" name="!! load">
            <a:extLst>
              <a:ext uri="{FF2B5EF4-FFF2-40B4-BE49-F238E27FC236}">
                <a16:creationId xmlns:a16="http://schemas.microsoft.com/office/drawing/2014/main" id="{1C65DB09-D7EE-E35D-6FF8-41FB5E0142B1}"/>
              </a:ext>
            </a:extLst>
          </p:cNvPr>
          <p:cNvGrpSpPr/>
          <p:nvPr/>
        </p:nvGrpSpPr>
        <p:grpSpPr>
          <a:xfrm>
            <a:off x="5920208" y="4849296"/>
            <a:ext cx="351591" cy="351591"/>
            <a:chOff x="7349534" y="4722202"/>
            <a:chExt cx="279398" cy="279398"/>
          </a:xfrm>
          <a:solidFill>
            <a:schemeClr val="bg1">
              <a:lumMod val="25000"/>
            </a:schemeClr>
          </a:solidFill>
        </p:grpSpPr>
        <p:sp>
          <p:nvSpPr>
            <p:cNvPr id="37" name="弧形 36">
              <a:extLst>
                <a:ext uri="{FF2B5EF4-FFF2-40B4-BE49-F238E27FC236}">
                  <a16:creationId xmlns:a16="http://schemas.microsoft.com/office/drawing/2014/main" id="{AE84B861-51FA-6BA1-3455-0B751F2DC38B}"/>
                </a:ext>
              </a:extLst>
            </p:cNvPr>
            <p:cNvSpPr/>
            <p:nvPr/>
          </p:nvSpPr>
          <p:spPr>
            <a:xfrm>
              <a:off x="7349534" y="4722202"/>
              <a:ext cx="279398" cy="279398"/>
            </a:xfrm>
            <a:prstGeom prst="arc">
              <a:avLst>
                <a:gd name="adj1" fmla="val 16200000"/>
                <a:gd name="adj2" fmla="val 16194911"/>
              </a:avLst>
            </a:prstGeom>
            <a:noFill/>
            <a:ln w="57150">
              <a:solidFill>
                <a:schemeClr val="bg1">
                  <a:alpha val="1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defTabSz="914377">
                <a:defRPr/>
              </a:pPr>
              <a:endParaRPr lang="zh-CN" altLang="en-US">
                <a:solidFill>
                  <a:srgbClr val="181818"/>
                </a:solidFill>
                <a:latin typeface="vivo Sans"/>
                <a:ea typeface="vivo Sans"/>
              </a:endParaRPr>
            </a:p>
          </p:txBody>
        </p:sp>
        <p:sp>
          <p:nvSpPr>
            <p:cNvPr id="38" name="弧形 37">
              <a:extLst>
                <a:ext uri="{FF2B5EF4-FFF2-40B4-BE49-F238E27FC236}">
                  <a16:creationId xmlns:a16="http://schemas.microsoft.com/office/drawing/2014/main" id="{B6CF0112-699D-AFF6-A0E2-EB736DFCACF5}"/>
                </a:ext>
              </a:extLst>
            </p:cNvPr>
            <p:cNvSpPr/>
            <p:nvPr/>
          </p:nvSpPr>
          <p:spPr>
            <a:xfrm>
              <a:off x="7349534" y="4722202"/>
              <a:ext cx="279398" cy="279398"/>
            </a:xfrm>
            <a:prstGeom prst="arc">
              <a:avLst>
                <a:gd name="adj1" fmla="val 16250568"/>
                <a:gd name="adj2" fmla="val 321908"/>
              </a:avLst>
            </a:prstGeom>
            <a:noFill/>
            <a:ln w="57150" cap="rnd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defTabSz="914377">
                <a:defRPr/>
              </a:pPr>
              <a:endParaRPr lang="zh-CN" altLang="en-US" dirty="0">
                <a:solidFill>
                  <a:srgbClr val="181818"/>
                </a:solidFill>
                <a:latin typeface="vivo Sans"/>
                <a:ea typeface="vivo San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496766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3000"/>
    </mc:Choice>
    <mc:Fallback xmlns="">
      <p:transition advClick="0" advTm="3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2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4A19C6-A5D7-DB66-4845-74FA29B3DE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 背景板">
            <a:extLst>
              <a:ext uri="{FF2B5EF4-FFF2-40B4-BE49-F238E27FC236}">
                <a16:creationId xmlns:a16="http://schemas.microsoft.com/office/drawing/2014/main" id="{32A7488E-D125-8D37-C161-444C9FED555F}"/>
              </a:ext>
            </a:extLst>
          </p:cNvPr>
          <p:cNvSpPr/>
          <p:nvPr/>
        </p:nvSpPr>
        <p:spPr>
          <a:xfrm>
            <a:off x="-10160" y="0"/>
            <a:ext cx="12202160" cy="6858000"/>
          </a:xfrm>
          <a:prstGeom prst="rect">
            <a:avLst/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>
              <a:defRPr/>
            </a:pPr>
            <a:endParaRPr lang="zh-CN" altLang="en-US" dirty="0">
              <a:solidFill>
                <a:srgbClr val="F5F5F5"/>
              </a:solidFill>
              <a:latin typeface="vivo Sans"/>
              <a:ea typeface="vivo Sans"/>
            </a:endParaRPr>
          </a:p>
        </p:txBody>
      </p:sp>
      <p:grpSp>
        <p:nvGrpSpPr>
          <p:cNvPr id="4" name="!! 大标题">
            <a:extLst>
              <a:ext uri="{FF2B5EF4-FFF2-40B4-BE49-F238E27FC236}">
                <a16:creationId xmlns:a16="http://schemas.microsoft.com/office/drawing/2014/main" id="{269911F3-6AA6-EE05-0687-BD07DD478812}"/>
              </a:ext>
            </a:extLst>
          </p:cNvPr>
          <p:cNvGrpSpPr/>
          <p:nvPr/>
        </p:nvGrpSpPr>
        <p:grpSpPr>
          <a:xfrm>
            <a:off x="462457" y="484334"/>
            <a:ext cx="796551" cy="461665"/>
            <a:chOff x="3079753" y="1375827"/>
            <a:chExt cx="673782" cy="461665"/>
          </a:xfrm>
        </p:grpSpPr>
        <p:sp>
          <p:nvSpPr>
            <p:cNvPr id="5" name="!! 标题符">
              <a:extLst>
                <a:ext uri="{FF2B5EF4-FFF2-40B4-BE49-F238E27FC236}">
                  <a16:creationId xmlns:a16="http://schemas.microsoft.com/office/drawing/2014/main" id="{E7361682-48CE-4FDB-AE42-CED578180963}"/>
                </a:ext>
              </a:extLst>
            </p:cNvPr>
            <p:cNvSpPr/>
            <p:nvPr/>
          </p:nvSpPr>
          <p:spPr>
            <a:xfrm>
              <a:off x="3146905" y="1685496"/>
              <a:ext cx="551700" cy="1255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defTabSz="457189">
                <a:defRPr/>
              </a:pPr>
              <a:endParaRPr lang="zh-CN" altLang="en-US">
                <a:solidFill>
                  <a:srgbClr val="FFFFFF"/>
                </a:solidFill>
                <a:latin typeface="OPPOSans R"/>
                <a:ea typeface="OPPOSans R"/>
              </a:endParaRPr>
            </a:p>
          </p:txBody>
        </p:sp>
        <p:sp>
          <p:nvSpPr>
            <p:cNvPr id="6" name="!! 标题">
              <a:extLst>
                <a:ext uri="{FF2B5EF4-FFF2-40B4-BE49-F238E27FC236}">
                  <a16:creationId xmlns:a16="http://schemas.microsoft.com/office/drawing/2014/main" id="{B5654D15-A5DD-BFF6-9C5B-4D0B2D87494C}"/>
                </a:ext>
              </a:extLst>
            </p:cNvPr>
            <p:cNvSpPr txBox="1"/>
            <p:nvPr/>
          </p:nvSpPr>
          <p:spPr>
            <a:xfrm>
              <a:off x="3079753" y="1375827"/>
              <a:ext cx="67378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457189">
                <a:defRPr/>
              </a:pPr>
              <a:r>
                <a:rPr lang="zh-CN" altLang="en-US" sz="2400" dirty="0">
                  <a:solidFill>
                    <a:srgbClr val="000000">
                      <a:lumMod val="75000"/>
                      <a:lumOff val="25000"/>
                    </a:srgbClr>
                  </a:solidFill>
                  <a:latin typeface="vivo Sans Medium"/>
                  <a:ea typeface="vivo Sans Medium"/>
                </a:rPr>
                <a:t>设置</a:t>
              </a:r>
            </a:p>
          </p:txBody>
        </p:sp>
      </p:grpSp>
      <p:sp>
        <p:nvSpPr>
          <p:cNvPr id="7" name="!! 二级背景">
            <a:extLst>
              <a:ext uri="{FF2B5EF4-FFF2-40B4-BE49-F238E27FC236}">
                <a16:creationId xmlns:a16="http://schemas.microsoft.com/office/drawing/2014/main" id="{39B20017-9F08-C48F-1BFE-184D7773A797}"/>
              </a:ext>
            </a:extLst>
          </p:cNvPr>
          <p:cNvSpPr/>
          <p:nvPr/>
        </p:nvSpPr>
        <p:spPr>
          <a:xfrm>
            <a:off x="3594542" y="0"/>
            <a:ext cx="8585971" cy="6858000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>
              <a:defRPr/>
            </a:pPr>
            <a:endParaRPr lang="zh-CN" altLang="en-US">
              <a:solidFill>
                <a:srgbClr val="F5F5F5"/>
              </a:solidFill>
              <a:latin typeface="vivo Sans"/>
              <a:ea typeface="vivo Sans"/>
            </a:endParaRPr>
          </a:p>
        </p:txBody>
      </p:sp>
      <p:grpSp>
        <p:nvGrpSpPr>
          <p:cNvPr id="9" name="!! 关闭按钮">
            <a:extLst>
              <a:ext uri="{FF2B5EF4-FFF2-40B4-BE49-F238E27FC236}">
                <a16:creationId xmlns:a16="http://schemas.microsoft.com/office/drawing/2014/main" id="{9F90A101-B86F-2D4A-3CD6-9B4784D1FA49}"/>
              </a:ext>
            </a:extLst>
          </p:cNvPr>
          <p:cNvGrpSpPr/>
          <p:nvPr/>
        </p:nvGrpSpPr>
        <p:grpSpPr>
          <a:xfrm>
            <a:off x="2757496" y="569913"/>
            <a:ext cx="290511" cy="290511"/>
            <a:chOff x="2328464" y="3107859"/>
            <a:chExt cx="583223" cy="583223"/>
          </a:xfrm>
        </p:grpSpPr>
        <p:sp>
          <p:nvSpPr>
            <p:cNvPr id="12" name="矩形: 圆角 11">
              <a:hlinkClick r:id="rId3" action="ppaction://hlinksldjump"/>
              <a:extLst>
                <a:ext uri="{FF2B5EF4-FFF2-40B4-BE49-F238E27FC236}">
                  <a16:creationId xmlns:a16="http://schemas.microsoft.com/office/drawing/2014/main" id="{83D62707-5133-4806-0744-CA1A02B699DB}"/>
                </a:ext>
              </a:extLst>
            </p:cNvPr>
            <p:cNvSpPr/>
            <p:nvPr/>
          </p:nvSpPr>
          <p:spPr>
            <a:xfrm>
              <a:off x="2328464" y="3107859"/>
              <a:ext cx="583223" cy="583223"/>
            </a:xfrm>
            <a:prstGeom prst="roundRect">
              <a:avLst>
                <a:gd name="adj" fmla="val 20771"/>
              </a:avLst>
            </a:prstGeom>
            <a:solidFill>
              <a:schemeClr val="bg2"/>
            </a:solidFill>
            <a:ln>
              <a:noFill/>
            </a:ln>
            <a:effectLst>
              <a:outerShdw blurRad="127000" sx="101000" sy="101000" algn="c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77">
                <a:defRPr/>
              </a:pPr>
              <a:endParaRPr lang="zh-CN" altLang="en-US">
                <a:solidFill>
                  <a:srgbClr val="F5F5F5"/>
                </a:solidFill>
                <a:latin typeface="vivo Sans"/>
                <a:ea typeface="vivo Sans"/>
              </a:endParaRPr>
            </a:p>
          </p:txBody>
        </p:sp>
        <p:pic>
          <p:nvPicPr>
            <p:cNvPr id="13" name="图形 12">
              <a:extLst>
                <a:ext uri="{FF2B5EF4-FFF2-40B4-BE49-F238E27FC236}">
                  <a16:creationId xmlns:a16="http://schemas.microsoft.com/office/drawing/2014/main" id="{242D146C-3A15-3742-A00C-7B8F3ACF136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/>
          </p:blipFill>
          <p:spPr>
            <a:xfrm>
              <a:off x="2375480" y="3154875"/>
              <a:ext cx="489196" cy="489196"/>
            </a:xfrm>
            <a:prstGeom prst="rect">
              <a:avLst/>
            </a:prstGeom>
          </p:spPr>
        </p:pic>
      </p:grpSp>
      <p:grpSp>
        <p:nvGrpSpPr>
          <p:cNvPr id="14" name="!! 网1按钮属性">
            <a:extLst>
              <a:ext uri="{FF2B5EF4-FFF2-40B4-BE49-F238E27FC236}">
                <a16:creationId xmlns:a16="http://schemas.microsoft.com/office/drawing/2014/main" id="{78303A54-25A4-1F62-BE27-D7080B1689A6}"/>
              </a:ext>
            </a:extLst>
          </p:cNvPr>
          <p:cNvGrpSpPr/>
          <p:nvPr/>
        </p:nvGrpSpPr>
        <p:grpSpPr>
          <a:xfrm>
            <a:off x="4178597" y="1408478"/>
            <a:ext cx="7429351" cy="545100"/>
            <a:chOff x="3640667" y="2582968"/>
            <a:chExt cx="4910666" cy="545100"/>
          </a:xfrm>
        </p:grpSpPr>
        <p:sp>
          <p:nvSpPr>
            <p:cNvPr id="15" name="按钮">
              <a:hlinkClick r:id="rId6" action="ppaction://hlinksldjump"/>
              <a:extLst>
                <a:ext uri="{FF2B5EF4-FFF2-40B4-BE49-F238E27FC236}">
                  <a16:creationId xmlns:a16="http://schemas.microsoft.com/office/drawing/2014/main" id="{275C8BDC-254F-7C3F-644E-667F178CCEFD}"/>
                </a:ext>
              </a:extLst>
            </p:cNvPr>
            <p:cNvSpPr/>
            <p:nvPr/>
          </p:nvSpPr>
          <p:spPr>
            <a:xfrm>
              <a:off x="3640667" y="2582968"/>
              <a:ext cx="4910666" cy="545100"/>
            </a:xfrm>
            <a:prstGeom prst="roundRect">
              <a:avLst>
                <a:gd name="adj" fmla="val 14376"/>
              </a:avLst>
            </a:prstGeom>
            <a:solidFill>
              <a:schemeClr val="bg2"/>
            </a:solidFill>
            <a:ln w="3175">
              <a:solidFill>
                <a:schemeClr val="bg1">
                  <a:lumMod val="90000"/>
                </a:schemeClr>
              </a:solidFill>
            </a:ln>
            <a:effectLst>
              <a:outerShdw blurRad="190500" algn="ctr" rotWithShape="0">
                <a:prstClr val="black">
                  <a:alpha val="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07997" defTabSz="914377">
                <a:defRPr/>
              </a:pPr>
              <a:r>
                <a:rPr lang="zh-CN" altLang="en-US" sz="1600" dirty="0">
                  <a:solidFill>
                    <a:srgbClr val="181818"/>
                  </a:solidFill>
                  <a:latin typeface="vivo Sans"/>
                  <a:ea typeface="vivo Sans"/>
                </a:rPr>
                <a:t>以太网</a:t>
              </a:r>
            </a:p>
          </p:txBody>
        </p:sp>
        <p:pic>
          <p:nvPicPr>
            <p:cNvPr id="16" name="图形 15">
              <a:extLst>
                <a:ext uri="{FF2B5EF4-FFF2-40B4-BE49-F238E27FC236}">
                  <a16:creationId xmlns:a16="http://schemas.microsoft.com/office/drawing/2014/main" id="{80C37E46-ACA0-8FFF-DF81-8CC3A51FB5B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8297292" y="2779318"/>
              <a:ext cx="112234" cy="152400"/>
            </a:xfrm>
            <a:prstGeom prst="rect">
              <a:avLst/>
            </a:prstGeom>
          </p:spPr>
        </p:pic>
      </p:grpSp>
      <p:grpSp>
        <p:nvGrpSpPr>
          <p:cNvPr id="17" name="!! 网1按钮属性">
            <a:extLst>
              <a:ext uri="{FF2B5EF4-FFF2-40B4-BE49-F238E27FC236}">
                <a16:creationId xmlns:a16="http://schemas.microsoft.com/office/drawing/2014/main" id="{EF54207C-0D5A-091C-D664-357503E00D39}"/>
              </a:ext>
            </a:extLst>
          </p:cNvPr>
          <p:cNvGrpSpPr/>
          <p:nvPr/>
        </p:nvGrpSpPr>
        <p:grpSpPr>
          <a:xfrm>
            <a:off x="4178597" y="2101898"/>
            <a:ext cx="7429351" cy="545100"/>
            <a:chOff x="3640667" y="2582968"/>
            <a:chExt cx="4910666" cy="545100"/>
          </a:xfrm>
        </p:grpSpPr>
        <p:sp>
          <p:nvSpPr>
            <p:cNvPr id="18" name="按钮">
              <a:hlinkClick r:id="rId6" action="ppaction://hlinksldjump"/>
              <a:extLst>
                <a:ext uri="{FF2B5EF4-FFF2-40B4-BE49-F238E27FC236}">
                  <a16:creationId xmlns:a16="http://schemas.microsoft.com/office/drawing/2014/main" id="{FBC1C8D5-EEFF-CBC3-50C4-08890438E7B0}"/>
                </a:ext>
              </a:extLst>
            </p:cNvPr>
            <p:cNvSpPr/>
            <p:nvPr/>
          </p:nvSpPr>
          <p:spPr>
            <a:xfrm>
              <a:off x="3640667" y="2582968"/>
              <a:ext cx="4910666" cy="545100"/>
            </a:xfrm>
            <a:prstGeom prst="roundRect">
              <a:avLst>
                <a:gd name="adj" fmla="val 14376"/>
              </a:avLst>
            </a:prstGeom>
            <a:solidFill>
              <a:schemeClr val="bg2"/>
            </a:solidFill>
            <a:ln w="3175">
              <a:solidFill>
                <a:schemeClr val="bg1">
                  <a:lumMod val="90000"/>
                </a:schemeClr>
              </a:solidFill>
            </a:ln>
            <a:effectLst>
              <a:outerShdw blurRad="190500" algn="ctr" rotWithShape="0">
                <a:prstClr val="black">
                  <a:alpha val="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07997" defTabSz="914377">
                <a:defRPr/>
              </a:pPr>
              <a:r>
                <a:rPr lang="zh-CN" altLang="en-US" sz="1600" dirty="0">
                  <a:solidFill>
                    <a:srgbClr val="181818"/>
                  </a:solidFill>
                  <a:latin typeface="vivo Sans"/>
                  <a:ea typeface="vivo Sans"/>
                </a:rPr>
                <a:t>卫星连接</a:t>
              </a:r>
            </a:p>
          </p:txBody>
        </p:sp>
        <p:pic>
          <p:nvPicPr>
            <p:cNvPr id="19" name="图形 18">
              <a:extLst>
                <a:ext uri="{FF2B5EF4-FFF2-40B4-BE49-F238E27FC236}">
                  <a16:creationId xmlns:a16="http://schemas.microsoft.com/office/drawing/2014/main" id="{53B3C940-8912-5259-C956-0B4DF4427F9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8297292" y="2779318"/>
              <a:ext cx="112234" cy="152400"/>
            </a:xfrm>
            <a:prstGeom prst="rect">
              <a:avLst/>
            </a:prstGeom>
          </p:spPr>
        </p:pic>
      </p:grpSp>
      <p:grpSp>
        <p:nvGrpSpPr>
          <p:cNvPr id="21" name="!! 关闭按钮">
            <a:extLst>
              <a:ext uri="{FF2B5EF4-FFF2-40B4-BE49-F238E27FC236}">
                <a16:creationId xmlns:a16="http://schemas.microsoft.com/office/drawing/2014/main" id="{B23E14BE-285A-3FC2-4C0D-0E5473D14F1D}"/>
              </a:ext>
            </a:extLst>
          </p:cNvPr>
          <p:cNvGrpSpPr/>
          <p:nvPr/>
        </p:nvGrpSpPr>
        <p:grpSpPr>
          <a:xfrm>
            <a:off x="2333440" y="569913"/>
            <a:ext cx="290511" cy="290511"/>
            <a:chOff x="2328464" y="3107859"/>
            <a:chExt cx="583223" cy="583223"/>
          </a:xfrm>
        </p:grpSpPr>
        <p:sp>
          <p:nvSpPr>
            <p:cNvPr id="22" name="矩形: 圆角 21">
              <a:hlinkClick r:id="rId9" action="ppaction://hlinksldjump"/>
              <a:extLst>
                <a:ext uri="{FF2B5EF4-FFF2-40B4-BE49-F238E27FC236}">
                  <a16:creationId xmlns:a16="http://schemas.microsoft.com/office/drawing/2014/main" id="{B5FC5EDF-D9CD-E6B3-4780-DADC296386CD}"/>
                </a:ext>
              </a:extLst>
            </p:cNvPr>
            <p:cNvSpPr/>
            <p:nvPr/>
          </p:nvSpPr>
          <p:spPr>
            <a:xfrm>
              <a:off x="2328464" y="3107859"/>
              <a:ext cx="583223" cy="583223"/>
            </a:xfrm>
            <a:prstGeom prst="roundRect">
              <a:avLst>
                <a:gd name="adj" fmla="val 20771"/>
              </a:avLst>
            </a:prstGeom>
            <a:solidFill>
              <a:schemeClr val="bg2"/>
            </a:solidFill>
            <a:ln>
              <a:noFill/>
            </a:ln>
            <a:effectLst>
              <a:outerShdw blurRad="127000" sx="101000" sy="101000" algn="c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77">
                <a:defRPr/>
              </a:pPr>
              <a:endParaRPr lang="zh-CN" altLang="en-US">
                <a:solidFill>
                  <a:srgbClr val="F5F5F5"/>
                </a:solidFill>
                <a:latin typeface="vivo Sans"/>
                <a:ea typeface="vivo Sans"/>
              </a:endParaRPr>
            </a:p>
          </p:txBody>
        </p:sp>
        <p:pic>
          <p:nvPicPr>
            <p:cNvPr id="23" name="图形 22">
              <a:extLst>
                <a:ext uri="{FF2B5EF4-FFF2-40B4-BE49-F238E27FC236}">
                  <a16:creationId xmlns:a16="http://schemas.microsoft.com/office/drawing/2014/main" id="{6AB4C9E5-B9D1-90B7-97B0-E3A0E4B5E086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rcRect/>
            <a:stretch/>
          </p:blipFill>
          <p:spPr>
            <a:xfrm>
              <a:off x="2449200" y="3228595"/>
              <a:ext cx="341755" cy="341755"/>
            </a:xfrm>
            <a:prstGeom prst="rect">
              <a:avLst/>
            </a:prstGeom>
          </p:spPr>
        </p:pic>
      </p:grpSp>
      <p:grpSp>
        <p:nvGrpSpPr>
          <p:cNvPr id="24" name="返回">
            <a:extLst>
              <a:ext uri="{FF2B5EF4-FFF2-40B4-BE49-F238E27FC236}">
                <a16:creationId xmlns:a16="http://schemas.microsoft.com/office/drawing/2014/main" id="{3EB99559-8EF9-191C-0586-67C28025841B}"/>
              </a:ext>
            </a:extLst>
          </p:cNvPr>
          <p:cNvGrpSpPr/>
          <p:nvPr/>
        </p:nvGrpSpPr>
        <p:grpSpPr>
          <a:xfrm>
            <a:off x="4133691" y="519573"/>
            <a:ext cx="2667863" cy="369332"/>
            <a:chOff x="4133687" y="519573"/>
            <a:chExt cx="2667863" cy="369331"/>
          </a:xfrm>
        </p:grpSpPr>
        <p:sp>
          <p:nvSpPr>
            <p:cNvPr id="25" name="!! 副标题">
              <a:extLst>
                <a:ext uri="{FF2B5EF4-FFF2-40B4-BE49-F238E27FC236}">
                  <a16:creationId xmlns:a16="http://schemas.microsoft.com/office/drawing/2014/main" id="{CF7B4542-DF9D-A89E-373A-AC752B5E22B7}"/>
                </a:ext>
              </a:extLst>
            </p:cNvPr>
            <p:cNvSpPr txBox="1"/>
            <p:nvPr/>
          </p:nvSpPr>
          <p:spPr>
            <a:xfrm>
              <a:off x="4393644" y="519573"/>
              <a:ext cx="2407906" cy="369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/>
                <a:t>更多连接</a:t>
              </a:r>
            </a:p>
          </p:txBody>
        </p:sp>
        <p:pic>
          <p:nvPicPr>
            <p:cNvPr id="26" name="图形 25">
              <a:extLst>
                <a:ext uri="{FF2B5EF4-FFF2-40B4-BE49-F238E27FC236}">
                  <a16:creationId xmlns:a16="http://schemas.microsoft.com/office/drawing/2014/main" id="{E6F19324-00E9-FAB0-F112-B6FAB740018E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4133687" y="584302"/>
              <a:ext cx="241776" cy="241776"/>
            </a:xfrm>
            <a:prstGeom prst="rect">
              <a:avLst/>
            </a:prstGeom>
          </p:spPr>
        </p:pic>
      </p:grpSp>
      <p:sp>
        <p:nvSpPr>
          <p:cNvPr id="27" name="文本框 26">
            <a:extLst>
              <a:ext uri="{FF2B5EF4-FFF2-40B4-BE49-F238E27FC236}">
                <a16:creationId xmlns:a16="http://schemas.microsoft.com/office/drawing/2014/main" id="{76048965-8A07-FF3F-2E64-94575A8D4A17}"/>
              </a:ext>
            </a:extLst>
          </p:cNvPr>
          <p:cNvSpPr txBox="1"/>
          <p:nvPr/>
        </p:nvSpPr>
        <p:spPr>
          <a:xfrm>
            <a:off x="462454" y="1233831"/>
            <a:ext cx="11113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dirty="0">
                <a:solidFill>
                  <a:schemeClr val="bg1">
                    <a:lumMod val="50000"/>
                  </a:schemeClr>
                </a:solidFill>
              </a:rPr>
              <a:t>网络与连接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79DF3705-9A61-E68A-0116-772CA9E90C93}"/>
              </a:ext>
            </a:extLst>
          </p:cNvPr>
          <p:cNvSpPr txBox="1"/>
          <p:nvPr/>
        </p:nvSpPr>
        <p:spPr>
          <a:xfrm>
            <a:off x="462455" y="3246454"/>
            <a:ext cx="11113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dirty="0">
                <a:solidFill>
                  <a:schemeClr val="bg1">
                    <a:lumMod val="50000"/>
                  </a:schemeClr>
                </a:solidFill>
              </a:rPr>
              <a:t>系统</a:t>
            </a:r>
          </a:p>
        </p:txBody>
      </p:sp>
      <p:grpSp>
        <p:nvGrpSpPr>
          <p:cNvPr id="29" name="!! 软件更新">
            <a:extLst>
              <a:ext uri="{FF2B5EF4-FFF2-40B4-BE49-F238E27FC236}">
                <a16:creationId xmlns:a16="http://schemas.microsoft.com/office/drawing/2014/main" id="{7765DEFD-0435-3094-88B3-6F0CB067BD54}"/>
              </a:ext>
            </a:extLst>
          </p:cNvPr>
          <p:cNvGrpSpPr/>
          <p:nvPr/>
        </p:nvGrpSpPr>
        <p:grpSpPr>
          <a:xfrm>
            <a:off x="462455" y="3512773"/>
            <a:ext cx="2552892" cy="457924"/>
            <a:chOff x="481145" y="1890767"/>
            <a:chExt cx="2552892" cy="457924"/>
          </a:xfrm>
        </p:grpSpPr>
        <p:sp>
          <p:nvSpPr>
            <p:cNvPr id="30" name="!! 未选中">
              <a:hlinkClick r:id="rId14" action="ppaction://hlinksldjump"/>
              <a:extLst>
                <a:ext uri="{FF2B5EF4-FFF2-40B4-BE49-F238E27FC236}">
                  <a16:creationId xmlns:a16="http://schemas.microsoft.com/office/drawing/2014/main" id="{981F2149-3194-F1BD-A275-618C1A2389EC}"/>
                </a:ext>
              </a:extLst>
            </p:cNvPr>
            <p:cNvSpPr/>
            <p:nvPr/>
          </p:nvSpPr>
          <p:spPr>
            <a:xfrm>
              <a:off x="481145" y="1890767"/>
              <a:ext cx="2552892" cy="457924"/>
            </a:xfrm>
            <a:prstGeom prst="roundRect">
              <a:avLst>
                <a:gd name="adj" fmla="val 22880"/>
              </a:avLst>
            </a:prstGeom>
            <a:solidFill>
              <a:schemeClr val="bg2"/>
            </a:solidFill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1998" defTabSz="914377">
                <a:defRPr/>
              </a:pPr>
              <a:r>
                <a:rPr lang="zh-CN" altLang="en-US" sz="1400" dirty="0">
                  <a:solidFill>
                    <a:schemeClr val="tx1"/>
                  </a:solidFill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      软件更新</a:t>
              </a:r>
            </a:p>
          </p:txBody>
        </p:sp>
        <p:pic>
          <p:nvPicPr>
            <p:cNvPr id="31" name="icon">
              <a:extLst>
                <a:ext uri="{FF2B5EF4-FFF2-40B4-BE49-F238E27FC236}">
                  <a16:creationId xmlns:a16="http://schemas.microsoft.com/office/drawing/2014/main" id="{1B673C1E-B9CC-2EF2-9C63-081DF6E0A9D9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rcRect/>
            <a:stretch/>
          </p:blipFill>
          <p:spPr>
            <a:xfrm>
              <a:off x="623508" y="2001148"/>
              <a:ext cx="237162" cy="237162"/>
            </a:xfrm>
            <a:prstGeom prst="rect">
              <a:avLst/>
            </a:prstGeom>
          </p:spPr>
        </p:pic>
      </p:grpSp>
      <p:grpSp>
        <p:nvGrpSpPr>
          <p:cNvPr id="32" name="!! 更多连接">
            <a:extLst>
              <a:ext uri="{FF2B5EF4-FFF2-40B4-BE49-F238E27FC236}">
                <a16:creationId xmlns:a16="http://schemas.microsoft.com/office/drawing/2014/main" id="{D4C69377-FA8C-58DC-B1D9-5FC0AAA5891B}"/>
              </a:ext>
            </a:extLst>
          </p:cNvPr>
          <p:cNvGrpSpPr/>
          <p:nvPr/>
        </p:nvGrpSpPr>
        <p:grpSpPr>
          <a:xfrm>
            <a:off x="462454" y="2623555"/>
            <a:ext cx="2552892" cy="457924"/>
            <a:chOff x="462453" y="2623554"/>
            <a:chExt cx="2552892" cy="457924"/>
          </a:xfrm>
        </p:grpSpPr>
        <p:sp>
          <p:nvSpPr>
            <p:cNvPr id="33" name="!! 未选中">
              <a:hlinkClick r:id="rId17" action="ppaction://hlinksldjump"/>
              <a:extLst>
                <a:ext uri="{FF2B5EF4-FFF2-40B4-BE49-F238E27FC236}">
                  <a16:creationId xmlns:a16="http://schemas.microsoft.com/office/drawing/2014/main" id="{81A16AC3-CE49-B3A4-A710-FC1AA3711A65}"/>
                </a:ext>
              </a:extLst>
            </p:cNvPr>
            <p:cNvSpPr/>
            <p:nvPr/>
          </p:nvSpPr>
          <p:spPr>
            <a:xfrm>
              <a:off x="462453" y="2623554"/>
              <a:ext cx="2552892" cy="457924"/>
            </a:xfrm>
            <a:prstGeom prst="roundRect">
              <a:avLst>
                <a:gd name="adj" fmla="val 22880"/>
              </a:avLst>
            </a:prstGeom>
            <a:solidFill>
              <a:schemeClr val="tx1">
                <a:lumMod val="10000"/>
                <a:lumOff val="90000"/>
              </a:schemeClr>
            </a:solidFill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1998" defTabSz="914377">
                <a:defRPr/>
              </a:pPr>
              <a:r>
                <a:rPr lang="zh-CN" altLang="en-US" sz="1400" dirty="0">
                  <a:solidFill>
                    <a:schemeClr val="tx1">
                      <a:lumMod val="90000"/>
                      <a:lumOff val="10000"/>
                    </a:schemeClr>
                  </a:solidFill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      更多连接</a:t>
              </a:r>
            </a:p>
          </p:txBody>
        </p:sp>
        <p:grpSp>
          <p:nvGrpSpPr>
            <p:cNvPr id="34" name="组合 33">
              <a:extLst>
                <a:ext uri="{FF2B5EF4-FFF2-40B4-BE49-F238E27FC236}">
                  <a16:creationId xmlns:a16="http://schemas.microsoft.com/office/drawing/2014/main" id="{AF06DB6B-5F10-274B-6485-BAA65417E96A}"/>
                </a:ext>
              </a:extLst>
            </p:cNvPr>
            <p:cNvGrpSpPr/>
            <p:nvPr/>
          </p:nvGrpSpPr>
          <p:grpSpPr>
            <a:xfrm>
              <a:off x="600851" y="2735577"/>
              <a:ext cx="245090" cy="245090"/>
              <a:chOff x="3449581" y="2374787"/>
              <a:chExt cx="263638" cy="263638"/>
            </a:xfrm>
          </p:grpSpPr>
          <p:sp>
            <p:nvSpPr>
              <p:cNvPr id="35" name="椭圆 34">
                <a:extLst>
                  <a:ext uri="{FF2B5EF4-FFF2-40B4-BE49-F238E27FC236}">
                    <a16:creationId xmlns:a16="http://schemas.microsoft.com/office/drawing/2014/main" id="{11FCB6A4-4586-8BDD-B9DE-AB90FE45695C}"/>
                  </a:ext>
                </a:extLst>
              </p:cNvPr>
              <p:cNvSpPr/>
              <p:nvPr/>
            </p:nvSpPr>
            <p:spPr>
              <a:xfrm>
                <a:off x="3449581" y="2374787"/>
                <a:ext cx="263638" cy="263638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36" name="icon">
                <a:extLst>
                  <a:ext uri="{FF2B5EF4-FFF2-40B4-BE49-F238E27FC236}">
                    <a16:creationId xmlns:a16="http://schemas.microsoft.com/office/drawing/2014/main" id="{2B2E47CE-FB1E-3CF8-E2AD-AC6DB340B06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8">
                <a:extLst>
                  <a:ext uri="{96DAC541-7B7A-43D3-8B79-37D633B846F1}">
                    <asvg:svgBlip xmlns:asvg="http://schemas.microsoft.com/office/drawing/2016/SVG/main" r:embed="rId19"/>
                  </a:ext>
                </a:extLst>
              </a:blip>
              <a:srcRect/>
              <a:stretch/>
            </p:blipFill>
            <p:spPr>
              <a:xfrm>
                <a:off x="3513774" y="2433849"/>
                <a:ext cx="143060" cy="143060"/>
              </a:xfrm>
              <a:prstGeom prst="rect">
                <a:avLst/>
              </a:prstGeom>
            </p:spPr>
          </p:pic>
        </p:grpSp>
      </p:grpSp>
      <p:grpSp>
        <p:nvGrpSpPr>
          <p:cNvPr id="37" name="!! 蓝牙">
            <a:extLst>
              <a:ext uri="{FF2B5EF4-FFF2-40B4-BE49-F238E27FC236}">
                <a16:creationId xmlns:a16="http://schemas.microsoft.com/office/drawing/2014/main" id="{535B0650-DEF1-A806-46A7-D7EC8904CCCD}"/>
              </a:ext>
            </a:extLst>
          </p:cNvPr>
          <p:cNvGrpSpPr/>
          <p:nvPr/>
        </p:nvGrpSpPr>
        <p:grpSpPr>
          <a:xfrm>
            <a:off x="462453" y="2059603"/>
            <a:ext cx="2552892" cy="457924"/>
            <a:chOff x="462452" y="2059603"/>
            <a:chExt cx="2552892" cy="457924"/>
          </a:xfrm>
        </p:grpSpPr>
        <p:sp>
          <p:nvSpPr>
            <p:cNvPr id="38" name="!! 未选中">
              <a:hlinkClick r:id="rId20" action="ppaction://hlinksldjump"/>
              <a:extLst>
                <a:ext uri="{FF2B5EF4-FFF2-40B4-BE49-F238E27FC236}">
                  <a16:creationId xmlns:a16="http://schemas.microsoft.com/office/drawing/2014/main" id="{1023913E-DF4F-60BE-9B84-46B57C2FE067}"/>
                </a:ext>
              </a:extLst>
            </p:cNvPr>
            <p:cNvSpPr/>
            <p:nvPr/>
          </p:nvSpPr>
          <p:spPr>
            <a:xfrm>
              <a:off x="462452" y="2059603"/>
              <a:ext cx="2552892" cy="457924"/>
            </a:xfrm>
            <a:prstGeom prst="roundRect">
              <a:avLst>
                <a:gd name="adj" fmla="val 22880"/>
              </a:avLst>
            </a:prstGeom>
            <a:solidFill>
              <a:schemeClr val="bg2"/>
            </a:solidFill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1998" defTabSz="914377">
                <a:defRPr/>
              </a:pPr>
              <a:r>
                <a:rPr lang="zh-CN" altLang="en-US" sz="1400" dirty="0">
                  <a:solidFill>
                    <a:schemeClr val="tx1">
                      <a:lumMod val="90000"/>
                      <a:lumOff val="10000"/>
                    </a:schemeClr>
                  </a:solidFill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      蓝牙</a:t>
              </a:r>
            </a:p>
          </p:txBody>
        </p:sp>
        <p:pic>
          <p:nvPicPr>
            <p:cNvPr id="39" name="图形 38">
              <a:extLst>
                <a:ext uri="{FF2B5EF4-FFF2-40B4-BE49-F238E27FC236}">
                  <a16:creationId xmlns:a16="http://schemas.microsoft.com/office/drawing/2014/main" id="{8519273D-7F61-4E60-1F5D-475100E62D96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p:blipFill>
          <p:spPr>
            <a:xfrm>
              <a:off x="600851" y="2174279"/>
              <a:ext cx="237166" cy="237166"/>
            </a:xfrm>
            <a:prstGeom prst="rect">
              <a:avLst/>
            </a:prstGeom>
          </p:spPr>
        </p:pic>
      </p:grpSp>
      <p:grpSp>
        <p:nvGrpSpPr>
          <p:cNvPr id="40" name="!! WLAN">
            <a:extLst>
              <a:ext uri="{FF2B5EF4-FFF2-40B4-BE49-F238E27FC236}">
                <a16:creationId xmlns:a16="http://schemas.microsoft.com/office/drawing/2014/main" id="{32688A31-CF23-67CB-81C5-568EF355232D}"/>
              </a:ext>
            </a:extLst>
          </p:cNvPr>
          <p:cNvGrpSpPr/>
          <p:nvPr/>
        </p:nvGrpSpPr>
        <p:grpSpPr>
          <a:xfrm>
            <a:off x="462453" y="1495654"/>
            <a:ext cx="2552892" cy="457924"/>
            <a:chOff x="462452" y="1495653"/>
            <a:chExt cx="2552892" cy="457924"/>
          </a:xfrm>
        </p:grpSpPr>
        <p:grpSp>
          <p:nvGrpSpPr>
            <p:cNvPr id="41" name="!! WLAN">
              <a:extLst>
                <a:ext uri="{FF2B5EF4-FFF2-40B4-BE49-F238E27FC236}">
                  <a16:creationId xmlns:a16="http://schemas.microsoft.com/office/drawing/2014/main" id="{7629A822-CB6E-846B-5B81-ED1F9F392D24}"/>
                </a:ext>
              </a:extLst>
            </p:cNvPr>
            <p:cNvGrpSpPr/>
            <p:nvPr/>
          </p:nvGrpSpPr>
          <p:grpSpPr>
            <a:xfrm>
              <a:off x="462452" y="1495653"/>
              <a:ext cx="2552892" cy="457924"/>
              <a:chOff x="462452" y="1495653"/>
              <a:chExt cx="2552892" cy="457924"/>
            </a:xfrm>
          </p:grpSpPr>
          <p:sp>
            <p:nvSpPr>
              <p:cNvPr id="43" name="!! 未选中">
                <a:hlinkClick r:id="rId23" action="ppaction://hlinksldjump"/>
                <a:extLst>
                  <a:ext uri="{FF2B5EF4-FFF2-40B4-BE49-F238E27FC236}">
                    <a16:creationId xmlns:a16="http://schemas.microsoft.com/office/drawing/2014/main" id="{3174843C-88E4-97F9-74F2-EF592693F22B}"/>
                  </a:ext>
                </a:extLst>
              </p:cNvPr>
              <p:cNvSpPr/>
              <p:nvPr/>
            </p:nvSpPr>
            <p:spPr>
              <a:xfrm>
                <a:off x="462452" y="1495653"/>
                <a:ext cx="2552892" cy="457924"/>
              </a:xfrm>
              <a:prstGeom prst="roundRect">
                <a:avLst>
                  <a:gd name="adj" fmla="val 22880"/>
                </a:avLst>
              </a:prstGeom>
              <a:solidFill>
                <a:schemeClr val="bg2"/>
              </a:solidFill>
              <a:ln w="6350"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71998" defTabSz="914377">
                  <a:defRPr/>
                </a:pPr>
                <a:r>
                  <a:rPr lang="zh-CN" altLang="en-US" sz="1400" dirty="0">
                    <a:solidFill>
                      <a:schemeClr val="tx1">
                        <a:lumMod val="90000"/>
                        <a:lumOff val="10000"/>
                      </a:schemeClr>
                    </a:solidFill>
                    <a:latin typeface="vivo Sans Light" panose="02000400000000000000" pitchFamily="2" charset="-122"/>
                    <a:ea typeface="vivo Sans Light" panose="02000400000000000000" pitchFamily="2" charset="-122"/>
                    <a:cs typeface="vivo Sans Light" panose="02000400000000000000" pitchFamily="2" charset="-122"/>
                  </a:rPr>
                  <a:t>      </a:t>
                </a:r>
                <a:r>
                  <a:rPr lang="en-US" altLang="zh-CN" sz="1400" dirty="0">
                    <a:solidFill>
                      <a:schemeClr val="tx1">
                        <a:lumMod val="90000"/>
                        <a:lumOff val="10000"/>
                      </a:schemeClr>
                    </a:solidFill>
                    <a:latin typeface="vivo Sans Light" panose="02000400000000000000" pitchFamily="2" charset="-122"/>
                    <a:ea typeface="vivo Sans Light" panose="02000400000000000000" pitchFamily="2" charset="-122"/>
                    <a:cs typeface="vivo Sans Light" panose="02000400000000000000" pitchFamily="2" charset="-122"/>
                  </a:rPr>
                  <a:t>WLAN</a:t>
                </a:r>
                <a:endParaRPr lang="zh-CN" altLang="en-US" sz="1400" dirty="0">
                  <a:solidFill>
                    <a:schemeClr val="tx1">
                      <a:lumMod val="90000"/>
                      <a:lumOff val="10000"/>
                    </a:schemeClr>
                  </a:solidFill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endParaRPr>
              </a:p>
            </p:txBody>
          </p:sp>
          <p:pic>
            <p:nvPicPr>
              <p:cNvPr id="44" name="icon">
                <a:extLst>
                  <a:ext uri="{FF2B5EF4-FFF2-40B4-BE49-F238E27FC236}">
                    <a16:creationId xmlns:a16="http://schemas.microsoft.com/office/drawing/2014/main" id="{BACFA9A7-7978-62AF-8B49-A7D8A79ECF5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4">
                <a:extLst>
                  <a:ext uri="{96DAC541-7B7A-43D3-8B79-37D633B846F1}">
                    <asvg:svgBlip xmlns:asvg="http://schemas.microsoft.com/office/drawing/2016/SVG/main" r:embed="rId25"/>
                  </a:ext>
                </a:extLst>
              </a:blip>
              <a:srcRect/>
              <a:stretch/>
            </p:blipFill>
            <p:spPr>
              <a:xfrm>
                <a:off x="638475" y="1636367"/>
                <a:ext cx="169842" cy="169842"/>
              </a:xfrm>
              <a:prstGeom prst="rect">
                <a:avLst/>
              </a:prstGeom>
            </p:spPr>
          </p:pic>
        </p:grpSp>
        <p:pic>
          <p:nvPicPr>
            <p:cNvPr id="42" name="图形 41">
              <a:extLst>
                <a:ext uri="{FF2B5EF4-FFF2-40B4-BE49-F238E27FC236}">
                  <a16:creationId xmlns:a16="http://schemas.microsoft.com/office/drawing/2014/main" id="{DC778646-6EFB-0DDC-8D38-AF28DCB676E6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/>
            </a:stretch>
          </p:blipFill>
          <p:spPr>
            <a:xfrm>
              <a:off x="600489" y="1593839"/>
              <a:ext cx="245452" cy="245452"/>
            </a:xfrm>
            <a:prstGeom prst="rect">
              <a:avLst/>
            </a:prstGeom>
          </p:spPr>
        </p:pic>
      </p:grpSp>
      <p:grpSp>
        <p:nvGrpSpPr>
          <p:cNvPr id="45" name="!! 关于">
            <a:extLst>
              <a:ext uri="{FF2B5EF4-FFF2-40B4-BE49-F238E27FC236}">
                <a16:creationId xmlns:a16="http://schemas.microsoft.com/office/drawing/2014/main" id="{C4343B04-E638-FAF0-E0F8-71613E9F07F1}"/>
              </a:ext>
            </a:extLst>
          </p:cNvPr>
          <p:cNvGrpSpPr/>
          <p:nvPr/>
        </p:nvGrpSpPr>
        <p:grpSpPr>
          <a:xfrm>
            <a:off x="462453" y="5967590"/>
            <a:ext cx="2552892" cy="457924"/>
            <a:chOff x="453977" y="4076722"/>
            <a:chExt cx="2552892" cy="457924"/>
          </a:xfrm>
        </p:grpSpPr>
        <p:sp>
          <p:nvSpPr>
            <p:cNvPr id="46" name="!! 未选中">
              <a:hlinkClick r:id="rId28" action="ppaction://hlinksldjump"/>
              <a:extLst>
                <a:ext uri="{FF2B5EF4-FFF2-40B4-BE49-F238E27FC236}">
                  <a16:creationId xmlns:a16="http://schemas.microsoft.com/office/drawing/2014/main" id="{B7C8A918-5C39-D6AD-568F-C0CE2B5EC339}"/>
                </a:ext>
              </a:extLst>
            </p:cNvPr>
            <p:cNvSpPr/>
            <p:nvPr/>
          </p:nvSpPr>
          <p:spPr>
            <a:xfrm>
              <a:off x="453977" y="4076722"/>
              <a:ext cx="2552892" cy="457924"/>
            </a:xfrm>
            <a:prstGeom prst="roundRect">
              <a:avLst>
                <a:gd name="adj" fmla="val 22880"/>
              </a:avLst>
            </a:prstGeom>
            <a:solidFill>
              <a:schemeClr val="bg2"/>
            </a:solidFill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1998" defTabSz="914377">
                <a:defRPr/>
              </a:pPr>
              <a:r>
                <a:rPr lang="zh-CN" altLang="en-US" sz="1400" dirty="0">
                  <a:solidFill>
                    <a:schemeClr val="tx1">
                      <a:lumMod val="90000"/>
                      <a:lumOff val="10000"/>
                    </a:schemeClr>
                  </a:solidFill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      关于设备</a:t>
              </a:r>
            </a:p>
          </p:txBody>
        </p:sp>
        <p:pic>
          <p:nvPicPr>
            <p:cNvPr id="47" name="图形 46">
              <a:extLst>
                <a:ext uri="{FF2B5EF4-FFF2-40B4-BE49-F238E27FC236}">
                  <a16:creationId xmlns:a16="http://schemas.microsoft.com/office/drawing/2014/main" id="{E8A1C88F-47F2-2328-222D-DB255E997504}"/>
                </a:ext>
              </a:extLst>
            </p:cNvPr>
            <p:cNvPicPr>
              <a:picLocks noChangeAspect="1"/>
            </p:cNvPicPr>
            <p:nvPr/>
          </p:nvPicPr>
          <p:blipFill>
            <a:blip r:embed="rId29">
              <a:extLst>
                <a:ext uri="{96DAC541-7B7A-43D3-8B79-37D633B846F1}">
                  <asvg:svgBlip xmlns:asvg="http://schemas.microsoft.com/office/drawing/2016/SVG/main" r:embed="rId30"/>
                </a:ext>
              </a:extLst>
            </a:blip>
            <a:stretch>
              <a:fillRect/>
            </a:stretch>
          </p:blipFill>
          <p:spPr>
            <a:xfrm flipV="1">
              <a:off x="599323" y="4190280"/>
              <a:ext cx="238694" cy="238694"/>
            </a:xfrm>
            <a:prstGeom prst="rect">
              <a:avLst/>
            </a:prstGeom>
          </p:spPr>
        </p:pic>
      </p:grpSp>
      <p:grpSp>
        <p:nvGrpSpPr>
          <p:cNvPr id="48" name="!! 更多连接">
            <a:extLst>
              <a:ext uri="{FF2B5EF4-FFF2-40B4-BE49-F238E27FC236}">
                <a16:creationId xmlns:a16="http://schemas.microsoft.com/office/drawing/2014/main" id="{CA7BA6D2-10E8-5ABE-0984-C5A9BDB17DD6}"/>
              </a:ext>
            </a:extLst>
          </p:cNvPr>
          <p:cNvGrpSpPr/>
          <p:nvPr/>
        </p:nvGrpSpPr>
        <p:grpSpPr>
          <a:xfrm>
            <a:off x="461126" y="4081939"/>
            <a:ext cx="2552892" cy="457924"/>
            <a:chOff x="462453" y="2623554"/>
            <a:chExt cx="2552892" cy="457924"/>
          </a:xfrm>
        </p:grpSpPr>
        <p:sp>
          <p:nvSpPr>
            <p:cNvPr id="49" name="!! 未选中">
              <a:hlinkClick r:id="rId31" action="ppaction://hlinksldjump"/>
              <a:extLst>
                <a:ext uri="{FF2B5EF4-FFF2-40B4-BE49-F238E27FC236}">
                  <a16:creationId xmlns:a16="http://schemas.microsoft.com/office/drawing/2014/main" id="{101C22CA-D8FA-E9FB-9539-5EF36FB012CA}"/>
                </a:ext>
              </a:extLst>
            </p:cNvPr>
            <p:cNvSpPr/>
            <p:nvPr/>
          </p:nvSpPr>
          <p:spPr>
            <a:xfrm>
              <a:off x="462453" y="2623554"/>
              <a:ext cx="2552892" cy="457924"/>
            </a:xfrm>
            <a:prstGeom prst="roundRect">
              <a:avLst>
                <a:gd name="adj" fmla="val 22880"/>
              </a:avLst>
            </a:prstGeom>
            <a:solidFill>
              <a:schemeClr val="bg2"/>
            </a:solidFill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1998" defTabSz="914377">
                <a:defRPr/>
              </a:pPr>
              <a:r>
                <a:rPr lang="zh-CN" altLang="en-US" sz="1400" dirty="0">
                  <a:solidFill>
                    <a:schemeClr val="tx1">
                      <a:lumMod val="90000"/>
                      <a:lumOff val="10000"/>
                    </a:schemeClr>
                  </a:solidFill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      </a:t>
              </a:r>
              <a:r>
                <a:rPr lang="en-US" altLang="zh-CN" sz="1400" dirty="0">
                  <a:solidFill>
                    <a:schemeClr val="tx1">
                      <a:lumMod val="90000"/>
                      <a:lumOff val="10000"/>
                    </a:schemeClr>
                  </a:solidFill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Leaf </a:t>
              </a:r>
              <a:r>
                <a:rPr lang="zh-CN" altLang="en-US" sz="1400" dirty="0">
                  <a:solidFill>
                    <a:schemeClr val="tx1">
                      <a:lumMod val="90000"/>
                      <a:lumOff val="10000"/>
                    </a:schemeClr>
                  </a:solidFill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硬件保护</a:t>
              </a:r>
            </a:p>
          </p:txBody>
        </p:sp>
        <p:grpSp>
          <p:nvGrpSpPr>
            <p:cNvPr id="50" name="组合 49">
              <a:extLst>
                <a:ext uri="{FF2B5EF4-FFF2-40B4-BE49-F238E27FC236}">
                  <a16:creationId xmlns:a16="http://schemas.microsoft.com/office/drawing/2014/main" id="{E90CDCA4-AC19-D842-E280-BA73AD6BE41B}"/>
                </a:ext>
              </a:extLst>
            </p:cNvPr>
            <p:cNvGrpSpPr/>
            <p:nvPr/>
          </p:nvGrpSpPr>
          <p:grpSpPr>
            <a:xfrm>
              <a:off x="600851" y="2735577"/>
              <a:ext cx="245090" cy="245090"/>
              <a:chOff x="3449581" y="2374787"/>
              <a:chExt cx="263638" cy="263638"/>
            </a:xfrm>
          </p:grpSpPr>
          <p:sp>
            <p:nvSpPr>
              <p:cNvPr id="51" name="椭圆 50">
                <a:extLst>
                  <a:ext uri="{FF2B5EF4-FFF2-40B4-BE49-F238E27FC236}">
                    <a16:creationId xmlns:a16="http://schemas.microsoft.com/office/drawing/2014/main" id="{95F7FCDE-550D-123E-0D1C-01429CFC1084}"/>
                  </a:ext>
                </a:extLst>
              </p:cNvPr>
              <p:cNvSpPr/>
              <p:nvPr/>
            </p:nvSpPr>
            <p:spPr>
              <a:xfrm>
                <a:off x="3449581" y="2374787"/>
                <a:ext cx="263638" cy="263638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52" name="icon">
                <a:extLst>
                  <a:ext uri="{FF2B5EF4-FFF2-40B4-BE49-F238E27FC236}">
                    <a16:creationId xmlns:a16="http://schemas.microsoft.com/office/drawing/2014/main" id="{A6DB03AA-BD97-63DA-9601-BDD22F8972B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2">
                <a:extLst>
                  <a:ext uri="{96DAC541-7B7A-43D3-8B79-37D633B846F1}">
                    <asvg:svgBlip xmlns:asvg="http://schemas.microsoft.com/office/drawing/2016/SVG/main" r:embed="rId33"/>
                  </a:ext>
                </a:extLst>
              </a:blip>
              <a:srcRect/>
              <a:stretch/>
            </p:blipFill>
            <p:spPr>
              <a:xfrm>
                <a:off x="3513774" y="2433849"/>
                <a:ext cx="143060" cy="143060"/>
              </a:xfrm>
              <a:prstGeom prst="rect">
                <a:avLst/>
              </a:prstGeom>
            </p:spPr>
          </p:pic>
        </p:grpSp>
      </p:grpSp>
      <p:sp>
        <p:nvSpPr>
          <p:cNvPr id="53" name="!! 遮罩2">
            <a:extLst>
              <a:ext uri="{FF2B5EF4-FFF2-40B4-BE49-F238E27FC236}">
                <a16:creationId xmlns:a16="http://schemas.microsoft.com/office/drawing/2014/main" id="{7DF9EAFD-4F2A-A4D5-7C68-45FDD4BB5BCD}"/>
              </a:ext>
            </a:extLst>
          </p:cNvPr>
          <p:cNvSpPr/>
          <p:nvPr/>
        </p:nvSpPr>
        <p:spPr>
          <a:xfrm>
            <a:off x="10161" y="0"/>
            <a:ext cx="12194277" cy="6858000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>
              <a:defRPr/>
            </a:pPr>
            <a:endParaRPr lang="zh-CN" altLang="en-US" dirty="0">
              <a:solidFill>
                <a:srgbClr val="F5F5F5"/>
              </a:solidFill>
              <a:latin typeface="vivo Sans"/>
              <a:ea typeface="vivo Sans"/>
            </a:endParaRPr>
          </a:p>
        </p:txBody>
      </p:sp>
      <p:pic>
        <p:nvPicPr>
          <p:cNvPr id="3" name="!! 背景2" descr="黑暗里有星球&#10;&#10;AI 生成的内容可能不正确。">
            <a:extLst>
              <a:ext uri="{FF2B5EF4-FFF2-40B4-BE49-F238E27FC236}">
                <a16:creationId xmlns:a16="http://schemas.microsoft.com/office/drawing/2014/main" id="{5F9D7EC9-113E-40AA-60E6-E7E4B854A63F}"/>
              </a:ext>
            </a:extLst>
          </p:cNvPr>
          <p:cNvPicPr/>
          <p:nvPr/>
        </p:nvPicPr>
        <p:blipFill rotWithShape="1">
          <a:blip r:embed="rId3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278" y="0"/>
            <a:ext cx="12189723" cy="6858000"/>
          </a:xfrm>
          <a:prstGeom prst="roundRect">
            <a:avLst>
              <a:gd name="adj" fmla="val 1936"/>
            </a:avLst>
          </a:prstGeom>
        </p:spPr>
      </p:pic>
      <p:sp>
        <p:nvSpPr>
          <p:cNvPr id="20" name="!! 遮罩">
            <a:extLst>
              <a:ext uri="{FF2B5EF4-FFF2-40B4-BE49-F238E27FC236}">
                <a16:creationId xmlns:a16="http://schemas.microsoft.com/office/drawing/2014/main" id="{CE49A960-07DD-D202-0530-878876016FD4}"/>
              </a:ext>
            </a:extLst>
          </p:cNvPr>
          <p:cNvSpPr/>
          <p:nvPr/>
        </p:nvSpPr>
        <p:spPr>
          <a:xfrm>
            <a:off x="10160" y="-10681"/>
            <a:ext cx="12202160" cy="6858000"/>
          </a:xfrm>
          <a:prstGeom prst="rect">
            <a:avLst/>
          </a:prstGeom>
          <a:solidFill>
            <a:schemeClr val="dk1">
              <a:alpha val="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!! 大标题">
            <a:extLst>
              <a:ext uri="{FF2B5EF4-FFF2-40B4-BE49-F238E27FC236}">
                <a16:creationId xmlns:a16="http://schemas.microsoft.com/office/drawing/2014/main" id="{43758505-C199-DAFE-0DAC-E475D9FA329E}"/>
              </a:ext>
            </a:extLst>
          </p:cNvPr>
          <p:cNvSpPr txBox="1"/>
          <p:nvPr/>
        </p:nvSpPr>
        <p:spPr>
          <a:xfrm>
            <a:off x="3943351" y="4381504"/>
            <a:ext cx="43053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dirty="0">
                <a:solidFill>
                  <a:schemeClr val="bg2"/>
                </a:solidFill>
                <a:latin typeface="+mj-ea"/>
                <a:ea typeface="+mj-ea"/>
              </a:rPr>
              <a:t>卫星连接已就绪</a:t>
            </a:r>
          </a:p>
        </p:txBody>
      </p:sp>
      <p:sp>
        <p:nvSpPr>
          <p:cNvPr id="10" name="!! 按钮3">
            <a:hlinkClick r:id="rId35" action="ppaction://hlinksldjump"/>
            <a:extLst>
              <a:ext uri="{FF2B5EF4-FFF2-40B4-BE49-F238E27FC236}">
                <a16:creationId xmlns:a16="http://schemas.microsoft.com/office/drawing/2014/main" id="{3A5511A6-1481-AD31-3ADD-C1E3B646F471}"/>
              </a:ext>
            </a:extLst>
          </p:cNvPr>
          <p:cNvSpPr/>
          <p:nvPr/>
        </p:nvSpPr>
        <p:spPr>
          <a:xfrm>
            <a:off x="4191000" y="5333685"/>
            <a:ext cx="3810000" cy="40821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88900" sx="101000" sy="101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</a:rPr>
              <a:t>连接卫星</a:t>
            </a:r>
          </a:p>
        </p:txBody>
      </p:sp>
      <p:sp>
        <p:nvSpPr>
          <p:cNvPr id="11" name="!! 按钮2">
            <a:hlinkClick r:id="rId17" action="ppaction://hlinksldjump"/>
            <a:extLst>
              <a:ext uri="{FF2B5EF4-FFF2-40B4-BE49-F238E27FC236}">
                <a16:creationId xmlns:a16="http://schemas.microsoft.com/office/drawing/2014/main" id="{BAB65A6D-616D-3518-750D-2F512F4D046E}"/>
              </a:ext>
            </a:extLst>
          </p:cNvPr>
          <p:cNvSpPr txBox="1"/>
          <p:nvPr/>
        </p:nvSpPr>
        <p:spPr>
          <a:xfrm>
            <a:off x="5342469" y="5838286"/>
            <a:ext cx="15070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dirty="0">
                <a:solidFill>
                  <a:schemeClr val="bg2"/>
                </a:solidFill>
              </a:rPr>
              <a:t>取消</a:t>
            </a:r>
          </a:p>
        </p:txBody>
      </p:sp>
    </p:spTree>
    <p:extLst>
      <p:ext uri="{BB962C8B-B14F-4D97-AF65-F5344CB8AC3E}">
        <p14:creationId xmlns:p14="http://schemas.microsoft.com/office/powerpoint/2010/main" val="25172887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 advClick="0" advTm="0">
        <p159:morph option="byObject"/>
      </p:transition>
    </mc:Choice>
    <mc:Fallback xmlns="">
      <p:transition spd="med" advClick="0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 animBg="1"/>
      <p:bldP spid="11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1A7EAB-938A-5A38-8770-32B14035C7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!! 背景" descr="黑暗里有星球&#10;&#10;AI 生成的内容可能不正确。">
            <a:extLst>
              <a:ext uri="{FF2B5EF4-FFF2-40B4-BE49-F238E27FC236}">
                <a16:creationId xmlns:a16="http://schemas.microsoft.com/office/drawing/2014/main" id="{92B0A5B3-0E14-810A-336C-64D991269C2F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5" name="!! 遮罩">
            <a:extLst>
              <a:ext uri="{FF2B5EF4-FFF2-40B4-BE49-F238E27FC236}">
                <a16:creationId xmlns:a16="http://schemas.microsoft.com/office/drawing/2014/main" id="{C984E761-0AE6-DD00-B17E-69821B571D2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!! 大标题">
            <a:extLst>
              <a:ext uri="{FF2B5EF4-FFF2-40B4-BE49-F238E27FC236}">
                <a16:creationId xmlns:a16="http://schemas.microsoft.com/office/drawing/2014/main" id="{CA4C17EC-A81D-18BD-B475-4C4C5E732566}"/>
              </a:ext>
            </a:extLst>
          </p:cNvPr>
          <p:cNvSpPr txBox="1"/>
          <p:nvPr/>
        </p:nvSpPr>
        <p:spPr>
          <a:xfrm>
            <a:off x="3943351" y="4381504"/>
            <a:ext cx="43053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377">
              <a:defRPr/>
            </a:pPr>
            <a:r>
              <a:rPr lang="zh-CN" altLang="en-US" sz="3200" dirty="0">
                <a:solidFill>
                  <a:srgbClr val="FFFFFF"/>
                </a:solidFill>
                <a:latin typeface="vivo Sans Medium"/>
                <a:ea typeface="vivo Sans Medium"/>
              </a:rPr>
              <a:t>卫星连接已就绪</a:t>
            </a:r>
          </a:p>
        </p:txBody>
      </p:sp>
      <p:sp>
        <p:nvSpPr>
          <p:cNvPr id="10" name="!! 按钮3">
            <a:hlinkClick r:id="rId4" action="ppaction://hlinksldjump"/>
            <a:extLst>
              <a:ext uri="{FF2B5EF4-FFF2-40B4-BE49-F238E27FC236}">
                <a16:creationId xmlns:a16="http://schemas.microsoft.com/office/drawing/2014/main" id="{5523DEE1-6D43-7EE8-D9EE-7CA7923AFAA0}"/>
              </a:ext>
            </a:extLst>
          </p:cNvPr>
          <p:cNvSpPr/>
          <p:nvPr/>
        </p:nvSpPr>
        <p:spPr>
          <a:xfrm>
            <a:off x="4191000" y="5333685"/>
            <a:ext cx="3810000" cy="40821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88900" sx="101000" sy="101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>
              <a:defRPr/>
            </a:pPr>
            <a:r>
              <a:rPr lang="zh-CN" altLang="en-US" sz="1400" dirty="0">
                <a:solidFill>
                  <a:srgbClr val="181818"/>
                </a:solidFill>
                <a:latin typeface="vivo Sans"/>
                <a:ea typeface="vivo Sans"/>
              </a:rPr>
              <a:t>连接卫星</a:t>
            </a:r>
          </a:p>
        </p:txBody>
      </p:sp>
      <p:sp>
        <p:nvSpPr>
          <p:cNvPr id="11" name="!! 按钮2">
            <a:hlinkClick r:id="rId5" action="ppaction://hlinksldjump"/>
            <a:extLst>
              <a:ext uri="{FF2B5EF4-FFF2-40B4-BE49-F238E27FC236}">
                <a16:creationId xmlns:a16="http://schemas.microsoft.com/office/drawing/2014/main" id="{F950268B-B3EF-C0B2-BD42-ABA479C88E1D}"/>
              </a:ext>
            </a:extLst>
          </p:cNvPr>
          <p:cNvSpPr txBox="1"/>
          <p:nvPr/>
        </p:nvSpPr>
        <p:spPr>
          <a:xfrm>
            <a:off x="5342469" y="5838286"/>
            <a:ext cx="15070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377">
              <a:defRPr/>
            </a:pPr>
            <a:r>
              <a:rPr lang="zh-CN" altLang="en-US" sz="1400" dirty="0">
                <a:solidFill>
                  <a:srgbClr val="FFFFFF"/>
                </a:solidFill>
                <a:latin typeface="vivo Sans"/>
                <a:ea typeface="vivo Sans"/>
              </a:rPr>
              <a:t>取消</a:t>
            </a:r>
          </a:p>
        </p:txBody>
      </p:sp>
    </p:spTree>
    <p:extLst>
      <p:ext uri="{BB962C8B-B14F-4D97-AF65-F5344CB8AC3E}">
        <p14:creationId xmlns:p14="http://schemas.microsoft.com/office/powerpoint/2010/main" val="22300655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962707-6FA8-0912-4661-0BAC76F2ED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!! 背景" descr="黑暗里有星球&#10;&#10;AI 生成的内容可能不正确。">
            <a:extLst>
              <a:ext uri="{FF2B5EF4-FFF2-40B4-BE49-F238E27FC236}">
                <a16:creationId xmlns:a16="http://schemas.microsoft.com/office/drawing/2014/main" id="{D590B74B-00FA-60A6-1807-5BA4F432D0B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!! 遮罩">
            <a:extLst>
              <a:ext uri="{FF2B5EF4-FFF2-40B4-BE49-F238E27FC236}">
                <a16:creationId xmlns:a16="http://schemas.microsoft.com/office/drawing/2014/main" id="{912DAB9A-0FF7-FABC-D771-74E769E05C5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!! 标题">
            <a:extLst>
              <a:ext uri="{FF2B5EF4-FFF2-40B4-BE49-F238E27FC236}">
                <a16:creationId xmlns:a16="http://schemas.microsoft.com/office/drawing/2014/main" id="{2CD0D8B5-5673-E20F-019E-1CD086AF5F81}"/>
              </a:ext>
            </a:extLst>
          </p:cNvPr>
          <p:cNvSpPr txBox="1"/>
          <p:nvPr/>
        </p:nvSpPr>
        <p:spPr>
          <a:xfrm>
            <a:off x="3943351" y="1401237"/>
            <a:ext cx="43053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dirty="0">
                <a:solidFill>
                  <a:schemeClr val="bg2"/>
                </a:solidFill>
                <a:latin typeface="+mj-ea"/>
                <a:ea typeface="+mj-ea"/>
              </a:rPr>
              <a:t>正在定位中</a:t>
            </a:r>
          </a:p>
        </p:txBody>
      </p:sp>
      <p:sp>
        <p:nvSpPr>
          <p:cNvPr id="4" name="!! 标题">
            <a:extLst>
              <a:ext uri="{FF2B5EF4-FFF2-40B4-BE49-F238E27FC236}">
                <a16:creationId xmlns:a16="http://schemas.microsoft.com/office/drawing/2014/main" id="{F727D5CF-2514-0681-833F-CFC7361C1C9D}"/>
              </a:ext>
            </a:extLst>
          </p:cNvPr>
          <p:cNvSpPr txBox="1"/>
          <p:nvPr/>
        </p:nvSpPr>
        <p:spPr>
          <a:xfrm>
            <a:off x="3943351" y="1986009"/>
            <a:ext cx="4305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189">
              <a:defRPr/>
            </a:pPr>
            <a:r>
              <a:rPr lang="zh-CN" altLang="en-US" dirty="0">
                <a:solidFill>
                  <a:srgbClr val="FFFFFF">
                    <a:lumMod val="65000"/>
                  </a:srgbClr>
                </a:solidFill>
                <a:ea typeface="OPPOSans M"/>
              </a:rPr>
              <a:t>请移步至开阔地带</a:t>
            </a:r>
          </a:p>
        </p:txBody>
      </p:sp>
      <p:sp>
        <p:nvSpPr>
          <p:cNvPr id="5" name="!! 中心点">
            <a:extLst>
              <a:ext uri="{FF2B5EF4-FFF2-40B4-BE49-F238E27FC236}">
                <a16:creationId xmlns:a16="http://schemas.microsoft.com/office/drawing/2014/main" id="{2A0F7C7F-761A-C438-9433-62AABBED8224}"/>
              </a:ext>
            </a:extLst>
          </p:cNvPr>
          <p:cNvSpPr/>
          <p:nvPr/>
        </p:nvSpPr>
        <p:spPr>
          <a:xfrm>
            <a:off x="5842000" y="4088328"/>
            <a:ext cx="508000" cy="5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189">
              <a:defRPr/>
            </a:pPr>
            <a:endParaRPr lang="zh-CN" altLang="en-US">
              <a:solidFill>
                <a:srgbClr val="FFFFFF"/>
              </a:solidFill>
              <a:latin typeface="OPPOSans R"/>
              <a:ea typeface="OPPOSans R"/>
            </a:endParaRPr>
          </a:p>
        </p:txBody>
      </p:sp>
      <p:sp>
        <p:nvSpPr>
          <p:cNvPr id="6" name="!! 定位">
            <a:extLst>
              <a:ext uri="{FF2B5EF4-FFF2-40B4-BE49-F238E27FC236}">
                <a16:creationId xmlns:a16="http://schemas.microsoft.com/office/drawing/2014/main" id="{7D9134BE-59C6-EDE9-2FD7-E6B6AD9F5279}"/>
              </a:ext>
            </a:extLst>
          </p:cNvPr>
          <p:cNvSpPr/>
          <p:nvPr/>
        </p:nvSpPr>
        <p:spPr>
          <a:xfrm>
            <a:off x="4953000" y="3199328"/>
            <a:ext cx="2286000" cy="2286000"/>
          </a:xfrm>
          <a:prstGeom prst="ellipse">
            <a:avLst/>
          </a:prstGeom>
          <a:noFill/>
          <a:ln w="44450" cap="rnd" cmpd="sng">
            <a:solidFill>
              <a:schemeClr val="bg2">
                <a:alpha val="50000"/>
              </a:schemeClr>
            </a:solidFill>
            <a:prstDash val="dash"/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189">
              <a:defRPr/>
            </a:pPr>
            <a:endParaRPr lang="zh-CN" altLang="en-US">
              <a:solidFill>
                <a:srgbClr val="FFFFFF"/>
              </a:solidFill>
              <a:latin typeface="OPPOSans R"/>
              <a:ea typeface="OPPOSans R"/>
            </a:endParaRPr>
          </a:p>
        </p:txBody>
      </p:sp>
      <p:sp>
        <p:nvSpPr>
          <p:cNvPr id="9" name="!! 轮廓">
            <a:extLst>
              <a:ext uri="{FF2B5EF4-FFF2-40B4-BE49-F238E27FC236}">
                <a16:creationId xmlns:a16="http://schemas.microsoft.com/office/drawing/2014/main" id="{90AD90F4-9D89-2BDA-69DD-C63316FF0FD2}"/>
              </a:ext>
            </a:extLst>
          </p:cNvPr>
          <p:cNvSpPr/>
          <p:nvPr/>
        </p:nvSpPr>
        <p:spPr>
          <a:xfrm>
            <a:off x="4783669" y="3029997"/>
            <a:ext cx="2624667" cy="2624667"/>
          </a:xfrm>
          <a:prstGeom prst="ellipse">
            <a:avLst/>
          </a:prstGeom>
          <a:noFill/>
          <a:ln w="44450" cap="rnd" cmpd="sng">
            <a:solidFill>
              <a:schemeClr val="bg2"/>
            </a:solidFill>
            <a:prstDash val="solid"/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189">
              <a:defRPr/>
            </a:pPr>
            <a:endParaRPr lang="zh-CN" altLang="en-US">
              <a:solidFill>
                <a:srgbClr val="FFFFFF"/>
              </a:solidFill>
              <a:latin typeface="OPPOSans R"/>
              <a:ea typeface="OPPOSans R"/>
            </a:endParaRPr>
          </a:p>
        </p:txBody>
      </p:sp>
    </p:spTree>
    <p:extLst>
      <p:ext uri="{BB962C8B-B14F-4D97-AF65-F5344CB8AC3E}">
        <p14:creationId xmlns:p14="http://schemas.microsoft.com/office/powerpoint/2010/main" val="30991698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advClick="0" advTm="3000">
        <p14:pan/>
      </p:transition>
    </mc:Choice>
    <mc:Fallback xmlns="">
      <p:transition advClick="0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mph" presetSubtype="0" repeatCount="indefinite" fill="remove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6" dur="500" autoRev="1" fill="remove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  <p:animClr clrSpc="rgb" dir="cw">
                                      <p:cBhvr>
                                        <p:cTn id="7" dur="500" autoRev="1" fill="remove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  <p:set>
                                      <p:cBhvr>
                                        <p:cTn id="8" dur="500" autoRev="1" fill="remove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500" autoRev="1" fill="remove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10800000">
                                      <p:cBhvr>
                                        <p:cTn id="11" dur="5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2" presetID="26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" dur="3000" tmFilter="0, 0; .2, .5; .8, .5; 1, 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4" dur="1500" autoRev="1" fill="hold"/>
                                        <p:tgtEl>
                                          <p:spTgt spid="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 animBg="1"/>
      <p:bldP spid="9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01981A-8A6F-ACD6-FB31-DB5ECCE0E5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!! 背景" descr="黑暗里有星球&#10;&#10;AI 生成的内容可能不正确。">
            <a:extLst>
              <a:ext uri="{FF2B5EF4-FFF2-40B4-BE49-F238E27FC236}">
                <a16:creationId xmlns:a16="http://schemas.microsoft.com/office/drawing/2014/main" id="{5A38365D-4E0F-669B-716F-A04E6D7EA2F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!! 遮罩">
            <a:extLst>
              <a:ext uri="{FF2B5EF4-FFF2-40B4-BE49-F238E27FC236}">
                <a16:creationId xmlns:a16="http://schemas.microsoft.com/office/drawing/2014/main" id="{F7940E97-CA84-FB5C-225F-55CF4D94339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>
              <a:defRPr/>
            </a:pPr>
            <a:endParaRPr lang="zh-CN" altLang="en-US">
              <a:solidFill>
                <a:srgbClr val="F5F5F5"/>
              </a:solidFill>
              <a:latin typeface="vivo Sans"/>
              <a:ea typeface="vivo Sans"/>
            </a:endParaRPr>
          </a:p>
        </p:txBody>
      </p:sp>
      <p:sp>
        <p:nvSpPr>
          <p:cNvPr id="3" name="!! 标题2">
            <a:extLst>
              <a:ext uri="{FF2B5EF4-FFF2-40B4-BE49-F238E27FC236}">
                <a16:creationId xmlns:a16="http://schemas.microsoft.com/office/drawing/2014/main" id="{E7678E44-80C7-30A2-6B6E-B4FB1BF52E28}"/>
              </a:ext>
            </a:extLst>
          </p:cNvPr>
          <p:cNvSpPr txBox="1"/>
          <p:nvPr/>
        </p:nvSpPr>
        <p:spPr>
          <a:xfrm>
            <a:off x="3943351" y="1401237"/>
            <a:ext cx="43053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377">
              <a:defRPr/>
            </a:pPr>
            <a:r>
              <a:rPr lang="zh-CN" altLang="en-US" sz="3200" dirty="0">
                <a:solidFill>
                  <a:srgbClr val="FFFFFF"/>
                </a:solidFill>
                <a:latin typeface="vivo Sans Medium"/>
                <a:ea typeface="vivo Sans Medium"/>
              </a:rPr>
              <a:t>已找到卫星</a:t>
            </a:r>
          </a:p>
        </p:txBody>
      </p:sp>
      <p:sp>
        <p:nvSpPr>
          <p:cNvPr id="4" name="!! 副标题2">
            <a:extLst>
              <a:ext uri="{FF2B5EF4-FFF2-40B4-BE49-F238E27FC236}">
                <a16:creationId xmlns:a16="http://schemas.microsoft.com/office/drawing/2014/main" id="{A994237B-619C-7517-7FBD-5E157242D85F}"/>
              </a:ext>
            </a:extLst>
          </p:cNvPr>
          <p:cNvSpPr txBox="1"/>
          <p:nvPr/>
        </p:nvSpPr>
        <p:spPr>
          <a:xfrm>
            <a:off x="3943351" y="1986009"/>
            <a:ext cx="4305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189">
              <a:defRPr/>
            </a:pPr>
            <a:r>
              <a:rPr lang="zh-CN" altLang="en-US" dirty="0">
                <a:solidFill>
                  <a:srgbClr val="FFFFFF">
                    <a:lumMod val="65000"/>
                  </a:srgbClr>
                </a:solidFill>
                <a:ea typeface="OPPOSans M"/>
              </a:rPr>
              <a:t>正在确认卫星信息</a:t>
            </a:r>
          </a:p>
        </p:txBody>
      </p:sp>
      <p:sp>
        <p:nvSpPr>
          <p:cNvPr id="5" name="!! 中心点">
            <a:extLst>
              <a:ext uri="{FF2B5EF4-FFF2-40B4-BE49-F238E27FC236}">
                <a16:creationId xmlns:a16="http://schemas.microsoft.com/office/drawing/2014/main" id="{0ED5B845-C522-97F1-FFB1-381D9360E5F5}"/>
              </a:ext>
            </a:extLst>
          </p:cNvPr>
          <p:cNvSpPr/>
          <p:nvPr/>
        </p:nvSpPr>
        <p:spPr>
          <a:xfrm>
            <a:off x="5842000" y="4088328"/>
            <a:ext cx="508000" cy="5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189">
              <a:defRPr/>
            </a:pPr>
            <a:endParaRPr lang="zh-CN" altLang="en-US">
              <a:solidFill>
                <a:srgbClr val="FFFFFF"/>
              </a:solidFill>
              <a:latin typeface="OPPOSans R"/>
              <a:ea typeface="OPPOSans R"/>
            </a:endParaRPr>
          </a:p>
        </p:txBody>
      </p:sp>
      <p:sp>
        <p:nvSpPr>
          <p:cNvPr id="9" name="!! 轮廓">
            <a:extLst>
              <a:ext uri="{FF2B5EF4-FFF2-40B4-BE49-F238E27FC236}">
                <a16:creationId xmlns:a16="http://schemas.microsoft.com/office/drawing/2014/main" id="{47C0AFCE-50BE-62BD-E09E-CEEA18AF349D}"/>
              </a:ext>
            </a:extLst>
          </p:cNvPr>
          <p:cNvSpPr/>
          <p:nvPr/>
        </p:nvSpPr>
        <p:spPr>
          <a:xfrm>
            <a:off x="4783669" y="3029997"/>
            <a:ext cx="2624667" cy="2624667"/>
          </a:xfrm>
          <a:prstGeom prst="ellipse">
            <a:avLst/>
          </a:prstGeom>
          <a:noFill/>
          <a:ln w="44450" cap="rnd" cmpd="sng">
            <a:solidFill>
              <a:schemeClr val="bg2"/>
            </a:solidFill>
            <a:prstDash val="solid"/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189">
              <a:defRPr/>
            </a:pPr>
            <a:endParaRPr lang="zh-CN" altLang="en-US">
              <a:solidFill>
                <a:srgbClr val="FFFFFF"/>
              </a:solidFill>
              <a:latin typeface="OPPOSans R"/>
              <a:ea typeface="OPPOSans R"/>
            </a:endParaRPr>
          </a:p>
        </p:txBody>
      </p:sp>
      <p:sp>
        <p:nvSpPr>
          <p:cNvPr id="8" name="!! 定位">
            <a:extLst>
              <a:ext uri="{FF2B5EF4-FFF2-40B4-BE49-F238E27FC236}">
                <a16:creationId xmlns:a16="http://schemas.microsoft.com/office/drawing/2014/main" id="{B7BA44E5-5CE3-2CB5-C968-AA926368F9C2}"/>
              </a:ext>
            </a:extLst>
          </p:cNvPr>
          <p:cNvSpPr/>
          <p:nvPr/>
        </p:nvSpPr>
        <p:spPr>
          <a:xfrm>
            <a:off x="4953000" y="3199328"/>
            <a:ext cx="2286000" cy="2286000"/>
          </a:xfrm>
          <a:prstGeom prst="ellipse">
            <a:avLst/>
          </a:prstGeom>
          <a:noFill/>
          <a:ln w="44450" cap="rnd" cmpd="sng">
            <a:solidFill>
              <a:schemeClr val="bg2">
                <a:alpha val="0"/>
              </a:schemeClr>
            </a:solidFill>
            <a:prstDash val="dash"/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189">
              <a:defRPr/>
            </a:pPr>
            <a:endParaRPr lang="zh-CN" altLang="en-US">
              <a:solidFill>
                <a:srgbClr val="FFFFFF"/>
              </a:solidFill>
              <a:latin typeface="OPPOSans R"/>
              <a:ea typeface="OPPOSans R"/>
            </a:endParaRPr>
          </a:p>
        </p:txBody>
      </p:sp>
      <p:grpSp>
        <p:nvGrpSpPr>
          <p:cNvPr id="6" name="!! 卫星">
            <a:extLst>
              <a:ext uri="{FF2B5EF4-FFF2-40B4-BE49-F238E27FC236}">
                <a16:creationId xmlns:a16="http://schemas.microsoft.com/office/drawing/2014/main" id="{F1DFE027-D966-33F7-8FB6-577F4BC1376B}"/>
              </a:ext>
            </a:extLst>
          </p:cNvPr>
          <p:cNvGrpSpPr/>
          <p:nvPr/>
        </p:nvGrpSpPr>
        <p:grpSpPr>
          <a:xfrm>
            <a:off x="7023524" y="3918817"/>
            <a:ext cx="700616" cy="264388"/>
            <a:chOff x="5151235" y="2985879"/>
            <a:chExt cx="835229" cy="315185"/>
          </a:xfrm>
          <a:noFill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6D092A33-F7BA-92C7-5853-E91A76E98BD8}"/>
                </a:ext>
              </a:extLst>
            </p:cNvPr>
            <p:cNvSpPr/>
            <p:nvPr/>
          </p:nvSpPr>
          <p:spPr>
            <a:xfrm>
              <a:off x="5411257" y="2985879"/>
              <a:ext cx="315185" cy="31518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189">
                <a:defRPr/>
              </a:pPr>
              <a:endParaRPr lang="zh-CN" altLang="en-US">
                <a:solidFill>
                  <a:srgbClr val="FFFFFF"/>
                </a:solidFill>
                <a:latin typeface="OPPOSans R"/>
                <a:ea typeface="OPPOSans R"/>
              </a:endParaRPr>
            </a:p>
          </p:txBody>
        </p:sp>
        <p:sp>
          <p:nvSpPr>
            <p:cNvPr id="11" name="矩形: 圆角 10">
              <a:extLst>
                <a:ext uri="{FF2B5EF4-FFF2-40B4-BE49-F238E27FC236}">
                  <a16:creationId xmlns:a16="http://schemas.microsoft.com/office/drawing/2014/main" id="{539A8700-9678-28E2-660E-29277DCE12BA}"/>
                </a:ext>
              </a:extLst>
            </p:cNvPr>
            <p:cNvSpPr/>
            <p:nvPr/>
          </p:nvSpPr>
          <p:spPr>
            <a:xfrm>
              <a:off x="5779926" y="3101561"/>
              <a:ext cx="206538" cy="8382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189">
                <a:defRPr/>
              </a:pPr>
              <a:endParaRPr lang="zh-CN" altLang="en-US">
                <a:solidFill>
                  <a:srgbClr val="FFFFFF"/>
                </a:solidFill>
                <a:latin typeface="OPPOSans R"/>
                <a:ea typeface="OPPOSans R"/>
              </a:endParaRPr>
            </a:p>
          </p:txBody>
        </p:sp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41998ACF-2940-FB6F-B45B-948AFDD5A03D}"/>
                </a:ext>
              </a:extLst>
            </p:cNvPr>
            <p:cNvSpPr/>
            <p:nvPr/>
          </p:nvSpPr>
          <p:spPr>
            <a:xfrm>
              <a:off x="5151235" y="3101561"/>
              <a:ext cx="206538" cy="8382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189">
                <a:defRPr/>
              </a:pPr>
              <a:endParaRPr lang="zh-CN" altLang="en-US">
                <a:solidFill>
                  <a:srgbClr val="FFFFFF"/>
                </a:solidFill>
                <a:latin typeface="OPPOSans R"/>
                <a:ea typeface="OPPOSans R"/>
              </a:endParaRPr>
            </a:p>
          </p:txBody>
        </p:sp>
      </p:grpSp>
      <p:sp>
        <p:nvSpPr>
          <p:cNvPr id="13" name="!! 方位">
            <a:extLst>
              <a:ext uri="{FF2B5EF4-FFF2-40B4-BE49-F238E27FC236}">
                <a16:creationId xmlns:a16="http://schemas.microsoft.com/office/drawing/2014/main" id="{EAA6502E-DDB8-CA63-6FA2-9DD06FDE60CD}"/>
              </a:ext>
            </a:extLst>
          </p:cNvPr>
          <p:cNvSpPr/>
          <p:nvPr/>
        </p:nvSpPr>
        <p:spPr>
          <a:xfrm>
            <a:off x="4783669" y="3034737"/>
            <a:ext cx="2624667" cy="2624667"/>
          </a:xfrm>
          <a:prstGeom prst="pie">
            <a:avLst>
              <a:gd name="adj1" fmla="val 14999593"/>
              <a:gd name="adj2" fmla="val 17439421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891447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advClick="0" advTm="1000">
        <p14:pan/>
      </p:transition>
    </mc:Choice>
    <mc:Fallback xmlns="">
      <p:transition advClick="0" advTm="1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mph" presetSubtype="0" repeatCount="indefinite" fill="remove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6" dur="500" autoRev="1" fill="remove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  <p:animClr clrSpc="rgb" dir="cw">
                                      <p:cBhvr>
                                        <p:cTn id="7" dur="500" autoRev="1" fill="remove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  <p:set>
                                      <p:cBhvr>
                                        <p:cTn id="8" dur="500" autoRev="1" fill="remove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500" autoRev="1" fill="remove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CF3234-B714-9243-FBF8-32F2C419F3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!! 背景" descr="黑暗里有星球&#10;&#10;AI 生成的内容可能不正确。">
            <a:extLst>
              <a:ext uri="{FF2B5EF4-FFF2-40B4-BE49-F238E27FC236}">
                <a16:creationId xmlns:a16="http://schemas.microsoft.com/office/drawing/2014/main" id="{98FF1974-A518-66D8-626E-657F618D16D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!! 遮罩">
            <a:extLst>
              <a:ext uri="{FF2B5EF4-FFF2-40B4-BE49-F238E27FC236}">
                <a16:creationId xmlns:a16="http://schemas.microsoft.com/office/drawing/2014/main" id="{D7E9DE94-97E4-35F4-2917-FDEF9BF8928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>
              <a:defRPr/>
            </a:pPr>
            <a:endParaRPr lang="zh-CN" altLang="en-US">
              <a:solidFill>
                <a:srgbClr val="F5F5F5"/>
              </a:solidFill>
              <a:latin typeface="vivo Sans"/>
              <a:ea typeface="vivo Sans"/>
            </a:endParaRPr>
          </a:p>
        </p:txBody>
      </p:sp>
      <p:sp>
        <p:nvSpPr>
          <p:cNvPr id="5" name="!! 轮廓">
            <a:extLst>
              <a:ext uri="{FF2B5EF4-FFF2-40B4-BE49-F238E27FC236}">
                <a16:creationId xmlns:a16="http://schemas.microsoft.com/office/drawing/2014/main" id="{8FB8456D-F0BC-CAE0-113D-3C747FE05132}"/>
              </a:ext>
            </a:extLst>
          </p:cNvPr>
          <p:cNvSpPr/>
          <p:nvPr/>
        </p:nvSpPr>
        <p:spPr>
          <a:xfrm>
            <a:off x="-279400" y="1705847"/>
            <a:ext cx="12750800" cy="12750800"/>
          </a:xfrm>
          <a:prstGeom prst="ellipse">
            <a:avLst/>
          </a:prstGeom>
          <a:noFill/>
          <a:ln w="44450">
            <a:solidFill>
              <a:schemeClr val="bg2"/>
            </a:solidFill>
          </a:ln>
          <a:effectLst>
            <a:outerShdw blurRad="63500" algn="ctr" rotWithShape="0">
              <a:schemeClr val="bg2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189">
              <a:defRPr/>
            </a:pPr>
            <a:endParaRPr lang="zh-CN" altLang="en-US">
              <a:solidFill>
                <a:srgbClr val="FFFFFF"/>
              </a:solidFill>
              <a:latin typeface="OPPOSans R"/>
              <a:ea typeface="OPPOSans R"/>
            </a:endParaRPr>
          </a:p>
        </p:txBody>
      </p:sp>
      <p:sp>
        <p:nvSpPr>
          <p:cNvPr id="2" name="!! 方位">
            <a:extLst>
              <a:ext uri="{FF2B5EF4-FFF2-40B4-BE49-F238E27FC236}">
                <a16:creationId xmlns:a16="http://schemas.microsoft.com/office/drawing/2014/main" id="{064B5901-6D64-AD63-E493-9183B1C98F06}"/>
              </a:ext>
            </a:extLst>
          </p:cNvPr>
          <p:cNvSpPr/>
          <p:nvPr/>
        </p:nvSpPr>
        <p:spPr>
          <a:xfrm>
            <a:off x="-279400" y="1705847"/>
            <a:ext cx="12750800" cy="12750800"/>
          </a:xfrm>
          <a:prstGeom prst="pie">
            <a:avLst>
              <a:gd name="adj1" fmla="val 14999593"/>
              <a:gd name="adj2" fmla="val 17439421"/>
            </a:avLst>
          </a:prstGeom>
          <a:gradFill flip="none" rotWithShape="1">
            <a:gsLst>
              <a:gs pos="70000">
                <a:schemeClr val="bg1">
                  <a:alpha val="0"/>
                </a:schemeClr>
              </a:gs>
              <a:gs pos="100000">
                <a:schemeClr val="bg2">
                  <a:alpha val="2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8" name="!! 定位">
            <a:extLst>
              <a:ext uri="{FF2B5EF4-FFF2-40B4-BE49-F238E27FC236}">
                <a16:creationId xmlns:a16="http://schemas.microsoft.com/office/drawing/2014/main" id="{5151560D-064C-9B4A-0D69-762264C082D5}"/>
              </a:ext>
            </a:extLst>
          </p:cNvPr>
          <p:cNvSpPr/>
          <p:nvPr/>
        </p:nvSpPr>
        <p:spPr>
          <a:xfrm>
            <a:off x="4953000" y="3199328"/>
            <a:ext cx="2286000" cy="2286000"/>
          </a:xfrm>
          <a:prstGeom prst="ellipse">
            <a:avLst/>
          </a:prstGeom>
          <a:noFill/>
          <a:ln w="44450" cap="rnd" cmpd="sng">
            <a:solidFill>
              <a:schemeClr val="bg2">
                <a:alpha val="0"/>
              </a:schemeClr>
            </a:solidFill>
            <a:prstDash val="dash"/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189">
              <a:defRPr/>
            </a:pPr>
            <a:endParaRPr lang="zh-CN" altLang="en-US">
              <a:solidFill>
                <a:srgbClr val="FFFFFF"/>
              </a:solidFill>
              <a:latin typeface="OPPOSans R"/>
              <a:ea typeface="OPPOSans R"/>
            </a:endParaRPr>
          </a:p>
        </p:txBody>
      </p:sp>
      <p:sp>
        <p:nvSpPr>
          <p:cNvPr id="11" name="!! 标题">
            <a:extLst>
              <a:ext uri="{FF2B5EF4-FFF2-40B4-BE49-F238E27FC236}">
                <a16:creationId xmlns:a16="http://schemas.microsoft.com/office/drawing/2014/main" id="{67763700-6501-C959-94C7-1765AB656BD3}"/>
              </a:ext>
            </a:extLst>
          </p:cNvPr>
          <p:cNvSpPr txBox="1"/>
          <p:nvPr/>
        </p:nvSpPr>
        <p:spPr>
          <a:xfrm>
            <a:off x="3943351" y="4381503"/>
            <a:ext cx="43053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377">
              <a:defRPr/>
            </a:pPr>
            <a:r>
              <a:rPr lang="zh-CN" altLang="en-US" sz="3200" dirty="0">
                <a:solidFill>
                  <a:srgbClr val="FFFFFF"/>
                </a:solidFill>
                <a:latin typeface="vivo Sans Medium"/>
                <a:ea typeface="vivo Sans Medium"/>
              </a:rPr>
              <a:t>正在自动设置天线</a:t>
            </a:r>
          </a:p>
        </p:txBody>
      </p:sp>
      <p:sp>
        <p:nvSpPr>
          <p:cNvPr id="12" name="!! 副标题">
            <a:extLst>
              <a:ext uri="{FF2B5EF4-FFF2-40B4-BE49-F238E27FC236}">
                <a16:creationId xmlns:a16="http://schemas.microsoft.com/office/drawing/2014/main" id="{40159A83-EE2F-02A8-6E30-5EB61FA6DEC8}"/>
              </a:ext>
            </a:extLst>
          </p:cNvPr>
          <p:cNvSpPr txBox="1"/>
          <p:nvPr/>
        </p:nvSpPr>
        <p:spPr>
          <a:xfrm>
            <a:off x="3943351" y="4940971"/>
            <a:ext cx="4305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189">
              <a:defRPr/>
            </a:pPr>
            <a:r>
              <a:rPr lang="zh-CN" altLang="en-US" dirty="0">
                <a:solidFill>
                  <a:srgbClr val="FFFFFF">
                    <a:lumMod val="65000"/>
                  </a:srgbClr>
                </a:solidFill>
                <a:ea typeface="OPPOSans M"/>
              </a:rPr>
              <a:t>请不要移动设备</a:t>
            </a:r>
          </a:p>
        </p:txBody>
      </p:sp>
      <p:grpSp>
        <p:nvGrpSpPr>
          <p:cNvPr id="13" name="!! 卫星">
            <a:extLst>
              <a:ext uri="{FF2B5EF4-FFF2-40B4-BE49-F238E27FC236}">
                <a16:creationId xmlns:a16="http://schemas.microsoft.com/office/drawing/2014/main" id="{10110A87-AFCC-017C-38F3-DCF168CDA1BD}"/>
              </a:ext>
            </a:extLst>
          </p:cNvPr>
          <p:cNvGrpSpPr/>
          <p:nvPr/>
        </p:nvGrpSpPr>
        <p:grpSpPr>
          <a:xfrm>
            <a:off x="9415716" y="2798303"/>
            <a:ext cx="1062703" cy="401027"/>
            <a:chOff x="5151235" y="2985879"/>
            <a:chExt cx="835229" cy="315185"/>
          </a:xfrm>
          <a:solidFill>
            <a:schemeClr val="bg1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58C27B79-5184-D853-261B-286AB2B37195}"/>
                </a:ext>
              </a:extLst>
            </p:cNvPr>
            <p:cNvSpPr/>
            <p:nvPr/>
          </p:nvSpPr>
          <p:spPr>
            <a:xfrm>
              <a:off x="5411257" y="2985879"/>
              <a:ext cx="315185" cy="31518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189">
                <a:defRPr/>
              </a:pPr>
              <a:endParaRPr lang="zh-CN" altLang="en-US">
                <a:solidFill>
                  <a:srgbClr val="FFFFFF"/>
                </a:solidFill>
                <a:latin typeface="OPPOSans R"/>
                <a:ea typeface="OPPOSans R"/>
              </a:endParaRPr>
            </a:p>
          </p:txBody>
        </p:sp>
        <p:sp>
          <p:nvSpPr>
            <p:cNvPr id="15" name="矩形: 圆角 14">
              <a:extLst>
                <a:ext uri="{FF2B5EF4-FFF2-40B4-BE49-F238E27FC236}">
                  <a16:creationId xmlns:a16="http://schemas.microsoft.com/office/drawing/2014/main" id="{DF27A0AC-8EE4-B9E3-5A51-FC0647ACBAB0}"/>
                </a:ext>
              </a:extLst>
            </p:cNvPr>
            <p:cNvSpPr/>
            <p:nvPr/>
          </p:nvSpPr>
          <p:spPr>
            <a:xfrm>
              <a:off x="5779926" y="3101561"/>
              <a:ext cx="206538" cy="8382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189">
                <a:defRPr/>
              </a:pPr>
              <a:endParaRPr lang="zh-CN" altLang="en-US">
                <a:solidFill>
                  <a:srgbClr val="FFFFFF"/>
                </a:solidFill>
                <a:latin typeface="OPPOSans R"/>
                <a:ea typeface="OPPOSans R"/>
              </a:endParaRPr>
            </a:p>
          </p:txBody>
        </p:sp>
        <p:sp>
          <p:nvSpPr>
            <p:cNvPr id="16" name="矩形: 圆角 15">
              <a:extLst>
                <a:ext uri="{FF2B5EF4-FFF2-40B4-BE49-F238E27FC236}">
                  <a16:creationId xmlns:a16="http://schemas.microsoft.com/office/drawing/2014/main" id="{AA585245-E9A9-6976-A3A0-27FD638AC958}"/>
                </a:ext>
              </a:extLst>
            </p:cNvPr>
            <p:cNvSpPr/>
            <p:nvPr/>
          </p:nvSpPr>
          <p:spPr>
            <a:xfrm>
              <a:off x="5151235" y="3101561"/>
              <a:ext cx="206538" cy="8382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189">
                <a:defRPr/>
              </a:pPr>
              <a:endParaRPr lang="zh-CN" altLang="en-US">
                <a:solidFill>
                  <a:srgbClr val="FFFFFF"/>
                </a:solidFill>
                <a:latin typeface="OPPOSans R"/>
                <a:ea typeface="OPPOSans R"/>
              </a:endParaRPr>
            </a:p>
          </p:txBody>
        </p:sp>
      </p:grpSp>
      <p:sp>
        <p:nvSpPr>
          <p:cNvPr id="3" name="!! 中心点">
            <a:extLst>
              <a:ext uri="{FF2B5EF4-FFF2-40B4-BE49-F238E27FC236}">
                <a16:creationId xmlns:a16="http://schemas.microsoft.com/office/drawing/2014/main" id="{DB8DE98E-4AB5-EAFF-74DE-DE453C72BE14}"/>
              </a:ext>
            </a:extLst>
          </p:cNvPr>
          <p:cNvSpPr/>
          <p:nvPr/>
        </p:nvSpPr>
        <p:spPr>
          <a:xfrm>
            <a:off x="5676900" y="7664609"/>
            <a:ext cx="838200" cy="8382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189">
              <a:defRPr/>
            </a:pPr>
            <a:endParaRPr lang="zh-CN" altLang="en-US">
              <a:solidFill>
                <a:srgbClr val="FFFFFF"/>
              </a:solidFill>
              <a:latin typeface="OPPOSans R"/>
              <a:ea typeface="OPPOSans R"/>
            </a:endParaRPr>
          </a:p>
        </p:txBody>
      </p:sp>
    </p:spTree>
    <p:extLst>
      <p:ext uri="{BB962C8B-B14F-4D97-AF65-F5344CB8AC3E}">
        <p14:creationId xmlns:p14="http://schemas.microsoft.com/office/powerpoint/2010/main" val="23824889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 advClick="0" advTm="6000">
        <p159:morph option="byObject"/>
      </p:transition>
    </mc:Choice>
    <mc:Fallback xmlns="">
      <p:transition spd="med" advClick="0" advTm="6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mph" presetSubtype="0" repeatCount="indefinite" fill="remove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6" dur="500" autoRev="1" fill="remove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  <p:animClr clrSpc="rgb" dir="cw">
                                      <p:cBhvr>
                                        <p:cTn id="7" dur="500" autoRev="1" fill="remove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  <p:set>
                                      <p:cBhvr>
                                        <p:cTn id="8" dur="500" autoRev="1" fill="remove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500" autoRev="1" fill="remove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37" presetClass="path" presetSubtype="0" accel="20000" decel="300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-0.0004 -0.00093 C -0.06967 -0.08496 -0.10287 -0.11366 -0.14831 -0.14028 C -0.20925 -0.17107 -0.22696 -0.18195 -0.31589 -0.18843 " pathEditMode="relative" rAng="0" ptsTypes="AAA">
                                      <p:cBhvr>
                                        <p:cTn id="11" dur="5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5781" y="-937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5C7108-A9AA-10B9-CB51-7F27EE3D7F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!! 背景" descr="黑暗里有星球&#10;&#10;AI 生成的内容可能不正确。">
            <a:extLst>
              <a:ext uri="{FF2B5EF4-FFF2-40B4-BE49-F238E27FC236}">
                <a16:creationId xmlns:a16="http://schemas.microsoft.com/office/drawing/2014/main" id="{AFF66454-FBFA-EEEE-90BE-D272B645447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!! 遮罩">
            <a:extLst>
              <a:ext uri="{FF2B5EF4-FFF2-40B4-BE49-F238E27FC236}">
                <a16:creationId xmlns:a16="http://schemas.microsoft.com/office/drawing/2014/main" id="{9354F2BF-E0F0-947A-E6DA-D4EE274043B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>
              <a:defRPr/>
            </a:pPr>
            <a:endParaRPr lang="zh-CN" altLang="en-US">
              <a:solidFill>
                <a:srgbClr val="F5F5F5"/>
              </a:solidFill>
              <a:latin typeface="vivo Sans"/>
              <a:ea typeface="vivo Sans"/>
            </a:endParaRPr>
          </a:p>
        </p:txBody>
      </p:sp>
      <p:sp>
        <p:nvSpPr>
          <p:cNvPr id="5" name="!! 轮廓">
            <a:extLst>
              <a:ext uri="{FF2B5EF4-FFF2-40B4-BE49-F238E27FC236}">
                <a16:creationId xmlns:a16="http://schemas.microsoft.com/office/drawing/2014/main" id="{3A3D630D-DFE3-D9A1-740B-7C4F268A2320}"/>
              </a:ext>
            </a:extLst>
          </p:cNvPr>
          <p:cNvSpPr/>
          <p:nvPr/>
        </p:nvSpPr>
        <p:spPr>
          <a:xfrm>
            <a:off x="-279400" y="1705847"/>
            <a:ext cx="12750800" cy="12750800"/>
          </a:xfrm>
          <a:prstGeom prst="ellipse">
            <a:avLst/>
          </a:prstGeom>
          <a:noFill/>
          <a:ln w="44450">
            <a:solidFill>
              <a:schemeClr val="bg2"/>
            </a:solidFill>
          </a:ln>
          <a:effectLst>
            <a:outerShdw blurRad="63500" algn="ctr" rotWithShape="0">
              <a:schemeClr val="bg2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189"/>
            <a:endParaRPr lang="zh-CN" altLang="en-US">
              <a:solidFill>
                <a:srgbClr val="FFFFFF"/>
              </a:solidFill>
              <a:latin typeface="OPPOSans R"/>
              <a:ea typeface="OPPOSans R"/>
            </a:endParaRPr>
          </a:p>
        </p:txBody>
      </p:sp>
      <p:sp>
        <p:nvSpPr>
          <p:cNvPr id="8" name="!! 定位">
            <a:extLst>
              <a:ext uri="{FF2B5EF4-FFF2-40B4-BE49-F238E27FC236}">
                <a16:creationId xmlns:a16="http://schemas.microsoft.com/office/drawing/2014/main" id="{7DE6B2E7-633F-400F-FFF4-859194B7BA2D}"/>
              </a:ext>
            </a:extLst>
          </p:cNvPr>
          <p:cNvSpPr/>
          <p:nvPr/>
        </p:nvSpPr>
        <p:spPr>
          <a:xfrm>
            <a:off x="4953000" y="3199328"/>
            <a:ext cx="2286000" cy="2286000"/>
          </a:xfrm>
          <a:prstGeom prst="ellipse">
            <a:avLst/>
          </a:prstGeom>
          <a:noFill/>
          <a:ln w="44450" cap="rnd" cmpd="sng">
            <a:solidFill>
              <a:schemeClr val="bg2">
                <a:alpha val="0"/>
              </a:schemeClr>
            </a:solidFill>
            <a:prstDash val="dash"/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189">
              <a:defRPr/>
            </a:pPr>
            <a:endParaRPr lang="zh-CN" altLang="en-US">
              <a:solidFill>
                <a:srgbClr val="FFFFFF"/>
              </a:solidFill>
              <a:latin typeface="OPPOSans R"/>
              <a:ea typeface="OPPOSans R"/>
            </a:endParaRPr>
          </a:p>
        </p:txBody>
      </p:sp>
      <p:sp>
        <p:nvSpPr>
          <p:cNvPr id="11" name="!! 标题3">
            <a:extLst>
              <a:ext uri="{FF2B5EF4-FFF2-40B4-BE49-F238E27FC236}">
                <a16:creationId xmlns:a16="http://schemas.microsoft.com/office/drawing/2014/main" id="{4A5E85A6-3DAC-7214-BE7B-2BCEA4B29839}"/>
              </a:ext>
            </a:extLst>
          </p:cNvPr>
          <p:cNvSpPr txBox="1"/>
          <p:nvPr/>
        </p:nvSpPr>
        <p:spPr>
          <a:xfrm>
            <a:off x="3943351" y="4381504"/>
            <a:ext cx="43053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377">
              <a:defRPr/>
            </a:pPr>
            <a:r>
              <a:rPr lang="zh-CN" altLang="en-US" sz="3200" dirty="0">
                <a:solidFill>
                  <a:srgbClr val="FFFFFF"/>
                </a:solidFill>
                <a:latin typeface="vivo Sans Medium"/>
                <a:ea typeface="vivo Sans Medium"/>
              </a:rPr>
              <a:t>连接卫星中</a:t>
            </a:r>
          </a:p>
        </p:txBody>
      </p:sp>
      <p:sp>
        <p:nvSpPr>
          <p:cNvPr id="12" name="!! 副标题3">
            <a:extLst>
              <a:ext uri="{FF2B5EF4-FFF2-40B4-BE49-F238E27FC236}">
                <a16:creationId xmlns:a16="http://schemas.microsoft.com/office/drawing/2014/main" id="{9C712D87-E876-582E-D73D-2C4E815C5A2F}"/>
              </a:ext>
            </a:extLst>
          </p:cNvPr>
          <p:cNvSpPr txBox="1"/>
          <p:nvPr/>
        </p:nvSpPr>
        <p:spPr>
          <a:xfrm>
            <a:off x="3943351" y="4940971"/>
            <a:ext cx="4305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189">
              <a:defRPr/>
            </a:pPr>
            <a:r>
              <a:rPr lang="zh-CN" altLang="en-US" dirty="0">
                <a:solidFill>
                  <a:srgbClr val="FFFFFF">
                    <a:lumMod val="65000"/>
                  </a:srgbClr>
                </a:solidFill>
                <a:latin typeface="+mn-ea"/>
              </a:rPr>
              <a:t>正在连接</a:t>
            </a:r>
            <a:r>
              <a:rPr lang="en-US" altLang="zh-CN" dirty="0">
                <a:solidFill>
                  <a:srgbClr val="FFFFFF">
                    <a:lumMod val="65000"/>
                  </a:srgbClr>
                </a:solidFill>
                <a:latin typeface="+mn-ea"/>
              </a:rPr>
              <a:t>…90</a:t>
            </a:r>
            <a:r>
              <a:rPr lang="zh-CN" altLang="en-US" dirty="0">
                <a:solidFill>
                  <a:srgbClr val="FFFFFF">
                    <a:lumMod val="65000"/>
                  </a:srgbClr>
                </a:solidFill>
                <a:latin typeface="+mn-ea"/>
              </a:rPr>
              <a:t>秒</a:t>
            </a:r>
          </a:p>
        </p:txBody>
      </p:sp>
      <p:grpSp>
        <p:nvGrpSpPr>
          <p:cNvPr id="13" name="!! 卫星">
            <a:extLst>
              <a:ext uri="{FF2B5EF4-FFF2-40B4-BE49-F238E27FC236}">
                <a16:creationId xmlns:a16="http://schemas.microsoft.com/office/drawing/2014/main" id="{73799616-534E-37B6-E4C0-70F435E973A3}"/>
              </a:ext>
            </a:extLst>
          </p:cNvPr>
          <p:cNvGrpSpPr/>
          <p:nvPr/>
        </p:nvGrpSpPr>
        <p:grpSpPr>
          <a:xfrm>
            <a:off x="5564652" y="1505335"/>
            <a:ext cx="1062703" cy="401027"/>
            <a:chOff x="5151235" y="2985879"/>
            <a:chExt cx="835229" cy="315185"/>
          </a:xfrm>
          <a:solidFill>
            <a:schemeClr val="bg1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3101C684-DBDB-651D-E937-70A2805AC6D5}"/>
                </a:ext>
              </a:extLst>
            </p:cNvPr>
            <p:cNvSpPr/>
            <p:nvPr/>
          </p:nvSpPr>
          <p:spPr>
            <a:xfrm>
              <a:off x="5411257" y="2985879"/>
              <a:ext cx="315185" cy="31518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189">
                <a:defRPr/>
              </a:pPr>
              <a:endParaRPr lang="zh-CN" altLang="en-US">
                <a:solidFill>
                  <a:srgbClr val="FFFFFF"/>
                </a:solidFill>
                <a:latin typeface="OPPOSans R"/>
                <a:ea typeface="OPPOSans R"/>
              </a:endParaRPr>
            </a:p>
          </p:txBody>
        </p:sp>
        <p:sp>
          <p:nvSpPr>
            <p:cNvPr id="15" name="矩形: 圆角 14">
              <a:extLst>
                <a:ext uri="{FF2B5EF4-FFF2-40B4-BE49-F238E27FC236}">
                  <a16:creationId xmlns:a16="http://schemas.microsoft.com/office/drawing/2014/main" id="{18A1F020-7AB3-4E88-31E8-03E65EA374C4}"/>
                </a:ext>
              </a:extLst>
            </p:cNvPr>
            <p:cNvSpPr/>
            <p:nvPr/>
          </p:nvSpPr>
          <p:spPr>
            <a:xfrm>
              <a:off x="5779926" y="3101561"/>
              <a:ext cx="206538" cy="8382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189">
                <a:defRPr/>
              </a:pPr>
              <a:endParaRPr lang="zh-CN" altLang="en-US">
                <a:solidFill>
                  <a:srgbClr val="FFFFFF"/>
                </a:solidFill>
                <a:latin typeface="OPPOSans R"/>
                <a:ea typeface="OPPOSans R"/>
              </a:endParaRPr>
            </a:p>
          </p:txBody>
        </p:sp>
        <p:sp>
          <p:nvSpPr>
            <p:cNvPr id="16" name="矩形: 圆角 15">
              <a:extLst>
                <a:ext uri="{FF2B5EF4-FFF2-40B4-BE49-F238E27FC236}">
                  <a16:creationId xmlns:a16="http://schemas.microsoft.com/office/drawing/2014/main" id="{23EB3B73-8640-AC6B-B357-D87C9BFDB8C9}"/>
                </a:ext>
              </a:extLst>
            </p:cNvPr>
            <p:cNvSpPr/>
            <p:nvPr/>
          </p:nvSpPr>
          <p:spPr>
            <a:xfrm>
              <a:off x="5151235" y="3101561"/>
              <a:ext cx="206538" cy="8382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189">
                <a:defRPr/>
              </a:pPr>
              <a:endParaRPr lang="zh-CN" altLang="en-US">
                <a:solidFill>
                  <a:srgbClr val="FFFFFF"/>
                </a:solidFill>
                <a:latin typeface="OPPOSans R"/>
                <a:ea typeface="OPPOSans R"/>
              </a:endParaRPr>
            </a:p>
          </p:txBody>
        </p:sp>
      </p:grpSp>
      <p:sp>
        <p:nvSpPr>
          <p:cNvPr id="9" name="!! 方位">
            <a:extLst>
              <a:ext uri="{FF2B5EF4-FFF2-40B4-BE49-F238E27FC236}">
                <a16:creationId xmlns:a16="http://schemas.microsoft.com/office/drawing/2014/main" id="{4D25404C-017E-87DA-0EF1-25E9CFFBF338}"/>
              </a:ext>
            </a:extLst>
          </p:cNvPr>
          <p:cNvSpPr/>
          <p:nvPr/>
        </p:nvSpPr>
        <p:spPr>
          <a:xfrm>
            <a:off x="-279401" y="1705846"/>
            <a:ext cx="12750800" cy="12750800"/>
          </a:xfrm>
          <a:prstGeom prst="pie">
            <a:avLst>
              <a:gd name="adj1" fmla="val 14999593"/>
              <a:gd name="adj2" fmla="val 17439421"/>
            </a:avLst>
          </a:prstGeom>
          <a:gradFill flip="none" rotWithShape="1">
            <a:gsLst>
              <a:gs pos="61000">
                <a:schemeClr val="bg1">
                  <a:alpha val="0"/>
                </a:schemeClr>
              </a:gs>
              <a:gs pos="100000">
                <a:schemeClr val="bg2">
                  <a:alpha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>
              <a:defRPr/>
            </a:pPr>
            <a:endParaRPr lang="zh-CN" altLang="en-US">
              <a:solidFill>
                <a:srgbClr val="181818"/>
              </a:solidFill>
              <a:latin typeface="vivo Sans"/>
              <a:ea typeface="vivo Sans"/>
            </a:endParaRPr>
          </a:p>
        </p:txBody>
      </p:sp>
    </p:spTree>
    <p:extLst>
      <p:ext uri="{BB962C8B-B14F-4D97-AF65-F5344CB8AC3E}">
        <p14:creationId xmlns:p14="http://schemas.microsoft.com/office/powerpoint/2010/main" val="1849331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advClick="0" advTm="800">
        <p159:morph option="byObject"/>
      </p:transition>
    </mc:Choice>
    <mc:Fallback xmlns="">
      <p:transition advClick="0" advTm="800">
        <p:fade/>
      </p:transition>
    </mc:Fallback>
  </mc:AlternateContent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F656EE-459F-C7A5-BC87-86022EBC66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!! 背景" descr="黑暗里有星球&#10;&#10;AI 生成的内容可能不正确。">
            <a:extLst>
              <a:ext uri="{FF2B5EF4-FFF2-40B4-BE49-F238E27FC236}">
                <a16:creationId xmlns:a16="http://schemas.microsoft.com/office/drawing/2014/main" id="{25D59DE5-B85C-C561-B0D6-22B47B7F9B2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!! 遮罩">
            <a:extLst>
              <a:ext uri="{FF2B5EF4-FFF2-40B4-BE49-F238E27FC236}">
                <a16:creationId xmlns:a16="http://schemas.microsoft.com/office/drawing/2014/main" id="{B7342218-7FC5-1B1D-00B9-5B9890BB01B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>
              <a:defRPr/>
            </a:pPr>
            <a:endParaRPr lang="zh-CN" altLang="en-US">
              <a:solidFill>
                <a:srgbClr val="F5F5F5"/>
              </a:solidFill>
              <a:latin typeface="vivo Sans"/>
              <a:ea typeface="vivo Sans"/>
            </a:endParaRPr>
          </a:p>
        </p:txBody>
      </p:sp>
      <p:sp>
        <p:nvSpPr>
          <p:cNvPr id="5" name="!! 轮廓">
            <a:extLst>
              <a:ext uri="{FF2B5EF4-FFF2-40B4-BE49-F238E27FC236}">
                <a16:creationId xmlns:a16="http://schemas.microsoft.com/office/drawing/2014/main" id="{D75DC01C-3CEF-329D-1648-26D91B7A8586}"/>
              </a:ext>
            </a:extLst>
          </p:cNvPr>
          <p:cNvSpPr/>
          <p:nvPr/>
        </p:nvSpPr>
        <p:spPr>
          <a:xfrm>
            <a:off x="-279400" y="1705847"/>
            <a:ext cx="12750800" cy="12750800"/>
          </a:xfrm>
          <a:prstGeom prst="ellipse">
            <a:avLst/>
          </a:prstGeom>
          <a:noFill/>
          <a:ln w="44450">
            <a:solidFill>
              <a:schemeClr val="bg2"/>
            </a:solidFill>
          </a:ln>
          <a:effectLst>
            <a:outerShdw blurRad="63500" algn="ctr" rotWithShape="0">
              <a:schemeClr val="bg2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189"/>
            <a:endParaRPr lang="zh-CN" altLang="en-US">
              <a:solidFill>
                <a:srgbClr val="FFFFFF"/>
              </a:solidFill>
              <a:latin typeface="OPPOSans R"/>
              <a:ea typeface="OPPOSans R"/>
            </a:endParaRPr>
          </a:p>
        </p:txBody>
      </p:sp>
      <p:sp>
        <p:nvSpPr>
          <p:cNvPr id="2" name="!! 方位">
            <a:extLst>
              <a:ext uri="{FF2B5EF4-FFF2-40B4-BE49-F238E27FC236}">
                <a16:creationId xmlns:a16="http://schemas.microsoft.com/office/drawing/2014/main" id="{E45D5272-29A6-09C4-FBA2-9B56803C7950}"/>
              </a:ext>
            </a:extLst>
          </p:cNvPr>
          <p:cNvSpPr/>
          <p:nvPr/>
        </p:nvSpPr>
        <p:spPr>
          <a:xfrm>
            <a:off x="-279400" y="1705847"/>
            <a:ext cx="12750800" cy="12750800"/>
          </a:xfrm>
          <a:prstGeom prst="pie">
            <a:avLst>
              <a:gd name="adj1" fmla="val 14999593"/>
              <a:gd name="adj2" fmla="val 17439421"/>
            </a:avLst>
          </a:prstGeom>
          <a:gradFill flip="none" rotWithShape="1">
            <a:gsLst>
              <a:gs pos="61000">
                <a:schemeClr val="bg1">
                  <a:alpha val="0"/>
                </a:schemeClr>
              </a:gs>
              <a:gs pos="100000">
                <a:schemeClr val="bg2">
                  <a:alpha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>
              <a:defRPr/>
            </a:pPr>
            <a:endParaRPr lang="zh-CN" altLang="en-US">
              <a:solidFill>
                <a:srgbClr val="181818"/>
              </a:solidFill>
              <a:latin typeface="vivo Sans"/>
              <a:ea typeface="vivo Sans"/>
            </a:endParaRPr>
          </a:p>
        </p:txBody>
      </p:sp>
      <p:sp>
        <p:nvSpPr>
          <p:cNvPr id="8" name="!! 定位">
            <a:extLst>
              <a:ext uri="{FF2B5EF4-FFF2-40B4-BE49-F238E27FC236}">
                <a16:creationId xmlns:a16="http://schemas.microsoft.com/office/drawing/2014/main" id="{76A466F0-DC3C-D269-98DE-CA3C7AAF8C9A}"/>
              </a:ext>
            </a:extLst>
          </p:cNvPr>
          <p:cNvSpPr/>
          <p:nvPr/>
        </p:nvSpPr>
        <p:spPr>
          <a:xfrm>
            <a:off x="4953000" y="3199328"/>
            <a:ext cx="2286000" cy="2286000"/>
          </a:xfrm>
          <a:prstGeom prst="ellipse">
            <a:avLst/>
          </a:prstGeom>
          <a:noFill/>
          <a:ln w="44450" cap="rnd" cmpd="sng">
            <a:solidFill>
              <a:schemeClr val="bg2">
                <a:alpha val="0"/>
              </a:schemeClr>
            </a:solidFill>
            <a:prstDash val="dash"/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189">
              <a:defRPr/>
            </a:pPr>
            <a:endParaRPr lang="zh-CN" altLang="en-US">
              <a:solidFill>
                <a:srgbClr val="FFFFFF"/>
              </a:solidFill>
              <a:latin typeface="OPPOSans R"/>
              <a:ea typeface="OPPOSans R"/>
            </a:endParaRPr>
          </a:p>
        </p:txBody>
      </p:sp>
      <p:sp>
        <p:nvSpPr>
          <p:cNvPr id="11" name="!! 标题2">
            <a:extLst>
              <a:ext uri="{FF2B5EF4-FFF2-40B4-BE49-F238E27FC236}">
                <a16:creationId xmlns:a16="http://schemas.microsoft.com/office/drawing/2014/main" id="{20E0FB1E-35A4-3FB2-826B-B3E3948D6519}"/>
              </a:ext>
            </a:extLst>
          </p:cNvPr>
          <p:cNvSpPr txBox="1"/>
          <p:nvPr/>
        </p:nvSpPr>
        <p:spPr>
          <a:xfrm>
            <a:off x="3943351" y="4381504"/>
            <a:ext cx="43053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377">
              <a:defRPr/>
            </a:pPr>
            <a:r>
              <a:rPr lang="zh-CN" altLang="en-US" sz="3200" dirty="0">
                <a:solidFill>
                  <a:srgbClr val="FFFFFF"/>
                </a:solidFill>
                <a:latin typeface="vivo Sans Medium"/>
                <a:ea typeface="vivo Sans Medium"/>
              </a:rPr>
              <a:t>连接卫星中</a:t>
            </a:r>
          </a:p>
        </p:txBody>
      </p:sp>
      <p:sp>
        <p:nvSpPr>
          <p:cNvPr id="12" name="!! 副标题2">
            <a:extLst>
              <a:ext uri="{FF2B5EF4-FFF2-40B4-BE49-F238E27FC236}">
                <a16:creationId xmlns:a16="http://schemas.microsoft.com/office/drawing/2014/main" id="{6C5B188C-0A8D-00F4-A824-4EFD74B72505}"/>
              </a:ext>
            </a:extLst>
          </p:cNvPr>
          <p:cNvSpPr txBox="1"/>
          <p:nvPr/>
        </p:nvSpPr>
        <p:spPr>
          <a:xfrm>
            <a:off x="3943351" y="4940971"/>
            <a:ext cx="4305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189">
              <a:defRPr/>
            </a:pPr>
            <a:r>
              <a:rPr lang="zh-CN" altLang="en-US" dirty="0">
                <a:solidFill>
                  <a:srgbClr val="FFFFFF">
                    <a:lumMod val="65000"/>
                  </a:srgbClr>
                </a:solidFill>
                <a:latin typeface="vivo Sans"/>
                <a:ea typeface="vivo Sans"/>
              </a:rPr>
              <a:t>正在连接</a:t>
            </a:r>
            <a:r>
              <a:rPr lang="en-US" altLang="zh-CN" dirty="0">
                <a:solidFill>
                  <a:srgbClr val="FFFFFF">
                    <a:lumMod val="65000"/>
                  </a:srgbClr>
                </a:solidFill>
                <a:latin typeface="vivo Sans"/>
                <a:ea typeface="vivo Sans"/>
              </a:rPr>
              <a:t>…89</a:t>
            </a:r>
            <a:r>
              <a:rPr lang="zh-CN" altLang="en-US" dirty="0">
                <a:solidFill>
                  <a:srgbClr val="FFFFFF">
                    <a:lumMod val="65000"/>
                  </a:srgbClr>
                </a:solidFill>
                <a:latin typeface="vivo Sans"/>
                <a:ea typeface="vivo Sans"/>
              </a:rPr>
              <a:t>秒</a:t>
            </a:r>
          </a:p>
        </p:txBody>
      </p:sp>
      <p:grpSp>
        <p:nvGrpSpPr>
          <p:cNvPr id="13" name="!! 卫星">
            <a:extLst>
              <a:ext uri="{FF2B5EF4-FFF2-40B4-BE49-F238E27FC236}">
                <a16:creationId xmlns:a16="http://schemas.microsoft.com/office/drawing/2014/main" id="{4A8AA21D-7C1A-E94C-68ED-81DCF6B5C386}"/>
              </a:ext>
            </a:extLst>
          </p:cNvPr>
          <p:cNvGrpSpPr/>
          <p:nvPr/>
        </p:nvGrpSpPr>
        <p:grpSpPr>
          <a:xfrm>
            <a:off x="5564652" y="1505335"/>
            <a:ext cx="1062703" cy="401027"/>
            <a:chOff x="5151235" y="2985879"/>
            <a:chExt cx="835229" cy="315185"/>
          </a:xfrm>
          <a:solidFill>
            <a:schemeClr val="bg1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51CF5F4F-7451-307A-875A-56493ECF9414}"/>
                </a:ext>
              </a:extLst>
            </p:cNvPr>
            <p:cNvSpPr/>
            <p:nvPr/>
          </p:nvSpPr>
          <p:spPr>
            <a:xfrm>
              <a:off x="5411257" y="2985879"/>
              <a:ext cx="315185" cy="31518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189">
                <a:defRPr/>
              </a:pPr>
              <a:endParaRPr lang="zh-CN" altLang="en-US">
                <a:solidFill>
                  <a:srgbClr val="FFFFFF"/>
                </a:solidFill>
                <a:latin typeface="OPPOSans R"/>
                <a:ea typeface="OPPOSans R"/>
              </a:endParaRPr>
            </a:p>
          </p:txBody>
        </p:sp>
        <p:sp>
          <p:nvSpPr>
            <p:cNvPr id="15" name="矩形: 圆角 14">
              <a:extLst>
                <a:ext uri="{FF2B5EF4-FFF2-40B4-BE49-F238E27FC236}">
                  <a16:creationId xmlns:a16="http://schemas.microsoft.com/office/drawing/2014/main" id="{668ADF0A-78BD-9222-546F-4399F5EC44E4}"/>
                </a:ext>
              </a:extLst>
            </p:cNvPr>
            <p:cNvSpPr/>
            <p:nvPr/>
          </p:nvSpPr>
          <p:spPr>
            <a:xfrm>
              <a:off x="5779926" y="3101561"/>
              <a:ext cx="206538" cy="8382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189">
                <a:defRPr/>
              </a:pPr>
              <a:endParaRPr lang="zh-CN" altLang="en-US">
                <a:solidFill>
                  <a:srgbClr val="FFFFFF"/>
                </a:solidFill>
                <a:latin typeface="OPPOSans R"/>
                <a:ea typeface="OPPOSans R"/>
              </a:endParaRPr>
            </a:p>
          </p:txBody>
        </p:sp>
        <p:sp>
          <p:nvSpPr>
            <p:cNvPr id="16" name="矩形: 圆角 15">
              <a:extLst>
                <a:ext uri="{FF2B5EF4-FFF2-40B4-BE49-F238E27FC236}">
                  <a16:creationId xmlns:a16="http://schemas.microsoft.com/office/drawing/2014/main" id="{C3F6289C-EE65-8381-2572-97D4571E9E99}"/>
                </a:ext>
              </a:extLst>
            </p:cNvPr>
            <p:cNvSpPr/>
            <p:nvPr/>
          </p:nvSpPr>
          <p:spPr>
            <a:xfrm>
              <a:off x="5151235" y="3101561"/>
              <a:ext cx="206538" cy="8382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189">
                <a:defRPr/>
              </a:pPr>
              <a:endParaRPr lang="zh-CN" altLang="en-US">
                <a:solidFill>
                  <a:srgbClr val="FFFFFF"/>
                </a:solidFill>
                <a:latin typeface="OPPOSans R"/>
                <a:ea typeface="OPPOSans R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1491813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0" advClick="0" advTm="800"/>
    </mc:Choice>
    <mc:Fallback xmlns="">
      <p:transition advClick="0" advTm="800"/>
    </mc:Fallback>
  </mc:AlternateContent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0F8B36-3CBE-E787-F1B9-8E8A0B7469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!! 背景" descr="黑暗里有星球&#10;&#10;AI 生成的内容可能不正确。">
            <a:extLst>
              <a:ext uri="{FF2B5EF4-FFF2-40B4-BE49-F238E27FC236}">
                <a16:creationId xmlns:a16="http://schemas.microsoft.com/office/drawing/2014/main" id="{1E2003D8-61C8-602B-D0F6-AAD7AE1F1C9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!! 遮罩">
            <a:extLst>
              <a:ext uri="{FF2B5EF4-FFF2-40B4-BE49-F238E27FC236}">
                <a16:creationId xmlns:a16="http://schemas.microsoft.com/office/drawing/2014/main" id="{569E0EC9-ED76-CE42-B664-487F93F59A5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>
              <a:defRPr/>
            </a:pPr>
            <a:endParaRPr lang="zh-CN" altLang="en-US">
              <a:solidFill>
                <a:srgbClr val="F5F5F5"/>
              </a:solidFill>
              <a:latin typeface="vivo Sans"/>
              <a:ea typeface="vivo Sans"/>
            </a:endParaRPr>
          </a:p>
        </p:txBody>
      </p:sp>
      <p:sp>
        <p:nvSpPr>
          <p:cNvPr id="5" name="!! 轮廓">
            <a:extLst>
              <a:ext uri="{FF2B5EF4-FFF2-40B4-BE49-F238E27FC236}">
                <a16:creationId xmlns:a16="http://schemas.microsoft.com/office/drawing/2014/main" id="{75707367-C48A-8906-50E6-5FC54D986669}"/>
              </a:ext>
            </a:extLst>
          </p:cNvPr>
          <p:cNvSpPr/>
          <p:nvPr/>
        </p:nvSpPr>
        <p:spPr>
          <a:xfrm>
            <a:off x="-279400" y="1705847"/>
            <a:ext cx="12750800" cy="12750800"/>
          </a:xfrm>
          <a:prstGeom prst="ellipse">
            <a:avLst/>
          </a:prstGeom>
          <a:noFill/>
          <a:ln w="44450">
            <a:solidFill>
              <a:schemeClr val="bg2"/>
            </a:solidFill>
          </a:ln>
          <a:effectLst>
            <a:outerShdw blurRad="63500" algn="ctr" rotWithShape="0">
              <a:schemeClr val="bg2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189"/>
            <a:endParaRPr lang="zh-CN" altLang="en-US">
              <a:solidFill>
                <a:srgbClr val="FFFFFF"/>
              </a:solidFill>
              <a:latin typeface="OPPOSans R"/>
              <a:ea typeface="OPPOSans R"/>
            </a:endParaRPr>
          </a:p>
        </p:txBody>
      </p:sp>
      <p:sp>
        <p:nvSpPr>
          <p:cNvPr id="2" name="!! 方位">
            <a:extLst>
              <a:ext uri="{FF2B5EF4-FFF2-40B4-BE49-F238E27FC236}">
                <a16:creationId xmlns:a16="http://schemas.microsoft.com/office/drawing/2014/main" id="{8699E5EA-E574-7838-1BAF-1AEA9AD29D79}"/>
              </a:ext>
            </a:extLst>
          </p:cNvPr>
          <p:cNvSpPr/>
          <p:nvPr/>
        </p:nvSpPr>
        <p:spPr>
          <a:xfrm>
            <a:off x="-279400" y="1705847"/>
            <a:ext cx="12750800" cy="12750800"/>
          </a:xfrm>
          <a:prstGeom prst="pie">
            <a:avLst>
              <a:gd name="adj1" fmla="val 14999593"/>
              <a:gd name="adj2" fmla="val 17439421"/>
            </a:avLst>
          </a:prstGeom>
          <a:gradFill flip="none" rotWithShape="1">
            <a:gsLst>
              <a:gs pos="61000">
                <a:schemeClr val="bg1">
                  <a:alpha val="0"/>
                </a:schemeClr>
              </a:gs>
              <a:gs pos="100000">
                <a:schemeClr val="bg2">
                  <a:alpha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>
              <a:defRPr/>
            </a:pPr>
            <a:endParaRPr lang="zh-CN" altLang="en-US">
              <a:solidFill>
                <a:srgbClr val="181818"/>
              </a:solidFill>
              <a:latin typeface="vivo Sans"/>
              <a:ea typeface="vivo Sans"/>
            </a:endParaRPr>
          </a:p>
        </p:txBody>
      </p:sp>
      <p:sp>
        <p:nvSpPr>
          <p:cNvPr id="8" name="!! 定位">
            <a:extLst>
              <a:ext uri="{FF2B5EF4-FFF2-40B4-BE49-F238E27FC236}">
                <a16:creationId xmlns:a16="http://schemas.microsoft.com/office/drawing/2014/main" id="{663FE2C7-A078-BAE6-F883-9857E2EAA0DA}"/>
              </a:ext>
            </a:extLst>
          </p:cNvPr>
          <p:cNvSpPr/>
          <p:nvPr/>
        </p:nvSpPr>
        <p:spPr>
          <a:xfrm>
            <a:off x="4953000" y="3199328"/>
            <a:ext cx="2286000" cy="2286000"/>
          </a:xfrm>
          <a:prstGeom prst="ellipse">
            <a:avLst/>
          </a:prstGeom>
          <a:noFill/>
          <a:ln w="44450" cap="rnd" cmpd="sng">
            <a:solidFill>
              <a:schemeClr val="bg2">
                <a:alpha val="0"/>
              </a:schemeClr>
            </a:solidFill>
            <a:prstDash val="dash"/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189">
              <a:defRPr/>
            </a:pPr>
            <a:endParaRPr lang="zh-CN" altLang="en-US">
              <a:solidFill>
                <a:srgbClr val="FFFFFF"/>
              </a:solidFill>
              <a:latin typeface="OPPOSans R"/>
              <a:ea typeface="OPPOSans R"/>
            </a:endParaRPr>
          </a:p>
        </p:txBody>
      </p:sp>
      <p:sp>
        <p:nvSpPr>
          <p:cNvPr id="11" name="!! 标题2">
            <a:extLst>
              <a:ext uri="{FF2B5EF4-FFF2-40B4-BE49-F238E27FC236}">
                <a16:creationId xmlns:a16="http://schemas.microsoft.com/office/drawing/2014/main" id="{F8798411-A7DC-3012-07D9-68AC8FD62D3C}"/>
              </a:ext>
            </a:extLst>
          </p:cNvPr>
          <p:cNvSpPr txBox="1"/>
          <p:nvPr/>
        </p:nvSpPr>
        <p:spPr>
          <a:xfrm>
            <a:off x="3943351" y="4381504"/>
            <a:ext cx="43053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377">
              <a:defRPr/>
            </a:pPr>
            <a:r>
              <a:rPr lang="zh-CN" altLang="en-US" sz="3200" dirty="0">
                <a:solidFill>
                  <a:srgbClr val="FFFFFF"/>
                </a:solidFill>
                <a:latin typeface="vivo Sans Medium"/>
                <a:ea typeface="vivo Sans Medium"/>
              </a:rPr>
              <a:t>连接卫星中</a:t>
            </a:r>
          </a:p>
        </p:txBody>
      </p:sp>
      <p:sp>
        <p:nvSpPr>
          <p:cNvPr id="12" name="!! 副标题2">
            <a:extLst>
              <a:ext uri="{FF2B5EF4-FFF2-40B4-BE49-F238E27FC236}">
                <a16:creationId xmlns:a16="http://schemas.microsoft.com/office/drawing/2014/main" id="{88D9DE45-B61C-D9FC-5F57-A93CC925AF5E}"/>
              </a:ext>
            </a:extLst>
          </p:cNvPr>
          <p:cNvSpPr txBox="1"/>
          <p:nvPr/>
        </p:nvSpPr>
        <p:spPr>
          <a:xfrm>
            <a:off x="3943351" y="4940971"/>
            <a:ext cx="4305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189">
              <a:defRPr/>
            </a:pPr>
            <a:r>
              <a:rPr lang="zh-CN" altLang="en-US" dirty="0">
                <a:solidFill>
                  <a:srgbClr val="FFFFFF">
                    <a:lumMod val="65000"/>
                  </a:srgbClr>
                </a:solidFill>
                <a:latin typeface="vivo Sans"/>
                <a:ea typeface="vivo Sans"/>
              </a:rPr>
              <a:t>正在连接</a:t>
            </a:r>
            <a:r>
              <a:rPr lang="en-US" altLang="zh-CN" dirty="0">
                <a:solidFill>
                  <a:srgbClr val="FFFFFF">
                    <a:lumMod val="65000"/>
                  </a:srgbClr>
                </a:solidFill>
                <a:latin typeface="vivo Sans"/>
                <a:ea typeface="vivo Sans"/>
              </a:rPr>
              <a:t>…88</a:t>
            </a:r>
            <a:r>
              <a:rPr lang="zh-CN" altLang="en-US" dirty="0">
                <a:solidFill>
                  <a:srgbClr val="FFFFFF">
                    <a:lumMod val="65000"/>
                  </a:srgbClr>
                </a:solidFill>
                <a:latin typeface="vivo Sans"/>
                <a:ea typeface="vivo Sans"/>
              </a:rPr>
              <a:t>秒</a:t>
            </a:r>
          </a:p>
        </p:txBody>
      </p:sp>
      <p:grpSp>
        <p:nvGrpSpPr>
          <p:cNvPr id="13" name="!! 卫星">
            <a:extLst>
              <a:ext uri="{FF2B5EF4-FFF2-40B4-BE49-F238E27FC236}">
                <a16:creationId xmlns:a16="http://schemas.microsoft.com/office/drawing/2014/main" id="{068ABFEA-FE74-AFBA-553C-8E95B6A9D4F1}"/>
              </a:ext>
            </a:extLst>
          </p:cNvPr>
          <p:cNvGrpSpPr/>
          <p:nvPr/>
        </p:nvGrpSpPr>
        <p:grpSpPr>
          <a:xfrm>
            <a:off x="5564652" y="1505335"/>
            <a:ext cx="1062703" cy="401027"/>
            <a:chOff x="5151235" y="2985879"/>
            <a:chExt cx="835229" cy="315185"/>
          </a:xfrm>
          <a:solidFill>
            <a:schemeClr val="bg1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6132A1D6-26ED-4F74-45BC-B648DBF1A71C}"/>
                </a:ext>
              </a:extLst>
            </p:cNvPr>
            <p:cNvSpPr/>
            <p:nvPr/>
          </p:nvSpPr>
          <p:spPr>
            <a:xfrm>
              <a:off x="5411257" y="2985879"/>
              <a:ext cx="315185" cy="31518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189">
                <a:defRPr/>
              </a:pPr>
              <a:endParaRPr lang="zh-CN" altLang="en-US">
                <a:solidFill>
                  <a:srgbClr val="FFFFFF"/>
                </a:solidFill>
                <a:latin typeface="OPPOSans R"/>
                <a:ea typeface="OPPOSans R"/>
              </a:endParaRPr>
            </a:p>
          </p:txBody>
        </p:sp>
        <p:sp>
          <p:nvSpPr>
            <p:cNvPr id="15" name="矩形: 圆角 14">
              <a:extLst>
                <a:ext uri="{FF2B5EF4-FFF2-40B4-BE49-F238E27FC236}">
                  <a16:creationId xmlns:a16="http://schemas.microsoft.com/office/drawing/2014/main" id="{31A32F63-D682-E197-7088-4D45CEC9CFDD}"/>
                </a:ext>
              </a:extLst>
            </p:cNvPr>
            <p:cNvSpPr/>
            <p:nvPr/>
          </p:nvSpPr>
          <p:spPr>
            <a:xfrm>
              <a:off x="5779926" y="3101561"/>
              <a:ext cx="206538" cy="8382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189">
                <a:defRPr/>
              </a:pPr>
              <a:endParaRPr lang="zh-CN" altLang="en-US">
                <a:solidFill>
                  <a:srgbClr val="FFFFFF"/>
                </a:solidFill>
                <a:latin typeface="OPPOSans R"/>
                <a:ea typeface="OPPOSans R"/>
              </a:endParaRPr>
            </a:p>
          </p:txBody>
        </p:sp>
        <p:sp>
          <p:nvSpPr>
            <p:cNvPr id="16" name="矩形: 圆角 15">
              <a:extLst>
                <a:ext uri="{FF2B5EF4-FFF2-40B4-BE49-F238E27FC236}">
                  <a16:creationId xmlns:a16="http://schemas.microsoft.com/office/drawing/2014/main" id="{43E69DA8-2AAD-EA81-4E33-5EA17A383B19}"/>
                </a:ext>
              </a:extLst>
            </p:cNvPr>
            <p:cNvSpPr/>
            <p:nvPr/>
          </p:nvSpPr>
          <p:spPr>
            <a:xfrm>
              <a:off x="5151235" y="3101561"/>
              <a:ext cx="206538" cy="8382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189">
                <a:defRPr/>
              </a:pPr>
              <a:endParaRPr lang="zh-CN" altLang="en-US">
                <a:solidFill>
                  <a:srgbClr val="FFFFFF"/>
                </a:solidFill>
                <a:latin typeface="OPPOSans R"/>
                <a:ea typeface="OPPOSans R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015116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800"/>
    </mc:Choice>
    <mc:Fallback xmlns="">
      <p:transition advClick="0" advTm="800"/>
    </mc:Fallback>
  </mc:AlternateContent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4823D8-165E-A005-BCF1-8690F47084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!! 背景" descr="黑暗里有星球&#10;&#10;AI 生成的内容可能不正确。">
            <a:extLst>
              <a:ext uri="{FF2B5EF4-FFF2-40B4-BE49-F238E27FC236}">
                <a16:creationId xmlns:a16="http://schemas.microsoft.com/office/drawing/2014/main" id="{F8268272-9C6B-2608-D1E1-F0BE97C2E18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!! 遮罩">
            <a:extLst>
              <a:ext uri="{FF2B5EF4-FFF2-40B4-BE49-F238E27FC236}">
                <a16:creationId xmlns:a16="http://schemas.microsoft.com/office/drawing/2014/main" id="{74338D5B-C11D-40CF-339C-744888A9D40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>
              <a:defRPr/>
            </a:pPr>
            <a:endParaRPr lang="zh-CN" altLang="en-US">
              <a:solidFill>
                <a:srgbClr val="F5F5F5"/>
              </a:solidFill>
              <a:latin typeface="vivo Sans"/>
              <a:ea typeface="vivo Sans"/>
            </a:endParaRPr>
          </a:p>
        </p:txBody>
      </p:sp>
      <p:sp>
        <p:nvSpPr>
          <p:cNvPr id="5" name="!! 轮廓">
            <a:extLst>
              <a:ext uri="{FF2B5EF4-FFF2-40B4-BE49-F238E27FC236}">
                <a16:creationId xmlns:a16="http://schemas.microsoft.com/office/drawing/2014/main" id="{1264049B-5BCF-7359-2579-2CC097A39225}"/>
              </a:ext>
            </a:extLst>
          </p:cNvPr>
          <p:cNvSpPr/>
          <p:nvPr/>
        </p:nvSpPr>
        <p:spPr>
          <a:xfrm>
            <a:off x="-279400" y="1705847"/>
            <a:ext cx="12750800" cy="12750800"/>
          </a:xfrm>
          <a:prstGeom prst="ellipse">
            <a:avLst/>
          </a:prstGeom>
          <a:noFill/>
          <a:ln w="44450">
            <a:solidFill>
              <a:schemeClr val="bg2"/>
            </a:solidFill>
          </a:ln>
          <a:effectLst>
            <a:outerShdw blurRad="63500" algn="ctr" rotWithShape="0">
              <a:schemeClr val="bg2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189"/>
            <a:endParaRPr lang="zh-CN" altLang="en-US">
              <a:solidFill>
                <a:srgbClr val="FFFFFF"/>
              </a:solidFill>
              <a:latin typeface="OPPOSans R"/>
              <a:ea typeface="OPPOSans R"/>
            </a:endParaRPr>
          </a:p>
        </p:txBody>
      </p:sp>
      <p:sp>
        <p:nvSpPr>
          <p:cNvPr id="2" name="!! 方位">
            <a:extLst>
              <a:ext uri="{FF2B5EF4-FFF2-40B4-BE49-F238E27FC236}">
                <a16:creationId xmlns:a16="http://schemas.microsoft.com/office/drawing/2014/main" id="{95319A06-6FE4-E591-CCA3-49FAA3770483}"/>
              </a:ext>
            </a:extLst>
          </p:cNvPr>
          <p:cNvSpPr/>
          <p:nvPr/>
        </p:nvSpPr>
        <p:spPr>
          <a:xfrm>
            <a:off x="-279400" y="1705847"/>
            <a:ext cx="12750800" cy="12750800"/>
          </a:xfrm>
          <a:prstGeom prst="pie">
            <a:avLst>
              <a:gd name="adj1" fmla="val 14999593"/>
              <a:gd name="adj2" fmla="val 17439421"/>
            </a:avLst>
          </a:prstGeom>
          <a:gradFill flip="none" rotWithShape="1">
            <a:gsLst>
              <a:gs pos="61000">
                <a:schemeClr val="bg1">
                  <a:alpha val="0"/>
                </a:schemeClr>
              </a:gs>
              <a:gs pos="100000">
                <a:schemeClr val="bg2">
                  <a:alpha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>
              <a:defRPr/>
            </a:pPr>
            <a:endParaRPr lang="zh-CN" altLang="en-US">
              <a:solidFill>
                <a:srgbClr val="181818"/>
              </a:solidFill>
              <a:latin typeface="vivo Sans"/>
              <a:ea typeface="vivo Sans"/>
            </a:endParaRPr>
          </a:p>
        </p:txBody>
      </p:sp>
      <p:sp>
        <p:nvSpPr>
          <p:cNvPr id="8" name="!! 定位">
            <a:extLst>
              <a:ext uri="{FF2B5EF4-FFF2-40B4-BE49-F238E27FC236}">
                <a16:creationId xmlns:a16="http://schemas.microsoft.com/office/drawing/2014/main" id="{F682EB35-14CA-4FE3-FBAA-9F98CB87E731}"/>
              </a:ext>
            </a:extLst>
          </p:cNvPr>
          <p:cNvSpPr/>
          <p:nvPr/>
        </p:nvSpPr>
        <p:spPr>
          <a:xfrm>
            <a:off x="4953000" y="3199328"/>
            <a:ext cx="2286000" cy="2286000"/>
          </a:xfrm>
          <a:prstGeom prst="ellipse">
            <a:avLst/>
          </a:prstGeom>
          <a:noFill/>
          <a:ln w="44450" cap="rnd" cmpd="sng">
            <a:solidFill>
              <a:schemeClr val="bg2">
                <a:alpha val="0"/>
              </a:schemeClr>
            </a:solidFill>
            <a:prstDash val="dash"/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189">
              <a:defRPr/>
            </a:pPr>
            <a:endParaRPr lang="zh-CN" altLang="en-US">
              <a:solidFill>
                <a:srgbClr val="FFFFFF"/>
              </a:solidFill>
              <a:latin typeface="OPPOSans R"/>
              <a:ea typeface="OPPOSans R"/>
            </a:endParaRPr>
          </a:p>
        </p:txBody>
      </p:sp>
      <p:sp>
        <p:nvSpPr>
          <p:cNvPr id="11" name="!! 标题2">
            <a:extLst>
              <a:ext uri="{FF2B5EF4-FFF2-40B4-BE49-F238E27FC236}">
                <a16:creationId xmlns:a16="http://schemas.microsoft.com/office/drawing/2014/main" id="{CABFFFEB-F006-2827-6A00-FFA28D275241}"/>
              </a:ext>
            </a:extLst>
          </p:cNvPr>
          <p:cNvSpPr txBox="1"/>
          <p:nvPr/>
        </p:nvSpPr>
        <p:spPr>
          <a:xfrm>
            <a:off x="3943351" y="4381504"/>
            <a:ext cx="43053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377">
              <a:defRPr/>
            </a:pPr>
            <a:r>
              <a:rPr lang="zh-CN" altLang="en-US" sz="3200" dirty="0">
                <a:solidFill>
                  <a:srgbClr val="FFFFFF"/>
                </a:solidFill>
                <a:latin typeface="vivo Sans Medium"/>
                <a:ea typeface="vivo Sans Medium"/>
              </a:rPr>
              <a:t>连接卫星中</a:t>
            </a:r>
          </a:p>
        </p:txBody>
      </p:sp>
      <p:sp>
        <p:nvSpPr>
          <p:cNvPr id="12" name="!! 副标题2">
            <a:extLst>
              <a:ext uri="{FF2B5EF4-FFF2-40B4-BE49-F238E27FC236}">
                <a16:creationId xmlns:a16="http://schemas.microsoft.com/office/drawing/2014/main" id="{54ADF226-55AC-6613-1854-DAAE795BC18F}"/>
              </a:ext>
            </a:extLst>
          </p:cNvPr>
          <p:cNvSpPr txBox="1"/>
          <p:nvPr/>
        </p:nvSpPr>
        <p:spPr>
          <a:xfrm>
            <a:off x="3943351" y="4940971"/>
            <a:ext cx="4305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189">
              <a:defRPr/>
            </a:pPr>
            <a:r>
              <a:rPr lang="zh-CN" altLang="en-US" dirty="0">
                <a:solidFill>
                  <a:srgbClr val="FFFFFF">
                    <a:lumMod val="65000"/>
                  </a:srgbClr>
                </a:solidFill>
                <a:latin typeface="vivo Sans"/>
                <a:ea typeface="vivo Sans"/>
              </a:rPr>
              <a:t>正在连接</a:t>
            </a:r>
            <a:r>
              <a:rPr lang="en-US" altLang="zh-CN" dirty="0">
                <a:solidFill>
                  <a:srgbClr val="FFFFFF">
                    <a:lumMod val="65000"/>
                  </a:srgbClr>
                </a:solidFill>
                <a:latin typeface="vivo Sans"/>
                <a:ea typeface="vivo Sans"/>
              </a:rPr>
              <a:t>…87</a:t>
            </a:r>
            <a:r>
              <a:rPr lang="zh-CN" altLang="en-US" dirty="0">
                <a:solidFill>
                  <a:srgbClr val="FFFFFF">
                    <a:lumMod val="65000"/>
                  </a:srgbClr>
                </a:solidFill>
                <a:latin typeface="vivo Sans"/>
                <a:ea typeface="vivo Sans"/>
              </a:rPr>
              <a:t>秒</a:t>
            </a:r>
          </a:p>
        </p:txBody>
      </p:sp>
      <p:grpSp>
        <p:nvGrpSpPr>
          <p:cNvPr id="13" name="!! 卫星">
            <a:extLst>
              <a:ext uri="{FF2B5EF4-FFF2-40B4-BE49-F238E27FC236}">
                <a16:creationId xmlns:a16="http://schemas.microsoft.com/office/drawing/2014/main" id="{07767209-2EDC-DB23-026F-E2109947309B}"/>
              </a:ext>
            </a:extLst>
          </p:cNvPr>
          <p:cNvGrpSpPr/>
          <p:nvPr/>
        </p:nvGrpSpPr>
        <p:grpSpPr>
          <a:xfrm>
            <a:off x="5564652" y="1505335"/>
            <a:ext cx="1062703" cy="401027"/>
            <a:chOff x="5151235" y="2985879"/>
            <a:chExt cx="835229" cy="315185"/>
          </a:xfrm>
          <a:solidFill>
            <a:schemeClr val="bg1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6508D7D2-BF96-9F68-2F5D-CEAC4A7944D9}"/>
                </a:ext>
              </a:extLst>
            </p:cNvPr>
            <p:cNvSpPr/>
            <p:nvPr/>
          </p:nvSpPr>
          <p:spPr>
            <a:xfrm>
              <a:off x="5411257" y="2985879"/>
              <a:ext cx="315185" cy="31518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189">
                <a:defRPr/>
              </a:pPr>
              <a:endParaRPr lang="zh-CN" altLang="en-US">
                <a:solidFill>
                  <a:srgbClr val="FFFFFF"/>
                </a:solidFill>
                <a:latin typeface="OPPOSans R"/>
                <a:ea typeface="OPPOSans R"/>
              </a:endParaRPr>
            </a:p>
          </p:txBody>
        </p:sp>
        <p:sp>
          <p:nvSpPr>
            <p:cNvPr id="15" name="矩形: 圆角 14">
              <a:extLst>
                <a:ext uri="{FF2B5EF4-FFF2-40B4-BE49-F238E27FC236}">
                  <a16:creationId xmlns:a16="http://schemas.microsoft.com/office/drawing/2014/main" id="{337C530A-9B58-696B-1813-B2821ECDF7BD}"/>
                </a:ext>
              </a:extLst>
            </p:cNvPr>
            <p:cNvSpPr/>
            <p:nvPr/>
          </p:nvSpPr>
          <p:spPr>
            <a:xfrm>
              <a:off x="5779926" y="3101561"/>
              <a:ext cx="206538" cy="8382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189">
                <a:defRPr/>
              </a:pPr>
              <a:endParaRPr lang="zh-CN" altLang="en-US">
                <a:solidFill>
                  <a:srgbClr val="FFFFFF"/>
                </a:solidFill>
                <a:latin typeface="OPPOSans R"/>
                <a:ea typeface="OPPOSans R"/>
              </a:endParaRPr>
            </a:p>
          </p:txBody>
        </p:sp>
        <p:sp>
          <p:nvSpPr>
            <p:cNvPr id="16" name="矩形: 圆角 15">
              <a:extLst>
                <a:ext uri="{FF2B5EF4-FFF2-40B4-BE49-F238E27FC236}">
                  <a16:creationId xmlns:a16="http://schemas.microsoft.com/office/drawing/2014/main" id="{C2C04ADC-E88D-A290-89FC-0EED403984E1}"/>
                </a:ext>
              </a:extLst>
            </p:cNvPr>
            <p:cNvSpPr/>
            <p:nvPr/>
          </p:nvSpPr>
          <p:spPr>
            <a:xfrm>
              <a:off x="5151235" y="3101561"/>
              <a:ext cx="206538" cy="8382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189">
                <a:defRPr/>
              </a:pPr>
              <a:endParaRPr lang="zh-CN" altLang="en-US">
                <a:solidFill>
                  <a:srgbClr val="FFFFFF"/>
                </a:solidFill>
                <a:latin typeface="OPPOSans R"/>
                <a:ea typeface="OPPOSans R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8676551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0" advClick="0" advTm="800"/>
    </mc:Choice>
    <mc:Fallback xmlns="">
      <p:transition advClick="0" advTm="800"/>
    </mc:Fallback>
  </mc:AlternateContent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B9E1C7-B008-7F9B-7352-B18F8B6CE6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!! 背景" descr="黑暗里有星球&#10;&#10;AI 生成的内容可能不正确。">
            <a:extLst>
              <a:ext uri="{FF2B5EF4-FFF2-40B4-BE49-F238E27FC236}">
                <a16:creationId xmlns:a16="http://schemas.microsoft.com/office/drawing/2014/main" id="{D631B3D0-9A5C-4683-A666-64FD8636797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!! 遮罩">
            <a:extLst>
              <a:ext uri="{FF2B5EF4-FFF2-40B4-BE49-F238E27FC236}">
                <a16:creationId xmlns:a16="http://schemas.microsoft.com/office/drawing/2014/main" id="{E5DA3D6D-972D-3F24-224C-8468D073FB5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>
              <a:defRPr/>
            </a:pPr>
            <a:endParaRPr lang="zh-CN" altLang="en-US">
              <a:solidFill>
                <a:srgbClr val="F5F5F5"/>
              </a:solidFill>
              <a:latin typeface="vivo Sans"/>
              <a:ea typeface="vivo Sans"/>
            </a:endParaRPr>
          </a:p>
        </p:txBody>
      </p:sp>
      <p:sp>
        <p:nvSpPr>
          <p:cNvPr id="5" name="!! 轮廓">
            <a:extLst>
              <a:ext uri="{FF2B5EF4-FFF2-40B4-BE49-F238E27FC236}">
                <a16:creationId xmlns:a16="http://schemas.microsoft.com/office/drawing/2014/main" id="{50F09E70-6C6E-74E2-2BD8-88C8D1290188}"/>
              </a:ext>
            </a:extLst>
          </p:cNvPr>
          <p:cNvSpPr/>
          <p:nvPr/>
        </p:nvSpPr>
        <p:spPr>
          <a:xfrm>
            <a:off x="-279400" y="1705847"/>
            <a:ext cx="12750800" cy="12750800"/>
          </a:xfrm>
          <a:prstGeom prst="ellipse">
            <a:avLst/>
          </a:prstGeom>
          <a:noFill/>
          <a:ln w="44450"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189">
              <a:defRPr/>
            </a:pPr>
            <a:endParaRPr lang="zh-CN" altLang="en-US">
              <a:solidFill>
                <a:srgbClr val="FFFFFF"/>
              </a:solidFill>
              <a:latin typeface="OPPOSans R"/>
              <a:ea typeface="OPPOSans R"/>
            </a:endParaRPr>
          </a:p>
        </p:txBody>
      </p:sp>
      <p:sp>
        <p:nvSpPr>
          <p:cNvPr id="2" name="!! 方位">
            <a:extLst>
              <a:ext uri="{FF2B5EF4-FFF2-40B4-BE49-F238E27FC236}">
                <a16:creationId xmlns:a16="http://schemas.microsoft.com/office/drawing/2014/main" id="{59552084-5881-0BF7-7AA3-9DDD6ECCAC24}"/>
              </a:ext>
            </a:extLst>
          </p:cNvPr>
          <p:cNvSpPr/>
          <p:nvPr/>
        </p:nvSpPr>
        <p:spPr>
          <a:xfrm>
            <a:off x="-279400" y="1705847"/>
            <a:ext cx="12750800" cy="12750800"/>
          </a:xfrm>
          <a:prstGeom prst="pie">
            <a:avLst>
              <a:gd name="adj1" fmla="val 14999593"/>
              <a:gd name="adj2" fmla="val 17439421"/>
            </a:avLst>
          </a:prstGeom>
          <a:gradFill flip="none" rotWithShape="1">
            <a:gsLst>
              <a:gs pos="61000">
                <a:schemeClr val="bg1">
                  <a:alpha val="0"/>
                </a:schemeClr>
              </a:gs>
              <a:gs pos="100000">
                <a:schemeClr val="bg2">
                  <a:alpha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>
              <a:defRPr/>
            </a:pPr>
            <a:endParaRPr lang="zh-CN" altLang="en-US">
              <a:solidFill>
                <a:srgbClr val="181818"/>
              </a:solidFill>
              <a:latin typeface="vivo Sans"/>
              <a:ea typeface="vivo Sans"/>
            </a:endParaRPr>
          </a:p>
        </p:txBody>
      </p:sp>
      <p:sp>
        <p:nvSpPr>
          <p:cNvPr id="8" name="!! 定位">
            <a:extLst>
              <a:ext uri="{FF2B5EF4-FFF2-40B4-BE49-F238E27FC236}">
                <a16:creationId xmlns:a16="http://schemas.microsoft.com/office/drawing/2014/main" id="{76684A0F-45BC-DB2F-FDA5-C6D1EB679B80}"/>
              </a:ext>
            </a:extLst>
          </p:cNvPr>
          <p:cNvSpPr/>
          <p:nvPr/>
        </p:nvSpPr>
        <p:spPr>
          <a:xfrm>
            <a:off x="4953000" y="3199328"/>
            <a:ext cx="2286000" cy="2286000"/>
          </a:xfrm>
          <a:prstGeom prst="ellipse">
            <a:avLst/>
          </a:prstGeom>
          <a:noFill/>
          <a:ln w="44450" cap="rnd" cmpd="sng">
            <a:solidFill>
              <a:schemeClr val="bg2">
                <a:alpha val="0"/>
              </a:schemeClr>
            </a:solidFill>
            <a:prstDash val="dash"/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189">
              <a:defRPr/>
            </a:pPr>
            <a:endParaRPr lang="zh-CN" altLang="en-US">
              <a:solidFill>
                <a:srgbClr val="FFFFFF"/>
              </a:solidFill>
              <a:latin typeface="OPPOSans R"/>
              <a:ea typeface="OPPOSans R"/>
            </a:endParaRPr>
          </a:p>
        </p:txBody>
      </p:sp>
      <p:sp>
        <p:nvSpPr>
          <p:cNvPr id="11" name="!! 标题2">
            <a:extLst>
              <a:ext uri="{FF2B5EF4-FFF2-40B4-BE49-F238E27FC236}">
                <a16:creationId xmlns:a16="http://schemas.microsoft.com/office/drawing/2014/main" id="{177820AF-7DC8-DE5E-4F2E-F72AE9F73AF0}"/>
              </a:ext>
            </a:extLst>
          </p:cNvPr>
          <p:cNvSpPr txBox="1"/>
          <p:nvPr/>
        </p:nvSpPr>
        <p:spPr>
          <a:xfrm>
            <a:off x="3943351" y="4381504"/>
            <a:ext cx="43053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377">
              <a:defRPr/>
            </a:pPr>
            <a:r>
              <a:rPr lang="zh-CN" altLang="en-US" sz="3200" dirty="0">
                <a:solidFill>
                  <a:srgbClr val="FFFFFF"/>
                </a:solidFill>
                <a:latin typeface="vivo Sans Medium"/>
                <a:ea typeface="vivo Sans Medium"/>
              </a:rPr>
              <a:t>连接卫星中</a:t>
            </a:r>
          </a:p>
        </p:txBody>
      </p:sp>
      <p:sp>
        <p:nvSpPr>
          <p:cNvPr id="12" name="!! 副标题2">
            <a:extLst>
              <a:ext uri="{FF2B5EF4-FFF2-40B4-BE49-F238E27FC236}">
                <a16:creationId xmlns:a16="http://schemas.microsoft.com/office/drawing/2014/main" id="{703EE60D-AC0B-BCE1-642C-48671C6B9ECA}"/>
              </a:ext>
            </a:extLst>
          </p:cNvPr>
          <p:cNvSpPr txBox="1"/>
          <p:nvPr/>
        </p:nvSpPr>
        <p:spPr>
          <a:xfrm>
            <a:off x="3943351" y="4940971"/>
            <a:ext cx="4305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189">
              <a:defRPr/>
            </a:pPr>
            <a:r>
              <a:rPr lang="zh-CN" altLang="en-US" dirty="0">
                <a:solidFill>
                  <a:srgbClr val="FFFFFF">
                    <a:lumMod val="65000"/>
                  </a:srgbClr>
                </a:solidFill>
                <a:latin typeface="vivo Sans"/>
                <a:ea typeface="vivo Sans"/>
              </a:rPr>
              <a:t>正在连接</a:t>
            </a:r>
            <a:r>
              <a:rPr lang="en-US" altLang="zh-CN" dirty="0">
                <a:solidFill>
                  <a:srgbClr val="FFFFFF">
                    <a:lumMod val="65000"/>
                  </a:srgbClr>
                </a:solidFill>
                <a:latin typeface="vivo Sans"/>
                <a:ea typeface="vivo Sans"/>
              </a:rPr>
              <a:t>…86</a:t>
            </a:r>
            <a:r>
              <a:rPr lang="zh-CN" altLang="en-US" dirty="0">
                <a:solidFill>
                  <a:srgbClr val="FFFFFF">
                    <a:lumMod val="65000"/>
                  </a:srgbClr>
                </a:solidFill>
                <a:latin typeface="vivo Sans"/>
                <a:ea typeface="vivo Sans"/>
              </a:rPr>
              <a:t>秒</a:t>
            </a:r>
          </a:p>
        </p:txBody>
      </p:sp>
      <p:grpSp>
        <p:nvGrpSpPr>
          <p:cNvPr id="13" name="!! 卫星">
            <a:extLst>
              <a:ext uri="{FF2B5EF4-FFF2-40B4-BE49-F238E27FC236}">
                <a16:creationId xmlns:a16="http://schemas.microsoft.com/office/drawing/2014/main" id="{4853F15F-7CC5-B60E-DEFC-E5D686129FBF}"/>
              </a:ext>
            </a:extLst>
          </p:cNvPr>
          <p:cNvGrpSpPr/>
          <p:nvPr/>
        </p:nvGrpSpPr>
        <p:grpSpPr>
          <a:xfrm>
            <a:off x="5564652" y="1505335"/>
            <a:ext cx="1062703" cy="401027"/>
            <a:chOff x="5151235" y="2985879"/>
            <a:chExt cx="835229" cy="315185"/>
          </a:xfrm>
          <a:solidFill>
            <a:schemeClr val="bg1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83DCEAFA-5131-1EE4-5DE3-49F7AA5129E0}"/>
                </a:ext>
              </a:extLst>
            </p:cNvPr>
            <p:cNvSpPr/>
            <p:nvPr/>
          </p:nvSpPr>
          <p:spPr>
            <a:xfrm>
              <a:off x="5411257" y="2985879"/>
              <a:ext cx="315185" cy="31518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189">
                <a:defRPr/>
              </a:pPr>
              <a:endParaRPr lang="zh-CN" altLang="en-US">
                <a:solidFill>
                  <a:srgbClr val="FFFFFF"/>
                </a:solidFill>
                <a:latin typeface="OPPOSans R"/>
                <a:ea typeface="OPPOSans R"/>
              </a:endParaRPr>
            </a:p>
          </p:txBody>
        </p:sp>
        <p:sp>
          <p:nvSpPr>
            <p:cNvPr id="15" name="矩形: 圆角 14">
              <a:extLst>
                <a:ext uri="{FF2B5EF4-FFF2-40B4-BE49-F238E27FC236}">
                  <a16:creationId xmlns:a16="http://schemas.microsoft.com/office/drawing/2014/main" id="{46496864-0BD4-9E8E-D4EA-E7A691AFE923}"/>
                </a:ext>
              </a:extLst>
            </p:cNvPr>
            <p:cNvSpPr/>
            <p:nvPr/>
          </p:nvSpPr>
          <p:spPr>
            <a:xfrm>
              <a:off x="5779926" y="3101561"/>
              <a:ext cx="206538" cy="8382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189">
                <a:defRPr/>
              </a:pPr>
              <a:endParaRPr lang="zh-CN" altLang="en-US">
                <a:solidFill>
                  <a:srgbClr val="FFFFFF"/>
                </a:solidFill>
                <a:latin typeface="OPPOSans R"/>
                <a:ea typeface="OPPOSans R"/>
              </a:endParaRPr>
            </a:p>
          </p:txBody>
        </p:sp>
        <p:sp>
          <p:nvSpPr>
            <p:cNvPr id="16" name="矩形: 圆角 15">
              <a:extLst>
                <a:ext uri="{FF2B5EF4-FFF2-40B4-BE49-F238E27FC236}">
                  <a16:creationId xmlns:a16="http://schemas.microsoft.com/office/drawing/2014/main" id="{91C04847-22E9-3239-080C-13E9C70BEE90}"/>
                </a:ext>
              </a:extLst>
            </p:cNvPr>
            <p:cNvSpPr/>
            <p:nvPr/>
          </p:nvSpPr>
          <p:spPr>
            <a:xfrm>
              <a:off x="5151235" y="3101561"/>
              <a:ext cx="206538" cy="8382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189">
                <a:defRPr/>
              </a:pPr>
              <a:endParaRPr lang="zh-CN" altLang="en-US">
                <a:solidFill>
                  <a:srgbClr val="FFFFFF"/>
                </a:solidFill>
                <a:latin typeface="OPPOSans R"/>
                <a:ea typeface="OPPOSans R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846567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 advTm="800"/>
    </mc:Choice>
    <mc:Fallback xmlns="">
      <p:transition advClick="0" advTm="800"/>
    </mc:Fallback>
  </mc:AlternateContent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A8CEAF-0B15-DA17-A2CF-FCC9D2A600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!! 背景" descr="黑暗里有星球&#10;&#10;AI 生成的内容可能不正确。">
            <a:extLst>
              <a:ext uri="{FF2B5EF4-FFF2-40B4-BE49-F238E27FC236}">
                <a16:creationId xmlns:a16="http://schemas.microsoft.com/office/drawing/2014/main" id="{7569AD3A-204F-FDB2-2728-1B0DCC7E8AA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!! 遮罩">
            <a:extLst>
              <a:ext uri="{FF2B5EF4-FFF2-40B4-BE49-F238E27FC236}">
                <a16:creationId xmlns:a16="http://schemas.microsoft.com/office/drawing/2014/main" id="{9C7DC2B8-C7CB-8C40-AD22-0CECD9B2D59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>
              <a:defRPr/>
            </a:pPr>
            <a:endParaRPr lang="zh-CN" altLang="en-US">
              <a:solidFill>
                <a:srgbClr val="F5F5F5"/>
              </a:solidFill>
              <a:latin typeface="vivo Sans"/>
              <a:ea typeface="vivo Sans"/>
            </a:endParaRPr>
          </a:p>
        </p:txBody>
      </p:sp>
      <p:sp>
        <p:nvSpPr>
          <p:cNvPr id="5" name="!! 轮廓">
            <a:extLst>
              <a:ext uri="{FF2B5EF4-FFF2-40B4-BE49-F238E27FC236}">
                <a16:creationId xmlns:a16="http://schemas.microsoft.com/office/drawing/2014/main" id="{A1111911-BF71-097D-07EA-69C662D8DA32}"/>
              </a:ext>
            </a:extLst>
          </p:cNvPr>
          <p:cNvSpPr/>
          <p:nvPr/>
        </p:nvSpPr>
        <p:spPr>
          <a:xfrm>
            <a:off x="-279400" y="1705847"/>
            <a:ext cx="12750800" cy="12750800"/>
          </a:xfrm>
          <a:prstGeom prst="ellipse">
            <a:avLst/>
          </a:prstGeom>
          <a:noFill/>
          <a:ln w="444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189">
              <a:defRPr/>
            </a:pPr>
            <a:endParaRPr lang="zh-CN" altLang="en-US">
              <a:solidFill>
                <a:srgbClr val="FFFFFF"/>
              </a:solidFill>
              <a:latin typeface="OPPOSans R"/>
              <a:ea typeface="OPPOSans R"/>
            </a:endParaRPr>
          </a:p>
        </p:txBody>
      </p:sp>
      <p:sp>
        <p:nvSpPr>
          <p:cNvPr id="8" name="!! 定位">
            <a:extLst>
              <a:ext uri="{FF2B5EF4-FFF2-40B4-BE49-F238E27FC236}">
                <a16:creationId xmlns:a16="http://schemas.microsoft.com/office/drawing/2014/main" id="{D4BA8C24-019F-219D-5D8E-A8B3386ABF25}"/>
              </a:ext>
            </a:extLst>
          </p:cNvPr>
          <p:cNvSpPr/>
          <p:nvPr/>
        </p:nvSpPr>
        <p:spPr>
          <a:xfrm>
            <a:off x="4953000" y="3199328"/>
            <a:ext cx="2286000" cy="2286000"/>
          </a:xfrm>
          <a:prstGeom prst="ellipse">
            <a:avLst/>
          </a:prstGeom>
          <a:noFill/>
          <a:ln w="44450" cap="rnd" cmpd="sng">
            <a:solidFill>
              <a:schemeClr val="bg2">
                <a:alpha val="0"/>
              </a:schemeClr>
            </a:solidFill>
            <a:prstDash val="dash"/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189">
              <a:defRPr/>
            </a:pPr>
            <a:endParaRPr lang="zh-CN" altLang="en-US">
              <a:solidFill>
                <a:srgbClr val="FFFFFF"/>
              </a:solidFill>
              <a:latin typeface="OPPOSans R"/>
              <a:ea typeface="OPPOSans R"/>
            </a:endParaRPr>
          </a:p>
        </p:txBody>
      </p:sp>
      <p:sp>
        <p:nvSpPr>
          <p:cNvPr id="11" name="!! 标题4">
            <a:extLst>
              <a:ext uri="{FF2B5EF4-FFF2-40B4-BE49-F238E27FC236}">
                <a16:creationId xmlns:a16="http://schemas.microsoft.com/office/drawing/2014/main" id="{70A78C74-80F5-8061-BFB4-397A536CFD98}"/>
              </a:ext>
            </a:extLst>
          </p:cNvPr>
          <p:cNvSpPr txBox="1"/>
          <p:nvPr/>
        </p:nvSpPr>
        <p:spPr>
          <a:xfrm>
            <a:off x="3943351" y="4381504"/>
            <a:ext cx="43053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377">
              <a:defRPr/>
            </a:pPr>
            <a:r>
              <a:rPr lang="zh-CN" altLang="en-US" sz="3200" dirty="0">
                <a:solidFill>
                  <a:schemeClr val="tx2">
                    <a:lumMod val="50000"/>
                    <a:lumOff val="50000"/>
                  </a:schemeClr>
                </a:solidFill>
                <a:latin typeface="vivo Sans Medium"/>
                <a:ea typeface="vivo Sans Medium"/>
              </a:rPr>
              <a:t>卫星已连接</a:t>
            </a:r>
          </a:p>
        </p:txBody>
      </p:sp>
      <p:sp>
        <p:nvSpPr>
          <p:cNvPr id="12" name="!! 副标题4">
            <a:extLst>
              <a:ext uri="{FF2B5EF4-FFF2-40B4-BE49-F238E27FC236}">
                <a16:creationId xmlns:a16="http://schemas.microsoft.com/office/drawing/2014/main" id="{0D6BA688-1886-D1B0-6083-52D3A174E4C6}"/>
              </a:ext>
            </a:extLst>
          </p:cNvPr>
          <p:cNvSpPr txBox="1"/>
          <p:nvPr/>
        </p:nvSpPr>
        <p:spPr>
          <a:xfrm>
            <a:off x="3943351" y="4940971"/>
            <a:ext cx="4305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189">
              <a:defRPr/>
            </a:pPr>
            <a:r>
              <a:rPr lang="zh-CN" altLang="en-US" dirty="0">
                <a:solidFill>
                  <a:schemeClr val="bg1"/>
                </a:solidFill>
                <a:latin typeface="vivo Sans"/>
                <a:ea typeface="vivo Sans"/>
              </a:rPr>
              <a:t>正在准备通讯</a:t>
            </a:r>
          </a:p>
        </p:txBody>
      </p:sp>
      <p:grpSp>
        <p:nvGrpSpPr>
          <p:cNvPr id="13" name="!! 卫星">
            <a:extLst>
              <a:ext uri="{FF2B5EF4-FFF2-40B4-BE49-F238E27FC236}">
                <a16:creationId xmlns:a16="http://schemas.microsoft.com/office/drawing/2014/main" id="{D0941F15-ABDC-894F-BD2E-17683542469B}"/>
              </a:ext>
            </a:extLst>
          </p:cNvPr>
          <p:cNvGrpSpPr/>
          <p:nvPr/>
        </p:nvGrpSpPr>
        <p:grpSpPr>
          <a:xfrm>
            <a:off x="5564652" y="1505335"/>
            <a:ext cx="1062703" cy="401027"/>
            <a:chOff x="5151235" y="2985879"/>
            <a:chExt cx="835229" cy="315185"/>
          </a:xfrm>
          <a:solidFill>
            <a:schemeClr val="bg2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84E9FC30-9772-3A2C-216C-84B1B0AA115A}"/>
                </a:ext>
              </a:extLst>
            </p:cNvPr>
            <p:cNvSpPr/>
            <p:nvPr/>
          </p:nvSpPr>
          <p:spPr>
            <a:xfrm>
              <a:off x="5411257" y="2985879"/>
              <a:ext cx="315185" cy="31518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189">
                <a:defRPr/>
              </a:pPr>
              <a:endParaRPr lang="zh-CN" altLang="en-US">
                <a:solidFill>
                  <a:srgbClr val="FFFFFF"/>
                </a:solidFill>
                <a:latin typeface="OPPOSans R"/>
                <a:ea typeface="OPPOSans R"/>
              </a:endParaRPr>
            </a:p>
          </p:txBody>
        </p:sp>
        <p:sp>
          <p:nvSpPr>
            <p:cNvPr id="15" name="矩形: 圆角 14">
              <a:extLst>
                <a:ext uri="{FF2B5EF4-FFF2-40B4-BE49-F238E27FC236}">
                  <a16:creationId xmlns:a16="http://schemas.microsoft.com/office/drawing/2014/main" id="{EF3517DA-1AC6-CFE6-90BD-FE8FB591E5C8}"/>
                </a:ext>
              </a:extLst>
            </p:cNvPr>
            <p:cNvSpPr/>
            <p:nvPr/>
          </p:nvSpPr>
          <p:spPr>
            <a:xfrm>
              <a:off x="5779926" y="3101561"/>
              <a:ext cx="206538" cy="8382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189">
                <a:defRPr/>
              </a:pPr>
              <a:endParaRPr lang="zh-CN" altLang="en-US">
                <a:solidFill>
                  <a:srgbClr val="FFFFFF"/>
                </a:solidFill>
                <a:latin typeface="OPPOSans R"/>
                <a:ea typeface="OPPOSans R"/>
              </a:endParaRPr>
            </a:p>
          </p:txBody>
        </p:sp>
        <p:sp>
          <p:nvSpPr>
            <p:cNvPr id="16" name="矩形: 圆角 15">
              <a:extLst>
                <a:ext uri="{FF2B5EF4-FFF2-40B4-BE49-F238E27FC236}">
                  <a16:creationId xmlns:a16="http://schemas.microsoft.com/office/drawing/2014/main" id="{7B76F9E1-2C6B-3A69-8351-30EC86E18E23}"/>
                </a:ext>
              </a:extLst>
            </p:cNvPr>
            <p:cNvSpPr/>
            <p:nvPr/>
          </p:nvSpPr>
          <p:spPr>
            <a:xfrm>
              <a:off x="5151235" y="3101561"/>
              <a:ext cx="206538" cy="8382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189">
                <a:defRPr/>
              </a:pPr>
              <a:endParaRPr lang="zh-CN" altLang="en-US">
                <a:solidFill>
                  <a:srgbClr val="FFFFFF"/>
                </a:solidFill>
                <a:latin typeface="OPPOSans R"/>
                <a:ea typeface="OPPOSans R"/>
              </a:endParaRPr>
            </a:p>
          </p:txBody>
        </p:sp>
      </p:grp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342A2D78-3219-D849-0C37-90D40EB10361}"/>
              </a:ext>
            </a:extLst>
          </p:cNvPr>
          <p:cNvGrpSpPr/>
          <p:nvPr/>
        </p:nvGrpSpPr>
        <p:grpSpPr>
          <a:xfrm>
            <a:off x="3875137" y="6958329"/>
            <a:ext cx="2042373" cy="704838"/>
            <a:chOff x="1927647" y="3732963"/>
            <a:chExt cx="2042373" cy="704838"/>
          </a:xfrm>
        </p:grpSpPr>
        <p:sp>
          <p:nvSpPr>
            <p:cNvPr id="29" name="!! 颜色遮罩">
              <a:extLst>
                <a:ext uri="{FF2B5EF4-FFF2-40B4-BE49-F238E27FC236}">
                  <a16:creationId xmlns:a16="http://schemas.microsoft.com/office/drawing/2014/main" id="{AFD893DE-E541-6E56-97AF-8D1D71322014}"/>
                </a:ext>
              </a:extLst>
            </p:cNvPr>
            <p:cNvSpPr>
              <a:spLocks/>
            </p:cNvSpPr>
            <p:nvPr/>
          </p:nvSpPr>
          <p:spPr>
            <a:xfrm>
              <a:off x="1927647" y="3732963"/>
              <a:ext cx="2042373" cy="704838"/>
            </a:xfrm>
            <a:prstGeom prst="roundRect">
              <a:avLst>
                <a:gd name="adj" fmla="val 15000"/>
              </a:avLst>
            </a:pr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189"/>
              <a:endParaRPr lang="zh-CN" altLang="en-US">
                <a:solidFill>
                  <a:srgbClr val="FFFFFF"/>
                </a:solidFill>
                <a:latin typeface="OPPOSans R"/>
                <a:ea typeface="OPPOSans R"/>
              </a:endParaRPr>
            </a:p>
          </p:txBody>
        </p:sp>
        <p:grpSp>
          <p:nvGrpSpPr>
            <p:cNvPr id="30" name="!! Leaf">
              <a:extLst>
                <a:ext uri="{FF2B5EF4-FFF2-40B4-BE49-F238E27FC236}">
                  <a16:creationId xmlns:a16="http://schemas.microsoft.com/office/drawing/2014/main" id="{186BDBB6-20A7-C447-5524-1E7EC1640737}"/>
                </a:ext>
              </a:extLst>
            </p:cNvPr>
            <p:cNvGrpSpPr/>
            <p:nvPr/>
          </p:nvGrpSpPr>
          <p:grpSpPr>
            <a:xfrm>
              <a:off x="2164038" y="3862181"/>
              <a:ext cx="446400" cy="446400"/>
              <a:chOff x="2567898" y="5909843"/>
              <a:chExt cx="446400" cy="446400"/>
            </a:xfrm>
          </p:grpSpPr>
          <p:sp>
            <p:nvSpPr>
              <p:cNvPr id="37" name="!! 背景">
                <a:extLst>
                  <a:ext uri="{FF2B5EF4-FFF2-40B4-BE49-F238E27FC236}">
                    <a16:creationId xmlns:a16="http://schemas.microsoft.com/office/drawing/2014/main" id="{CC464311-F7B7-C898-20A5-EE1088DF7E67}"/>
                  </a:ext>
                </a:extLst>
              </p:cNvPr>
              <p:cNvSpPr/>
              <p:nvPr/>
            </p:nvSpPr>
            <p:spPr>
              <a:xfrm>
                <a:off x="2567898" y="5909843"/>
                <a:ext cx="446400" cy="446400"/>
              </a:xfrm>
              <a:prstGeom prst="roundRect">
                <a:avLst/>
              </a:prstGeom>
              <a:solidFill>
                <a:srgbClr val="FFFFFF">
                  <a:lumMod val="95000"/>
                  <a:alpha val="20000"/>
                </a:srgbClr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457189">
                  <a:defRPr/>
                </a:pPr>
                <a:endParaRPr lang="zh-CN" altLang="en-US" kern="0">
                  <a:solidFill>
                    <a:srgbClr val="FFFFFF"/>
                  </a:solidFill>
                  <a:latin typeface="OPPOSans R"/>
                  <a:ea typeface="OPPOSans R"/>
                </a:endParaRPr>
              </a:p>
            </p:txBody>
          </p:sp>
          <p:pic>
            <p:nvPicPr>
              <p:cNvPr id="38" name="!! leaf" descr="树叶 纯色填充">
                <a:extLst>
                  <a:ext uri="{FF2B5EF4-FFF2-40B4-BE49-F238E27FC236}">
                    <a16:creationId xmlns:a16="http://schemas.microsoft.com/office/drawing/2014/main" id="{F4CE4C77-7FD5-EE10-B117-665B2A8DE8F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2628428" y="5972614"/>
                <a:ext cx="326678" cy="326678"/>
              </a:xfrm>
              <a:prstGeom prst="rect">
                <a:avLst/>
              </a:prstGeom>
            </p:spPr>
          </p:pic>
        </p:grpSp>
        <p:grpSp>
          <p:nvGrpSpPr>
            <p:cNvPr id="31" name="电话">
              <a:extLst>
                <a:ext uri="{FF2B5EF4-FFF2-40B4-BE49-F238E27FC236}">
                  <a16:creationId xmlns:a16="http://schemas.microsoft.com/office/drawing/2014/main" id="{7AE65213-3675-D2CA-B14B-8E9F2511F0F4}"/>
                </a:ext>
              </a:extLst>
            </p:cNvPr>
            <p:cNvGrpSpPr/>
            <p:nvPr/>
          </p:nvGrpSpPr>
          <p:grpSpPr>
            <a:xfrm>
              <a:off x="2731985" y="3859533"/>
              <a:ext cx="446930" cy="446930"/>
              <a:chOff x="4725145" y="3205535"/>
              <a:chExt cx="446930" cy="446930"/>
            </a:xfrm>
          </p:grpSpPr>
          <p:sp>
            <p:nvSpPr>
              <p:cNvPr id="35" name="背景">
                <a:hlinkClick r:id="rId7" action="ppaction://hlinksldjump"/>
                <a:extLst>
                  <a:ext uri="{FF2B5EF4-FFF2-40B4-BE49-F238E27FC236}">
                    <a16:creationId xmlns:a16="http://schemas.microsoft.com/office/drawing/2014/main" id="{E77775A6-5481-B6AF-C627-32FD24D93A4B}"/>
                  </a:ext>
                </a:extLst>
              </p:cNvPr>
              <p:cNvSpPr/>
              <p:nvPr/>
            </p:nvSpPr>
            <p:spPr>
              <a:xfrm>
                <a:off x="4725145" y="3205535"/>
                <a:ext cx="446930" cy="446930"/>
              </a:xfrm>
              <a:prstGeom prst="roundRect">
                <a:avLst/>
              </a:prstGeom>
              <a:solidFill>
                <a:srgbClr val="00DE30">
                  <a:alpha val="40000"/>
                </a:srgbClr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457189">
                  <a:defRPr/>
                </a:pPr>
                <a:endParaRPr lang="zh-CN" altLang="en-US" kern="0">
                  <a:solidFill>
                    <a:srgbClr val="FFFFFF"/>
                  </a:solidFill>
                  <a:latin typeface="OPPOSans R"/>
                  <a:ea typeface="OPPOSans R"/>
                </a:endParaRPr>
              </a:p>
            </p:txBody>
          </p:sp>
          <p:pic>
            <p:nvPicPr>
              <p:cNvPr id="36" name="前景">
                <a:hlinkClick r:id="rId8" action="ppaction://hlinksldjump"/>
                <a:extLst>
                  <a:ext uri="{FF2B5EF4-FFF2-40B4-BE49-F238E27FC236}">
                    <a16:creationId xmlns:a16="http://schemas.microsoft.com/office/drawing/2014/main" id="{4172552C-7F18-719A-2F55-E72C559B63B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rcRect/>
              <a:stretch/>
            </p:blipFill>
            <p:spPr>
              <a:xfrm>
                <a:off x="4834575" y="3314965"/>
                <a:ext cx="228070" cy="228070"/>
              </a:xfrm>
              <a:prstGeom prst="rect">
                <a:avLst/>
              </a:prstGeom>
            </p:spPr>
          </p:pic>
        </p:grpSp>
        <p:grpSp>
          <p:nvGrpSpPr>
            <p:cNvPr id="32" name="电话">
              <a:extLst>
                <a:ext uri="{FF2B5EF4-FFF2-40B4-BE49-F238E27FC236}">
                  <a16:creationId xmlns:a16="http://schemas.microsoft.com/office/drawing/2014/main" id="{E5417028-13EF-8D2C-6343-5C607D060551}"/>
                </a:ext>
              </a:extLst>
            </p:cNvPr>
            <p:cNvGrpSpPr/>
            <p:nvPr/>
          </p:nvGrpSpPr>
          <p:grpSpPr>
            <a:xfrm>
              <a:off x="3305913" y="3868931"/>
              <a:ext cx="446930" cy="446930"/>
              <a:chOff x="4725145" y="3205535"/>
              <a:chExt cx="446930" cy="446930"/>
            </a:xfrm>
          </p:grpSpPr>
          <p:sp>
            <p:nvSpPr>
              <p:cNvPr id="33" name="背景">
                <a:hlinkClick r:id="rId8" action="ppaction://hlinksldjump"/>
                <a:extLst>
                  <a:ext uri="{FF2B5EF4-FFF2-40B4-BE49-F238E27FC236}">
                    <a16:creationId xmlns:a16="http://schemas.microsoft.com/office/drawing/2014/main" id="{7FE4DE0B-2523-BE1A-88D6-E7BD79133160}"/>
                  </a:ext>
                </a:extLst>
              </p:cNvPr>
              <p:cNvSpPr/>
              <p:nvPr/>
            </p:nvSpPr>
            <p:spPr>
              <a:xfrm>
                <a:off x="4725145" y="3205535"/>
                <a:ext cx="446930" cy="446930"/>
              </a:xfrm>
              <a:prstGeom prst="roundRect">
                <a:avLst/>
              </a:prstGeom>
              <a:solidFill>
                <a:srgbClr val="1D78FF">
                  <a:alpha val="40000"/>
                </a:srgbClr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457189">
                  <a:defRPr/>
                </a:pPr>
                <a:endParaRPr lang="zh-CN" altLang="en-US" kern="0">
                  <a:solidFill>
                    <a:srgbClr val="FFFFFF"/>
                  </a:solidFill>
                  <a:latin typeface="OPPOSans R"/>
                  <a:ea typeface="OPPOSans R"/>
                </a:endParaRPr>
              </a:p>
            </p:txBody>
          </p:sp>
          <p:pic>
            <p:nvPicPr>
              <p:cNvPr id="34" name="前景">
                <a:hlinkClick r:id="rId8" action="ppaction://hlinksldjump"/>
                <a:extLst>
                  <a:ext uri="{FF2B5EF4-FFF2-40B4-BE49-F238E27FC236}">
                    <a16:creationId xmlns:a16="http://schemas.microsoft.com/office/drawing/2014/main" id="{8D361FBE-583C-C6A7-2FE3-24BD0752F3A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rcRect/>
              <a:stretch/>
            </p:blipFill>
            <p:spPr>
              <a:xfrm>
                <a:off x="4834575" y="3330845"/>
                <a:ext cx="228070" cy="228070"/>
              </a:xfrm>
              <a:prstGeom prst="rect">
                <a:avLst/>
              </a:prstGeom>
            </p:spPr>
          </p:pic>
        </p:grpSp>
      </p:grpSp>
      <p:grpSp>
        <p:nvGrpSpPr>
          <p:cNvPr id="46" name="组合 45">
            <a:extLst>
              <a:ext uri="{FF2B5EF4-FFF2-40B4-BE49-F238E27FC236}">
                <a16:creationId xmlns:a16="http://schemas.microsoft.com/office/drawing/2014/main" id="{5DC05E3D-CDB8-16C4-5343-3CA7C5E02FE6}"/>
              </a:ext>
            </a:extLst>
          </p:cNvPr>
          <p:cNvGrpSpPr/>
          <p:nvPr/>
        </p:nvGrpSpPr>
        <p:grpSpPr>
          <a:xfrm>
            <a:off x="6016923" y="7103932"/>
            <a:ext cx="2452159" cy="574899"/>
            <a:chOff x="4869919" y="5962663"/>
            <a:chExt cx="2452159" cy="704838"/>
          </a:xfrm>
        </p:grpSpPr>
        <p:sp>
          <p:nvSpPr>
            <p:cNvPr id="47" name="!! 颜色遮罩">
              <a:extLst>
                <a:ext uri="{FF2B5EF4-FFF2-40B4-BE49-F238E27FC236}">
                  <a16:creationId xmlns:a16="http://schemas.microsoft.com/office/drawing/2014/main" id="{837FCFF9-3E3D-5EA6-B287-CDFC1F55BC4F}"/>
                </a:ext>
              </a:extLst>
            </p:cNvPr>
            <p:cNvSpPr>
              <a:spLocks/>
            </p:cNvSpPr>
            <p:nvPr/>
          </p:nvSpPr>
          <p:spPr>
            <a:xfrm>
              <a:off x="4869919" y="5962663"/>
              <a:ext cx="2452159" cy="704838"/>
            </a:xfrm>
            <a:prstGeom prst="roundRect">
              <a:avLst>
                <a:gd name="adj" fmla="val 15000"/>
              </a:avLst>
            </a:pr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189">
                <a:defRPr/>
              </a:pPr>
              <a:endParaRPr lang="zh-CN" altLang="en-US" dirty="0">
                <a:solidFill>
                  <a:srgbClr val="FFFFFF"/>
                </a:solidFill>
                <a:latin typeface="OPPOSans R"/>
                <a:ea typeface="OPPOSans R"/>
              </a:endParaRPr>
            </a:p>
          </p:txBody>
        </p:sp>
        <p:sp>
          <p:nvSpPr>
            <p:cNvPr id="48" name="!! 运营商">
              <a:extLst>
                <a:ext uri="{FF2B5EF4-FFF2-40B4-BE49-F238E27FC236}">
                  <a16:creationId xmlns:a16="http://schemas.microsoft.com/office/drawing/2014/main" id="{F093E63E-0D09-1B17-F749-B40F2A515CE3}"/>
                </a:ext>
              </a:extLst>
            </p:cNvPr>
            <p:cNvSpPr txBox="1"/>
            <p:nvPr/>
          </p:nvSpPr>
          <p:spPr>
            <a:xfrm>
              <a:off x="5230811" y="6095494"/>
              <a:ext cx="1114424" cy="2830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457189">
                <a:defRPr/>
              </a:pPr>
              <a:r>
                <a:rPr lang="zh-CN" altLang="en-US" sz="900" dirty="0">
                  <a:solidFill>
                    <a:srgbClr val="FFFFFF"/>
                  </a:solidFill>
                  <a:latin typeface="OPPOSans M"/>
                  <a:ea typeface="OPPOSans M"/>
                </a:rPr>
                <a:t>卫星网络</a:t>
              </a:r>
            </a:p>
          </p:txBody>
        </p:sp>
        <p:pic>
          <p:nvPicPr>
            <p:cNvPr id="49" name="!! 通知">
              <a:extLst>
                <a:ext uri="{FF2B5EF4-FFF2-40B4-BE49-F238E27FC236}">
                  <a16:creationId xmlns:a16="http://schemas.microsoft.com/office/drawing/2014/main" id="{F397F6CF-6FFD-66FA-9314-7A305097863F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6981292" y="6130475"/>
              <a:ext cx="152400" cy="152400"/>
            </a:xfrm>
            <a:prstGeom prst="rect">
              <a:avLst/>
            </a:prstGeom>
          </p:spPr>
        </p:pic>
        <p:pic>
          <p:nvPicPr>
            <p:cNvPr id="50" name="!! 电池">
              <a:extLst>
                <a:ext uri="{FF2B5EF4-FFF2-40B4-BE49-F238E27FC236}">
                  <a16:creationId xmlns:a16="http://schemas.microsoft.com/office/drawing/2014/main" id="{0CFFF7F6-AB14-4DD2-971F-94D9AD055979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5099046" y="6354004"/>
              <a:ext cx="191558" cy="191558"/>
            </a:xfrm>
            <a:prstGeom prst="rect">
              <a:avLst/>
            </a:prstGeom>
          </p:spPr>
        </p:pic>
        <p:sp>
          <p:nvSpPr>
            <p:cNvPr id="51" name="!! 时间">
              <a:extLst>
                <a:ext uri="{FF2B5EF4-FFF2-40B4-BE49-F238E27FC236}">
                  <a16:creationId xmlns:a16="http://schemas.microsoft.com/office/drawing/2014/main" id="{FAEACCA0-145A-F5E0-2D63-5AA820AD55B9}"/>
                </a:ext>
              </a:extLst>
            </p:cNvPr>
            <p:cNvSpPr txBox="1"/>
            <p:nvPr/>
          </p:nvSpPr>
          <p:spPr>
            <a:xfrm>
              <a:off x="6444193" y="6330559"/>
              <a:ext cx="773641" cy="3114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defTabSz="457189">
                <a:defRPr/>
              </a:pPr>
              <a:r>
                <a:rPr lang="en-US" altLang="zh-CN" sz="1051" dirty="0">
                  <a:solidFill>
                    <a:srgbClr val="FFFFFF"/>
                  </a:solidFill>
                  <a:latin typeface="OPPOSans R"/>
                  <a:ea typeface="OPPOSans R"/>
                </a:rPr>
                <a:t>16:34</a:t>
              </a:r>
              <a:endParaRPr lang="zh-CN" altLang="en-US" sz="1051" dirty="0">
                <a:solidFill>
                  <a:srgbClr val="FFFFFF"/>
                </a:solidFill>
                <a:latin typeface="OPPOSans R"/>
                <a:ea typeface="OPPOSans R"/>
              </a:endParaRPr>
            </a:p>
          </p:txBody>
        </p:sp>
        <p:sp>
          <p:nvSpPr>
            <p:cNvPr id="52" name="!! AC">
              <a:extLst>
                <a:ext uri="{FF2B5EF4-FFF2-40B4-BE49-F238E27FC236}">
                  <a16:creationId xmlns:a16="http://schemas.microsoft.com/office/drawing/2014/main" id="{4D9B86DE-48BE-EE97-FC66-8A0857CAF18B}"/>
                </a:ext>
              </a:extLst>
            </p:cNvPr>
            <p:cNvSpPr txBox="1"/>
            <p:nvPr/>
          </p:nvSpPr>
          <p:spPr>
            <a:xfrm>
              <a:off x="5228428" y="6334367"/>
              <a:ext cx="434183" cy="2830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457189">
                <a:defRPr/>
              </a:pPr>
              <a:r>
                <a:rPr lang="en-US" altLang="zh-CN" sz="900" dirty="0">
                  <a:solidFill>
                    <a:srgbClr val="FFFFFF"/>
                  </a:solidFill>
                  <a:latin typeface="OPPOSans R"/>
                  <a:ea typeface="OPPOSans R"/>
                </a:rPr>
                <a:t>49%</a:t>
              </a:r>
              <a:endParaRPr lang="zh-CN" altLang="en-US" sz="900" dirty="0">
                <a:solidFill>
                  <a:srgbClr val="FFFFFF"/>
                </a:solidFill>
                <a:latin typeface="OPPOSans R"/>
                <a:ea typeface="OPPOSans R"/>
              </a:endParaRPr>
            </a:p>
          </p:txBody>
        </p:sp>
        <p:pic>
          <p:nvPicPr>
            <p:cNvPr id="53" name="!! 声音">
              <a:extLst>
                <a:ext uri="{FF2B5EF4-FFF2-40B4-BE49-F238E27FC236}">
                  <a16:creationId xmlns:a16="http://schemas.microsoft.com/office/drawing/2014/main" id="{315E4733-0534-52DD-D159-DE2C5A5F4C64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6742093" y="6116709"/>
              <a:ext cx="179932" cy="179932"/>
            </a:xfrm>
            <a:prstGeom prst="rect">
              <a:avLst/>
            </a:prstGeom>
          </p:spPr>
        </p:pic>
        <p:grpSp>
          <p:nvGrpSpPr>
            <p:cNvPr id="54" name="!! 卫星2">
              <a:extLst>
                <a:ext uri="{FF2B5EF4-FFF2-40B4-BE49-F238E27FC236}">
                  <a16:creationId xmlns:a16="http://schemas.microsoft.com/office/drawing/2014/main" id="{C17440DE-D82F-C2A0-512D-BD0C25212CDD}"/>
                </a:ext>
              </a:extLst>
            </p:cNvPr>
            <p:cNvGrpSpPr/>
            <p:nvPr/>
          </p:nvGrpSpPr>
          <p:grpSpPr>
            <a:xfrm rot="2323695" flipH="1">
              <a:off x="5085472" y="6158128"/>
              <a:ext cx="220894" cy="83358"/>
              <a:chOff x="5204410" y="3028417"/>
              <a:chExt cx="835228" cy="315185"/>
            </a:xfrm>
            <a:solidFill>
              <a:schemeClr val="bg2"/>
            </a:solidFill>
            <a:effectLst/>
          </p:grpSpPr>
          <p:sp>
            <p:nvSpPr>
              <p:cNvPr id="55" name="椭圆 54">
                <a:extLst>
                  <a:ext uri="{FF2B5EF4-FFF2-40B4-BE49-F238E27FC236}">
                    <a16:creationId xmlns:a16="http://schemas.microsoft.com/office/drawing/2014/main" id="{3178D64C-35D8-4DBC-AAD1-1A17801E663D}"/>
                  </a:ext>
                </a:extLst>
              </p:cNvPr>
              <p:cNvSpPr/>
              <p:nvPr/>
            </p:nvSpPr>
            <p:spPr>
              <a:xfrm>
                <a:off x="5464433" y="3028417"/>
                <a:ext cx="315184" cy="31518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457189">
                  <a:defRPr/>
                </a:pPr>
                <a:endParaRPr lang="zh-CN" altLang="en-US">
                  <a:solidFill>
                    <a:srgbClr val="FFFFFF"/>
                  </a:solidFill>
                  <a:latin typeface="OPPOSans R"/>
                  <a:ea typeface="OPPOSans R"/>
                </a:endParaRPr>
              </a:p>
            </p:txBody>
          </p:sp>
          <p:sp>
            <p:nvSpPr>
              <p:cNvPr id="56" name="矩形: 圆角 55">
                <a:extLst>
                  <a:ext uri="{FF2B5EF4-FFF2-40B4-BE49-F238E27FC236}">
                    <a16:creationId xmlns:a16="http://schemas.microsoft.com/office/drawing/2014/main" id="{293827E1-F937-9339-741F-9227A80FB87E}"/>
                  </a:ext>
                </a:extLst>
              </p:cNvPr>
              <p:cNvSpPr/>
              <p:nvPr/>
            </p:nvSpPr>
            <p:spPr>
              <a:xfrm>
                <a:off x="5833101" y="3144099"/>
                <a:ext cx="206537" cy="83819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457189">
                  <a:defRPr/>
                </a:pPr>
                <a:endParaRPr lang="zh-CN" altLang="en-US">
                  <a:solidFill>
                    <a:srgbClr val="FFFFFF"/>
                  </a:solidFill>
                  <a:latin typeface="OPPOSans R"/>
                  <a:ea typeface="OPPOSans R"/>
                </a:endParaRPr>
              </a:p>
            </p:txBody>
          </p:sp>
          <p:sp>
            <p:nvSpPr>
              <p:cNvPr id="57" name="矩形: 圆角 56">
                <a:extLst>
                  <a:ext uri="{FF2B5EF4-FFF2-40B4-BE49-F238E27FC236}">
                    <a16:creationId xmlns:a16="http://schemas.microsoft.com/office/drawing/2014/main" id="{BF5B7A4D-7232-58F1-0BD5-B27AEE8236A5}"/>
                  </a:ext>
                </a:extLst>
              </p:cNvPr>
              <p:cNvSpPr/>
              <p:nvPr/>
            </p:nvSpPr>
            <p:spPr>
              <a:xfrm>
                <a:off x="5204410" y="3144101"/>
                <a:ext cx="206537" cy="83819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457189">
                  <a:defRPr/>
                </a:pPr>
                <a:endParaRPr lang="zh-CN" altLang="en-US">
                  <a:solidFill>
                    <a:srgbClr val="FFFFFF"/>
                  </a:solidFill>
                  <a:latin typeface="OPPOSans R"/>
                  <a:ea typeface="OPPOSans R"/>
                </a:endParaRPr>
              </a:p>
            </p:txBody>
          </p:sp>
        </p:grpSp>
      </p:grpSp>
      <p:sp>
        <p:nvSpPr>
          <p:cNvPr id="58" name="椭圆 57">
            <a:extLst>
              <a:ext uri="{FF2B5EF4-FFF2-40B4-BE49-F238E27FC236}">
                <a16:creationId xmlns:a16="http://schemas.microsoft.com/office/drawing/2014/main" id="{9F9A032F-4C72-2B8F-F241-681D818200F4}"/>
              </a:ext>
            </a:extLst>
          </p:cNvPr>
          <p:cNvSpPr/>
          <p:nvPr/>
        </p:nvSpPr>
        <p:spPr>
          <a:xfrm>
            <a:off x="5441747" y="5421992"/>
            <a:ext cx="150848" cy="150848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" name="椭圆 58">
            <a:extLst>
              <a:ext uri="{FF2B5EF4-FFF2-40B4-BE49-F238E27FC236}">
                <a16:creationId xmlns:a16="http://schemas.microsoft.com/office/drawing/2014/main" id="{9C09B2C5-5EDE-7199-7645-D05D30A43565}"/>
              </a:ext>
            </a:extLst>
          </p:cNvPr>
          <p:cNvSpPr/>
          <p:nvPr/>
        </p:nvSpPr>
        <p:spPr>
          <a:xfrm>
            <a:off x="5820063" y="5421992"/>
            <a:ext cx="150848" cy="150848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" name="椭圆 59">
            <a:extLst>
              <a:ext uri="{FF2B5EF4-FFF2-40B4-BE49-F238E27FC236}">
                <a16:creationId xmlns:a16="http://schemas.microsoft.com/office/drawing/2014/main" id="{5D9404CC-DAB0-6516-F9AC-716539D33678}"/>
              </a:ext>
            </a:extLst>
          </p:cNvPr>
          <p:cNvSpPr/>
          <p:nvPr/>
        </p:nvSpPr>
        <p:spPr>
          <a:xfrm>
            <a:off x="6198379" y="5421992"/>
            <a:ext cx="150848" cy="150848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1" name="椭圆 60">
            <a:extLst>
              <a:ext uri="{FF2B5EF4-FFF2-40B4-BE49-F238E27FC236}">
                <a16:creationId xmlns:a16="http://schemas.microsoft.com/office/drawing/2014/main" id="{90E29974-AB2B-D5C2-3681-8EACC0C5209C}"/>
              </a:ext>
            </a:extLst>
          </p:cNvPr>
          <p:cNvSpPr/>
          <p:nvPr/>
        </p:nvSpPr>
        <p:spPr>
          <a:xfrm>
            <a:off x="6575033" y="5421992"/>
            <a:ext cx="150848" cy="150848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55376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p:extLst>
    <p:ext uri="{6950BFC3-D8DA-4A85-94F7-54DA5524770B}">
      <p188:commentRel xmlns:p188="http://schemas.microsoft.com/office/powerpoint/2018/8/main" r:id="rId3"/>
    </p:ext>
  </p:extLst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9EC5F3-2C78-0CFA-80EB-760B1374BE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!! 背景" descr="黑暗里有星球&#10;&#10;AI 生成的内容可能不正确。">
            <a:extLst>
              <a:ext uri="{FF2B5EF4-FFF2-40B4-BE49-F238E27FC236}">
                <a16:creationId xmlns:a16="http://schemas.microsoft.com/office/drawing/2014/main" id="{35E952B1-98C0-1EB9-9181-71A57C9DEBB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!! 定位">
            <a:extLst>
              <a:ext uri="{FF2B5EF4-FFF2-40B4-BE49-F238E27FC236}">
                <a16:creationId xmlns:a16="http://schemas.microsoft.com/office/drawing/2014/main" id="{48C32926-12EC-BB81-0DFE-1C7CB2144B7C}"/>
              </a:ext>
            </a:extLst>
          </p:cNvPr>
          <p:cNvSpPr/>
          <p:nvPr/>
        </p:nvSpPr>
        <p:spPr>
          <a:xfrm>
            <a:off x="4953000" y="3199328"/>
            <a:ext cx="2286000" cy="2286000"/>
          </a:xfrm>
          <a:prstGeom prst="ellipse">
            <a:avLst/>
          </a:prstGeom>
          <a:noFill/>
          <a:ln w="44450" cap="rnd" cmpd="sng">
            <a:solidFill>
              <a:schemeClr val="bg2">
                <a:alpha val="0"/>
              </a:schemeClr>
            </a:solidFill>
            <a:prstDash val="dash"/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189">
              <a:defRPr/>
            </a:pPr>
            <a:endParaRPr lang="zh-CN" altLang="en-US">
              <a:solidFill>
                <a:srgbClr val="FFFFFF"/>
              </a:solidFill>
              <a:latin typeface="OPPOSans R"/>
              <a:ea typeface="OPPOSans R"/>
            </a:endParaRPr>
          </a:p>
        </p:txBody>
      </p:sp>
      <p:grpSp>
        <p:nvGrpSpPr>
          <p:cNvPr id="60" name="组合 59">
            <a:extLst>
              <a:ext uri="{FF2B5EF4-FFF2-40B4-BE49-F238E27FC236}">
                <a16:creationId xmlns:a16="http://schemas.microsoft.com/office/drawing/2014/main" id="{0834E512-03AD-4763-73DD-6C8C7BE2BB79}"/>
              </a:ext>
            </a:extLst>
          </p:cNvPr>
          <p:cNvGrpSpPr/>
          <p:nvPr/>
        </p:nvGrpSpPr>
        <p:grpSpPr>
          <a:xfrm>
            <a:off x="3722922" y="5990592"/>
            <a:ext cx="2042373" cy="704839"/>
            <a:chOff x="1927647" y="3732963"/>
            <a:chExt cx="2042373" cy="704838"/>
          </a:xfrm>
        </p:grpSpPr>
        <p:sp>
          <p:nvSpPr>
            <p:cNvPr id="50" name="!! 颜色遮罩">
              <a:extLst>
                <a:ext uri="{FF2B5EF4-FFF2-40B4-BE49-F238E27FC236}">
                  <a16:creationId xmlns:a16="http://schemas.microsoft.com/office/drawing/2014/main" id="{95FCFD41-EA41-3201-D9FB-36CC14D9C2AE}"/>
                </a:ext>
              </a:extLst>
            </p:cNvPr>
            <p:cNvSpPr>
              <a:spLocks/>
            </p:cNvSpPr>
            <p:nvPr/>
          </p:nvSpPr>
          <p:spPr>
            <a:xfrm>
              <a:off x="1927647" y="3732963"/>
              <a:ext cx="2042373" cy="704838"/>
            </a:xfrm>
            <a:prstGeom prst="roundRect">
              <a:avLst>
                <a:gd name="adj" fmla="val 15000"/>
              </a:avLst>
            </a:pr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189"/>
              <a:endParaRPr lang="zh-CN" altLang="en-US">
                <a:solidFill>
                  <a:srgbClr val="FFFFFF"/>
                </a:solidFill>
                <a:latin typeface="OPPOSans R"/>
                <a:ea typeface="OPPOSans R"/>
              </a:endParaRPr>
            </a:p>
          </p:txBody>
        </p:sp>
        <p:grpSp>
          <p:nvGrpSpPr>
            <p:cNvPr id="51" name="!! Leaf">
              <a:extLst>
                <a:ext uri="{FF2B5EF4-FFF2-40B4-BE49-F238E27FC236}">
                  <a16:creationId xmlns:a16="http://schemas.microsoft.com/office/drawing/2014/main" id="{6A4F8BAB-2196-2AF2-E9CA-14ADAE953277}"/>
                </a:ext>
              </a:extLst>
            </p:cNvPr>
            <p:cNvGrpSpPr/>
            <p:nvPr/>
          </p:nvGrpSpPr>
          <p:grpSpPr>
            <a:xfrm>
              <a:off x="2164038" y="3862181"/>
              <a:ext cx="446400" cy="446400"/>
              <a:chOff x="2567898" y="5909843"/>
              <a:chExt cx="446400" cy="446400"/>
            </a:xfrm>
          </p:grpSpPr>
          <p:sp>
            <p:nvSpPr>
              <p:cNvPr id="52" name="!! 背景">
                <a:hlinkClick r:id="rId4" action="ppaction://hlinksldjump"/>
                <a:extLst>
                  <a:ext uri="{FF2B5EF4-FFF2-40B4-BE49-F238E27FC236}">
                    <a16:creationId xmlns:a16="http://schemas.microsoft.com/office/drawing/2014/main" id="{9A8AD99B-4F13-D5D2-CA3E-C986EA03C943}"/>
                  </a:ext>
                </a:extLst>
              </p:cNvPr>
              <p:cNvSpPr/>
              <p:nvPr/>
            </p:nvSpPr>
            <p:spPr>
              <a:xfrm>
                <a:off x="2567898" y="5909843"/>
                <a:ext cx="446400" cy="446400"/>
              </a:xfrm>
              <a:prstGeom prst="roundRect">
                <a:avLst/>
              </a:prstGeom>
              <a:solidFill>
                <a:srgbClr val="FFFFFF">
                  <a:lumMod val="95000"/>
                  <a:alpha val="20000"/>
                </a:srgbClr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457189">
                  <a:defRPr/>
                </a:pPr>
                <a:endParaRPr lang="zh-CN" altLang="en-US" kern="0">
                  <a:solidFill>
                    <a:srgbClr val="FFFFFF"/>
                  </a:solidFill>
                  <a:latin typeface="OPPOSans R"/>
                  <a:ea typeface="OPPOSans R"/>
                </a:endParaRPr>
              </a:p>
            </p:txBody>
          </p:sp>
          <p:pic>
            <p:nvPicPr>
              <p:cNvPr id="53" name="!! leaf" descr="树叶 纯色填充">
                <a:extLst>
                  <a:ext uri="{FF2B5EF4-FFF2-40B4-BE49-F238E27FC236}">
                    <a16:creationId xmlns:a16="http://schemas.microsoft.com/office/drawing/2014/main" id="{21E49A99-4799-FC09-404D-A106DFD5A30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2628428" y="5972614"/>
                <a:ext cx="326678" cy="326678"/>
              </a:xfrm>
              <a:prstGeom prst="rect">
                <a:avLst/>
              </a:prstGeom>
            </p:spPr>
          </p:pic>
        </p:grpSp>
        <p:grpSp>
          <p:nvGrpSpPr>
            <p:cNvPr id="54" name="电话">
              <a:extLst>
                <a:ext uri="{FF2B5EF4-FFF2-40B4-BE49-F238E27FC236}">
                  <a16:creationId xmlns:a16="http://schemas.microsoft.com/office/drawing/2014/main" id="{009779BA-EC04-AB2D-5B38-14B21554CE57}"/>
                </a:ext>
              </a:extLst>
            </p:cNvPr>
            <p:cNvGrpSpPr/>
            <p:nvPr/>
          </p:nvGrpSpPr>
          <p:grpSpPr>
            <a:xfrm>
              <a:off x="2731985" y="3859533"/>
              <a:ext cx="446930" cy="446930"/>
              <a:chOff x="4725145" y="3205535"/>
              <a:chExt cx="446930" cy="446930"/>
            </a:xfrm>
          </p:grpSpPr>
          <p:sp>
            <p:nvSpPr>
              <p:cNvPr id="55" name="背景">
                <a:hlinkClick r:id="rId7" action="ppaction://hlinksldjump"/>
                <a:extLst>
                  <a:ext uri="{FF2B5EF4-FFF2-40B4-BE49-F238E27FC236}">
                    <a16:creationId xmlns:a16="http://schemas.microsoft.com/office/drawing/2014/main" id="{064BA84A-0912-346C-4A4E-4C8DCF405D45}"/>
                  </a:ext>
                </a:extLst>
              </p:cNvPr>
              <p:cNvSpPr/>
              <p:nvPr/>
            </p:nvSpPr>
            <p:spPr>
              <a:xfrm>
                <a:off x="4725145" y="3205535"/>
                <a:ext cx="446930" cy="446930"/>
              </a:xfrm>
              <a:prstGeom prst="roundRect">
                <a:avLst/>
              </a:prstGeom>
              <a:solidFill>
                <a:srgbClr val="00DE30">
                  <a:alpha val="40000"/>
                </a:srgbClr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457189">
                  <a:defRPr/>
                </a:pPr>
                <a:endParaRPr lang="zh-CN" altLang="en-US" kern="0">
                  <a:solidFill>
                    <a:srgbClr val="FFFFFF"/>
                  </a:solidFill>
                  <a:latin typeface="OPPOSans R"/>
                  <a:ea typeface="OPPOSans R"/>
                </a:endParaRPr>
              </a:p>
            </p:txBody>
          </p:sp>
          <p:pic>
            <p:nvPicPr>
              <p:cNvPr id="56" name="前景">
                <a:hlinkClick r:id="rId8" action="ppaction://hlinksldjump"/>
                <a:extLst>
                  <a:ext uri="{FF2B5EF4-FFF2-40B4-BE49-F238E27FC236}">
                    <a16:creationId xmlns:a16="http://schemas.microsoft.com/office/drawing/2014/main" id="{7D44D2DE-23B3-B2C7-0CE1-F4343947D8C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rcRect/>
              <a:stretch/>
            </p:blipFill>
            <p:spPr>
              <a:xfrm>
                <a:off x="4834575" y="3314965"/>
                <a:ext cx="228070" cy="228070"/>
              </a:xfrm>
              <a:prstGeom prst="rect">
                <a:avLst/>
              </a:prstGeom>
            </p:spPr>
          </p:pic>
        </p:grpSp>
        <p:grpSp>
          <p:nvGrpSpPr>
            <p:cNvPr id="57" name="电话">
              <a:extLst>
                <a:ext uri="{FF2B5EF4-FFF2-40B4-BE49-F238E27FC236}">
                  <a16:creationId xmlns:a16="http://schemas.microsoft.com/office/drawing/2014/main" id="{6CE8D13D-564E-9B04-B9F9-CB4DB6C8452D}"/>
                </a:ext>
              </a:extLst>
            </p:cNvPr>
            <p:cNvGrpSpPr/>
            <p:nvPr/>
          </p:nvGrpSpPr>
          <p:grpSpPr>
            <a:xfrm>
              <a:off x="3305913" y="3868931"/>
              <a:ext cx="446930" cy="446930"/>
              <a:chOff x="4725145" y="3205535"/>
              <a:chExt cx="446930" cy="446930"/>
            </a:xfrm>
          </p:grpSpPr>
          <p:sp>
            <p:nvSpPr>
              <p:cNvPr id="58" name="背景">
                <a:hlinkClick r:id="rId11" action="ppaction://hlinksldjump"/>
                <a:extLst>
                  <a:ext uri="{FF2B5EF4-FFF2-40B4-BE49-F238E27FC236}">
                    <a16:creationId xmlns:a16="http://schemas.microsoft.com/office/drawing/2014/main" id="{5F8799F9-F8B1-98E9-272A-F2969BD92540}"/>
                  </a:ext>
                </a:extLst>
              </p:cNvPr>
              <p:cNvSpPr/>
              <p:nvPr/>
            </p:nvSpPr>
            <p:spPr>
              <a:xfrm>
                <a:off x="4725145" y="3205535"/>
                <a:ext cx="446930" cy="446930"/>
              </a:xfrm>
              <a:prstGeom prst="roundRect">
                <a:avLst/>
              </a:prstGeom>
              <a:solidFill>
                <a:srgbClr val="1D78FF">
                  <a:alpha val="40000"/>
                </a:srgbClr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457189">
                  <a:defRPr/>
                </a:pPr>
                <a:endParaRPr lang="zh-CN" altLang="en-US" kern="0">
                  <a:solidFill>
                    <a:srgbClr val="FFFFFF"/>
                  </a:solidFill>
                  <a:latin typeface="OPPOSans R"/>
                  <a:ea typeface="OPPOSans R"/>
                </a:endParaRPr>
              </a:p>
            </p:txBody>
          </p:sp>
          <p:pic>
            <p:nvPicPr>
              <p:cNvPr id="59" name="前景">
                <a:hlinkClick r:id="rId11" action="ppaction://hlinksldjump"/>
                <a:extLst>
                  <a:ext uri="{FF2B5EF4-FFF2-40B4-BE49-F238E27FC236}">
                    <a16:creationId xmlns:a16="http://schemas.microsoft.com/office/drawing/2014/main" id="{A15CE600-8D39-B138-D2AD-71227A3491F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rcRect/>
              <a:stretch/>
            </p:blipFill>
            <p:spPr>
              <a:xfrm>
                <a:off x="4834575" y="3330845"/>
                <a:ext cx="228070" cy="228070"/>
              </a:xfrm>
              <a:prstGeom prst="rect">
                <a:avLst/>
              </a:prstGeom>
            </p:spPr>
          </p:pic>
        </p:grpSp>
      </p:grpSp>
      <p:grpSp>
        <p:nvGrpSpPr>
          <p:cNvPr id="62" name="组合 61">
            <a:extLst>
              <a:ext uri="{FF2B5EF4-FFF2-40B4-BE49-F238E27FC236}">
                <a16:creationId xmlns:a16="http://schemas.microsoft.com/office/drawing/2014/main" id="{83B058FF-DDC3-5C66-6045-B2A089827B6D}"/>
              </a:ext>
            </a:extLst>
          </p:cNvPr>
          <p:cNvGrpSpPr/>
          <p:nvPr/>
        </p:nvGrpSpPr>
        <p:grpSpPr>
          <a:xfrm>
            <a:off x="6016927" y="5991415"/>
            <a:ext cx="2452159" cy="704839"/>
            <a:chOff x="4869919" y="5962663"/>
            <a:chExt cx="2452159" cy="704838"/>
          </a:xfrm>
        </p:grpSpPr>
        <p:sp>
          <p:nvSpPr>
            <p:cNvPr id="63" name="!! 颜色遮罩">
              <a:extLst>
                <a:ext uri="{FF2B5EF4-FFF2-40B4-BE49-F238E27FC236}">
                  <a16:creationId xmlns:a16="http://schemas.microsoft.com/office/drawing/2014/main" id="{42562B1D-1C21-DCCD-074F-1EBC09F31DF4}"/>
                </a:ext>
              </a:extLst>
            </p:cNvPr>
            <p:cNvSpPr>
              <a:spLocks/>
            </p:cNvSpPr>
            <p:nvPr/>
          </p:nvSpPr>
          <p:spPr>
            <a:xfrm>
              <a:off x="4869919" y="5962663"/>
              <a:ext cx="2452159" cy="704838"/>
            </a:xfrm>
            <a:prstGeom prst="roundRect">
              <a:avLst>
                <a:gd name="adj" fmla="val 15000"/>
              </a:avLst>
            </a:pr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189">
                <a:defRPr/>
              </a:pPr>
              <a:endParaRPr lang="zh-CN" altLang="en-US" dirty="0">
                <a:solidFill>
                  <a:srgbClr val="FFFFFF"/>
                </a:solidFill>
                <a:latin typeface="OPPOSans R"/>
                <a:ea typeface="OPPOSans R"/>
              </a:endParaRPr>
            </a:p>
          </p:txBody>
        </p:sp>
        <p:sp>
          <p:nvSpPr>
            <p:cNvPr id="64" name="!! 运营商">
              <a:extLst>
                <a:ext uri="{FF2B5EF4-FFF2-40B4-BE49-F238E27FC236}">
                  <a16:creationId xmlns:a16="http://schemas.microsoft.com/office/drawing/2014/main" id="{6EE5E55A-F760-4DCB-BA7A-BF38C22D2F68}"/>
                </a:ext>
              </a:extLst>
            </p:cNvPr>
            <p:cNvSpPr txBox="1"/>
            <p:nvPr/>
          </p:nvSpPr>
          <p:spPr>
            <a:xfrm>
              <a:off x="5230811" y="6095494"/>
              <a:ext cx="1114424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457189">
                <a:defRPr/>
              </a:pPr>
              <a:r>
                <a:rPr lang="zh-CN" altLang="en-US" sz="900" dirty="0">
                  <a:solidFill>
                    <a:srgbClr val="FFFFFF"/>
                  </a:solidFill>
                  <a:latin typeface="OPPOSans M"/>
                  <a:ea typeface="OPPOSans M"/>
                </a:rPr>
                <a:t>卫星网络</a:t>
              </a:r>
            </a:p>
          </p:txBody>
        </p:sp>
        <p:pic>
          <p:nvPicPr>
            <p:cNvPr id="65" name="!! 通知">
              <a:extLst>
                <a:ext uri="{FF2B5EF4-FFF2-40B4-BE49-F238E27FC236}">
                  <a16:creationId xmlns:a16="http://schemas.microsoft.com/office/drawing/2014/main" id="{079F1F49-4865-AE7D-D906-86E5B6E521B8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6981292" y="6130475"/>
              <a:ext cx="152400" cy="152400"/>
            </a:xfrm>
            <a:prstGeom prst="rect">
              <a:avLst/>
            </a:prstGeom>
          </p:spPr>
        </p:pic>
        <p:pic>
          <p:nvPicPr>
            <p:cNvPr id="66" name="!! 电池">
              <a:extLst>
                <a:ext uri="{FF2B5EF4-FFF2-40B4-BE49-F238E27FC236}">
                  <a16:creationId xmlns:a16="http://schemas.microsoft.com/office/drawing/2014/main" id="{05481758-46D6-2563-E5AD-DF9B5B52F07C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5099046" y="6354004"/>
              <a:ext cx="191558" cy="191558"/>
            </a:xfrm>
            <a:prstGeom prst="rect">
              <a:avLst/>
            </a:prstGeom>
          </p:spPr>
        </p:pic>
        <p:sp>
          <p:nvSpPr>
            <p:cNvPr id="67" name="!! 时间">
              <a:extLst>
                <a:ext uri="{FF2B5EF4-FFF2-40B4-BE49-F238E27FC236}">
                  <a16:creationId xmlns:a16="http://schemas.microsoft.com/office/drawing/2014/main" id="{79CFF919-D048-C233-E4F7-258EECD058C2}"/>
                </a:ext>
              </a:extLst>
            </p:cNvPr>
            <p:cNvSpPr txBox="1"/>
            <p:nvPr/>
          </p:nvSpPr>
          <p:spPr>
            <a:xfrm>
              <a:off x="6444193" y="6330559"/>
              <a:ext cx="773641" cy="2540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defTabSz="457189">
                <a:defRPr/>
              </a:pPr>
              <a:r>
                <a:rPr lang="en-US" altLang="zh-CN" sz="1051" dirty="0">
                  <a:solidFill>
                    <a:srgbClr val="FFFFFF"/>
                  </a:solidFill>
                  <a:latin typeface="OPPOSans R"/>
                  <a:ea typeface="OPPOSans R"/>
                </a:rPr>
                <a:t>16:34</a:t>
              </a:r>
              <a:endParaRPr lang="zh-CN" altLang="en-US" sz="1051" dirty="0">
                <a:solidFill>
                  <a:srgbClr val="FFFFFF"/>
                </a:solidFill>
                <a:latin typeface="OPPOSans R"/>
                <a:ea typeface="OPPOSans R"/>
              </a:endParaRPr>
            </a:p>
          </p:txBody>
        </p:sp>
        <p:sp>
          <p:nvSpPr>
            <p:cNvPr id="68" name="!! AC">
              <a:extLst>
                <a:ext uri="{FF2B5EF4-FFF2-40B4-BE49-F238E27FC236}">
                  <a16:creationId xmlns:a16="http://schemas.microsoft.com/office/drawing/2014/main" id="{E90DD14F-3232-B33D-C85D-2F79151A862F}"/>
                </a:ext>
              </a:extLst>
            </p:cNvPr>
            <p:cNvSpPr txBox="1"/>
            <p:nvPr/>
          </p:nvSpPr>
          <p:spPr>
            <a:xfrm>
              <a:off x="5228428" y="6334367"/>
              <a:ext cx="434183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457189">
                <a:defRPr/>
              </a:pPr>
              <a:r>
                <a:rPr lang="en-US" altLang="zh-CN" sz="900" dirty="0">
                  <a:solidFill>
                    <a:srgbClr val="FFFFFF"/>
                  </a:solidFill>
                  <a:latin typeface="OPPOSans R"/>
                  <a:ea typeface="OPPOSans R"/>
                </a:rPr>
                <a:t>49%</a:t>
              </a:r>
              <a:endParaRPr lang="zh-CN" altLang="en-US" sz="900" dirty="0">
                <a:solidFill>
                  <a:srgbClr val="FFFFFF"/>
                </a:solidFill>
                <a:latin typeface="OPPOSans R"/>
                <a:ea typeface="OPPOSans R"/>
              </a:endParaRPr>
            </a:p>
          </p:txBody>
        </p:sp>
        <p:pic>
          <p:nvPicPr>
            <p:cNvPr id="69" name="!! 声音">
              <a:extLst>
                <a:ext uri="{FF2B5EF4-FFF2-40B4-BE49-F238E27FC236}">
                  <a16:creationId xmlns:a16="http://schemas.microsoft.com/office/drawing/2014/main" id="{0397A4E2-B31C-4D09-A866-CA7E85E927A7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6742093" y="6116709"/>
              <a:ext cx="179932" cy="179932"/>
            </a:xfrm>
            <a:prstGeom prst="rect">
              <a:avLst/>
            </a:prstGeom>
          </p:spPr>
        </p:pic>
        <p:grpSp>
          <p:nvGrpSpPr>
            <p:cNvPr id="70" name="!! 卫星2">
              <a:extLst>
                <a:ext uri="{FF2B5EF4-FFF2-40B4-BE49-F238E27FC236}">
                  <a16:creationId xmlns:a16="http://schemas.microsoft.com/office/drawing/2014/main" id="{B196135E-DFAD-5607-BD7E-6A67E39B65A6}"/>
                </a:ext>
              </a:extLst>
            </p:cNvPr>
            <p:cNvGrpSpPr/>
            <p:nvPr/>
          </p:nvGrpSpPr>
          <p:grpSpPr>
            <a:xfrm rot="2323695" flipH="1">
              <a:off x="5085472" y="6158128"/>
              <a:ext cx="220894" cy="83358"/>
              <a:chOff x="5204410" y="3028417"/>
              <a:chExt cx="835228" cy="315185"/>
            </a:xfrm>
            <a:solidFill>
              <a:schemeClr val="bg2"/>
            </a:solidFill>
            <a:effectLst/>
          </p:grpSpPr>
          <p:sp>
            <p:nvSpPr>
              <p:cNvPr id="71" name="椭圆 70">
                <a:extLst>
                  <a:ext uri="{FF2B5EF4-FFF2-40B4-BE49-F238E27FC236}">
                    <a16:creationId xmlns:a16="http://schemas.microsoft.com/office/drawing/2014/main" id="{0EA11DEA-F209-0157-65E3-0AB98DBFFE7D}"/>
                  </a:ext>
                </a:extLst>
              </p:cNvPr>
              <p:cNvSpPr/>
              <p:nvPr/>
            </p:nvSpPr>
            <p:spPr>
              <a:xfrm>
                <a:off x="5464433" y="3028417"/>
                <a:ext cx="315184" cy="31518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457189">
                  <a:defRPr/>
                </a:pPr>
                <a:endParaRPr lang="zh-CN" altLang="en-US">
                  <a:solidFill>
                    <a:srgbClr val="FFFFFF"/>
                  </a:solidFill>
                  <a:latin typeface="OPPOSans R"/>
                  <a:ea typeface="OPPOSans R"/>
                </a:endParaRPr>
              </a:p>
            </p:txBody>
          </p:sp>
          <p:sp>
            <p:nvSpPr>
              <p:cNvPr id="72" name="矩形: 圆角 71">
                <a:extLst>
                  <a:ext uri="{FF2B5EF4-FFF2-40B4-BE49-F238E27FC236}">
                    <a16:creationId xmlns:a16="http://schemas.microsoft.com/office/drawing/2014/main" id="{34A05064-5150-3609-3F5F-5AC19400F347}"/>
                  </a:ext>
                </a:extLst>
              </p:cNvPr>
              <p:cNvSpPr/>
              <p:nvPr/>
            </p:nvSpPr>
            <p:spPr>
              <a:xfrm>
                <a:off x="5833101" y="3144099"/>
                <a:ext cx="206537" cy="83819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457189">
                  <a:defRPr/>
                </a:pPr>
                <a:endParaRPr lang="zh-CN" altLang="en-US">
                  <a:solidFill>
                    <a:srgbClr val="FFFFFF"/>
                  </a:solidFill>
                  <a:latin typeface="OPPOSans R"/>
                  <a:ea typeface="OPPOSans R"/>
                </a:endParaRPr>
              </a:p>
            </p:txBody>
          </p:sp>
          <p:sp>
            <p:nvSpPr>
              <p:cNvPr id="73" name="矩形: 圆角 72">
                <a:extLst>
                  <a:ext uri="{FF2B5EF4-FFF2-40B4-BE49-F238E27FC236}">
                    <a16:creationId xmlns:a16="http://schemas.microsoft.com/office/drawing/2014/main" id="{BA5AFFBF-50BC-C736-DF91-AA2FBE2C1A56}"/>
                  </a:ext>
                </a:extLst>
              </p:cNvPr>
              <p:cNvSpPr/>
              <p:nvPr/>
            </p:nvSpPr>
            <p:spPr>
              <a:xfrm>
                <a:off x="5204410" y="3144101"/>
                <a:ext cx="206537" cy="83819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457189">
                  <a:defRPr/>
                </a:pPr>
                <a:endParaRPr lang="zh-CN" altLang="en-US">
                  <a:solidFill>
                    <a:srgbClr val="FFFFFF"/>
                  </a:solidFill>
                  <a:latin typeface="OPPOSans R"/>
                  <a:ea typeface="OPPOSans R"/>
                </a:endParaRPr>
              </a:p>
            </p:txBody>
          </p:sp>
        </p:grpSp>
      </p:grpSp>
      <p:sp>
        <p:nvSpPr>
          <p:cNvPr id="2" name="!! 背景板">
            <a:extLst>
              <a:ext uri="{FF2B5EF4-FFF2-40B4-BE49-F238E27FC236}">
                <a16:creationId xmlns:a16="http://schemas.microsoft.com/office/drawing/2014/main" id="{397C4740-8F77-7366-9020-F6E983E0EBE5}"/>
              </a:ext>
            </a:extLst>
          </p:cNvPr>
          <p:cNvSpPr/>
          <p:nvPr/>
        </p:nvSpPr>
        <p:spPr>
          <a:xfrm>
            <a:off x="3953331" y="6120700"/>
            <a:ext cx="1594787" cy="439848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29715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advClick="0">
        <p159:morph option="byObject"/>
      </p:transition>
    </mc:Choice>
    <mc:Fallback xmlns="">
      <p:transition advClick="0">
        <p:fade/>
      </p:transition>
    </mc:Fallback>
  </mc:AlternateContent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E3F39B-585D-A4C2-D7DF-A66B854B0C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!! 背景" descr="黑暗里有星球&#10;&#10;AI 生成的内容可能不正确。">
            <a:extLst>
              <a:ext uri="{FF2B5EF4-FFF2-40B4-BE49-F238E27FC236}">
                <a16:creationId xmlns:a16="http://schemas.microsoft.com/office/drawing/2014/main" id="{49B697A1-544D-7903-782F-18ABB697766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!! 定位">
            <a:extLst>
              <a:ext uri="{FF2B5EF4-FFF2-40B4-BE49-F238E27FC236}">
                <a16:creationId xmlns:a16="http://schemas.microsoft.com/office/drawing/2014/main" id="{20062AA1-F1A8-4955-000B-09345C09EB83}"/>
              </a:ext>
            </a:extLst>
          </p:cNvPr>
          <p:cNvSpPr/>
          <p:nvPr/>
        </p:nvSpPr>
        <p:spPr>
          <a:xfrm>
            <a:off x="4953000" y="3199328"/>
            <a:ext cx="2286000" cy="2286000"/>
          </a:xfrm>
          <a:prstGeom prst="ellipse">
            <a:avLst/>
          </a:prstGeom>
          <a:noFill/>
          <a:ln w="44450" cap="rnd" cmpd="sng">
            <a:solidFill>
              <a:schemeClr val="bg2">
                <a:alpha val="0"/>
              </a:schemeClr>
            </a:solidFill>
            <a:prstDash val="dash"/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189">
              <a:defRPr/>
            </a:pPr>
            <a:endParaRPr lang="zh-CN" altLang="en-US">
              <a:solidFill>
                <a:srgbClr val="FFFFFF"/>
              </a:solidFill>
              <a:latin typeface="OPPOSans R"/>
              <a:ea typeface="OPPOSans R"/>
            </a:endParaRPr>
          </a:p>
        </p:txBody>
      </p:sp>
      <p:grpSp>
        <p:nvGrpSpPr>
          <p:cNvPr id="60" name="组合 59">
            <a:extLst>
              <a:ext uri="{FF2B5EF4-FFF2-40B4-BE49-F238E27FC236}">
                <a16:creationId xmlns:a16="http://schemas.microsoft.com/office/drawing/2014/main" id="{AFD88544-31F5-3B1C-EB17-12266810617D}"/>
              </a:ext>
            </a:extLst>
          </p:cNvPr>
          <p:cNvGrpSpPr/>
          <p:nvPr/>
        </p:nvGrpSpPr>
        <p:grpSpPr>
          <a:xfrm>
            <a:off x="3722922" y="5990592"/>
            <a:ext cx="2042373" cy="704839"/>
            <a:chOff x="1927647" y="3732963"/>
            <a:chExt cx="2042373" cy="704838"/>
          </a:xfrm>
        </p:grpSpPr>
        <p:sp>
          <p:nvSpPr>
            <p:cNvPr id="50" name="!! 颜色遮罩">
              <a:extLst>
                <a:ext uri="{FF2B5EF4-FFF2-40B4-BE49-F238E27FC236}">
                  <a16:creationId xmlns:a16="http://schemas.microsoft.com/office/drawing/2014/main" id="{A276589A-CD77-989F-FADC-10221ADFD9EB}"/>
                </a:ext>
              </a:extLst>
            </p:cNvPr>
            <p:cNvSpPr>
              <a:spLocks/>
            </p:cNvSpPr>
            <p:nvPr/>
          </p:nvSpPr>
          <p:spPr>
            <a:xfrm>
              <a:off x="1927647" y="3732963"/>
              <a:ext cx="2042373" cy="704838"/>
            </a:xfrm>
            <a:prstGeom prst="roundRect">
              <a:avLst>
                <a:gd name="adj" fmla="val 15000"/>
              </a:avLst>
            </a:pr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189">
                <a:defRPr/>
              </a:pPr>
              <a:endParaRPr lang="zh-CN" altLang="en-US">
                <a:solidFill>
                  <a:srgbClr val="FFFFFF"/>
                </a:solidFill>
                <a:latin typeface="OPPOSans R"/>
                <a:ea typeface="OPPOSans R"/>
              </a:endParaRPr>
            </a:p>
          </p:txBody>
        </p:sp>
        <p:grpSp>
          <p:nvGrpSpPr>
            <p:cNvPr id="51" name="!! Leaf">
              <a:extLst>
                <a:ext uri="{FF2B5EF4-FFF2-40B4-BE49-F238E27FC236}">
                  <a16:creationId xmlns:a16="http://schemas.microsoft.com/office/drawing/2014/main" id="{6B798F7E-11FD-B346-FAE9-59A27C398B5D}"/>
                </a:ext>
              </a:extLst>
            </p:cNvPr>
            <p:cNvGrpSpPr/>
            <p:nvPr/>
          </p:nvGrpSpPr>
          <p:grpSpPr>
            <a:xfrm>
              <a:off x="2164038" y="3862181"/>
              <a:ext cx="446400" cy="446400"/>
              <a:chOff x="2567898" y="5909843"/>
              <a:chExt cx="446400" cy="446400"/>
            </a:xfrm>
          </p:grpSpPr>
          <p:sp>
            <p:nvSpPr>
              <p:cNvPr id="52" name="!! 背景">
                <a:hlinkClick r:id="rId5" action="ppaction://hlinksldjump"/>
                <a:extLst>
                  <a:ext uri="{FF2B5EF4-FFF2-40B4-BE49-F238E27FC236}">
                    <a16:creationId xmlns:a16="http://schemas.microsoft.com/office/drawing/2014/main" id="{89C0E793-B5D5-02F2-CCEC-798DAD2A6381}"/>
                  </a:ext>
                </a:extLst>
              </p:cNvPr>
              <p:cNvSpPr/>
              <p:nvPr/>
            </p:nvSpPr>
            <p:spPr>
              <a:xfrm>
                <a:off x="2567898" y="5909843"/>
                <a:ext cx="446400" cy="446400"/>
              </a:xfrm>
              <a:prstGeom prst="roundRect">
                <a:avLst/>
              </a:prstGeom>
              <a:solidFill>
                <a:srgbClr val="FFFFFF">
                  <a:lumMod val="95000"/>
                  <a:alpha val="20000"/>
                </a:srgbClr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457189">
                  <a:defRPr/>
                </a:pPr>
                <a:endParaRPr lang="zh-CN" altLang="en-US" kern="0">
                  <a:solidFill>
                    <a:srgbClr val="FFFFFF"/>
                  </a:solidFill>
                  <a:latin typeface="OPPOSans R"/>
                  <a:ea typeface="OPPOSans R"/>
                </a:endParaRPr>
              </a:p>
            </p:txBody>
          </p:sp>
          <p:pic>
            <p:nvPicPr>
              <p:cNvPr id="53" name="!! leaf" descr="树叶 纯色填充">
                <a:extLst>
                  <a:ext uri="{FF2B5EF4-FFF2-40B4-BE49-F238E27FC236}">
                    <a16:creationId xmlns:a16="http://schemas.microsoft.com/office/drawing/2014/main" id="{D0D65ECC-973F-D4BC-19A2-85B44A3705D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2628428" y="5972614"/>
                <a:ext cx="326678" cy="326678"/>
              </a:xfrm>
              <a:prstGeom prst="rect">
                <a:avLst/>
              </a:prstGeom>
            </p:spPr>
          </p:pic>
        </p:grpSp>
        <p:grpSp>
          <p:nvGrpSpPr>
            <p:cNvPr id="54" name="电话">
              <a:extLst>
                <a:ext uri="{FF2B5EF4-FFF2-40B4-BE49-F238E27FC236}">
                  <a16:creationId xmlns:a16="http://schemas.microsoft.com/office/drawing/2014/main" id="{193C9B1B-1930-7630-1078-33B25D8FAD61}"/>
                </a:ext>
              </a:extLst>
            </p:cNvPr>
            <p:cNvGrpSpPr/>
            <p:nvPr/>
          </p:nvGrpSpPr>
          <p:grpSpPr>
            <a:xfrm>
              <a:off x="2731985" y="3859533"/>
              <a:ext cx="446930" cy="446930"/>
              <a:chOff x="4725145" y="3205535"/>
              <a:chExt cx="446930" cy="446930"/>
            </a:xfrm>
          </p:grpSpPr>
          <p:sp>
            <p:nvSpPr>
              <p:cNvPr id="55" name="背景">
                <a:extLst>
                  <a:ext uri="{FF2B5EF4-FFF2-40B4-BE49-F238E27FC236}">
                    <a16:creationId xmlns:a16="http://schemas.microsoft.com/office/drawing/2014/main" id="{5AFC816F-0E95-E672-F2DB-EB7726EE103C}"/>
                  </a:ext>
                </a:extLst>
              </p:cNvPr>
              <p:cNvSpPr/>
              <p:nvPr/>
            </p:nvSpPr>
            <p:spPr>
              <a:xfrm>
                <a:off x="4725145" y="3205535"/>
                <a:ext cx="446930" cy="446930"/>
              </a:xfrm>
              <a:prstGeom prst="roundRect">
                <a:avLst/>
              </a:prstGeom>
              <a:solidFill>
                <a:srgbClr val="00DE30">
                  <a:alpha val="40000"/>
                </a:srgbClr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457189">
                  <a:defRPr/>
                </a:pPr>
                <a:endParaRPr lang="zh-CN" altLang="en-US" kern="0">
                  <a:solidFill>
                    <a:srgbClr val="FFFFFF"/>
                  </a:solidFill>
                  <a:latin typeface="OPPOSans R"/>
                  <a:ea typeface="OPPOSans R"/>
                </a:endParaRPr>
              </a:p>
            </p:txBody>
          </p:sp>
          <p:pic>
            <p:nvPicPr>
              <p:cNvPr id="56" name="前景">
                <a:extLst>
                  <a:ext uri="{FF2B5EF4-FFF2-40B4-BE49-F238E27FC236}">
                    <a16:creationId xmlns:a16="http://schemas.microsoft.com/office/drawing/2014/main" id="{44F3A8C3-8DDF-939F-DA48-917B79AD045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rcRect/>
              <a:stretch/>
            </p:blipFill>
            <p:spPr>
              <a:xfrm>
                <a:off x="4834575" y="3314965"/>
                <a:ext cx="228070" cy="228070"/>
              </a:xfrm>
              <a:prstGeom prst="rect">
                <a:avLst/>
              </a:prstGeom>
            </p:spPr>
          </p:pic>
        </p:grpSp>
        <p:grpSp>
          <p:nvGrpSpPr>
            <p:cNvPr id="57" name="电话">
              <a:extLst>
                <a:ext uri="{FF2B5EF4-FFF2-40B4-BE49-F238E27FC236}">
                  <a16:creationId xmlns:a16="http://schemas.microsoft.com/office/drawing/2014/main" id="{B091E4B4-390E-14A7-3333-749E67D586B9}"/>
                </a:ext>
              </a:extLst>
            </p:cNvPr>
            <p:cNvGrpSpPr/>
            <p:nvPr/>
          </p:nvGrpSpPr>
          <p:grpSpPr>
            <a:xfrm>
              <a:off x="3305913" y="3868931"/>
              <a:ext cx="446930" cy="446930"/>
              <a:chOff x="4725145" y="3205535"/>
              <a:chExt cx="446930" cy="446930"/>
            </a:xfrm>
          </p:grpSpPr>
          <p:sp>
            <p:nvSpPr>
              <p:cNvPr id="58" name="背景">
                <a:hlinkClick r:id="rId10" action="ppaction://hlinksldjump"/>
                <a:extLst>
                  <a:ext uri="{FF2B5EF4-FFF2-40B4-BE49-F238E27FC236}">
                    <a16:creationId xmlns:a16="http://schemas.microsoft.com/office/drawing/2014/main" id="{CAA6CFD8-352B-5B90-3893-7469EF34CD42}"/>
                  </a:ext>
                </a:extLst>
              </p:cNvPr>
              <p:cNvSpPr/>
              <p:nvPr/>
            </p:nvSpPr>
            <p:spPr>
              <a:xfrm>
                <a:off x="4725145" y="3205535"/>
                <a:ext cx="446930" cy="446930"/>
              </a:xfrm>
              <a:prstGeom prst="roundRect">
                <a:avLst/>
              </a:prstGeom>
              <a:solidFill>
                <a:srgbClr val="1D78FF">
                  <a:alpha val="40000"/>
                </a:srgbClr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457189">
                  <a:defRPr/>
                </a:pPr>
                <a:endParaRPr lang="zh-CN" altLang="en-US" kern="0">
                  <a:solidFill>
                    <a:srgbClr val="FFFFFF"/>
                  </a:solidFill>
                  <a:latin typeface="OPPOSans R"/>
                  <a:ea typeface="OPPOSans R"/>
                </a:endParaRPr>
              </a:p>
            </p:txBody>
          </p:sp>
          <p:pic>
            <p:nvPicPr>
              <p:cNvPr id="59" name="前景">
                <a:hlinkClick r:id="rId10" action="ppaction://hlinksldjump"/>
                <a:extLst>
                  <a:ext uri="{FF2B5EF4-FFF2-40B4-BE49-F238E27FC236}">
                    <a16:creationId xmlns:a16="http://schemas.microsoft.com/office/drawing/2014/main" id="{F152A45F-4B39-E77C-7327-EE0D5A1DBEF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rcRect/>
              <a:stretch/>
            </p:blipFill>
            <p:spPr>
              <a:xfrm>
                <a:off x="4834575" y="3330845"/>
                <a:ext cx="228070" cy="228070"/>
              </a:xfrm>
              <a:prstGeom prst="rect">
                <a:avLst/>
              </a:prstGeom>
            </p:spPr>
          </p:pic>
        </p:grpSp>
      </p:grpSp>
      <p:grpSp>
        <p:nvGrpSpPr>
          <p:cNvPr id="62" name="组合 61">
            <a:extLst>
              <a:ext uri="{FF2B5EF4-FFF2-40B4-BE49-F238E27FC236}">
                <a16:creationId xmlns:a16="http://schemas.microsoft.com/office/drawing/2014/main" id="{EA2AB666-C74E-5265-894F-3E7FB406D945}"/>
              </a:ext>
            </a:extLst>
          </p:cNvPr>
          <p:cNvGrpSpPr/>
          <p:nvPr/>
        </p:nvGrpSpPr>
        <p:grpSpPr>
          <a:xfrm>
            <a:off x="6016927" y="5991415"/>
            <a:ext cx="2452159" cy="704839"/>
            <a:chOff x="4869919" y="5962663"/>
            <a:chExt cx="2452159" cy="704838"/>
          </a:xfrm>
        </p:grpSpPr>
        <p:sp>
          <p:nvSpPr>
            <p:cNvPr id="63" name="!! 颜色遮罩">
              <a:extLst>
                <a:ext uri="{FF2B5EF4-FFF2-40B4-BE49-F238E27FC236}">
                  <a16:creationId xmlns:a16="http://schemas.microsoft.com/office/drawing/2014/main" id="{EB064C19-A3C8-6680-C428-DD4D696254C5}"/>
                </a:ext>
              </a:extLst>
            </p:cNvPr>
            <p:cNvSpPr>
              <a:spLocks/>
            </p:cNvSpPr>
            <p:nvPr/>
          </p:nvSpPr>
          <p:spPr>
            <a:xfrm>
              <a:off x="4869919" y="5962663"/>
              <a:ext cx="2452159" cy="704838"/>
            </a:xfrm>
            <a:prstGeom prst="roundRect">
              <a:avLst>
                <a:gd name="adj" fmla="val 15000"/>
              </a:avLst>
            </a:pr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189">
                <a:defRPr/>
              </a:pPr>
              <a:endParaRPr lang="zh-CN" altLang="en-US" dirty="0">
                <a:solidFill>
                  <a:srgbClr val="FFFFFF"/>
                </a:solidFill>
                <a:latin typeface="OPPOSans R"/>
                <a:ea typeface="OPPOSans R"/>
              </a:endParaRPr>
            </a:p>
          </p:txBody>
        </p:sp>
        <p:sp>
          <p:nvSpPr>
            <p:cNvPr id="64" name="!! 运营商">
              <a:extLst>
                <a:ext uri="{FF2B5EF4-FFF2-40B4-BE49-F238E27FC236}">
                  <a16:creationId xmlns:a16="http://schemas.microsoft.com/office/drawing/2014/main" id="{DCE86236-FD2E-2B05-F1D1-9E08F749104A}"/>
                </a:ext>
              </a:extLst>
            </p:cNvPr>
            <p:cNvSpPr txBox="1"/>
            <p:nvPr/>
          </p:nvSpPr>
          <p:spPr>
            <a:xfrm>
              <a:off x="5230811" y="6095494"/>
              <a:ext cx="1114424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457189">
                <a:defRPr/>
              </a:pPr>
              <a:r>
                <a:rPr lang="zh-CN" altLang="en-US" sz="900" dirty="0">
                  <a:solidFill>
                    <a:srgbClr val="FFFFFF"/>
                  </a:solidFill>
                  <a:latin typeface="OPPOSans M"/>
                  <a:ea typeface="OPPOSans M"/>
                </a:rPr>
                <a:t>卫星网络</a:t>
              </a:r>
            </a:p>
          </p:txBody>
        </p:sp>
        <p:pic>
          <p:nvPicPr>
            <p:cNvPr id="65" name="!! 通知">
              <a:extLst>
                <a:ext uri="{FF2B5EF4-FFF2-40B4-BE49-F238E27FC236}">
                  <a16:creationId xmlns:a16="http://schemas.microsoft.com/office/drawing/2014/main" id="{12B64357-430B-FDF0-5A78-84821867B6B9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6981292" y="6130475"/>
              <a:ext cx="152400" cy="152400"/>
            </a:xfrm>
            <a:prstGeom prst="rect">
              <a:avLst/>
            </a:prstGeom>
          </p:spPr>
        </p:pic>
        <p:pic>
          <p:nvPicPr>
            <p:cNvPr id="66" name="!! 电池">
              <a:extLst>
                <a:ext uri="{FF2B5EF4-FFF2-40B4-BE49-F238E27FC236}">
                  <a16:creationId xmlns:a16="http://schemas.microsoft.com/office/drawing/2014/main" id="{3DEB0977-9202-7A8D-FD48-7423A5A103F2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5099046" y="6354004"/>
              <a:ext cx="191558" cy="191558"/>
            </a:xfrm>
            <a:prstGeom prst="rect">
              <a:avLst/>
            </a:prstGeom>
          </p:spPr>
        </p:pic>
        <p:sp>
          <p:nvSpPr>
            <p:cNvPr id="67" name="!! 时间">
              <a:extLst>
                <a:ext uri="{FF2B5EF4-FFF2-40B4-BE49-F238E27FC236}">
                  <a16:creationId xmlns:a16="http://schemas.microsoft.com/office/drawing/2014/main" id="{CFCEA1AF-B7AA-064E-A265-5A186494CB59}"/>
                </a:ext>
              </a:extLst>
            </p:cNvPr>
            <p:cNvSpPr txBox="1"/>
            <p:nvPr/>
          </p:nvSpPr>
          <p:spPr>
            <a:xfrm>
              <a:off x="6444193" y="6330559"/>
              <a:ext cx="773641" cy="2540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defTabSz="457189">
                <a:defRPr/>
              </a:pPr>
              <a:r>
                <a:rPr lang="en-US" altLang="zh-CN" sz="1051" dirty="0">
                  <a:solidFill>
                    <a:srgbClr val="FFFFFF"/>
                  </a:solidFill>
                  <a:latin typeface="OPPOSans R"/>
                  <a:ea typeface="OPPOSans R"/>
                </a:rPr>
                <a:t>16:34</a:t>
              </a:r>
              <a:endParaRPr lang="zh-CN" altLang="en-US" sz="1051" dirty="0">
                <a:solidFill>
                  <a:srgbClr val="FFFFFF"/>
                </a:solidFill>
                <a:latin typeface="OPPOSans R"/>
                <a:ea typeface="OPPOSans R"/>
              </a:endParaRPr>
            </a:p>
          </p:txBody>
        </p:sp>
        <p:sp>
          <p:nvSpPr>
            <p:cNvPr id="68" name="!! AC">
              <a:extLst>
                <a:ext uri="{FF2B5EF4-FFF2-40B4-BE49-F238E27FC236}">
                  <a16:creationId xmlns:a16="http://schemas.microsoft.com/office/drawing/2014/main" id="{9ECB611C-7A06-AEBE-9E80-D91621D46252}"/>
                </a:ext>
              </a:extLst>
            </p:cNvPr>
            <p:cNvSpPr txBox="1"/>
            <p:nvPr/>
          </p:nvSpPr>
          <p:spPr>
            <a:xfrm>
              <a:off x="5228428" y="6334367"/>
              <a:ext cx="434183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457189">
                <a:defRPr/>
              </a:pPr>
              <a:r>
                <a:rPr lang="en-US" altLang="zh-CN" sz="900" dirty="0">
                  <a:solidFill>
                    <a:srgbClr val="FFFFFF"/>
                  </a:solidFill>
                  <a:latin typeface="OPPOSans R"/>
                  <a:ea typeface="OPPOSans R"/>
                </a:rPr>
                <a:t>49%</a:t>
              </a:r>
              <a:endParaRPr lang="zh-CN" altLang="en-US" sz="900" dirty="0">
                <a:solidFill>
                  <a:srgbClr val="FFFFFF"/>
                </a:solidFill>
                <a:latin typeface="OPPOSans R"/>
                <a:ea typeface="OPPOSans R"/>
              </a:endParaRPr>
            </a:p>
          </p:txBody>
        </p:sp>
        <p:pic>
          <p:nvPicPr>
            <p:cNvPr id="69" name="!! 声音">
              <a:extLst>
                <a:ext uri="{FF2B5EF4-FFF2-40B4-BE49-F238E27FC236}">
                  <a16:creationId xmlns:a16="http://schemas.microsoft.com/office/drawing/2014/main" id="{BE449B1B-D69A-76B7-9103-A05660F2F5F9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6742093" y="6116709"/>
              <a:ext cx="179932" cy="179932"/>
            </a:xfrm>
            <a:prstGeom prst="rect">
              <a:avLst/>
            </a:prstGeom>
          </p:spPr>
        </p:pic>
        <p:grpSp>
          <p:nvGrpSpPr>
            <p:cNvPr id="70" name="!! 卫星2">
              <a:extLst>
                <a:ext uri="{FF2B5EF4-FFF2-40B4-BE49-F238E27FC236}">
                  <a16:creationId xmlns:a16="http://schemas.microsoft.com/office/drawing/2014/main" id="{47ABDDA4-0C6B-BF2B-21F9-1C48D9102647}"/>
                </a:ext>
              </a:extLst>
            </p:cNvPr>
            <p:cNvGrpSpPr/>
            <p:nvPr/>
          </p:nvGrpSpPr>
          <p:grpSpPr>
            <a:xfrm rot="2323695" flipH="1">
              <a:off x="5085472" y="6158128"/>
              <a:ext cx="220894" cy="83358"/>
              <a:chOff x="5204410" y="3028417"/>
              <a:chExt cx="835228" cy="315185"/>
            </a:xfrm>
            <a:solidFill>
              <a:schemeClr val="bg2"/>
            </a:solidFill>
            <a:effectLst/>
          </p:grpSpPr>
          <p:sp>
            <p:nvSpPr>
              <p:cNvPr id="71" name="椭圆 70">
                <a:extLst>
                  <a:ext uri="{FF2B5EF4-FFF2-40B4-BE49-F238E27FC236}">
                    <a16:creationId xmlns:a16="http://schemas.microsoft.com/office/drawing/2014/main" id="{0B103ABA-6CCE-EB3A-815E-A0F3D0B276ED}"/>
                  </a:ext>
                </a:extLst>
              </p:cNvPr>
              <p:cNvSpPr/>
              <p:nvPr/>
            </p:nvSpPr>
            <p:spPr>
              <a:xfrm>
                <a:off x="5464433" y="3028417"/>
                <a:ext cx="315184" cy="31518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457189">
                  <a:defRPr/>
                </a:pPr>
                <a:endParaRPr lang="zh-CN" altLang="en-US">
                  <a:solidFill>
                    <a:srgbClr val="FFFFFF"/>
                  </a:solidFill>
                  <a:latin typeface="OPPOSans R"/>
                  <a:ea typeface="OPPOSans R"/>
                </a:endParaRPr>
              </a:p>
            </p:txBody>
          </p:sp>
          <p:sp>
            <p:nvSpPr>
              <p:cNvPr id="72" name="矩形: 圆角 71">
                <a:extLst>
                  <a:ext uri="{FF2B5EF4-FFF2-40B4-BE49-F238E27FC236}">
                    <a16:creationId xmlns:a16="http://schemas.microsoft.com/office/drawing/2014/main" id="{BD77217B-C704-499B-BB5C-9123644516CB}"/>
                  </a:ext>
                </a:extLst>
              </p:cNvPr>
              <p:cNvSpPr/>
              <p:nvPr/>
            </p:nvSpPr>
            <p:spPr>
              <a:xfrm>
                <a:off x="5833101" y="3144099"/>
                <a:ext cx="206537" cy="83819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457189">
                  <a:defRPr/>
                </a:pPr>
                <a:endParaRPr lang="zh-CN" altLang="en-US">
                  <a:solidFill>
                    <a:srgbClr val="FFFFFF"/>
                  </a:solidFill>
                  <a:latin typeface="OPPOSans R"/>
                  <a:ea typeface="OPPOSans R"/>
                </a:endParaRPr>
              </a:p>
            </p:txBody>
          </p:sp>
          <p:sp>
            <p:nvSpPr>
              <p:cNvPr id="73" name="矩形: 圆角 72">
                <a:extLst>
                  <a:ext uri="{FF2B5EF4-FFF2-40B4-BE49-F238E27FC236}">
                    <a16:creationId xmlns:a16="http://schemas.microsoft.com/office/drawing/2014/main" id="{B52E188C-BD3A-2463-28F7-825E8611996E}"/>
                  </a:ext>
                </a:extLst>
              </p:cNvPr>
              <p:cNvSpPr/>
              <p:nvPr/>
            </p:nvSpPr>
            <p:spPr>
              <a:xfrm>
                <a:off x="5204410" y="3144101"/>
                <a:ext cx="206537" cy="83819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457189">
                  <a:defRPr/>
                </a:pPr>
                <a:endParaRPr lang="zh-CN" altLang="en-US">
                  <a:solidFill>
                    <a:srgbClr val="FFFFFF"/>
                  </a:solidFill>
                  <a:latin typeface="OPPOSans R"/>
                  <a:ea typeface="OPPOSans R"/>
                </a:endParaRPr>
              </a:p>
            </p:txBody>
          </p:sp>
        </p:grpSp>
      </p:grpSp>
      <p:sp>
        <p:nvSpPr>
          <p:cNvPr id="2" name="!! 背景板">
            <a:extLst>
              <a:ext uri="{FF2B5EF4-FFF2-40B4-BE49-F238E27FC236}">
                <a16:creationId xmlns:a16="http://schemas.microsoft.com/office/drawing/2014/main" id="{39261425-6F9B-0A3E-0305-59BB0169E4C1}"/>
              </a:ext>
            </a:extLst>
          </p:cNvPr>
          <p:cNvSpPr/>
          <p:nvPr/>
        </p:nvSpPr>
        <p:spPr>
          <a:xfrm>
            <a:off x="3722921" y="578013"/>
            <a:ext cx="4746163" cy="5071400"/>
          </a:xfrm>
          <a:prstGeom prst="roundRect">
            <a:avLst>
              <a:gd name="adj" fmla="val 2766"/>
            </a:avLst>
          </a:prstGeom>
          <a:solidFill>
            <a:schemeClr val="tx1">
              <a:lumMod val="90000"/>
              <a:lumOff val="1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>
              <a:defRPr/>
            </a:pPr>
            <a:endParaRPr lang="zh-CN" altLang="en-US">
              <a:solidFill>
                <a:srgbClr val="F5F5F5"/>
              </a:solidFill>
              <a:latin typeface="vivo Sans"/>
              <a:ea typeface="vivo Sans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6003212-B6E7-32C2-55E3-579FE3E7035A}"/>
              </a:ext>
            </a:extLst>
          </p:cNvPr>
          <p:cNvSpPr txBox="1"/>
          <p:nvPr/>
        </p:nvSpPr>
        <p:spPr>
          <a:xfrm>
            <a:off x="5347137" y="972563"/>
            <a:ext cx="15058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  <a:latin typeface="+mj-ea"/>
                <a:ea typeface="+mj-ea"/>
              </a:rPr>
              <a:t>卫星拨号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97C979E-02FE-0344-1621-10F5E6F76BF9}"/>
              </a:ext>
            </a:extLst>
          </p:cNvPr>
          <p:cNvSpPr txBox="1"/>
          <p:nvPr/>
        </p:nvSpPr>
        <p:spPr>
          <a:xfrm>
            <a:off x="5169638" y="2943140"/>
            <a:ext cx="18610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dirty="0">
                <a:solidFill>
                  <a:schemeClr val="bg1"/>
                </a:solidFill>
              </a:rPr>
              <a:t>正在开发中</a:t>
            </a:r>
          </a:p>
        </p:txBody>
      </p:sp>
    </p:spTree>
    <p:extLst>
      <p:ext uri="{BB962C8B-B14F-4D97-AF65-F5344CB8AC3E}">
        <p14:creationId xmlns:p14="http://schemas.microsoft.com/office/powerpoint/2010/main" val="24061605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advClick="0">
        <p159:morph option="byObject"/>
      </p:transition>
    </mc:Choice>
    <mc:Fallback xmlns="">
      <p:transition advClick="0">
        <p:fade/>
      </p:transition>
    </mc:Fallback>
  </mc:AlternateContent>
  <p:extLst>
    <p:ext uri="{6950BFC3-D8DA-4A85-94F7-54DA5524770B}">
      <p188:commentRel xmlns:p188="http://schemas.microsoft.com/office/powerpoint/2018/8/main" r:id="rId3"/>
    </p:ext>
  </p:extLst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F8372-078D-9778-3F44-5CB26CD043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!! 背景" descr="黑暗里有星球&#10;&#10;AI 生成的内容可能不正确。">
            <a:extLst>
              <a:ext uri="{FF2B5EF4-FFF2-40B4-BE49-F238E27FC236}">
                <a16:creationId xmlns:a16="http://schemas.microsoft.com/office/drawing/2014/main" id="{2CDBD796-C70B-6665-3D9F-2C4A6E24C65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!! 定位">
            <a:extLst>
              <a:ext uri="{FF2B5EF4-FFF2-40B4-BE49-F238E27FC236}">
                <a16:creationId xmlns:a16="http://schemas.microsoft.com/office/drawing/2014/main" id="{AE6DA753-177C-1A5E-F96C-4323659F5015}"/>
              </a:ext>
            </a:extLst>
          </p:cNvPr>
          <p:cNvSpPr/>
          <p:nvPr/>
        </p:nvSpPr>
        <p:spPr>
          <a:xfrm>
            <a:off x="4953000" y="3199328"/>
            <a:ext cx="2286000" cy="2286000"/>
          </a:xfrm>
          <a:prstGeom prst="ellipse">
            <a:avLst/>
          </a:prstGeom>
          <a:noFill/>
          <a:ln w="44450" cap="rnd" cmpd="sng">
            <a:solidFill>
              <a:schemeClr val="bg2">
                <a:alpha val="0"/>
              </a:schemeClr>
            </a:solidFill>
            <a:prstDash val="dash"/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189">
              <a:defRPr/>
            </a:pPr>
            <a:endParaRPr lang="zh-CN" altLang="en-US">
              <a:solidFill>
                <a:srgbClr val="FFFFFF"/>
              </a:solidFill>
              <a:latin typeface="OPPOSans R"/>
              <a:ea typeface="OPPOSans R"/>
            </a:endParaRPr>
          </a:p>
        </p:txBody>
      </p:sp>
      <p:grpSp>
        <p:nvGrpSpPr>
          <p:cNvPr id="60" name="组合 59">
            <a:extLst>
              <a:ext uri="{FF2B5EF4-FFF2-40B4-BE49-F238E27FC236}">
                <a16:creationId xmlns:a16="http://schemas.microsoft.com/office/drawing/2014/main" id="{8ED12C22-DF5D-3C9F-708E-62760C19D0B1}"/>
              </a:ext>
            </a:extLst>
          </p:cNvPr>
          <p:cNvGrpSpPr/>
          <p:nvPr/>
        </p:nvGrpSpPr>
        <p:grpSpPr>
          <a:xfrm>
            <a:off x="3722922" y="5990592"/>
            <a:ext cx="2042373" cy="704839"/>
            <a:chOff x="1927647" y="3732963"/>
            <a:chExt cx="2042373" cy="704838"/>
          </a:xfrm>
        </p:grpSpPr>
        <p:sp>
          <p:nvSpPr>
            <p:cNvPr id="50" name="!! 颜色遮罩">
              <a:extLst>
                <a:ext uri="{FF2B5EF4-FFF2-40B4-BE49-F238E27FC236}">
                  <a16:creationId xmlns:a16="http://schemas.microsoft.com/office/drawing/2014/main" id="{435D258C-8C15-9D80-5E3A-5A0A0DDFD56E}"/>
                </a:ext>
              </a:extLst>
            </p:cNvPr>
            <p:cNvSpPr>
              <a:spLocks/>
            </p:cNvSpPr>
            <p:nvPr/>
          </p:nvSpPr>
          <p:spPr>
            <a:xfrm>
              <a:off x="1927647" y="3732963"/>
              <a:ext cx="2042373" cy="704838"/>
            </a:xfrm>
            <a:prstGeom prst="roundRect">
              <a:avLst>
                <a:gd name="adj" fmla="val 15000"/>
              </a:avLst>
            </a:pr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189">
                <a:defRPr/>
              </a:pPr>
              <a:endParaRPr lang="zh-CN" altLang="en-US">
                <a:solidFill>
                  <a:srgbClr val="FFFFFF"/>
                </a:solidFill>
                <a:latin typeface="OPPOSans R"/>
                <a:ea typeface="OPPOSans R"/>
              </a:endParaRPr>
            </a:p>
          </p:txBody>
        </p:sp>
        <p:grpSp>
          <p:nvGrpSpPr>
            <p:cNvPr id="51" name="!! Leaf">
              <a:extLst>
                <a:ext uri="{FF2B5EF4-FFF2-40B4-BE49-F238E27FC236}">
                  <a16:creationId xmlns:a16="http://schemas.microsoft.com/office/drawing/2014/main" id="{46686806-3B10-307E-7B6D-BF53F9D2B46B}"/>
                </a:ext>
              </a:extLst>
            </p:cNvPr>
            <p:cNvGrpSpPr/>
            <p:nvPr/>
          </p:nvGrpSpPr>
          <p:grpSpPr>
            <a:xfrm>
              <a:off x="2164038" y="3862181"/>
              <a:ext cx="446400" cy="446400"/>
              <a:chOff x="2567898" y="5909843"/>
              <a:chExt cx="446400" cy="446400"/>
            </a:xfrm>
          </p:grpSpPr>
          <p:sp>
            <p:nvSpPr>
              <p:cNvPr id="52" name="!! 背景">
                <a:hlinkClick r:id="rId4" action="ppaction://hlinksldjump"/>
                <a:extLst>
                  <a:ext uri="{FF2B5EF4-FFF2-40B4-BE49-F238E27FC236}">
                    <a16:creationId xmlns:a16="http://schemas.microsoft.com/office/drawing/2014/main" id="{3FEF5AC2-25BE-CF1F-78EE-F26CB12B4BEF}"/>
                  </a:ext>
                </a:extLst>
              </p:cNvPr>
              <p:cNvSpPr/>
              <p:nvPr/>
            </p:nvSpPr>
            <p:spPr>
              <a:xfrm>
                <a:off x="2567898" y="5909843"/>
                <a:ext cx="446400" cy="446400"/>
              </a:xfrm>
              <a:prstGeom prst="roundRect">
                <a:avLst/>
              </a:prstGeom>
              <a:solidFill>
                <a:srgbClr val="FFFFFF">
                  <a:lumMod val="95000"/>
                  <a:alpha val="20000"/>
                </a:srgbClr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457189">
                  <a:defRPr/>
                </a:pPr>
                <a:endParaRPr lang="zh-CN" altLang="en-US" kern="0">
                  <a:solidFill>
                    <a:srgbClr val="FFFFFF"/>
                  </a:solidFill>
                  <a:latin typeface="OPPOSans R"/>
                  <a:ea typeface="OPPOSans R"/>
                </a:endParaRPr>
              </a:p>
            </p:txBody>
          </p:sp>
          <p:pic>
            <p:nvPicPr>
              <p:cNvPr id="53" name="!! leaf" descr="树叶 纯色填充">
                <a:extLst>
                  <a:ext uri="{FF2B5EF4-FFF2-40B4-BE49-F238E27FC236}">
                    <a16:creationId xmlns:a16="http://schemas.microsoft.com/office/drawing/2014/main" id="{9FAB6FA5-E23E-45B6-7A40-101BA96FC2C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2628428" y="5972614"/>
                <a:ext cx="326678" cy="326678"/>
              </a:xfrm>
              <a:prstGeom prst="rect">
                <a:avLst/>
              </a:prstGeom>
            </p:spPr>
          </p:pic>
        </p:grpSp>
        <p:grpSp>
          <p:nvGrpSpPr>
            <p:cNvPr id="54" name="电话">
              <a:extLst>
                <a:ext uri="{FF2B5EF4-FFF2-40B4-BE49-F238E27FC236}">
                  <a16:creationId xmlns:a16="http://schemas.microsoft.com/office/drawing/2014/main" id="{EE2DEB28-CCCE-3FA8-F85C-EC9647DC8AB4}"/>
                </a:ext>
              </a:extLst>
            </p:cNvPr>
            <p:cNvGrpSpPr/>
            <p:nvPr/>
          </p:nvGrpSpPr>
          <p:grpSpPr>
            <a:xfrm>
              <a:off x="2731985" y="3859533"/>
              <a:ext cx="446930" cy="446930"/>
              <a:chOff x="4725145" y="3205535"/>
              <a:chExt cx="446930" cy="446930"/>
            </a:xfrm>
          </p:grpSpPr>
          <p:sp>
            <p:nvSpPr>
              <p:cNvPr id="55" name="背景">
                <a:hlinkClick r:id="rId7" action="ppaction://hlinksldjump"/>
                <a:extLst>
                  <a:ext uri="{FF2B5EF4-FFF2-40B4-BE49-F238E27FC236}">
                    <a16:creationId xmlns:a16="http://schemas.microsoft.com/office/drawing/2014/main" id="{C4A619F5-2468-A491-4F38-F654438C5C6C}"/>
                  </a:ext>
                </a:extLst>
              </p:cNvPr>
              <p:cNvSpPr/>
              <p:nvPr/>
            </p:nvSpPr>
            <p:spPr>
              <a:xfrm>
                <a:off x="4725145" y="3205535"/>
                <a:ext cx="446930" cy="446930"/>
              </a:xfrm>
              <a:prstGeom prst="roundRect">
                <a:avLst/>
              </a:prstGeom>
              <a:solidFill>
                <a:srgbClr val="00DE30">
                  <a:alpha val="40000"/>
                </a:srgbClr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457189">
                  <a:defRPr/>
                </a:pPr>
                <a:endParaRPr lang="zh-CN" altLang="en-US" kern="0">
                  <a:solidFill>
                    <a:srgbClr val="FFFFFF"/>
                  </a:solidFill>
                  <a:latin typeface="OPPOSans R"/>
                  <a:ea typeface="OPPOSans R"/>
                </a:endParaRPr>
              </a:p>
            </p:txBody>
          </p:sp>
          <p:pic>
            <p:nvPicPr>
              <p:cNvPr id="56" name="前景">
                <a:hlinkClick r:id="rId7" action="ppaction://hlinksldjump"/>
                <a:extLst>
                  <a:ext uri="{FF2B5EF4-FFF2-40B4-BE49-F238E27FC236}">
                    <a16:creationId xmlns:a16="http://schemas.microsoft.com/office/drawing/2014/main" id="{CEB4B38A-FB68-BC96-7393-79111778C31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rcRect/>
              <a:stretch/>
            </p:blipFill>
            <p:spPr>
              <a:xfrm>
                <a:off x="4834575" y="3314965"/>
                <a:ext cx="228070" cy="228070"/>
              </a:xfrm>
              <a:prstGeom prst="rect">
                <a:avLst/>
              </a:prstGeom>
            </p:spPr>
          </p:pic>
        </p:grpSp>
        <p:grpSp>
          <p:nvGrpSpPr>
            <p:cNvPr id="57" name="电话">
              <a:extLst>
                <a:ext uri="{FF2B5EF4-FFF2-40B4-BE49-F238E27FC236}">
                  <a16:creationId xmlns:a16="http://schemas.microsoft.com/office/drawing/2014/main" id="{7D87FF08-4A12-A83A-3B53-77E9469B7458}"/>
                </a:ext>
              </a:extLst>
            </p:cNvPr>
            <p:cNvGrpSpPr/>
            <p:nvPr/>
          </p:nvGrpSpPr>
          <p:grpSpPr>
            <a:xfrm>
              <a:off x="3305913" y="3868931"/>
              <a:ext cx="446930" cy="446930"/>
              <a:chOff x="4725145" y="3205535"/>
              <a:chExt cx="446930" cy="446930"/>
            </a:xfrm>
          </p:grpSpPr>
          <p:sp>
            <p:nvSpPr>
              <p:cNvPr id="58" name="背景">
                <a:extLst>
                  <a:ext uri="{FF2B5EF4-FFF2-40B4-BE49-F238E27FC236}">
                    <a16:creationId xmlns:a16="http://schemas.microsoft.com/office/drawing/2014/main" id="{DEF4FC5F-EA79-01CA-149A-A0009650B1CB}"/>
                  </a:ext>
                </a:extLst>
              </p:cNvPr>
              <p:cNvSpPr/>
              <p:nvPr/>
            </p:nvSpPr>
            <p:spPr>
              <a:xfrm>
                <a:off x="4725145" y="3205535"/>
                <a:ext cx="446930" cy="446930"/>
              </a:xfrm>
              <a:prstGeom prst="roundRect">
                <a:avLst/>
              </a:prstGeom>
              <a:solidFill>
                <a:srgbClr val="1D78FF">
                  <a:alpha val="40000"/>
                </a:srgbClr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457189">
                  <a:defRPr/>
                </a:pPr>
                <a:endParaRPr lang="zh-CN" altLang="en-US" kern="0">
                  <a:solidFill>
                    <a:srgbClr val="FFFFFF"/>
                  </a:solidFill>
                  <a:latin typeface="OPPOSans R"/>
                  <a:ea typeface="OPPOSans R"/>
                </a:endParaRPr>
              </a:p>
            </p:txBody>
          </p:sp>
          <p:pic>
            <p:nvPicPr>
              <p:cNvPr id="59" name="前景">
                <a:extLst>
                  <a:ext uri="{FF2B5EF4-FFF2-40B4-BE49-F238E27FC236}">
                    <a16:creationId xmlns:a16="http://schemas.microsoft.com/office/drawing/2014/main" id="{AC4BACA1-0E1F-1905-75A9-47863F8B9D8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rcRect/>
              <a:stretch/>
            </p:blipFill>
            <p:spPr>
              <a:xfrm>
                <a:off x="4834575" y="3330845"/>
                <a:ext cx="228070" cy="228070"/>
              </a:xfrm>
              <a:prstGeom prst="rect">
                <a:avLst/>
              </a:prstGeom>
            </p:spPr>
          </p:pic>
        </p:grpSp>
      </p:grpSp>
      <p:grpSp>
        <p:nvGrpSpPr>
          <p:cNvPr id="62" name="组合 61">
            <a:extLst>
              <a:ext uri="{FF2B5EF4-FFF2-40B4-BE49-F238E27FC236}">
                <a16:creationId xmlns:a16="http://schemas.microsoft.com/office/drawing/2014/main" id="{FC2B4395-3588-E04A-E0A7-B9426D393AC7}"/>
              </a:ext>
            </a:extLst>
          </p:cNvPr>
          <p:cNvGrpSpPr/>
          <p:nvPr/>
        </p:nvGrpSpPr>
        <p:grpSpPr>
          <a:xfrm>
            <a:off x="6016927" y="5991415"/>
            <a:ext cx="2452159" cy="704839"/>
            <a:chOff x="4869919" y="5962663"/>
            <a:chExt cx="2452159" cy="704838"/>
          </a:xfrm>
        </p:grpSpPr>
        <p:sp>
          <p:nvSpPr>
            <p:cNvPr id="63" name="!! 颜色遮罩">
              <a:extLst>
                <a:ext uri="{FF2B5EF4-FFF2-40B4-BE49-F238E27FC236}">
                  <a16:creationId xmlns:a16="http://schemas.microsoft.com/office/drawing/2014/main" id="{D033397B-49E2-9E6A-C683-20CD26E389C1}"/>
                </a:ext>
              </a:extLst>
            </p:cNvPr>
            <p:cNvSpPr>
              <a:spLocks/>
            </p:cNvSpPr>
            <p:nvPr/>
          </p:nvSpPr>
          <p:spPr>
            <a:xfrm>
              <a:off x="4869919" y="5962663"/>
              <a:ext cx="2452159" cy="704838"/>
            </a:xfrm>
            <a:prstGeom prst="roundRect">
              <a:avLst>
                <a:gd name="adj" fmla="val 15000"/>
              </a:avLst>
            </a:pr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189">
                <a:defRPr/>
              </a:pPr>
              <a:endParaRPr lang="zh-CN" altLang="en-US" dirty="0">
                <a:solidFill>
                  <a:srgbClr val="FFFFFF"/>
                </a:solidFill>
                <a:latin typeface="OPPOSans R"/>
                <a:ea typeface="OPPOSans R"/>
              </a:endParaRPr>
            </a:p>
          </p:txBody>
        </p:sp>
        <p:sp>
          <p:nvSpPr>
            <p:cNvPr id="64" name="!! 运营商">
              <a:extLst>
                <a:ext uri="{FF2B5EF4-FFF2-40B4-BE49-F238E27FC236}">
                  <a16:creationId xmlns:a16="http://schemas.microsoft.com/office/drawing/2014/main" id="{485F0C53-9172-8045-8709-7A96D2C7FDFB}"/>
                </a:ext>
              </a:extLst>
            </p:cNvPr>
            <p:cNvSpPr txBox="1"/>
            <p:nvPr/>
          </p:nvSpPr>
          <p:spPr>
            <a:xfrm>
              <a:off x="5230811" y="6095494"/>
              <a:ext cx="1114424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457189">
                <a:defRPr/>
              </a:pPr>
              <a:r>
                <a:rPr lang="zh-CN" altLang="en-US" sz="900" dirty="0">
                  <a:solidFill>
                    <a:srgbClr val="FFFFFF"/>
                  </a:solidFill>
                  <a:latin typeface="OPPOSans M"/>
                  <a:ea typeface="OPPOSans M"/>
                </a:rPr>
                <a:t>卫星网络</a:t>
              </a:r>
            </a:p>
          </p:txBody>
        </p:sp>
        <p:pic>
          <p:nvPicPr>
            <p:cNvPr id="65" name="!! 通知">
              <a:extLst>
                <a:ext uri="{FF2B5EF4-FFF2-40B4-BE49-F238E27FC236}">
                  <a16:creationId xmlns:a16="http://schemas.microsoft.com/office/drawing/2014/main" id="{8ACA7A9A-3554-B059-9D4A-05BAD161FCE4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6981292" y="6130475"/>
              <a:ext cx="152400" cy="152400"/>
            </a:xfrm>
            <a:prstGeom prst="rect">
              <a:avLst/>
            </a:prstGeom>
          </p:spPr>
        </p:pic>
        <p:pic>
          <p:nvPicPr>
            <p:cNvPr id="66" name="!! 电池">
              <a:extLst>
                <a:ext uri="{FF2B5EF4-FFF2-40B4-BE49-F238E27FC236}">
                  <a16:creationId xmlns:a16="http://schemas.microsoft.com/office/drawing/2014/main" id="{91D121C8-9C78-9738-EAF5-F1DB9126BE79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5099046" y="6354004"/>
              <a:ext cx="191558" cy="191558"/>
            </a:xfrm>
            <a:prstGeom prst="rect">
              <a:avLst/>
            </a:prstGeom>
          </p:spPr>
        </p:pic>
        <p:sp>
          <p:nvSpPr>
            <p:cNvPr id="67" name="!! 时间">
              <a:extLst>
                <a:ext uri="{FF2B5EF4-FFF2-40B4-BE49-F238E27FC236}">
                  <a16:creationId xmlns:a16="http://schemas.microsoft.com/office/drawing/2014/main" id="{739D7831-F2BF-B454-617E-3331A7604275}"/>
                </a:ext>
              </a:extLst>
            </p:cNvPr>
            <p:cNvSpPr txBox="1"/>
            <p:nvPr/>
          </p:nvSpPr>
          <p:spPr>
            <a:xfrm>
              <a:off x="6444193" y="6330559"/>
              <a:ext cx="773641" cy="2540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defTabSz="457189">
                <a:defRPr/>
              </a:pPr>
              <a:r>
                <a:rPr lang="en-US" altLang="zh-CN" sz="1051" dirty="0">
                  <a:solidFill>
                    <a:srgbClr val="FFFFFF"/>
                  </a:solidFill>
                  <a:latin typeface="OPPOSans R"/>
                  <a:ea typeface="OPPOSans R"/>
                </a:rPr>
                <a:t>16:34</a:t>
              </a:r>
              <a:endParaRPr lang="zh-CN" altLang="en-US" sz="1051" dirty="0">
                <a:solidFill>
                  <a:srgbClr val="FFFFFF"/>
                </a:solidFill>
                <a:latin typeface="OPPOSans R"/>
                <a:ea typeface="OPPOSans R"/>
              </a:endParaRPr>
            </a:p>
          </p:txBody>
        </p:sp>
        <p:sp>
          <p:nvSpPr>
            <p:cNvPr id="68" name="!! AC">
              <a:extLst>
                <a:ext uri="{FF2B5EF4-FFF2-40B4-BE49-F238E27FC236}">
                  <a16:creationId xmlns:a16="http://schemas.microsoft.com/office/drawing/2014/main" id="{C346590A-31EB-555F-ED9E-B01AED6454A9}"/>
                </a:ext>
              </a:extLst>
            </p:cNvPr>
            <p:cNvSpPr txBox="1"/>
            <p:nvPr/>
          </p:nvSpPr>
          <p:spPr>
            <a:xfrm>
              <a:off x="5228428" y="6334367"/>
              <a:ext cx="434183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457189">
                <a:defRPr/>
              </a:pPr>
              <a:r>
                <a:rPr lang="en-US" altLang="zh-CN" sz="900" dirty="0">
                  <a:solidFill>
                    <a:srgbClr val="FFFFFF"/>
                  </a:solidFill>
                  <a:latin typeface="OPPOSans R"/>
                  <a:ea typeface="OPPOSans R"/>
                </a:rPr>
                <a:t>49%</a:t>
              </a:r>
              <a:endParaRPr lang="zh-CN" altLang="en-US" sz="900" dirty="0">
                <a:solidFill>
                  <a:srgbClr val="FFFFFF"/>
                </a:solidFill>
                <a:latin typeface="OPPOSans R"/>
                <a:ea typeface="OPPOSans R"/>
              </a:endParaRPr>
            </a:p>
          </p:txBody>
        </p:sp>
        <p:pic>
          <p:nvPicPr>
            <p:cNvPr id="69" name="!! 声音">
              <a:extLst>
                <a:ext uri="{FF2B5EF4-FFF2-40B4-BE49-F238E27FC236}">
                  <a16:creationId xmlns:a16="http://schemas.microsoft.com/office/drawing/2014/main" id="{9777E3DC-BE6D-5417-65DF-529F86921E55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6742093" y="6116709"/>
              <a:ext cx="179932" cy="179932"/>
            </a:xfrm>
            <a:prstGeom prst="rect">
              <a:avLst/>
            </a:prstGeom>
          </p:spPr>
        </p:pic>
        <p:grpSp>
          <p:nvGrpSpPr>
            <p:cNvPr id="70" name="!! 卫星2">
              <a:extLst>
                <a:ext uri="{FF2B5EF4-FFF2-40B4-BE49-F238E27FC236}">
                  <a16:creationId xmlns:a16="http://schemas.microsoft.com/office/drawing/2014/main" id="{1F2540A6-F816-4F23-5C41-C02C154388AC}"/>
                </a:ext>
              </a:extLst>
            </p:cNvPr>
            <p:cNvGrpSpPr/>
            <p:nvPr/>
          </p:nvGrpSpPr>
          <p:grpSpPr>
            <a:xfrm rot="2323695" flipH="1">
              <a:off x="5085472" y="6158128"/>
              <a:ext cx="220894" cy="83358"/>
              <a:chOff x="5204410" y="3028417"/>
              <a:chExt cx="835228" cy="315185"/>
            </a:xfrm>
            <a:solidFill>
              <a:schemeClr val="bg2"/>
            </a:solidFill>
            <a:effectLst/>
          </p:grpSpPr>
          <p:sp>
            <p:nvSpPr>
              <p:cNvPr id="71" name="椭圆 70">
                <a:extLst>
                  <a:ext uri="{FF2B5EF4-FFF2-40B4-BE49-F238E27FC236}">
                    <a16:creationId xmlns:a16="http://schemas.microsoft.com/office/drawing/2014/main" id="{E8727FF1-2DB5-DF1F-7B50-8A462F3E2B5E}"/>
                  </a:ext>
                </a:extLst>
              </p:cNvPr>
              <p:cNvSpPr/>
              <p:nvPr/>
            </p:nvSpPr>
            <p:spPr>
              <a:xfrm>
                <a:off x="5464433" y="3028417"/>
                <a:ext cx="315184" cy="31518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457189">
                  <a:defRPr/>
                </a:pPr>
                <a:endParaRPr lang="zh-CN" altLang="en-US">
                  <a:solidFill>
                    <a:srgbClr val="FFFFFF"/>
                  </a:solidFill>
                  <a:latin typeface="OPPOSans R"/>
                  <a:ea typeface="OPPOSans R"/>
                </a:endParaRPr>
              </a:p>
            </p:txBody>
          </p:sp>
          <p:sp>
            <p:nvSpPr>
              <p:cNvPr id="72" name="矩形: 圆角 71">
                <a:extLst>
                  <a:ext uri="{FF2B5EF4-FFF2-40B4-BE49-F238E27FC236}">
                    <a16:creationId xmlns:a16="http://schemas.microsoft.com/office/drawing/2014/main" id="{9659A242-57CE-6493-12DE-00752C29E9B9}"/>
                  </a:ext>
                </a:extLst>
              </p:cNvPr>
              <p:cNvSpPr/>
              <p:nvPr/>
            </p:nvSpPr>
            <p:spPr>
              <a:xfrm>
                <a:off x="5833101" y="3144099"/>
                <a:ext cx="206537" cy="83819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457189">
                  <a:defRPr/>
                </a:pPr>
                <a:endParaRPr lang="zh-CN" altLang="en-US">
                  <a:solidFill>
                    <a:srgbClr val="FFFFFF"/>
                  </a:solidFill>
                  <a:latin typeface="OPPOSans R"/>
                  <a:ea typeface="OPPOSans R"/>
                </a:endParaRPr>
              </a:p>
            </p:txBody>
          </p:sp>
          <p:sp>
            <p:nvSpPr>
              <p:cNvPr id="73" name="矩形: 圆角 72">
                <a:extLst>
                  <a:ext uri="{FF2B5EF4-FFF2-40B4-BE49-F238E27FC236}">
                    <a16:creationId xmlns:a16="http://schemas.microsoft.com/office/drawing/2014/main" id="{886BEE2E-76A1-9278-D7A8-845091EBC9D8}"/>
                  </a:ext>
                </a:extLst>
              </p:cNvPr>
              <p:cNvSpPr/>
              <p:nvPr/>
            </p:nvSpPr>
            <p:spPr>
              <a:xfrm>
                <a:off x="5204410" y="3144101"/>
                <a:ext cx="206537" cy="83819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457189">
                  <a:defRPr/>
                </a:pPr>
                <a:endParaRPr lang="zh-CN" altLang="en-US">
                  <a:solidFill>
                    <a:srgbClr val="FFFFFF"/>
                  </a:solidFill>
                  <a:latin typeface="OPPOSans R"/>
                  <a:ea typeface="OPPOSans R"/>
                </a:endParaRPr>
              </a:p>
            </p:txBody>
          </p:sp>
        </p:grpSp>
      </p:grpSp>
      <p:sp>
        <p:nvSpPr>
          <p:cNvPr id="2" name="!! 背景板">
            <a:extLst>
              <a:ext uri="{FF2B5EF4-FFF2-40B4-BE49-F238E27FC236}">
                <a16:creationId xmlns:a16="http://schemas.microsoft.com/office/drawing/2014/main" id="{DEC55997-8D5A-AFFB-C573-9BEFEF98FFC8}"/>
              </a:ext>
            </a:extLst>
          </p:cNvPr>
          <p:cNvSpPr/>
          <p:nvPr/>
        </p:nvSpPr>
        <p:spPr>
          <a:xfrm>
            <a:off x="3722921" y="578013"/>
            <a:ext cx="4746163" cy="5071400"/>
          </a:xfrm>
          <a:prstGeom prst="roundRect">
            <a:avLst>
              <a:gd name="adj" fmla="val 2766"/>
            </a:avLst>
          </a:prstGeom>
          <a:solidFill>
            <a:schemeClr val="tx1">
              <a:lumMod val="90000"/>
              <a:lumOff val="1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>
              <a:defRPr/>
            </a:pPr>
            <a:endParaRPr lang="zh-CN" altLang="en-US">
              <a:solidFill>
                <a:srgbClr val="F5F5F5"/>
              </a:solidFill>
              <a:latin typeface="vivo Sans"/>
              <a:ea typeface="vivo Sans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C7A62FB-398A-50C1-5F66-30A663BF4706}"/>
              </a:ext>
            </a:extLst>
          </p:cNvPr>
          <p:cNvSpPr txBox="1"/>
          <p:nvPr/>
        </p:nvSpPr>
        <p:spPr>
          <a:xfrm>
            <a:off x="5347137" y="972563"/>
            <a:ext cx="15058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377">
              <a:defRPr/>
            </a:pPr>
            <a:r>
              <a:rPr lang="zh-CN" altLang="en-US" sz="2000" dirty="0">
                <a:solidFill>
                  <a:srgbClr val="F5F5F5"/>
                </a:solidFill>
                <a:latin typeface="vivo Sans Medium"/>
                <a:ea typeface="vivo Sans Medium"/>
              </a:rPr>
              <a:t>短信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B1C5644-296D-2A7A-05D4-BDADF7903A35}"/>
              </a:ext>
            </a:extLst>
          </p:cNvPr>
          <p:cNvSpPr txBox="1"/>
          <p:nvPr/>
        </p:nvSpPr>
        <p:spPr>
          <a:xfrm>
            <a:off x="5169638" y="2943140"/>
            <a:ext cx="18610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377">
              <a:defRPr/>
            </a:pPr>
            <a:r>
              <a:rPr lang="zh-CN" altLang="en-US" sz="1400" dirty="0">
                <a:solidFill>
                  <a:srgbClr val="F5F5F5"/>
                </a:solidFill>
                <a:latin typeface="vivo Sans"/>
                <a:ea typeface="vivo Sans"/>
              </a:rPr>
              <a:t>正在开发中</a:t>
            </a:r>
          </a:p>
        </p:txBody>
      </p:sp>
    </p:spTree>
    <p:extLst>
      <p:ext uri="{BB962C8B-B14F-4D97-AF65-F5344CB8AC3E}">
        <p14:creationId xmlns:p14="http://schemas.microsoft.com/office/powerpoint/2010/main" val="432068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advClick="0">
        <p159:morph option="byObject"/>
      </p:transition>
    </mc:Choice>
    <mc:Fallback xmlns="">
      <p:transition advClick="0">
        <p:fade/>
      </p:transition>
    </mc:Fallback>
  </mc:AlternateContent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C24449-20EA-CF0B-B06B-3C2DC22FC9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!! 背景" descr="黑暗里有星球&#10;&#10;AI 生成的内容可能不正确。">
            <a:extLst>
              <a:ext uri="{FF2B5EF4-FFF2-40B4-BE49-F238E27FC236}">
                <a16:creationId xmlns:a16="http://schemas.microsoft.com/office/drawing/2014/main" id="{B01ED612-C912-5B29-63EE-7C8AF51449D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!! 定位">
            <a:extLst>
              <a:ext uri="{FF2B5EF4-FFF2-40B4-BE49-F238E27FC236}">
                <a16:creationId xmlns:a16="http://schemas.microsoft.com/office/drawing/2014/main" id="{07A1E426-49F0-C380-73C9-6F8C8A74B63C}"/>
              </a:ext>
            </a:extLst>
          </p:cNvPr>
          <p:cNvSpPr/>
          <p:nvPr/>
        </p:nvSpPr>
        <p:spPr>
          <a:xfrm>
            <a:off x="4953000" y="3199328"/>
            <a:ext cx="2286000" cy="2286000"/>
          </a:xfrm>
          <a:prstGeom prst="ellipse">
            <a:avLst/>
          </a:prstGeom>
          <a:noFill/>
          <a:ln w="44450" cap="rnd" cmpd="sng">
            <a:solidFill>
              <a:schemeClr val="bg2">
                <a:alpha val="0"/>
              </a:schemeClr>
            </a:solidFill>
            <a:prstDash val="dash"/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189">
              <a:defRPr/>
            </a:pPr>
            <a:endParaRPr lang="zh-CN" altLang="en-US">
              <a:solidFill>
                <a:srgbClr val="FFFFFF"/>
              </a:solidFill>
              <a:latin typeface="OPPOSans R"/>
              <a:ea typeface="OPPOSans R"/>
            </a:endParaRP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ACD9E9B4-0DC3-1A2F-EA81-6EAF0AEEC897}"/>
              </a:ext>
            </a:extLst>
          </p:cNvPr>
          <p:cNvGrpSpPr/>
          <p:nvPr/>
        </p:nvGrpSpPr>
        <p:grpSpPr>
          <a:xfrm>
            <a:off x="3722922" y="5990592"/>
            <a:ext cx="2042373" cy="704839"/>
            <a:chOff x="1927647" y="3732963"/>
            <a:chExt cx="2042373" cy="704838"/>
          </a:xfrm>
        </p:grpSpPr>
        <p:sp>
          <p:nvSpPr>
            <p:cNvPr id="15" name="!! 颜色遮罩">
              <a:extLst>
                <a:ext uri="{FF2B5EF4-FFF2-40B4-BE49-F238E27FC236}">
                  <a16:creationId xmlns:a16="http://schemas.microsoft.com/office/drawing/2014/main" id="{DE1BBB8C-B5CD-4887-2BC9-1F49B493C5D2}"/>
                </a:ext>
              </a:extLst>
            </p:cNvPr>
            <p:cNvSpPr>
              <a:spLocks/>
            </p:cNvSpPr>
            <p:nvPr/>
          </p:nvSpPr>
          <p:spPr>
            <a:xfrm>
              <a:off x="1927647" y="3732963"/>
              <a:ext cx="2042373" cy="704838"/>
            </a:xfrm>
            <a:prstGeom prst="roundRect">
              <a:avLst>
                <a:gd name="adj" fmla="val 15000"/>
              </a:avLst>
            </a:pr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189"/>
              <a:endParaRPr lang="zh-CN" altLang="en-US">
                <a:solidFill>
                  <a:srgbClr val="FFFFFF"/>
                </a:solidFill>
                <a:latin typeface="OPPOSans R"/>
                <a:ea typeface="OPPOSans R"/>
              </a:endParaRPr>
            </a:p>
          </p:txBody>
        </p:sp>
        <p:grpSp>
          <p:nvGrpSpPr>
            <p:cNvPr id="16" name="!! Leaf">
              <a:extLst>
                <a:ext uri="{FF2B5EF4-FFF2-40B4-BE49-F238E27FC236}">
                  <a16:creationId xmlns:a16="http://schemas.microsoft.com/office/drawing/2014/main" id="{A91D50FA-9D68-A188-9438-430FC37CC6B1}"/>
                </a:ext>
              </a:extLst>
            </p:cNvPr>
            <p:cNvGrpSpPr/>
            <p:nvPr/>
          </p:nvGrpSpPr>
          <p:grpSpPr>
            <a:xfrm>
              <a:off x="2164038" y="3862181"/>
              <a:ext cx="446400" cy="446400"/>
              <a:chOff x="2567898" y="5909843"/>
              <a:chExt cx="446400" cy="446400"/>
            </a:xfrm>
          </p:grpSpPr>
          <p:sp>
            <p:nvSpPr>
              <p:cNvPr id="23" name="!! 背景">
                <a:hlinkClick r:id="rId4" action="ppaction://hlinksldjump"/>
                <a:extLst>
                  <a:ext uri="{FF2B5EF4-FFF2-40B4-BE49-F238E27FC236}">
                    <a16:creationId xmlns:a16="http://schemas.microsoft.com/office/drawing/2014/main" id="{EBA6FC1B-4BDB-0DF4-618C-4AFCCDAE48A1}"/>
                  </a:ext>
                </a:extLst>
              </p:cNvPr>
              <p:cNvSpPr/>
              <p:nvPr/>
            </p:nvSpPr>
            <p:spPr>
              <a:xfrm>
                <a:off x="2567898" y="5909843"/>
                <a:ext cx="446400" cy="446400"/>
              </a:xfrm>
              <a:prstGeom prst="roundRect">
                <a:avLst/>
              </a:prstGeom>
              <a:solidFill>
                <a:srgbClr val="FFFFFF">
                  <a:lumMod val="95000"/>
                  <a:alpha val="20000"/>
                </a:srgbClr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457189">
                  <a:defRPr/>
                </a:pPr>
                <a:endParaRPr lang="zh-CN" altLang="en-US" kern="0">
                  <a:solidFill>
                    <a:srgbClr val="FFFFFF"/>
                  </a:solidFill>
                  <a:latin typeface="OPPOSans R"/>
                  <a:ea typeface="OPPOSans R"/>
                </a:endParaRPr>
              </a:p>
            </p:txBody>
          </p:sp>
          <p:pic>
            <p:nvPicPr>
              <p:cNvPr id="24" name="!! leaf" descr="树叶 纯色填充">
                <a:extLst>
                  <a:ext uri="{FF2B5EF4-FFF2-40B4-BE49-F238E27FC236}">
                    <a16:creationId xmlns:a16="http://schemas.microsoft.com/office/drawing/2014/main" id="{3F3B5A8F-F30A-14ED-A14A-784DDA8F4BC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2628428" y="5972614"/>
                <a:ext cx="326678" cy="326678"/>
              </a:xfrm>
              <a:prstGeom prst="rect">
                <a:avLst/>
              </a:prstGeom>
            </p:spPr>
          </p:pic>
        </p:grpSp>
        <p:grpSp>
          <p:nvGrpSpPr>
            <p:cNvPr id="17" name="电话">
              <a:extLst>
                <a:ext uri="{FF2B5EF4-FFF2-40B4-BE49-F238E27FC236}">
                  <a16:creationId xmlns:a16="http://schemas.microsoft.com/office/drawing/2014/main" id="{71C9BC34-F5DB-CAFF-9D9E-E28B9EEE55C9}"/>
                </a:ext>
              </a:extLst>
            </p:cNvPr>
            <p:cNvGrpSpPr/>
            <p:nvPr/>
          </p:nvGrpSpPr>
          <p:grpSpPr>
            <a:xfrm>
              <a:off x="2731985" y="3859533"/>
              <a:ext cx="446930" cy="446930"/>
              <a:chOff x="4725145" y="3205535"/>
              <a:chExt cx="446930" cy="446930"/>
            </a:xfrm>
          </p:grpSpPr>
          <p:sp>
            <p:nvSpPr>
              <p:cNvPr id="21" name="背景">
                <a:hlinkClick r:id="rId7" action="ppaction://hlinksldjump"/>
                <a:extLst>
                  <a:ext uri="{FF2B5EF4-FFF2-40B4-BE49-F238E27FC236}">
                    <a16:creationId xmlns:a16="http://schemas.microsoft.com/office/drawing/2014/main" id="{0485F284-57B1-5DB4-0064-F8E07FDE7D8D}"/>
                  </a:ext>
                </a:extLst>
              </p:cNvPr>
              <p:cNvSpPr/>
              <p:nvPr/>
            </p:nvSpPr>
            <p:spPr>
              <a:xfrm>
                <a:off x="4725145" y="3205535"/>
                <a:ext cx="446930" cy="446930"/>
              </a:xfrm>
              <a:prstGeom prst="roundRect">
                <a:avLst/>
              </a:prstGeom>
              <a:solidFill>
                <a:srgbClr val="00DE30">
                  <a:alpha val="40000"/>
                </a:srgbClr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457189">
                  <a:defRPr/>
                </a:pPr>
                <a:endParaRPr lang="zh-CN" altLang="en-US" kern="0">
                  <a:solidFill>
                    <a:srgbClr val="FFFFFF"/>
                  </a:solidFill>
                  <a:latin typeface="OPPOSans R"/>
                  <a:ea typeface="OPPOSans R"/>
                </a:endParaRPr>
              </a:p>
            </p:txBody>
          </p:sp>
          <p:pic>
            <p:nvPicPr>
              <p:cNvPr id="22" name="前景">
                <a:hlinkClick r:id="rId8" action="ppaction://hlinksldjump"/>
                <a:extLst>
                  <a:ext uri="{FF2B5EF4-FFF2-40B4-BE49-F238E27FC236}">
                    <a16:creationId xmlns:a16="http://schemas.microsoft.com/office/drawing/2014/main" id="{2C019A5B-FF95-7097-F21A-DD75BE704A1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rcRect/>
              <a:stretch/>
            </p:blipFill>
            <p:spPr>
              <a:xfrm>
                <a:off x="4834575" y="3314965"/>
                <a:ext cx="228070" cy="228070"/>
              </a:xfrm>
              <a:prstGeom prst="rect">
                <a:avLst/>
              </a:prstGeom>
            </p:spPr>
          </p:pic>
        </p:grpSp>
        <p:grpSp>
          <p:nvGrpSpPr>
            <p:cNvPr id="18" name="电话">
              <a:extLst>
                <a:ext uri="{FF2B5EF4-FFF2-40B4-BE49-F238E27FC236}">
                  <a16:creationId xmlns:a16="http://schemas.microsoft.com/office/drawing/2014/main" id="{A1F30BF7-F1E7-4A9B-3377-403BD83AD2B6}"/>
                </a:ext>
              </a:extLst>
            </p:cNvPr>
            <p:cNvGrpSpPr/>
            <p:nvPr/>
          </p:nvGrpSpPr>
          <p:grpSpPr>
            <a:xfrm>
              <a:off x="3305913" y="3868931"/>
              <a:ext cx="446930" cy="446930"/>
              <a:chOff x="4725145" y="3205535"/>
              <a:chExt cx="446930" cy="446930"/>
            </a:xfrm>
          </p:grpSpPr>
          <p:sp>
            <p:nvSpPr>
              <p:cNvPr id="19" name="背景">
                <a:hlinkClick r:id="rId8" action="ppaction://hlinksldjump"/>
                <a:extLst>
                  <a:ext uri="{FF2B5EF4-FFF2-40B4-BE49-F238E27FC236}">
                    <a16:creationId xmlns:a16="http://schemas.microsoft.com/office/drawing/2014/main" id="{CE16DD50-A0E5-E616-5519-394668659983}"/>
                  </a:ext>
                </a:extLst>
              </p:cNvPr>
              <p:cNvSpPr/>
              <p:nvPr/>
            </p:nvSpPr>
            <p:spPr>
              <a:xfrm>
                <a:off x="4725145" y="3205535"/>
                <a:ext cx="446930" cy="446930"/>
              </a:xfrm>
              <a:prstGeom prst="roundRect">
                <a:avLst/>
              </a:prstGeom>
              <a:solidFill>
                <a:srgbClr val="1D78FF">
                  <a:alpha val="40000"/>
                </a:srgbClr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457189">
                  <a:defRPr/>
                </a:pPr>
                <a:endParaRPr lang="zh-CN" altLang="en-US" kern="0">
                  <a:solidFill>
                    <a:srgbClr val="FFFFFF"/>
                  </a:solidFill>
                  <a:latin typeface="OPPOSans R"/>
                  <a:ea typeface="OPPOSans R"/>
                </a:endParaRPr>
              </a:p>
            </p:txBody>
          </p:sp>
          <p:pic>
            <p:nvPicPr>
              <p:cNvPr id="20" name="前景">
                <a:hlinkClick r:id="rId8" action="ppaction://hlinksldjump"/>
                <a:extLst>
                  <a:ext uri="{FF2B5EF4-FFF2-40B4-BE49-F238E27FC236}">
                    <a16:creationId xmlns:a16="http://schemas.microsoft.com/office/drawing/2014/main" id="{1BFA8556-0AFE-9EEC-47A0-39BCE8E105A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rcRect/>
              <a:stretch/>
            </p:blipFill>
            <p:spPr>
              <a:xfrm>
                <a:off x="4834575" y="3330845"/>
                <a:ext cx="228070" cy="228070"/>
              </a:xfrm>
              <a:prstGeom prst="rect">
                <a:avLst/>
              </a:prstGeom>
            </p:spPr>
          </p:pic>
        </p:grpSp>
      </p:grp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6E0D5F9E-DC49-132D-EE51-37F964A0C478}"/>
              </a:ext>
            </a:extLst>
          </p:cNvPr>
          <p:cNvGrpSpPr/>
          <p:nvPr/>
        </p:nvGrpSpPr>
        <p:grpSpPr>
          <a:xfrm>
            <a:off x="6016927" y="5991415"/>
            <a:ext cx="2452159" cy="704839"/>
            <a:chOff x="4869919" y="5962663"/>
            <a:chExt cx="2452159" cy="704838"/>
          </a:xfrm>
        </p:grpSpPr>
        <p:sp>
          <p:nvSpPr>
            <p:cNvPr id="26" name="!! 颜色遮罩">
              <a:extLst>
                <a:ext uri="{FF2B5EF4-FFF2-40B4-BE49-F238E27FC236}">
                  <a16:creationId xmlns:a16="http://schemas.microsoft.com/office/drawing/2014/main" id="{35C80FFF-9354-AE57-6784-10824F90CA77}"/>
                </a:ext>
              </a:extLst>
            </p:cNvPr>
            <p:cNvSpPr>
              <a:spLocks/>
            </p:cNvSpPr>
            <p:nvPr/>
          </p:nvSpPr>
          <p:spPr>
            <a:xfrm>
              <a:off x="4869919" y="5962663"/>
              <a:ext cx="2452159" cy="704838"/>
            </a:xfrm>
            <a:prstGeom prst="roundRect">
              <a:avLst>
                <a:gd name="adj" fmla="val 15000"/>
              </a:avLst>
            </a:pr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189">
                <a:defRPr/>
              </a:pPr>
              <a:endParaRPr lang="zh-CN" altLang="en-US" dirty="0">
                <a:solidFill>
                  <a:srgbClr val="FFFFFF"/>
                </a:solidFill>
                <a:latin typeface="OPPOSans R"/>
                <a:ea typeface="OPPOSans R"/>
              </a:endParaRPr>
            </a:p>
          </p:txBody>
        </p:sp>
        <p:sp>
          <p:nvSpPr>
            <p:cNvPr id="27" name="!! 运营商">
              <a:extLst>
                <a:ext uri="{FF2B5EF4-FFF2-40B4-BE49-F238E27FC236}">
                  <a16:creationId xmlns:a16="http://schemas.microsoft.com/office/drawing/2014/main" id="{403C004D-2D42-BFF6-1512-CABBE9131F34}"/>
                </a:ext>
              </a:extLst>
            </p:cNvPr>
            <p:cNvSpPr txBox="1"/>
            <p:nvPr/>
          </p:nvSpPr>
          <p:spPr>
            <a:xfrm>
              <a:off x="5230811" y="6095494"/>
              <a:ext cx="1114424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457189">
                <a:defRPr/>
              </a:pPr>
              <a:r>
                <a:rPr lang="zh-CN" altLang="en-US" sz="900" dirty="0">
                  <a:solidFill>
                    <a:srgbClr val="FFFFFF"/>
                  </a:solidFill>
                  <a:latin typeface="OPPOSans M"/>
                  <a:ea typeface="OPPOSans M"/>
                </a:rPr>
                <a:t>卫星网络</a:t>
              </a:r>
            </a:p>
          </p:txBody>
        </p:sp>
        <p:pic>
          <p:nvPicPr>
            <p:cNvPr id="28" name="!! 通知">
              <a:extLst>
                <a:ext uri="{FF2B5EF4-FFF2-40B4-BE49-F238E27FC236}">
                  <a16:creationId xmlns:a16="http://schemas.microsoft.com/office/drawing/2014/main" id="{FAF1C44B-916E-5C7A-4437-31BBCAC1F313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6981292" y="6130475"/>
              <a:ext cx="152400" cy="152400"/>
            </a:xfrm>
            <a:prstGeom prst="rect">
              <a:avLst/>
            </a:prstGeom>
          </p:spPr>
        </p:pic>
        <p:pic>
          <p:nvPicPr>
            <p:cNvPr id="29" name="!! 电池">
              <a:extLst>
                <a:ext uri="{FF2B5EF4-FFF2-40B4-BE49-F238E27FC236}">
                  <a16:creationId xmlns:a16="http://schemas.microsoft.com/office/drawing/2014/main" id="{DEA8BD58-EC97-0F43-0C45-32336AE4943F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5099046" y="6354004"/>
              <a:ext cx="191558" cy="191558"/>
            </a:xfrm>
            <a:prstGeom prst="rect">
              <a:avLst/>
            </a:prstGeom>
          </p:spPr>
        </p:pic>
        <p:sp>
          <p:nvSpPr>
            <p:cNvPr id="30" name="!! 时间">
              <a:extLst>
                <a:ext uri="{FF2B5EF4-FFF2-40B4-BE49-F238E27FC236}">
                  <a16:creationId xmlns:a16="http://schemas.microsoft.com/office/drawing/2014/main" id="{728ACA53-6D54-3B83-B179-2EDEDE783142}"/>
                </a:ext>
              </a:extLst>
            </p:cNvPr>
            <p:cNvSpPr txBox="1"/>
            <p:nvPr/>
          </p:nvSpPr>
          <p:spPr>
            <a:xfrm>
              <a:off x="6444193" y="6330559"/>
              <a:ext cx="773641" cy="2540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defTabSz="457189">
                <a:defRPr/>
              </a:pPr>
              <a:r>
                <a:rPr lang="en-US" altLang="zh-CN" sz="1051" dirty="0">
                  <a:solidFill>
                    <a:srgbClr val="FFFFFF"/>
                  </a:solidFill>
                  <a:latin typeface="OPPOSans R"/>
                  <a:ea typeface="OPPOSans R"/>
                </a:rPr>
                <a:t>16:34</a:t>
              </a:r>
              <a:endParaRPr lang="zh-CN" altLang="en-US" sz="1051" dirty="0">
                <a:solidFill>
                  <a:srgbClr val="FFFFFF"/>
                </a:solidFill>
                <a:latin typeface="OPPOSans R"/>
                <a:ea typeface="OPPOSans R"/>
              </a:endParaRPr>
            </a:p>
          </p:txBody>
        </p:sp>
        <p:sp>
          <p:nvSpPr>
            <p:cNvPr id="31" name="!! AC">
              <a:extLst>
                <a:ext uri="{FF2B5EF4-FFF2-40B4-BE49-F238E27FC236}">
                  <a16:creationId xmlns:a16="http://schemas.microsoft.com/office/drawing/2014/main" id="{689DDD3D-D0D5-575D-121F-D0CB6F98FB52}"/>
                </a:ext>
              </a:extLst>
            </p:cNvPr>
            <p:cNvSpPr txBox="1"/>
            <p:nvPr/>
          </p:nvSpPr>
          <p:spPr>
            <a:xfrm>
              <a:off x="5228428" y="6334367"/>
              <a:ext cx="434183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457189">
                <a:defRPr/>
              </a:pPr>
              <a:r>
                <a:rPr lang="en-US" altLang="zh-CN" sz="900" dirty="0">
                  <a:solidFill>
                    <a:srgbClr val="FFFFFF"/>
                  </a:solidFill>
                  <a:latin typeface="OPPOSans R"/>
                  <a:ea typeface="OPPOSans R"/>
                </a:rPr>
                <a:t>49%</a:t>
              </a:r>
              <a:endParaRPr lang="zh-CN" altLang="en-US" sz="900" dirty="0">
                <a:solidFill>
                  <a:srgbClr val="FFFFFF"/>
                </a:solidFill>
                <a:latin typeface="OPPOSans R"/>
                <a:ea typeface="OPPOSans R"/>
              </a:endParaRPr>
            </a:p>
          </p:txBody>
        </p:sp>
        <p:pic>
          <p:nvPicPr>
            <p:cNvPr id="32" name="!! 声音">
              <a:extLst>
                <a:ext uri="{FF2B5EF4-FFF2-40B4-BE49-F238E27FC236}">
                  <a16:creationId xmlns:a16="http://schemas.microsoft.com/office/drawing/2014/main" id="{7C2E4EC8-C11C-E708-11C0-014BF90288A7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6742093" y="6116709"/>
              <a:ext cx="179932" cy="179932"/>
            </a:xfrm>
            <a:prstGeom prst="rect">
              <a:avLst/>
            </a:prstGeom>
          </p:spPr>
        </p:pic>
        <p:grpSp>
          <p:nvGrpSpPr>
            <p:cNvPr id="33" name="!! 卫星2">
              <a:extLst>
                <a:ext uri="{FF2B5EF4-FFF2-40B4-BE49-F238E27FC236}">
                  <a16:creationId xmlns:a16="http://schemas.microsoft.com/office/drawing/2014/main" id="{00282243-5792-70FB-814B-AD1AAE2B9CF3}"/>
                </a:ext>
              </a:extLst>
            </p:cNvPr>
            <p:cNvGrpSpPr/>
            <p:nvPr/>
          </p:nvGrpSpPr>
          <p:grpSpPr>
            <a:xfrm rot="2323695" flipH="1">
              <a:off x="5085472" y="6158128"/>
              <a:ext cx="220894" cy="83358"/>
              <a:chOff x="5204410" y="3028417"/>
              <a:chExt cx="835228" cy="315185"/>
            </a:xfrm>
            <a:solidFill>
              <a:schemeClr val="bg2"/>
            </a:solidFill>
            <a:effectLst/>
          </p:grpSpPr>
          <p:sp>
            <p:nvSpPr>
              <p:cNvPr id="34" name="椭圆 33">
                <a:extLst>
                  <a:ext uri="{FF2B5EF4-FFF2-40B4-BE49-F238E27FC236}">
                    <a16:creationId xmlns:a16="http://schemas.microsoft.com/office/drawing/2014/main" id="{F56AAA62-1855-C3B2-4BB8-9A01D767D783}"/>
                  </a:ext>
                </a:extLst>
              </p:cNvPr>
              <p:cNvSpPr/>
              <p:nvPr/>
            </p:nvSpPr>
            <p:spPr>
              <a:xfrm>
                <a:off x="5464433" y="3028417"/>
                <a:ext cx="315184" cy="31518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457189">
                  <a:defRPr/>
                </a:pPr>
                <a:endParaRPr lang="zh-CN" altLang="en-US">
                  <a:solidFill>
                    <a:srgbClr val="FFFFFF"/>
                  </a:solidFill>
                  <a:latin typeface="OPPOSans R"/>
                  <a:ea typeface="OPPOSans R"/>
                </a:endParaRPr>
              </a:p>
            </p:txBody>
          </p:sp>
          <p:sp>
            <p:nvSpPr>
              <p:cNvPr id="35" name="矩形: 圆角 34">
                <a:extLst>
                  <a:ext uri="{FF2B5EF4-FFF2-40B4-BE49-F238E27FC236}">
                    <a16:creationId xmlns:a16="http://schemas.microsoft.com/office/drawing/2014/main" id="{EFCF06A0-FD04-2064-CF9B-D027AA561E0F}"/>
                  </a:ext>
                </a:extLst>
              </p:cNvPr>
              <p:cNvSpPr/>
              <p:nvPr/>
            </p:nvSpPr>
            <p:spPr>
              <a:xfrm>
                <a:off x="5833101" y="3144099"/>
                <a:ext cx="206537" cy="83819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457189">
                  <a:defRPr/>
                </a:pPr>
                <a:endParaRPr lang="zh-CN" altLang="en-US">
                  <a:solidFill>
                    <a:srgbClr val="FFFFFF"/>
                  </a:solidFill>
                  <a:latin typeface="OPPOSans R"/>
                  <a:ea typeface="OPPOSans R"/>
                </a:endParaRPr>
              </a:p>
            </p:txBody>
          </p:sp>
          <p:sp>
            <p:nvSpPr>
              <p:cNvPr id="36" name="矩形: 圆角 35">
                <a:extLst>
                  <a:ext uri="{FF2B5EF4-FFF2-40B4-BE49-F238E27FC236}">
                    <a16:creationId xmlns:a16="http://schemas.microsoft.com/office/drawing/2014/main" id="{5E7CE78C-3AD6-EA29-49F7-6CCF841B8A74}"/>
                  </a:ext>
                </a:extLst>
              </p:cNvPr>
              <p:cNvSpPr/>
              <p:nvPr/>
            </p:nvSpPr>
            <p:spPr>
              <a:xfrm>
                <a:off x="5204410" y="3144101"/>
                <a:ext cx="206537" cy="83819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457189">
                  <a:defRPr/>
                </a:pPr>
                <a:endParaRPr lang="zh-CN" altLang="en-US">
                  <a:solidFill>
                    <a:srgbClr val="FFFFFF"/>
                  </a:solidFill>
                  <a:latin typeface="OPPOSans R"/>
                  <a:ea typeface="OPPOSans R"/>
                </a:endParaRPr>
              </a:p>
            </p:txBody>
          </p:sp>
        </p:grpSp>
      </p:grpSp>
      <p:sp>
        <p:nvSpPr>
          <p:cNvPr id="37" name="!! 遮罩">
            <a:extLst>
              <a:ext uri="{FF2B5EF4-FFF2-40B4-BE49-F238E27FC236}">
                <a16:creationId xmlns:a16="http://schemas.microsoft.com/office/drawing/2014/main" id="{D2442495-A9F8-91ED-BB79-C89974361AD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>
              <a:defRPr/>
            </a:pPr>
            <a:endParaRPr lang="zh-CN" altLang="en-US">
              <a:solidFill>
                <a:srgbClr val="F5F5F5"/>
              </a:solidFill>
              <a:latin typeface="vivo Sans"/>
              <a:ea typeface="vivo Sans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4B678360-8FDD-A769-5DB4-B4DBBD101BE1}"/>
              </a:ext>
            </a:extLst>
          </p:cNvPr>
          <p:cNvGrpSpPr/>
          <p:nvPr/>
        </p:nvGrpSpPr>
        <p:grpSpPr>
          <a:xfrm>
            <a:off x="3813543" y="2595767"/>
            <a:ext cx="4564916" cy="1666468"/>
            <a:chOff x="3813542" y="2595766"/>
            <a:chExt cx="4564916" cy="1666468"/>
          </a:xfrm>
        </p:grpSpPr>
        <p:sp>
          <p:nvSpPr>
            <p:cNvPr id="3" name="!! 弹窗">
              <a:extLst>
                <a:ext uri="{FF2B5EF4-FFF2-40B4-BE49-F238E27FC236}">
                  <a16:creationId xmlns:a16="http://schemas.microsoft.com/office/drawing/2014/main" id="{D13E1D3C-C307-FFCF-6833-A1065D199852}"/>
                </a:ext>
              </a:extLst>
            </p:cNvPr>
            <p:cNvSpPr/>
            <p:nvPr/>
          </p:nvSpPr>
          <p:spPr>
            <a:xfrm>
              <a:off x="3813542" y="2595766"/>
              <a:ext cx="4564916" cy="1666468"/>
            </a:xfrm>
            <a:prstGeom prst="roundRect">
              <a:avLst>
                <a:gd name="adj" fmla="val 4327"/>
              </a:avLst>
            </a:prstGeom>
            <a:solidFill>
              <a:schemeClr val="bg1">
                <a:lumMod val="25000"/>
              </a:schemeClr>
            </a:solidFill>
            <a:ln>
              <a:noFill/>
            </a:ln>
            <a:effectLst>
              <a:outerShdw blurRad="254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标题">
              <a:extLst>
                <a:ext uri="{FF2B5EF4-FFF2-40B4-BE49-F238E27FC236}">
                  <a16:creationId xmlns:a16="http://schemas.microsoft.com/office/drawing/2014/main" id="{C1462ADA-84F0-DDAD-C8DC-251D3DD0267D}"/>
                </a:ext>
              </a:extLst>
            </p:cNvPr>
            <p:cNvSpPr txBox="1"/>
            <p:nvPr/>
          </p:nvSpPr>
          <p:spPr>
            <a:xfrm>
              <a:off x="5012461" y="2852841"/>
              <a:ext cx="250593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>
                  <a:solidFill>
                    <a:schemeClr val="bg1"/>
                  </a:solidFill>
                  <a:latin typeface="+mj-ea"/>
                  <a:ea typeface="+mj-ea"/>
                </a:rPr>
                <a:t>退出卫星通话</a:t>
              </a:r>
            </a:p>
          </p:txBody>
        </p:sp>
        <p:sp>
          <p:nvSpPr>
            <p:cNvPr id="5" name="副标题">
              <a:extLst>
                <a:ext uri="{FF2B5EF4-FFF2-40B4-BE49-F238E27FC236}">
                  <a16:creationId xmlns:a16="http://schemas.microsoft.com/office/drawing/2014/main" id="{80A1FB9F-4B82-FB9D-F431-A44EB1A12CFA}"/>
                </a:ext>
              </a:extLst>
            </p:cNvPr>
            <p:cNvSpPr txBox="1"/>
            <p:nvPr/>
          </p:nvSpPr>
          <p:spPr>
            <a:xfrm>
              <a:off x="5012461" y="3171498"/>
              <a:ext cx="292572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dirty="0">
                  <a:solidFill>
                    <a:schemeClr val="bg1"/>
                  </a:solidFill>
                  <a:latin typeface="+mn-ea"/>
                </a:rPr>
                <a:t>断开卫星连接并返回</a:t>
              </a:r>
              <a:r>
                <a:rPr lang="en-US" altLang="zh-CN" sz="1400" dirty="0">
                  <a:solidFill>
                    <a:schemeClr val="bg1"/>
                  </a:solidFill>
                  <a:latin typeface="+mn-ea"/>
                </a:rPr>
                <a:t>Leaf OS</a:t>
              </a:r>
              <a:endParaRPr lang="zh-CN" altLang="en-US" sz="1400" dirty="0">
                <a:solidFill>
                  <a:schemeClr val="bg1"/>
                </a:solidFill>
                <a:latin typeface="+mn-ea"/>
              </a:endParaRPr>
            </a:p>
          </p:txBody>
        </p:sp>
        <p:sp>
          <p:nvSpPr>
            <p:cNvPr id="10" name="矩形: 圆角 9">
              <a:hlinkClick r:id="rId19" action="ppaction://hlinksldjump"/>
              <a:extLst>
                <a:ext uri="{FF2B5EF4-FFF2-40B4-BE49-F238E27FC236}">
                  <a16:creationId xmlns:a16="http://schemas.microsoft.com/office/drawing/2014/main" id="{15B0F9F0-943C-D5E0-9B98-5D2F9EE14E9D}"/>
                </a:ext>
              </a:extLst>
            </p:cNvPr>
            <p:cNvSpPr/>
            <p:nvPr/>
          </p:nvSpPr>
          <p:spPr>
            <a:xfrm>
              <a:off x="7014769" y="3751231"/>
              <a:ext cx="1125334" cy="307777"/>
            </a:xfrm>
            <a:prstGeom prst="roundRect">
              <a:avLst>
                <a:gd name="adj" fmla="val 17692"/>
              </a:avLst>
            </a:prstGeom>
            <a:solidFill>
              <a:schemeClr val="accent1"/>
            </a:solidFill>
            <a:ln>
              <a:noFill/>
            </a:ln>
            <a:effectLst>
              <a:outerShdw blurRad="50800" dist="25400" dir="5400000" algn="t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189">
                <a:defRPr/>
              </a:pPr>
              <a:r>
                <a:rPr lang="zh-CN" altLang="en-US" sz="1100" dirty="0">
                  <a:solidFill>
                    <a:prstClr val="white"/>
                  </a:solidFill>
                  <a:latin typeface="OPPOSans M" panose="00020600040101010101" pitchFamily="18" charset="-122"/>
                  <a:ea typeface="OPPOSans M" panose="00020600040101010101" pitchFamily="18" charset="-122"/>
                  <a:cs typeface="OPPOSans M" panose="00020600040101010101" pitchFamily="18" charset="-122"/>
                </a:rPr>
                <a:t>退出</a:t>
              </a:r>
            </a:p>
          </p:txBody>
        </p:sp>
        <p:sp>
          <p:nvSpPr>
            <p:cNvPr id="11" name="矩形: 圆角 10">
              <a:hlinkClick r:id="rId20" action="ppaction://hlinksldjump"/>
              <a:extLst>
                <a:ext uri="{FF2B5EF4-FFF2-40B4-BE49-F238E27FC236}">
                  <a16:creationId xmlns:a16="http://schemas.microsoft.com/office/drawing/2014/main" id="{DF83EDB9-60D2-BEB0-196C-BE7730A96282}"/>
                </a:ext>
              </a:extLst>
            </p:cNvPr>
            <p:cNvSpPr/>
            <p:nvPr/>
          </p:nvSpPr>
          <p:spPr>
            <a:xfrm>
              <a:off x="5752311" y="3748005"/>
              <a:ext cx="1125334" cy="307777"/>
            </a:xfrm>
            <a:prstGeom prst="roundRect">
              <a:avLst>
                <a:gd name="adj" fmla="val 17692"/>
              </a:avLst>
            </a:prstGeom>
            <a:solidFill>
              <a:schemeClr val="bg1">
                <a:lumMod val="25000"/>
              </a:schemeClr>
            </a:solidFill>
            <a:ln w="9525">
              <a:solidFill>
                <a:schemeClr val="accent1"/>
              </a:solidFill>
            </a:ln>
            <a:effectLst>
              <a:outerShdw blurRad="50800" dist="25400" dir="5400000" algn="t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189">
                <a:defRPr/>
              </a:pPr>
              <a:r>
                <a:rPr lang="zh-CN" altLang="en-US" sz="1100" dirty="0">
                  <a:solidFill>
                    <a:schemeClr val="accent1"/>
                  </a:solidFill>
                  <a:latin typeface="OPPOSans M" panose="00020600040101010101" pitchFamily="18" charset="-122"/>
                  <a:ea typeface="OPPOSans M" panose="00020600040101010101" pitchFamily="18" charset="-122"/>
                  <a:cs typeface="OPPOSans M" panose="00020600040101010101" pitchFamily="18" charset="-122"/>
                </a:rPr>
                <a:t>取消</a:t>
              </a:r>
            </a:p>
          </p:txBody>
        </p:sp>
        <p:pic>
          <p:nvPicPr>
            <p:cNvPr id="12" name="!! leaf" descr="树叶 纯色填充">
              <a:extLst>
                <a:ext uri="{FF2B5EF4-FFF2-40B4-BE49-F238E27FC236}">
                  <a16:creationId xmlns:a16="http://schemas.microsoft.com/office/drawing/2014/main" id="{1F485743-E6AF-5D27-90FB-8C1ADCE659D4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p:blipFill>
          <p:spPr>
            <a:xfrm>
              <a:off x="4257674" y="2918636"/>
              <a:ext cx="602974" cy="60297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1481316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path" presetSubtype="0" decel="9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.09005 " pathEditMode="relative" rAng="0" ptsTypes="AA">
                                      <p:cBhvr>
                                        <p:cTn id="9" dur="500" spd="-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4491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animBg="1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2E5734-36DE-2D7A-1929-6BE36CB40C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!! 壁纸">
            <a:extLst>
              <a:ext uri="{FF2B5EF4-FFF2-40B4-BE49-F238E27FC236}">
                <a16:creationId xmlns:a16="http://schemas.microsoft.com/office/drawing/2014/main" id="{807B9124-4369-A04A-274F-7B0F4566359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4"/>
            <a:ext cx="12192000" cy="6857999"/>
          </a:xfrm>
          <a:prstGeom prst="rect">
            <a:avLst/>
          </a:prstGeom>
        </p:spPr>
      </p:pic>
      <p:sp>
        <p:nvSpPr>
          <p:cNvPr id="35" name="!! 背景板">
            <a:extLst>
              <a:ext uri="{FF2B5EF4-FFF2-40B4-BE49-F238E27FC236}">
                <a16:creationId xmlns:a16="http://schemas.microsoft.com/office/drawing/2014/main" id="{70C6FF08-9A22-4FA5-4BB2-F29038DAD64F}"/>
              </a:ext>
            </a:extLst>
          </p:cNvPr>
          <p:cNvSpPr/>
          <p:nvPr/>
        </p:nvSpPr>
        <p:spPr>
          <a:xfrm>
            <a:off x="3573639" y="1621084"/>
            <a:ext cx="5044723" cy="283765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>
              <a:defRPr/>
            </a:pPr>
            <a:endParaRPr lang="zh-CN" altLang="en-US">
              <a:solidFill>
                <a:srgbClr val="F5F5F5"/>
              </a:solidFill>
              <a:latin typeface="vivo Sans"/>
              <a:ea typeface="vivo Sans"/>
            </a:endParaRPr>
          </a:p>
        </p:txBody>
      </p:sp>
      <p:grpSp>
        <p:nvGrpSpPr>
          <p:cNvPr id="23" name="设置App">
            <a:extLst>
              <a:ext uri="{FF2B5EF4-FFF2-40B4-BE49-F238E27FC236}">
                <a16:creationId xmlns:a16="http://schemas.microsoft.com/office/drawing/2014/main" id="{F318D681-3B80-C193-3F89-15789B5D383C}"/>
              </a:ext>
            </a:extLst>
          </p:cNvPr>
          <p:cNvGrpSpPr/>
          <p:nvPr/>
        </p:nvGrpSpPr>
        <p:grpSpPr>
          <a:xfrm>
            <a:off x="1659675" y="933569"/>
            <a:ext cx="658299" cy="967679"/>
            <a:chOff x="1659673" y="933566"/>
            <a:chExt cx="658298" cy="967679"/>
          </a:xfrm>
        </p:grpSpPr>
        <p:grpSp>
          <p:nvGrpSpPr>
            <p:cNvPr id="24" name="!! icon">
              <a:extLst>
                <a:ext uri="{FF2B5EF4-FFF2-40B4-BE49-F238E27FC236}">
                  <a16:creationId xmlns:a16="http://schemas.microsoft.com/office/drawing/2014/main" id="{F252AE4A-8693-B4C1-A888-AFA257A58EC8}"/>
                </a:ext>
              </a:extLst>
            </p:cNvPr>
            <p:cNvGrpSpPr/>
            <p:nvPr/>
          </p:nvGrpSpPr>
          <p:grpSpPr>
            <a:xfrm>
              <a:off x="1659673" y="933566"/>
              <a:ext cx="658298" cy="658298"/>
              <a:chOff x="4725145" y="3205535"/>
              <a:chExt cx="446930" cy="446930"/>
            </a:xfrm>
          </p:grpSpPr>
          <p:sp>
            <p:nvSpPr>
              <p:cNvPr id="30" name="!! 背景">
                <a:hlinkClick r:id="rId4" action="ppaction://hlinksldjump"/>
                <a:extLst>
                  <a:ext uri="{FF2B5EF4-FFF2-40B4-BE49-F238E27FC236}">
                    <a16:creationId xmlns:a16="http://schemas.microsoft.com/office/drawing/2014/main" id="{B734D736-054A-45FD-F6D2-72CB8A54F506}"/>
                  </a:ext>
                </a:extLst>
              </p:cNvPr>
              <p:cNvSpPr/>
              <p:nvPr/>
            </p:nvSpPr>
            <p:spPr>
              <a:xfrm>
                <a:off x="4725145" y="3205535"/>
                <a:ext cx="446930" cy="446930"/>
              </a:xfrm>
              <a:prstGeom prst="roundRect">
                <a:avLst/>
              </a:prstGeom>
              <a:solidFill>
                <a:srgbClr val="547A9C"/>
              </a:solidFill>
              <a:ln>
                <a:noFill/>
              </a:ln>
              <a:effectLst>
                <a:outerShdw blurRad="190500" algn="ctr" rotWithShape="0">
                  <a:prstClr val="black">
                    <a:alpha val="2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457189">
                  <a:defRPr/>
                </a:pPr>
                <a:endParaRPr lang="zh-CN" altLang="en-US" dirty="0">
                  <a:solidFill>
                    <a:srgbClr val="FFFFFF"/>
                  </a:solidFill>
                  <a:latin typeface="OPPOSans R"/>
                  <a:ea typeface="OPPOSans R"/>
                </a:endParaRPr>
              </a:p>
            </p:txBody>
          </p:sp>
          <p:pic>
            <p:nvPicPr>
              <p:cNvPr id="31" name="!! 图标" descr="单级齿轮 轮廓">
                <a:extLst>
                  <a:ext uri="{FF2B5EF4-FFF2-40B4-BE49-F238E27FC236}">
                    <a16:creationId xmlns:a16="http://schemas.microsoft.com/office/drawing/2014/main" id="{5A6CF3D6-B820-E6A3-DFEE-B332EE8F5A2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4772763" y="3253153"/>
                <a:ext cx="351694" cy="351694"/>
              </a:xfrm>
              <a:prstGeom prst="rect">
                <a:avLst/>
              </a:prstGeom>
            </p:spPr>
          </p:pic>
        </p:grpSp>
        <p:sp>
          <p:nvSpPr>
            <p:cNvPr id="29" name="name">
              <a:extLst>
                <a:ext uri="{FF2B5EF4-FFF2-40B4-BE49-F238E27FC236}">
                  <a16:creationId xmlns:a16="http://schemas.microsoft.com/office/drawing/2014/main" id="{DEC9C788-F0EC-ED8D-5428-B409D1F8E77C}"/>
                </a:ext>
              </a:extLst>
            </p:cNvPr>
            <p:cNvSpPr txBox="1"/>
            <p:nvPr/>
          </p:nvSpPr>
          <p:spPr>
            <a:xfrm>
              <a:off x="1659673" y="1624246"/>
              <a:ext cx="65829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914377">
                <a:defRPr/>
              </a:pPr>
              <a:r>
                <a:rPr lang="zh-CN" altLang="en-US" sz="1200" dirty="0">
                  <a:solidFill>
                    <a:srgbClr val="FFFFFF"/>
                  </a:solidFill>
                  <a:effectLst>
                    <a:outerShdw blurRad="63500" sx="102000" sy="102000" algn="ctr" rotWithShape="0">
                      <a:prstClr val="black">
                        <a:alpha val="40000"/>
                      </a:prstClr>
                    </a:outerShdw>
                  </a:effectLst>
                  <a:latin typeface="vivo Sans"/>
                  <a:ea typeface="vivo Sans"/>
                </a:rPr>
                <a:t>设置</a:t>
              </a:r>
            </a:p>
          </p:txBody>
        </p:sp>
      </p:grpSp>
      <p:sp>
        <p:nvSpPr>
          <p:cNvPr id="36" name="!! 背景">
            <a:hlinkClick r:id="rId7" action="ppaction://hlinksldjump"/>
            <a:extLst>
              <a:ext uri="{FF2B5EF4-FFF2-40B4-BE49-F238E27FC236}">
                <a16:creationId xmlns:a16="http://schemas.microsoft.com/office/drawing/2014/main" id="{D73A83DE-0E9D-E129-3699-125205F5DE28}"/>
              </a:ext>
            </a:extLst>
          </p:cNvPr>
          <p:cNvSpPr/>
          <p:nvPr/>
        </p:nvSpPr>
        <p:spPr>
          <a:xfrm>
            <a:off x="3189538" y="933567"/>
            <a:ext cx="658299" cy="658299"/>
          </a:xfrm>
          <a:prstGeom prst="roundRect">
            <a:avLst/>
          </a:prstGeom>
          <a:solidFill>
            <a:schemeClr val="bg1">
              <a:lumMod val="25000"/>
            </a:schemeClr>
          </a:solidFill>
          <a:ln>
            <a:noFill/>
          </a:ln>
          <a:effectLst>
            <a:outerShdw blurRad="1905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189">
              <a:defRPr/>
            </a:pPr>
            <a:endParaRPr lang="zh-CN" altLang="en-US" dirty="0">
              <a:solidFill>
                <a:srgbClr val="FFFFFF"/>
              </a:solidFill>
              <a:latin typeface="OPPOSans R"/>
              <a:ea typeface="OPPOSans R"/>
            </a:endParaRPr>
          </a:p>
        </p:txBody>
      </p:sp>
      <p:pic>
        <p:nvPicPr>
          <p:cNvPr id="37" name="!! 图标">
            <a:extLst>
              <a:ext uri="{FF2B5EF4-FFF2-40B4-BE49-F238E27FC236}">
                <a16:creationId xmlns:a16="http://schemas.microsoft.com/office/drawing/2014/main" id="{B11A8BFE-0D42-806A-4879-25A3E59D2B4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3328522" y="1072551"/>
            <a:ext cx="380331" cy="380331"/>
          </a:xfrm>
          <a:prstGeom prst="rect">
            <a:avLst/>
          </a:prstGeom>
        </p:spPr>
      </p:pic>
      <p:sp>
        <p:nvSpPr>
          <p:cNvPr id="34" name="name">
            <a:extLst>
              <a:ext uri="{FF2B5EF4-FFF2-40B4-BE49-F238E27FC236}">
                <a16:creationId xmlns:a16="http://schemas.microsoft.com/office/drawing/2014/main" id="{364FCDBF-4B55-D26C-B21E-5D15F7A42E86}"/>
              </a:ext>
            </a:extLst>
          </p:cNvPr>
          <p:cNvSpPr txBox="1"/>
          <p:nvPr/>
        </p:nvSpPr>
        <p:spPr>
          <a:xfrm>
            <a:off x="3189538" y="1624249"/>
            <a:ext cx="6582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377">
              <a:defRPr/>
            </a:pPr>
            <a:r>
              <a:rPr lang="zh-CN" altLang="en-US" sz="1200" dirty="0">
                <a:solidFill>
                  <a:srgbClr val="FFFFFF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vivo Sans"/>
                <a:ea typeface="vivo Sans"/>
              </a:rPr>
              <a:t>相机</a:t>
            </a:r>
          </a:p>
        </p:txBody>
      </p:sp>
      <p:grpSp>
        <p:nvGrpSpPr>
          <p:cNvPr id="38" name="相册App">
            <a:extLst>
              <a:ext uri="{FF2B5EF4-FFF2-40B4-BE49-F238E27FC236}">
                <a16:creationId xmlns:a16="http://schemas.microsoft.com/office/drawing/2014/main" id="{452B35AE-ECFE-ED17-4B42-A5C31329F07A}"/>
              </a:ext>
            </a:extLst>
          </p:cNvPr>
          <p:cNvGrpSpPr/>
          <p:nvPr/>
        </p:nvGrpSpPr>
        <p:grpSpPr>
          <a:xfrm>
            <a:off x="4719401" y="933569"/>
            <a:ext cx="658299" cy="967679"/>
            <a:chOff x="4719399" y="933566"/>
            <a:chExt cx="658298" cy="967679"/>
          </a:xfrm>
        </p:grpSpPr>
        <p:grpSp>
          <p:nvGrpSpPr>
            <p:cNvPr id="39" name="!! icon">
              <a:extLst>
                <a:ext uri="{FF2B5EF4-FFF2-40B4-BE49-F238E27FC236}">
                  <a16:creationId xmlns:a16="http://schemas.microsoft.com/office/drawing/2014/main" id="{019242DB-9475-8B84-BDED-2838DFFFBAC9}"/>
                </a:ext>
              </a:extLst>
            </p:cNvPr>
            <p:cNvGrpSpPr/>
            <p:nvPr/>
          </p:nvGrpSpPr>
          <p:grpSpPr>
            <a:xfrm>
              <a:off x="4719399" y="933566"/>
              <a:ext cx="658298" cy="658298"/>
              <a:chOff x="4725145" y="3205535"/>
              <a:chExt cx="446930" cy="446930"/>
            </a:xfrm>
          </p:grpSpPr>
          <p:sp>
            <p:nvSpPr>
              <p:cNvPr id="41" name="!! 背景">
                <a:hlinkClick r:id="rId10" action="ppaction://hlinksldjump"/>
                <a:extLst>
                  <a:ext uri="{FF2B5EF4-FFF2-40B4-BE49-F238E27FC236}">
                    <a16:creationId xmlns:a16="http://schemas.microsoft.com/office/drawing/2014/main" id="{27F2F9F8-990C-3C60-42F0-B1F7D70C6A15}"/>
                  </a:ext>
                </a:extLst>
              </p:cNvPr>
              <p:cNvSpPr/>
              <p:nvPr/>
            </p:nvSpPr>
            <p:spPr>
              <a:xfrm>
                <a:off x="4725145" y="3205535"/>
                <a:ext cx="446930" cy="446930"/>
              </a:xfrm>
              <a:prstGeom prst="roundRect">
                <a:avLst/>
              </a:prstGeom>
              <a:solidFill>
                <a:schemeClr val="tx2">
                  <a:lumMod val="50000"/>
                  <a:lumOff val="50000"/>
                </a:schemeClr>
              </a:solidFill>
              <a:ln>
                <a:noFill/>
              </a:ln>
              <a:effectLst>
                <a:outerShdw blurRad="190500" algn="ctr" rotWithShape="0">
                  <a:prstClr val="black">
                    <a:alpha val="2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457189">
                  <a:defRPr/>
                </a:pPr>
                <a:endParaRPr lang="zh-CN" altLang="en-US" dirty="0">
                  <a:solidFill>
                    <a:srgbClr val="FFFFFF"/>
                  </a:solidFill>
                  <a:latin typeface="OPPOSans R"/>
                  <a:ea typeface="OPPOSans R"/>
                </a:endParaRPr>
              </a:p>
            </p:txBody>
          </p:sp>
          <p:pic>
            <p:nvPicPr>
              <p:cNvPr id="42" name="!! 图标">
                <a:extLst>
                  <a:ext uri="{FF2B5EF4-FFF2-40B4-BE49-F238E27FC236}">
                    <a16:creationId xmlns:a16="http://schemas.microsoft.com/office/drawing/2014/main" id="{8750B1F5-E56D-9663-2376-37E6FCD316B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rcRect/>
              <a:stretch/>
            </p:blipFill>
            <p:spPr>
              <a:xfrm>
                <a:off x="4819504" y="3299894"/>
                <a:ext cx="258213" cy="258213"/>
              </a:xfrm>
              <a:prstGeom prst="rect">
                <a:avLst/>
              </a:prstGeom>
            </p:spPr>
          </p:pic>
        </p:grpSp>
        <p:sp>
          <p:nvSpPr>
            <p:cNvPr id="40" name="name">
              <a:extLst>
                <a:ext uri="{FF2B5EF4-FFF2-40B4-BE49-F238E27FC236}">
                  <a16:creationId xmlns:a16="http://schemas.microsoft.com/office/drawing/2014/main" id="{2DDA61D6-4F89-02AA-D6D5-27AFD1FAA0B9}"/>
                </a:ext>
              </a:extLst>
            </p:cNvPr>
            <p:cNvSpPr txBox="1"/>
            <p:nvPr/>
          </p:nvSpPr>
          <p:spPr>
            <a:xfrm>
              <a:off x="4719399" y="1624246"/>
              <a:ext cx="65829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914377">
                <a:defRPr/>
              </a:pPr>
              <a:r>
                <a:rPr lang="zh-CN" altLang="en-US" sz="1200" dirty="0">
                  <a:solidFill>
                    <a:srgbClr val="FFFFFF"/>
                  </a:solidFill>
                  <a:effectLst>
                    <a:outerShdw blurRad="63500" sx="102000" sy="102000" algn="ctr" rotWithShape="0">
                      <a:prstClr val="black">
                        <a:alpha val="40000"/>
                      </a:prstClr>
                    </a:outerShdw>
                  </a:effectLst>
                  <a:latin typeface="vivo Sans"/>
                  <a:ea typeface="vivo Sans"/>
                </a:rPr>
                <a:t>相册</a:t>
              </a:r>
            </a:p>
          </p:txBody>
        </p:sp>
      </p:grpSp>
      <p:grpSp>
        <p:nvGrpSpPr>
          <p:cNvPr id="43" name="!! dock右">
            <a:extLst>
              <a:ext uri="{FF2B5EF4-FFF2-40B4-BE49-F238E27FC236}">
                <a16:creationId xmlns:a16="http://schemas.microsoft.com/office/drawing/2014/main" id="{505C3CD2-81AB-A9EA-F111-CF3282691C75}"/>
              </a:ext>
            </a:extLst>
          </p:cNvPr>
          <p:cNvGrpSpPr/>
          <p:nvPr/>
        </p:nvGrpSpPr>
        <p:grpSpPr>
          <a:xfrm>
            <a:off x="4869924" y="5974167"/>
            <a:ext cx="2452159" cy="704839"/>
            <a:chOff x="7408333" y="5780624"/>
            <a:chExt cx="2452159" cy="704838"/>
          </a:xfrm>
        </p:grpSpPr>
        <p:sp useBgFill="1">
          <p:nvSpPr>
            <p:cNvPr id="44" name="!! 模糊">
              <a:extLst>
                <a:ext uri="{FF2B5EF4-FFF2-40B4-BE49-F238E27FC236}">
                  <a16:creationId xmlns:a16="http://schemas.microsoft.com/office/drawing/2014/main" id="{53A478A6-544F-B282-F447-4D7756B679B6}"/>
                </a:ext>
              </a:extLst>
            </p:cNvPr>
            <p:cNvSpPr>
              <a:spLocks/>
            </p:cNvSpPr>
            <p:nvPr/>
          </p:nvSpPr>
          <p:spPr>
            <a:xfrm>
              <a:off x="7408333" y="5780624"/>
              <a:ext cx="2452159" cy="704838"/>
            </a:xfrm>
            <a:prstGeom prst="roundRect">
              <a:avLst>
                <a:gd name="adj" fmla="val 15000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189">
                <a:defRPr/>
              </a:pPr>
              <a:endParaRPr lang="zh-CN" altLang="en-US">
                <a:solidFill>
                  <a:srgbClr val="FFFFFF"/>
                </a:solidFill>
                <a:latin typeface="OPPOSans R"/>
                <a:ea typeface="OPPOSans R"/>
              </a:endParaRPr>
            </a:p>
          </p:txBody>
        </p:sp>
        <p:sp>
          <p:nvSpPr>
            <p:cNvPr id="45" name="!! 颜色遮罩">
              <a:extLst>
                <a:ext uri="{FF2B5EF4-FFF2-40B4-BE49-F238E27FC236}">
                  <a16:creationId xmlns:a16="http://schemas.microsoft.com/office/drawing/2014/main" id="{C34AEADE-80D6-22A8-D919-FBCFE33390B6}"/>
                </a:ext>
              </a:extLst>
            </p:cNvPr>
            <p:cNvSpPr>
              <a:spLocks/>
            </p:cNvSpPr>
            <p:nvPr/>
          </p:nvSpPr>
          <p:spPr>
            <a:xfrm>
              <a:off x="7408333" y="5780624"/>
              <a:ext cx="2452159" cy="704838"/>
            </a:xfrm>
            <a:prstGeom prst="roundRect">
              <a:avLst>
                <a:gd name="adj" fmla="val 15000"/>
              </a:avLst>
            </a:prstGeom>
            <a:solidFill>
              <a:schemeClr val="bg2">
                <a:alpha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189">
                <a:defRPr/>
              </a:pPr>
              <a:endParaRPr lang="zh-CN" altLang="en-US" dirty="0">
                <a:solidFill>
                  <a:srgbClr val="FFFFFF"/>
                </a:solidFill>
                <a:latin typeface="OPPOSans R"/>
                <a:ea typeface="OPPOSans R"/>
              </a:endParaRPr>
            </a:p>
          </p:txBody>
        </p:sp>
        <p:pic>
          <p:nvPicPr>
            <p:cNvPr id="46" name="!! 信号">
              <a:extLst>
                <a:ext uri="{FF2B5EF4-FFF2-40B4-BE49-F238E27FC236}">
                  <a16:creationId xmlns:a16="http://schemas.microsoft.com/office/drawing/2014/main" id="{7B172AC9-557B-222E-ABE9-42C6254691C9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7638254" y="5893986"/>
              <a:ext cx="221460" cy="221458"/>
            </a:xfrm>
            <a:prstGeom prst="rect">
              <a:avLst/>
            </a:prstGeom>
          </p:spPr>
        </p:pic>
        <p:sp>
          <p:nvSpPr>
            <p:cNvPr id="47" name="!! 运营商">
              <a:extLst>
                <a:ext uri="{FF2B5EF4-FFF2-40B4-BE49-F238E27FC236}">
                  <a16:creationId xmlns:a16="http://schemas.microsoft.com/office/drawing/2014/main" id="{0E5DD862-9BD0-029F-AC59-16B1DD107070}"/>
                </a:ext>
              </a:extLst>
            </p:cNvPr>
            <p:cNvSpPr txBox="1"/>
            <p:nvPr/>
          </p:nvSpPr>
          <p:spPr>
            <a:xfrm>
              <a:off x="7813676" y="5913455"/>
              <a:ext cx="1114424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457189">
                <a:defRPr/>
              </a:pPr>
              <a:r>
                <a:rPr lang="en-US" altLang="zh-CN" sz="900" dirty="0">
                  <a:latin typeface="OPPOSans M"/>
                  <a:ea typeface="OPPOSans M"/>
                </a:rPr>
                <a:t>Virtual Net</a:t>
              </a:r>
              <a:endParaRPr lang="zh-CN" altLang="en-US" sz="900" dirty="0">
                <a:latin typeface="OPPOSans M"/>
                <a:ea typeface="OPPOSans M"/>
              </a:endParaRPr>
            </a:p>
          </p:txBody>
        </p:sp>
        <p:pic>
          <p:nvPicPr>
            <p:cNvPr id="48" name="!! 通知">
              <a:extLst>
                <a:ext uri="{FF2B5EF4-FFF2-40B4-BE49-F238E27FC236}">
                  <a16:creationId xmlns:a16="http://schemas.microsoft.com/office/drawing/2014/main" id="{BFC779CB-15B1-8CA2-12F8-26DCC78AD772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9287931" y="5948436"/>
              <a:ext cx="152400" cy="152400"/>
            </a:xfrm>
            <a:prstGeom prst="rect">
              <a:avLst/>
            </a:prstGeom>
          </p:spPr>
        </p:pic>
        <p:pic>
          <p:nvPicPr>
            <p:cNvPr id="49" name="!! 电池">
              <a:extLst>
                <a:ext uri="{FF2B5EF4-FFF2-40B4-BE49-F238E27FC236}">
                  <a16:creationId xmlns:a16="http://schemas.microsoft.com/office/drawing/2014/main" id="{5D23AFF8-D156-05F5-110B-07E9ACB1FCEF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7637460" y="6171965"/>
              <a:ext cx="191558" cy="191558"/>
            </a:xfrm>
            <a:prstGeom prst="rect">
              <a:avLst/>
            </a:prstGeom>
          </p:spPr>
        </p:pic>
        <p:sp>
          <p:nvSpPr>
            <p:cNvPr id="50" name="!! 时间">
              <a:extLst>
                <a:ext uri="{FF2B5EF4-FFF2-40B4-BE49-F238E27FC236}">
                  <a16:creationId xmlns:a16="http://schemas.microsoft.com/office/drawing/2014/main" id="{C4ABD406-9736-B28F-B3EE-D462AB6AAC77}"/>
                </a:ext>
              </a:extLst>
            </p:cNvPr>
            <p:cNvSpPr txBox="1"/>
            <p:nvPr/>
          </p:nvSpPr>
          <p:spPr>
            <a:xfrm>
              <a:off x="8982607" y="6148520"/>
              <a:ext cx="773641" cy="2540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defTabSz="457189">
                <a:defRPr/>
              </a:pPr>
              <a:r>
                <a:rPr lang="en-US" altLang="zh-CN" sz="1051" dirty="0">
                  <a:latin typeface="OPPOSans R"/>
                  <a:ea typeface="OPPOSans R"/>
                </a:rPr>
                <a:t>16:34</a:t>
              </a:r>
              <a:endParaRPr lang="zh-CN" altLang="en-US" sz="1051" dirty="0">
                <a:latin typeface="OPPOSans R"/>
                <a:ea typeface="OPPOSans R"/>
              </a:endParaRPr>
            </a:p>
          </p:txBody>
        </p:sp>
        <p:sp>
          <p:nvSpPr>
            <p:cNvPr id="51" name="!! AC">
              <a:extLst>
                <a:ext uri="{FF2B5EF4-FFF2-40B4-BE49-F238E27FC236}">
                  <a16:creationId xmlns:a16="http://schemas.microsoft.com/office/drawing/2014/main" id="{987A60F4-9F9F-FC81-A865-27F605EAC6F1}"/>
                </a:ext>
              </a:extLst>
            </p:cNvPr>
            <p:cNvSpPr txBox="1"/>
            <p:nvPr/>
          </p:nvSpPr>
          <p:spPr>
            <a:xfrm>
              <a:off x="7766842" y="6152328"/>
              <a:ext cx="434183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457189">
                <a:defRPr/>
              </a:pPr>
              <a:r>
                <a:rPr lang="en-US" altLang="zh-CN" sz="900" dirty="0">
                  <a:latin typeface="OPPOSans R"/>
                  <a:ea typeface="OPPOSans R"/>
                </a:rPr>
                <a:t>49%</a:t>
              </a:r>
              <a:endParaRPr lang="zh-CN" altLang="en-US" sz="900" dirty="0">
                <a:latin typeface="OPPOSans R"/>
                <a:ea typeface="OPPOSans R"/>
              </a:endParaRPr>
            </a:p>
          </p:txBody>
        </p:sp>
        <p:pic>
          <p:nvPicPr>
            <p:cNvPr id="52" name="!! 声音">
              <a:extLst>
                <a:ext uri="{FF2B5EF4-FFF2-40B4-BE49-F238E27FC236}">
                  <a16:creationId xmlns:a16="http://schemas.microsoft.com/office/drawing/2014/main" id="{D50C0724-8D33-2950-EACD-FD014C0B8007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p:blipFill>
          <p:spPr>
            <a:xfrm>
              <a:off x="9048732" y="5934670"/>
              <a:ext cx="179932" cy="179932"/>
            </a:xfrm>
            <a:prstGeom prst="rect">
              <a:avLst/>
            </a:prstGeom>
          </p:spPr>
        </p:pic>
        <p:pic>
          <p:nvPicPr>
            <p:cNvPr id="53" name="!! 电源">
              <a:hlinkClick r:id="rId21" action="ppaction://hlinksldjump"/>
              <a:extLst>
                <a:ext uri="{FF2B5EF4-FFF2-40B4-BE49-F238E27FC236}">
                  <a16:creationId xmlns:a16="http://schemas.microsoft.com/office/drawing/2014/main" id="{A2568306-9A8E-21DD-7BDF-FD3B303B4D83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p:blipFill>
          <p:spPr>
            <a:xfrm>
              <a:off x="9489000" y="5925331"/>
              <a:ext cx="208372" cy="208370"/>
            </a:xfrm>
            <a:prstGeom prst="rect">
              <a:avLst/>
            </a:prstGeom>
          </p:spPr>
        </p:pic>
      </p:grpSp>
      <p:grpSp>
        <p:nvGrpSpPr>
          <p:cNvPr id="2" name="相册App">
            <a:extLst>
              <a:ext uri="{FF2B5EF4-FFF2-40B4-BE49-F238E27FC236}">
                <a16:creationId xmlns:a16="http://schemas.microsoft.com/office/drawing/2014/main" id="{807DF6FC-42C0-32C1-A355-989A4CFAB7D2}"/>
              </a:ext>
            </a:extLst>
          </p:cNvPr>
          <p:cNvGrpSpPr/>
          <p:nvPr/>
        </p:nvGrpSpPr>
        <p:grpSpPr>
          <a:xfrm>
            <a:off x="6111825" y="933569"/>
            <a:ext cx="658299" cy="967679"/>
            <a:chOff x="4719399" y="933566"/>
            <a:chExt cx="658298" cy="967679"/>
          </a:xfrm>
        </p:grpSpPr>
        <p:grpSp>
          <p:nvGrpSpPr>
            <p:cNvPr id="3" name="!! icon">
              <a:extLst>
                <a:ext uri="{FF2B5EF4-FFF2-40B4-BE49-F238E27FC236}">
                  <a16:creationId xmlns:a16="http://schemas.microsoft.com/office/drawing/2014/main" id="{03B6A2DB-31F8-5862-2C49-278AE974BFA6}"/>
                </a:ext>
              </a:extLst>
            </p:cNvPr>
            <p:cNvGrpSpPr/>
            <p:nvPr/>
          </p:nvGrpSpPr>
          <p:grpSpPr>
            <a:xfrm>
              <a:off x="4719399" y="933566"/>
              <a:ext cx="658298" cy="658298"/>
              <a:chOff x="4725145" y="3205535"/>
              <a:chExt cx="446930" cy="446930"/>
            </a:xfrm>
          </p:grpSpPr>
          <p:sp>
            <p:nvSpPr>
              <p:cNvPr id="5" name="!! 背景">
                <a:hlinkClick r:id="rId24" action="ppaction://hlinksldjump"/>
                <a:extLst>
                  <a:ext uri="{FF2B5EF4-FFF2-40B4-BE49-F238E27FC236}">
                    <a16:creationId xmlns:a16="http://schemas.microsoft.com/office/drawing/2014/main" id="{50D2FA18-62D7-1CD2-F2DD-E76EA73B405C}"/>
                  </a:ext>
                </a:extLst>
              </p:cNvPr>
              <p:cNvSpPr/>
              <p:nvPr/>
            </p:nvSpPr>
            <p:spPr>
              <a:xfrm>
                <a:off x="4725145" y="3205535"/>
                <a:ext cx="446930" cy="446930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190500" algn="ctr" rotWithShape="0">
                  <a:prstClr val="black">
                    <a:alpha val="2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457189">
                  <a:defRPr/>
                </a:pPr>
                <a:endParaRPr lang="zh-CN" altLang="en-US" dirty="0">
                  <a:solidFill>
                    <a:srgbClr val="FFFFFF"/>
                  </a:solidFill>
                  <a:latin typeface="OPPOSans R"/>
                  <a:ea typeface="OPPOSans R"/>
                </a:endParaRPr>
              </a:p>
            </p:txBody>
          </p:sp>
          <p:pic>
            <p:nvPicPr>
              <p:cNvPr id="6" name="!! 图标">
                <a:extLst>
                  <a:ext uri="{FF2B5EF4-FFF2-40B4-BE49-F238E27FC236}">
                    <a16:creationId xmlns:a16="http://schemas.microsoft.com/office/drawing/2014/main" id="{B6C7E8F8-CC8F-61B9-E1BB-DBB7150F669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5">
                <a:extLst>
                  <a:ext uri="{96DAC541-7B7A-43D3-8B79-37D633B846F1}">
                    <asvg:svgBlip xmlns:asvg="http://schemas.microsoft.com/office/drawing/2016/SVG/main" r:embed="rId26"/>
                  </a:ext>
                </a:extLst>
              </a:blip>
              <a:srcRect/>
              <a:stretch/>
            </p:blipFill>
            <p:spPr>
              <a:xfrm>
                <a:off x="4819504" y="3299894"/>
                <a:ext cx="258213" cy="258213"/>
              </a:xfrm>
              <a:prstGeom prst="rect">
                <a:avLst/>
              </a:prstGeom>
            </p:spPr>
          </p:pic>
        </p:grpSp>
        <p:sp>
          <p:nvSpPr>
            <p:cNvPr id="4" name="name">
              <a:extLst>
                <a:ext uri="{FF2B5EF4-FFF2-40B4-BE49-F238E27FC236}">
                  <a16:creationId xmlns:a16="http://schemas.microsoft.com/office/drawing/2014/main" id="{409B7F3D-4516-2179-134F-35E86A28232A}"/>
                </a:ext>
              </a:extLst>
            </p:cNvPr>
            <p:cNvSpPr txBox="1"/>
            <p:nvPr/>
          </p:nvSpPr>
          <p:spPr>
            <a:xfrm>
              <a:off x="4719399" y="1624246"/>
              <a:ext cx="65829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914377">
                <a:defRPr/>
              </a:pPr>
              <a:r>
                <a:rPr lang="zh-CN" altLang="en-US" sz="1200" dirty="0">
                  <a:solidFill>
                    <a:srgbClr val="FFFFFF"/>
                  </a:solidFill>
                  <a:effectLst>
                    <a:outerShdw blurRad="63500" sx="102000" sy="102000" algn="ctr" rotWithShape="0">
                      <a:prstClr val="black">
                        <a:alpha val="40000"/>
                      </a:prstClr>
                    </a:outerShdw>
                  </a:effectLst>
                  <a:latin typeface="vivo Sans"/>
                  <a:ea typeface="vivo Sans"/>
                </a:rPr>
                <a:t>仪表</a:t>
              </a:r>
            </a:p>
          </p:txBody>
        </p:sp>
      </p:grpSp>
      <p:grpSp>
        <p:nvGrpSpPr>
          <p:cNvPr id="7" name="相册App">
            <a:extLst>
              <a:ext uri="{FF2B5EF4-FFF2-40B4-BE49-F238E27FC236}">
                <a16:creationId xmlns:a16="http://schemas.microsoft.com/office/drawing/2014/main" id="{6044729E-39C7-3870-2E91-1CFC727893B5}"/>
              </a:ext>
            </a:extLst>
          </p:cNvPr>
          <p:cNvGrpSpPr/>
          <p:nvPr/>
        </p:nvGrpSpPr>
        <p:grpSpPr>
          <a:xfrm>
            <a:off x="7407215" y="932404"/>
            <a:ext cx="852364" cy="967679"/>
            <a:chOff x="4622367" y="933566"/>
            <a:chExt cx="852363" cy="967679"/>
          </a:xfrm>
        </p:grpSpPr>
        <p:grpSp>
          <p:nvGrpSpPr>
            <p:cNvPr id="8" name="!! icon">
              <a:extLst>
                <a:ext uri="{FF2B5EF4-FFF2-40B4-BE49-F238E27FC236}">
                  <a16:creationId xmlns:a16="http://schemas.microsoft.com/office/drawing/2014/main" id="{452C4274-E323-4218-35DD-9C0ED2662B73}"/>
                </a:ext>
              </a:extLst>
            </p:cNvPr>
            <p:cNvGrpSpPr/>
            <p:nvPr/>
          </p:nvGrpSpPr>
          <p:grpSpPr>
            <a:xfrm>
              <a:off x="4719399" y="933566"/>
              <a:ext cx="658298" cy="658298"/>
              <a:chOff x="4725145" y="3205535"/>
              <a:chExt cx="446930" cy="446930"/>
            </a:xfrm>
          </p:grpSpPr>
          <p:sp>
            <p:nvSpPr>
              <p:cNvPr id="10" name="!! 背景">
                <a:hlinkClick r:id="rId24" action="ppaction://hlinksldjump"/>
                <a:extLst>
                  <a:ext uri="{FF2B5EF4-FFF2-40B4-BE49-F238E27FC236}">
                    <a16:creationId xmlns:a16="http://schemas.microsoft.com/office/drawing/2014/main" id="{094AE0BD-A4CB-70EA-7BB4-92E39686AA13}"/>
                  </a:ext>
                </a:extLst>
              </p:cNvPr>
              <p:cNvSpPr/>
              <p:nvPr/>
            </p:nvSpPr>
            <p:spPr>
              <a:xfrm>
                <a:off x="4725145" y="3205535"/>
                <a:ext cx="446930" cy="446930"/>
              </a:xfrm>
              <a:prstGeom prst="roundRect">
                <a:avLst/>
              </a:prstGeom>
              <a:solidFill>
                <a:schemeClr val="tx1"/>
              </a:solidFill>
              <a:ln>
                <a:noFill/>
              </a:ln>
              <a:effectLst>
                <a:outerShdw blurRad="190500" algn="ctr" rotWithShape="0">
                  <a:prstClr val="black">
                    <a:alpha val="2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457189">
                  <a:defRPr/>
                </a:pPr>
                <a:endParaRPr lang="zh-CN" altLang="en-US" dirty="0">
                  <a:solidFill>
                    <a:srgbClr val="FFFFFF"/>
                  </a:solidFill>
                  <a:latin typeface="OPPOSans R"/>
                  <a:ea typeface="OPPOSans R"/>
                </a:endParaRPr>
              </a:p>
            </p:txBody>
          </p:sp>
          <p:pic>
            <p:nvPicPr>
              <p:cNvPr id="11" name="!! 图标">
                <a:extLst>
                  <a:ext uri="{FF2B5EF4-FFF2-40B4-BE49-F238E27FC236}">
                    <a16:creationId xmlns:a16="http://schemas.microsoft.com/office/drawing/2014/main" id="{7E213081-4ECC-098D-CAAE-C3B0949C5C5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7">
                <a:extLst>
                  <a:ext uri="{96DAC541-7B7A-43D3-8B79-37D633B846F1}">
                    <asvg:svgBlip xmlns:asvg="http://schemas.microsoft.com/office/drawing/2016/SVG/main" r:embed="rId28"/>
                  </a:ext>
                </a:extLst>
              </a:blip>
              <a:srcRect/>
              <a:stretch/>
            </p:blipFill>
            <p:spPr>
              <a:xfrm>
                <a:off x="4849699" y="3330089"/>
                <a:ext cx="197823" cy="197823"/>
              </a:xfrm>
              <a:prstGeom prst="rect">
                <a:avLst/>
              </a:prstGeom>
            </p:spPr>
          </p:pic>
        </p:grpSp>
        <p:sp>
          <p:nvSpPr>
            <p:cNvPr id="9" name="name">
              <a:extLst>
                <a:ext uri="{FF2B5EF4-FFF2-40B4-BE49-F238E27FC236}">
                  <a16:creationId xmlns:a16="http://schemas.microsoft.com/office/drawing/2014/main" id="{9978F5D7-7EC2-144A-4911-401B45395AA7}"/>
                </a:ext>
              </a:extLst>
            </p:cNvPr>
            <p:cNvSpPr txBox="1"/>
            <p:nvPr/>
          </p:nvSpPr>
          <p:spPr>
            <a:xfrm>
              <a:off x="4622367" y="1624246"/>
              <a:ext cx="85236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914377">
                <a:defRPr/>
              </a:pPr>
              <a:r>
                <a:rPr lang="zh-CN" altLang="en-US" sz="1200" dirty="0">
                  <a:solidFill>
                    <a:srgbClr val="FFFFFF"/>
                  </a:solidFill>
                  <a:effectLst>
                    <a:outerShdw blurRad="63500" sx="102000" sy="102000" algn="ctr" rotWithShape="0">
                      <a:prstClr val="black">
                        <a:alpha val="40000"/>
                      </a:prstClr>
                    </a:outerShdw>
                  </a:effectLst>
                  <a:latin typeface="vivo Sans"/>
                  <a:ea typeface="vivo Sans"/>
                </a:rPr>
                <a:t>屏幕照明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170465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0"/>
    </mc:Choice>
    <mc:Fallback xmlns="">
      <p:transition advClick="0" advTm="0"/>
    </mc:Fallback>
  </mc:AlternateContent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CA6C1F-4706-5A39-8871-A3E82CB2B4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 背景">
            <a:extLst>
              <a:ext uri="{FF2B5EF4-FFF2-40B4-BE49-F238E27FC236}">
                <a16:creationId xmlns:a16="http://schemas.microsoft.com/office/drawing/2014/main" id="{D8DBD783-115F-47BB-7EE8-21BC7F995FE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2888"/>
            </a:avLst>
          </a:prstGeom>
          <a:solidFill>
            <a:schemeClr val="bg1"/>
          </a:solidFill>
          <a:ln>
            <a:noFill/>
          </a:ln>
          <a:effectLst>
            <a:glow rad="2286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189">
              <a:defRPr/>
            </a:pPr>
            <a:endParaRPr lang="zh-CN" altLang="en-US" dirty="0">
              <a:solidFill>
                <a:srgbClr val="FFFFFF"/>
              </a:solidFill>
              <a:latin typeface="OPPOSans R"/>
              <a:ea typeface="OPPOSans R"/>
            </a:endParaRPr>
          </a:p>
        </p:txBody>
      </p:sp>
      <p:pic>
        <p:nvPicPr>
          <p:cNvPr id="26" name="!! 图标2">
            <a:extLst>
              <a:ext uri="{FF2B5EF4-FFF2-40B4-BE49-F238E27FC236}">
                <a16:creationId xmlns:a16="http://schemas.microsoft.com/office/drawing/2014/main" id="{8FCE6D29-E1E3-61AF-88D5-2C25835E28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5543775" y="2876776"/>
            <a:ext cx="1104455" cy="1104455"/>
          </a:xfrm>
          <a:prstGeom prst="rect">
            <a:avLst/>
          </a:prstGeom>
        </p:spPr>
      </p:pic>
      <p:sp>
        <p:nvSpPr>
          <p:cNvPr id="4" name="!! App名">
            <a:extLst>
              <a:ext uri="{FF2B5EF4-FFF2-40B4-BE49-F238E27FC236}">
                <a16:creationId xmlns:a16="http://schemas.microsoft.com/office/drawing/2014/main" id="{770C0757-042A-E06D-8874-AD494DFE8D0A}"/>
              </a:ext>
            </a:extLst>
          </p:cNvPr>
          <p:cNvSpPr txBox="1"/>
          <p:nvPr/>
        </p:nvSpPr>
        <p:spPr>
          <a:xfrm>
            <a:off x="5046563" y="4880565"/>
            <a:ext cx="209501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377">
              <a:defRPr/>
            </a:pPr>
            <a:r>
              <a:rPr lang="zh-CN" altLang="en-US" sz="2000" dirty="0">
                <a:solidFill>
                  <a:srgbClr val="181818">
                    <a:lumMod val="50000"/>
                    <a:lumOff val="50000"/>
                  </a:srgbClr>
                </a:solidFill>
                <a:latin typeface="vivo Sans"/>
                <a:ea typeface="vivo Sans"/>
              </a:rPr>
              <a:t>相机</a:t>
            </a:r>
          </a:p>
        </p:txBody>
      </p:sp>
      <p:pic>
        <p:nvPicPr>
          <p:cNvPr id="3" name="!! 图标">
            <a:extLst>
              <a:ext uri="{FF2B5EF4-FFF2-40B4-BE49-F238E27FC236}">
                <a16:creationId xmlns:a16="http://schemas.microsoft.com/office/drawing/2014/main" id="{8078A5D2-3958-AB67-1B08-7C0D41DF531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4242397" y="1577328"/>
            <a:ext cx="3703351" cy="3703351"/>
          </a:xfrm>
          <a:prstGeom prst="rect">
            <a:avLst/>
          </a:prstGeom>
        </p:spPr>
      </p:pic>
      <p:grpSp>
        <p:nvGrpSpPr>
          <p:cNvPr id="16" name="!! dock右">
            <a:extLst>
              <a:ext uri="{FF2B5EF4-FFF2-40B4-BE49-F238E27FC236}">
                <a16:creationId xmlns:a16="http://schemas.microsoft.com/office/drawing/2014/main" id="{D718BAFF-345C-9E48-60D6-06BC626FEF2D}"/>
              </a:ext>
            </a:extLst>
          </p:cNvPr>
          <p:cNvGrpSpPr/>
          <p:nvPr/>
        </p:nvGrpSpPr>
        <p:grpSpPr>
          <a:xfrm>
            <a:off x="4869920" y="7119572"/>
            <a:ext cx="2452159" cy="574899"/>
            <a:chOff x="7408333" y="5780624"/>
            <a:chExt cx="2452159" cy="704838"/>
          </a:xfrm>
        </p:grpSpPr>
        <p:sp useBgFill="1">
          <p:nvSpPr>
            <p:cNvPr id="17" name="!! 模糊">
              <a:extLst>
                <a:ext uri="{FF2B5EF4-FFF2-40B4-BE49-F238E27FC236}">
                  <a16:creationId xmlns:a16="http://schemas.microsoft.com/office/drawing/2014/main" id="{D45685C2-5566-8751-9C65-6A171CF6A6F8}"/>
                </a:ext>
              </a:extLst>
            </p:cNvPr>
            <p:cNvSpPr>
              <a:spLocks/>
            </p:cNvSpPr>
            <p:nvPr/>
          </p:nvSpPr>
          <p:spPr>
            <a:xfrm>
              <a:off x="7408333" y="5780624"/>
              <a:ext cx="2452159" cy="704838"/>
            </a:xfrm>
            <a:prstGeom prst="roundRect">
              <a:avLst>
                <a:gd name="adj" fmla="val 15000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189">
                <a:defRPr/>
              </a:pPr>
              <a:endParaRPr lang="zh-CN" altLang="en-US">
                <a:solidFill>
                  <a:srgbClr val="FFFFFF"/>
                </a:solidFill>
                <a:latin typeface="OPPOSans R"/>
                <a:ea typeface="OPPOSans R"/>
              </a:endParaRPr>
            </a:p>
          </p:txBody>
        </p:sp>
        <p:sp>
          <p:nvSpPr>
            <p:cNvPr id="18" name="!! 颜色遮罩">
              <a:extLst>
                <a:ext uri="{FF2B5EF4-FFF2-40B4-BE49-F238E27FC236}">
                  <a16:creationId xmlns:a16="http://schemas.microsoft.com/office/drawing/2014/main" id="{637E86F4-2F98-A08C-97C3-13520BB38352}"/>
                </a:ext>
              </a:extLst>
            </p:cNvPr>
            <p:cNvSpPr>
              <a:spLocks/>
            </p:cNvSpPr>
            <p:nvPr/>
          </p:nvSpPr>
          <p:spPr>
            <a:xfrm>
              <a:off x="7408333" y="5780624"/>
              <a:ext cx="2452159" cy="704838"/>
            </a:xfrm>
            <a:prstGeom prst="roundRect">
              <a:avLst>
                <a:gd name="adj" fmla="val 15000"/>
              </a:avLst>
            </a:prstGeom>
            <a:solidFill>
              <a:schemeClr val="bg2">
                <a:alpha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189">
                <a:defRPr/>
              </a:pPr>
              <a:endParaRPr lang="zh-CN" altLang="en-US" dirty="0">
                <a:solidFill>
                  <a:srgbClr val="FFFFFF"/>
                </a:solidFill>
                <a:latin typeface="OPPOSans R"/>
                <a:ea typeface="OPPOSans R"/>
              </a:endParaRPr>
            </a:p>
          </p:txBody>
        </p:sp>
        <p:pic>
          <p:nvPicPr>
            <p:cNvPr id="19" name="!! 信号">
              <a:extLst>
                <a:ext uri="{FF2B5EF4-FFF2-40B4-BE49-F238E27FC236}">
                  <a16:creationId xmlns:a16="http://schemas.microsoft.com/office/drawing/2014/main" id="{D0C5EB76-4937-FBEE-C1C9-00B1A0F1E47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7638254" y="5893986"/>
              <a:ext cx="221460" cy="221458"/>
            </a:xfrm>
            <a:prstGeom prst="rect">
              <a:avLst/>
            </a:prstGeom>
          </p:spPr>
        </p:pic>
        <p:sp>
          <p:nvSpPr>
            <p:cNvPr id="20" name="!! 运营商">
              <a:extLst>
                <a:ext uri="{FF2B5EF4-FFF2-40B4-BE49-F238E27FC236}">
                  <a16:creationId xmlns:a16="http://schemas.microsoft.com/office/drawing/2014/main" id="{6E1C2615-CA51-3D18-EA96-F58E0D5F6B63}"/>
                </a:ext>
              </a:extLst>
            </p:cNvPr>
            <p:cNvSpPr txBox="1"/>
            <p:nvPr/>
          </p:nvSpPr>
          <p:spPr>
            <a:xfrm>
              <a:off x="7813676" y="5913455"/>
              <a:ext cx="1114424" cy="2830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457189">
                <a:defRPr/>
              </a:pPr>
              <a:r>
                <a:rPr lang="en-US" altLang="zh-CN" sz="900" dirty="0">
                  <a:latin typeface="OPPOSans M"/>
                  <a:ea typeface="OPPOSans M"/>
                </a:rPr>
                <a:t>Virtual Net</a:t>
              </a:r>
              <a:endParaRPr lang="zh-CN" altLang="en-US" sz="900" dirty="0">
                <a:latin typeface="OPPOSans M"/>
                <a:ea typeface="OPPOSans M"/>
              </a:endParaRPr>
            </a:p>
          </p:txBody>
        </p:sp>
        <p:pic>
          <p:nvPicPr>
            <p:cNvPr id="21" name="!! 通知">
              <a:extLst>
                <a:ext uri="{FF2B5EF4-FFF2-40B4-BE49-F238E27FC236}">
                  <a16:creationId xmlns:a16="http://schemas.microsoft.com/office/drawing/2014/main" id="{EFECB693-E862-1898-39A2-9E791AAC8C36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9287931" y="5948436"/>
              <a:ext cx="152400" cy="152400"/>
            </a:xfrm>
            <a:prstGeom prst="rect">
              <a:avLst/>
            </a:prstGeom>
          </p:spPr>
        </p:pic>
        <p:pic>
          <p:nvPicPr>
            <p:cNvPr id="22" name="!! 电池">
              <a:extLst>
                <a:ext uri="{FF2B5EF4-FFF2-40B4-BE49-F238E27FC236}">
                  <a16:creationId xmlns:a16="http://schemas.microsoft.com/office/drawing/2014/main" id="{7F87098D-BB21-2330-15ED-BB5DA192A792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7637460" y="6171965"/>
              <a:ext cx="191558" cy="191558"/>
            </a:xfrm>
            <a:prstGeom prst="rect">
              <a:avLst/>
            </a:prstGeom>
          </p:spPr>
        </p:pic>
        <p:sp>
          <p:nvSpPr>
            <p:cNvPr id="23" name="!! 时间">
              <a:extLst>
                <a:ext uri="{FF2B5EF4-FFF2-40B4-BE49-F238E27FC236}">
                  <a16:creationId xmlns:a16="http://schemas.microsoft.com/office/drawing/2014/main" id="{1109680F-C9C1-4A6F-5F49-1E37F1FCA48B}"/>
                </a:ext>
              </a:extLst>
            </p:cNvPr>
            <p:cNvSpPr txBox="1"/>
            <p:nvPr/>
          </p:nvSpPr>
          <p:spPr>
            <a:xfrm>
              <a:off x="8982607" y="6148520"/>
              <a:ext cx="773641" cy="3114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defTabSz="457189">
                <a:defRPr/>
              </a:pPr>
              <a:r>
                <a:rPr lang="en-US" altLang="zh-CN" sz="1051" dirty="0">
                  <a:latin typeface="OPPOSans R"/>
                  <a:ea typeface="OPPOSans R"/>
                </a:rPr>
                <a:t>16:34</a:t>
              </a:r>
              <a:endParaRPr lang="zh-CN" altLang="en-US" sz="1051" dirty="0">
                <a:latin typeface="OPPOSans R"/>
                <a:ea typeface="OPPOSans R"/>
              </a:endParaRPr>
            </a:p>
          </p:txBody>
        </p:sp>
        <p:sp>
          <p:nvSpPr>
            <p:cNvPr id="24" name="!! AC">
              <a:extLst>
                <a:ext uri="{FF2B5EF4-FFF2-40B4-BE49-F238E27FC236}">
                  <a16:creationId xmlns:a16="http://schemas.microsoft.com/office/drawing/2014/main" id="{1A06E3A0-97B8-4D39-A71E-44F88A5BB846}"/>
                </a:ext>
              </a:extLst>
            </p:cNvPr>
            <p:cNvSpPr txBox="1"/>
            <p:nvPr/>
          </p:nvSpPr>
          <p:spPr>
            <a:xfrm>
              <a:off x="7766842" y="6152328"/>
              <a:ext cx="434183" cy="2830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457189">
                <a:defRPr/>
              </a:pPr>
              <a:r>
                <a:rPr lang="en-US" altLang="zh-CN" sz="900" dirty="0">
                  <a:latin typeface="OPPOSans R"/>
                  <a:ea typeface="OPPOSans R"/>
                </a:rPr>
                <a:t>49%</a:t>
              </a:r>
              <a:endParaRPr lang="zh-CN" altLang="en-US" sz="900" dirty="0">
                <a:latin typeface="OPPOSans R"/>
                <a:ea typeface="OPPOSans R"/>
              </a:endParaRPr>
            </a:p>
          </p:txBody>
        </p:sp>
        <p:pic>
          <p:nvPicPr>
            <p:cNvPr id="25" name="!! 声音">
              <a:extLst>
                <a:ext uri="{FF2B5EF4-FFF2-40B4-BE49-F238E27FC236}">
                  <a16:creationId xmlns:a16="http://schemas.microsoft.com/office/drawing/2014/main" id="{7820B018-E2D9-96DC-19B2-64807C7D1EC0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9048732" y="5934670"/>
              <a:ext cx="179932" cy="179932"/>
            </a:xfrm>
            <a:prstGeom prst="rect">
              <a:avLst/>
            </a:prstGeom>
          </p:spPr>
        </p:pic>
        <p:pic>
          <p:nvPicPr>
            <p:cNvPr id="27" name="!! 电源">
              <a:hlinkClick r:id="rId15" action="ppaction://hlinksldjump"/>
              <a:extLst>
                <a:ext uri="{FF2B5EF4-FFF2-40B4-BE49-F238E27FC236}">
                  <a16:creationId xmlns:a16="http://schemas.microsoft.com/office/drawing/2014/main" id="{8B097E3F-20AD-854D-2620-E8B868836075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9489000" y="5925331"/>
              <a:ext cx="208372" cy="20837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4489479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660" advClick="0" advTm="1000">
        <p159:morph option="byObject"/>
      </p:transition>
    </mc:Choice>
    <mc:Fallback xmlns="">
      <p:transition spd="med" advClick="0" advTm="1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3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3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08333E-7 -1.85185E-6 L 0.02174 -1.85185E-6 " pathEditMode="relative" rAng="0" ptsTypes="AA">
                                      <p:cBhvr>
                                        <p:cTn id="9" dur="500" spd="-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81" y="0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1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3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63" presetClass="path" presetSubtype="0" decel="10000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animMotion origin="layout" path="M 2.08333E-7 -7.40741E-7 L 0.02174 -7.40741E-7 " pathEditMode="relative" rAng="0" ptsTypes="AA">
                                      <p:cBhvr>
                                        <p:cTn id="14" dur="500" spd="-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81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A97335-635E-2156-2458-1F5C6D292C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!! 背景板">
            <a:extLst>
              <a:ext uri="{FF2B5EF4-FFF2-40B4-BE49-F238E27FC236}">
                <a16:creationId xmlns:a16="http://schemas.microsoft.com/office/drawing/2014/main" id="{1CC9A7F9-229E-9DE3-2B1E-A368D119BEC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>
              <a:defRPr/>
            </a:pPr>
            <a:endParaRPr lang="zh-CN" altLang="en-US">
              <a:solidFill>
                <a:srgbClr val="F5F5F5"/>
              </a:solidFill>
              <a:latin typeface="vivo Sans"/>
              <a:ea typeface="vivo Sans"/>
            </a:endParaRPr>
          </a:p>
        </p:txBody>
      </p:sp>
      <p:grpSp>
        <p:nvGrpSpPr>
          <p:cNvPr id="17" name="快门">
            <a:extLst>
              <a:ext uri="{FF2B5EF4-FFF2-40B4-BE49-F238E27FC236}">
                <a16:creationId xmlns:a16="http://schemas.microsoft.com/office/drawing/2014/main" id="{0187D773-1517-06EB-7CFD-E7E34E27B6E3}"/>
              </a:ext>
            </a:extLst>
          </p:cNvPr>
          <p:cNvGrpSpPr/>
          <p:nvPr/>
        </p:nvGrpSpPr>
        <p:grpSpPr>
          <a:xfrm>
            <a:off x="10766887" y="5433398"/>
            <a:ext cx="788276" cy="788276"/>
            <a:chOff x="10799379" y="3034862"/>
            <a:chExt cx="788276" cy="788276"/>
          </a:xfrm>
        </p:grpSpPr>
        <p:sp>
          <p:nvSpPr>
            <p:cNvPr id="5" name="椭圆 4">
              <a:extLst>
                <a:ext uri="{FF2B5EF4-FFF2-40B4-BE49-F238E27FC236}">
                  <a16:creationId xmlns:a16="http://schemas.microsoft.com/office/drawing/2014/main" id="{E45311A4-B119-1632-B0FE-FDE0CEEFDDBF}"/>
                </a:ext>
              </a:extLst>
            </p:cNvPr>
            <p:cNvSpPr/>
            <p:nvPr/>
          </p:nvSpPr>
          <p:spPr>
            <a:xfrm>
              <a:off x="10799379" y="3034862"/>
              <a:ext cx="788276" cy="788276"/>
            </a:xfrm>
            <a:prstGeom prst="ellipse">
              <a:avLst/>
            </a:prstGeom>
            <a:noFill/>
            <a:ln w="38100"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77">
                <a:defRPr/>
              </a:pPr>
              <a:endParaRPr lang="zh-CN" altLang="en-US">
                <a:solidFill>
                  <a:srgbClr val="F5F5F5"/>
                </a:solidFill>
                <a:latin typeface="vivo Sans"/>
                <a:ea typeface="vivo Sans"/>
              </a:endParaRPr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DAB6CF9C-1522-7C5E-C97D-BDDA4FC1F029}"/>
                </a:ext>
              </a:extLst>
            </p:cNvPr>
            <p:cNvSpPr/>
            <p:nvPr/>
          </p:nvSpPr>
          <p:spPr>
            <a:xfrm>
              <a:off x="10867381" y="3102864"/>
              <a:ext cx="652272" cy="652272"/>
            </a:xfrm>
            <a:prstGeom prst="ellipse">
              <a:avLst/>
            </a:prstGeom>
            <a:solidFill>
              <a:schemeClr val="bg1"/>
            </a:soli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77">
                <a:defRPr/>
              </a:pPr>
              <a:endParaRPr lang="zh-CN" altLang="en-US">
                <a:solidFill>
                  <a:srgbClr val="F5F5F5"/>
                </a:solidFill>
                <a:latin typeface="vivo Sans"/>
                <a:ea typeface="vivo Sans"/>
              </a:endParaRPr>
            </a:p>
          </p:txBody>
        </p:sp>
      </p:grpSp>
      <p:sp>
        <p:nvSpPr>
          <p:cNvPr id="2" name="!! 遮罩">
            <a:extLst>
              <a:ext uri="{FF2B5EF4-FFF2-40B4-BE49-F238E27FC236}">
                <a16:creationId xmlns:a16="http://schemas.microsoft.com/office/drawing/2014/main" id="{D080FDAF-9820-3C3C-DEA7-D90327688E8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>
              <a:defRPr/>
            </a:pPr>
            <a:endParaRPr lang="zh-CN" altLang="en-US" dirty="0">
              <a:solidFill>
                <a:srgbClr val="F5F5F5"/>
              </a:solidFill>
              <a:latin typeface="vivo Sans"/>
              <a:ea typeface="vivo Sans"/>
            </a:endParaRPr>
          </a:p>
        </p:txBody>
      </p:sp>
      <p:grpSp>
        <p:nvGrpSpPr>
          <p:cNvPr id="4" name="带按钮的无图标提示框">
            <a:extLst>
              <a:ext uri="{FF2B5EF4-FFF2-40B4-BE49-F238E27FC236}">
                <a16:creationId xmlns:a16="http://schemas.microsoft.com/office/drawing/2014/main" id="{4EF500DF-3AB8-A43F-3FFF-E1DFA4743492}"/>
              </a:ext>
            </a:extLst>
          </p:cNvPr>
          <p:cNvGrpSpPr/>
          <p:nvPr/>
        </p:nvGrpSpPr>
        <p:grpSpPr>
          <a:xfrm>
            <a:off x="3813543" y="2672379"/>
            <a:ext cx="4564916" cy="1610257"/>
            <a:chOff x="2912999" y="3341279"/>
            <a:chExt cx="4564916" cy="1610257"/>
          </a:xfrm>
        </p:grpSpPr>
        <p:sp>
          <p:nvSpPr>
            <p:cNvPr id="6" name="!! 弹窗">
              <a:extLst>
                <a:ext uri="{FF2B5EF4-FFF2-40B4-BE49-F238E27FC236}">
                  <a16:creationId xmlns:a16="http://schemas.microsoft.com/office/drawing/2014/main" id="{66BBBB30-97F1-B93D-497C-0ABAA202CF00}"/>
                </a:ext>
              </a:extLst>
            </p:cNvPr>
            <p:cNvSpPr/>
            <p:nvPr/>
          </p:nvSpPr>
          <p:spPr>
            <a:xfrm>
              <a:off x="2912999" y="3341279"/>
              <a:ext cx="4564916" cy="1610257"/>
            </a:xfrm>
            <a:prstGeom prst="roundRect">
              <a:avLst>
                <a:gd name="adj" fmla="val 4327"/>
              </a:avLst>
            </a:prstGeom>
            <a:solidFill>
              <a:schemeClr val="bg1"/>
            </a:solidFill>
            <a:ln>
              <a:noFill/>
            </a:ln>
            <a:effectLst>
              <a:outerShdw blurRad="254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标题">
              <a:extLst>
                <a:ext uri="{FF2B5EF4-FFF2-40B4-BE49-F238E27FC236}">
                  <a16:creationId xmlns:a16="http://schemas.microsoft.com/office/drawing/2014/main" id="{245A5F7B-8C7D-0508-17D5-0EEC8840B15F}"/>
                </a:ext>
              </a:extLst>
            </p:cNvPr>
            <p:cNvSpPr txBox="1"/>
            <p:nvPr/>
          </p:nvSpPr>
          <p:spPr>
            <a:xfrm>
              <a:off x="3311314" y="3596868"/>
              <a:ext cx="233108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>
                  <a:latin typeface="+mj-ea"/>
                  <a:ea typeface="+mj-ea"/>
                </a:rPr>
                <a:t>相机</a:t>
              </a:r>
            </a:p>
          </p:txBody>
        </p:sp>
        <p:sp>
          <p:nvSpPr>
            <p:cNvPr id="8" name="副标题">
              <a:extLst>
                <a:ext uri="{FF2B5EF4-FFF2-40B4-BE49-F238E27FC236}">
                  <a16:creationId xmlns:a16="http://schemas.microsoft.com/office/drawing/2014/main" id="{AD151DAE-337B-DFC6-59F3-3874262DC483}"/>
                </a:ext>
              </a:extLst>
            </p:cNvPr>
            <p:cNvSpPr txBox="1"/>
            <p:nvPr/>
          </p:nvSpPr>
          <p:spPr>
            <a:xfrm>
              <a:off x="3314796" y="3915526"/>
              <a:ext cx="37788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dirty="0">
                  <a:latin typeface="+mn-ea"/>
                </a:rPr>
                <a:t>摄像头尚未就绪，无法使用相机</a:t>
              </a:r>
            </a:p>
          </p:txBody>
        </p:sp>
        <p:sp>
          <p:nvSpPr>
            <p:cNvPr id="9" name="矩形: 圆角 8">
              <a:hlinkClick r:id="rId3" action="ppaction://hlinksldjump"/>
              <a:extLst>
                <a:ext uri="{FF2B5EF4-FFF2-40B4-BE49-F238E27FC236}">
                  <a16:creationId xmlns:a16="http://schemas.microsoft.com/office/drawing/2014/main" id="{E8AA789E-E8FB-C226-4E88-8C40A00C75E8}"/>
                </a:ext>
              </a:extLst>
            </p:cNvPr>
            <p:cNvSpPr/>
            <p:nvPr/>
          </p:nvSpPr>
          <p:spPr>
            <a:xfrm>
              <a:off x="6128912" y="4466052"/>
              <a:ext cx="1125334" cy="307777"/>
            </a:xfrm>
            <a:prstGeom prst="roundRect">
              <a:avLst>
                <a:gd name="adj" fmla="val 17692"/>
              </a:avLst>
            </a:prstGeom>
            <a:solidFill>
              <a:schemeClr val="accent1"/>
            </a:solidFill>
            <a:ln>
              <a:noFill/>
            </a:ln>
            <a:effectLst>
              <a:outerShdw blurRad="50800" dist="25400" dir="5400000" algn="t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189">
                <a:defRPr/>
              </a:pPr>
              <a:r>
                <a:rPr lang="zh-CN" altLang="en-US" sz="1100" dirty="0">
                  <a:solidFill>
                    <a:prstClr val="white"/>
                  </a:solidFill>
                  <a:latin typeface="OPPOSans M" panose="00020600040101010101" pitchFamily="18" charset="-122"/>
                  <a:ea typeface="OPPOSans M" panose="00020600040101010101" pitchFamily="18" charset="-122"/>
                  <a:cs typeface="OPPOSans M" panose="00020600040101010101" pitchFamily="18" charset="-122"/>
                </a:rPr>
                <a:t>确定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835726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 advClick="0">
        <p:fade/>
      </p:transition>
    </mc:Choice>
    <mc:Fallback xmlns="">
      <p:transition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path" presetSubtype="0" decel="9000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 0.03218 " pathEditMode="relative" rAng="0" ptsTypes="AA">
                                      <p:cBhvr>
                                        <p:cTn id="9" dur="500" spd="-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59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7CD048-9092-DAC7-04DC-DF56A34605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!! 背景板">
            <a:extLst>
              <a:ext uri="{FF2B5EF4-FFF2-40B4-BE49-F238E27FC236}">
                <a16:creationId xmlns:a16="http://schemas.microsoft.com/office/drawing/2014/main" id="{4828BE2B-2447-4E65-5ACD-0B47556F48A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14" name="!! 取景框">
            <a:extLst>
              <a:ext uri="{FF2B5EF4-FFF2-40B4-BE49-F238E27FC236}">
                <a16:creationId xmlns:a16="http://schemas.microsoft.com/office/drawing/2014/main" id="{70856925-F68C-60AD-8C0B-D95F6AC833B2}"/>
              </a:ext>
            </a:extLst>
          </p:cNvPr>
          <p:cNvSpPr/>
          <p:nvPr/>
        </p:nvSpPr>
        <p:spPr>
          <a:xfrm>
            <a:off x="932795" y="-7883"/>
            <a:ext cx="9143999" cy="6858000"/>
          </a:xfrm>
          <a:prstGeom prst="rect">
            <a:avLst/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7" name="快门">
            <a:extLst>
              <a:ext uri="{FF2B5EF4-FFF2-40B4-BE49-F238E27FC236}">
                <a16:creationId xmlns:a16="http://schemas.microsoft.com/office/drawing/2014/main" id="{57DDB24D-6EEE-B53A-8220-64D7E410A5BE}"/>
              </a:ext>
            </a:extLst>
          </p:cNvPr>
          <p:cNvGrpSpPr/>
          <p:nvPr/>
        </p:nvGrpSpPr>
        <p:grpSpPr>
          <a:xfrm>
            <a:off x="10766887" y="5433398"/>
            <a:ext cx="788276" cy="788276"/>
            <a:chOff x="10799379" y="3034862"/>
            <a:chExt cx="788276" cy="788276"/>
          </a:xfrm>
        </p:grpSpPr>
        <p:sp>
          <p:nvSpPr>
            <p:cNvPr id="5" name="椭圆 4">
              <a:extLst>
                <a:ext uri="{FF2B5EF4-FFF2-40B4-BE49-F238E27FC236}">
                  <a16:creationId xmlns:a16="http://schemas.microsoft.com/office/drawing/2014/main" id="{4FB4EFD3-9BEA-B002-1D88-B98CF3F788CE}"/>
                </a:ext>
              </a:extLst>
            </p:cNvPr>
            <p:cNvSpPr/>
            <p:nvPr/>
          </p:nvSpPr>
          <p:spPr>
            <a:xfrm>
              <a:off x="10799379" y="3034862"/>
              <a:ext cx="788276" cy="788276"/>
            </a:xfrm>
            <a:prstGeom prst="ellipse">
              <a:avLst/>
            </a:prstGeom>
            <a:noFill/>
            <a:ln w="38100"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C1CAE8B1-A6A1-2C3E-782C-44AE4D6811FA}"/>
                </a:ext>
              </a:extLst>
            </p:cNvPr>
            <p:cNvSpPr/>
            <p:nvPr/>
          </p:nvSpPr>
          <p:spPr>
            <a:xfrm>
              <a:off x="10867381" y="3102864"/>
              <a:ext cx="652272" cy="652272"/>
            </a:xfrm>
            <a:prstGeom prst="ellipse">
              <a:avLst/>
            </a:prstGeom>
            <a:solidFill>
              <a:schemeClr val="bg1"/>
            </a:soli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3" name="文本框 22">
            <a:hlinkClick r:id="rId3" action="ppaction://hlinksldjump"/>
            <a:extLst>
              <a:ext uri="{FF2B5EF4-FFF2-40B4-BE49-F238E27FC236}">
                <a16:creationId xmlns:a16="http://schemas.microsoft.com/office/drawing/2014/main" id="{D1A993F5-CD5F-64B6-8FE9-2DE092F7F445}"/>
              </a:ext>
            </a:extLst>
          </p:cNvPr>
          <p:cNvSpPr txBox="1"/>
          <p:nvPr/>
        </p:nvSpPr>
        <p:spPr>
          <a:xfrm>
            <a:off x="10768005" y="3357471"/>
            <a:ext cx="7202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accent6"/>
                </a:solidFill>
              </a:rPr>
              <a:t>专业</a:t>
            </a:r>
          </a:p>
        </p:txBody>
      </p:sp>
      <p:sp>
        <p:nvSpPr>
          <p:cNvPr id="27" name="!! 录像">
            <a:hlinkClick r:id="rId4" action="ppaction://hlinksldjump"/>
            <a:extLst>
              <a:ext uri="{FF2B5EF4-FFF2-40B4-BE49-F238E27FC236}">
                <a16:creationId xmlns:a16="http://schemas.microsoft.com/office/drawing/2014/main" id="{6817189B-084D-84AA-E4B7-06DCE67F0CAF}"/>
              </a:ext>
            </a:extLst>
          </p:cNvPr>
          <p:cNvSpPr txBox="1"/>
          <p:nvPr/>
        </p:nvSpPr>
        <p:spPr>
          <a:xfrm>
            <a:off x="10768005" y="3794806"/>
            <a:ext cx="7202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bg1"/>
                </a:solidFill>
              </a:rPr>
              <a:t>录像</a:t>
            </a:r>
          </a:p>
        </p:txBody>
      </p:sp>
      <p:sp>
        <p:nvSpPr>
          <p:cNvPr id="28" name="!! 拍照">
            <a:hlinkClick r:id="rId5" action="ppaction://hlinksldjump"/>
            <a:extLst>
              <a:ext uri="{FF2B5EF4-FFF2-40B4-BE49-F238E27FC236}">
                <a16:creationId xmlns:a16="http://schemas.microsoft.com/office/drawing/2014/main" id="{4555870D-44B7-6621-7C5E-588BA585B2D6}"/>
              </a:ext>
            </a:extLst>
          </p:cNvPr>
          <p:cNvSpPr txBox="1"/>
          <p:nvPr/>
        </p:nvSpPr>
        <p:spPr>
          <a:xfrm>
            <a:off x="10768005" y="4232139"/>
            <a:ext cx="7202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bg1">
                    <a:alpha val="50000"/>
                  </a:schemeClr>
                </a:solidFill>
              </a:rPr>
              <a:t>拍照</a:t>
            </a:r>
          </a:p>
        </p:txBody>
      </p:sp>
      <p:sp>
        <p:nvSpPr>
          <p:cNvPr id="29" name="!! 更多">
            <a:hlinkClick r:id="rId6" action="ppaction://hlinksldjump"/>
            <a:extLst>
              <a:ext uri="{FF2B5EF4-FFF2-40B4-BE49-F238E27FC236}">
                <a16:creationId xmlns:a16="http://schemas.microsoft.com/office/drawing/2014/main" id="{2BD4FB63-121C-6A1C-CFFE-73CED5691010}"/>
              </a:ext>
            </a:extLst>
          </p:cNvPr>
          <p:cNvSpPr txBox="1"/>
          <p:nvPr/>
        </p:nvSpPr>
        <p:spPr>
          <a:xfrm>
            <a:off x="10768005" y="2920138"/>
            <a:ext cx="7202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bg1"/>
                </a:solidFill>
              </a:rPr>
              <a:t>更多</a:t>
            </a:r>
          </a:p>
        </p:txBody>
      </p:sp>
      <p:sp>
        <p:nvSpPr>
          <p:cNvPr id="30" name="!! 指示">
            <a:extLst>
              <a:ext uri="{FF2B5EF4-FFF2-40B4-BE49-F238E27FC236}">
                <a16:creationId xmlns:a16="http://schemas.microsoft.com/office/drawing/2014/main" id="{19C3E465-8EBA-5285-E879-5B9F781E4631}"/>
              </a:ext>
            </a:extLst>
          </p:cNvPr>
          <p:cNvSpPr/>
          <p:nvPr/>
        </p:nvSpPr>
        <p:spPr>
          <a:xfrm>
            <a:off x="10670363" y="3487273"/>
            <a:ext cx="109728" cy="109728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!! 夜景">
            <a:hlinkClick r:id="rId7" action="ppaction://hlinksldjump"/>
            <a:extLst>
              <a:ext uri="{FF2B5EF4-FFF2-40B4-BE49-F238E27FC236}">
                <a16:creationId xmlns:a16="http://schemas.microsoft.com/office/drawing/2014/main" id="{3D8B316A-6BA3-04A0-76C7-9D3FF8C4C13C}"/>
              </a:ext>
            </a:extLst>
          </p:cNvPr>
          <p:cNvSpPr txBox="1"/>
          <p:nvPr/>
        </p:nvSpPr>
        <p:spPr>
          <a:xfrm>
            <a:off x="10768005" y="4669474"/>
            <a:ext cx="7202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bg1">
                    <a:alpha val="25000"/>
                  </a:schemeClr>
                </a:solidFill>
              </a:rPr>
              <a:t>夜景</a:t>
            </a:r>
          </a:p>
        </p:txBody>
      </p:sp>
      <p:grpSp>
        <p:nvGrpSpPr>
          <p:cNvPr id="32" name="!! 关闭按钮">
            <a:extLst>
              <a:ext uri="{FF2B5EF4-FFF2-40B4-BE49-F238E27FC236}">
                <a16:creationId xmlns:a16="http://schemas.microsoft.com/office/drawing/2014/main" id="{10E952B6-19DA-478C-1797-6535250719D7}"/>
              </a:ext>
            </a:extLst>
          </p:cNvPr>
          <p:cNvGrpSpPr/>
          <p:nvPr/>
        </p:nvGrpSpPr>
        <p:grpSpPr>
          <a:xfrm>
            <a:off x="10899627" y="608567"/>
            <a:ext cx="469540" cy="469540"/>
            <a:chOff x="2328464" y="3107859"/>
            <a:chExt cx="583223" cy="583223"/>
          </a:xfrm>
        </p:grpSpPr>
        <p:sp>
          <p:nvSpPr>
            <p:cNvPr id="33" name="矩形: 圆角 32">
              <a:hlinkClick r:id="rId8" action="ppaction://hlinksldjump"/>
              <a:extLst>
                <a:ext uri="{FF2B5EF4-FFF2-40B4-BE49-F238E27FC236}">
                  <a16:creationId xmlns:a16="http://schemas.microsoft.com/office/drawing/2014/main" id="{6DD8A000-F7B0-EAAA-C167-EF77DF408B67}"/>
                </a:ext>
              </a:extLst>
            </p:cNvPr>
            <p:cNvSpPr/>
            <p:nvPr/>
          </p:nvSpPr>
          <p:spPr>
            <a:xfrm>
              <a:off x="2328464" y="3107859"/>
              <a:ext cx="583223" cy="583223"/>
            </a:xfrm>
            <a:prstGeom prst="roundRect">
              <a:avLst>
                <a:gd name="adj" fmla="val 20771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  <a:effectLst>
              <a:outerShdw blurRad="127000" sx="101000" sy="101000" algn="c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77">
                <a:defRPr/>
              </a:pPr>
              <a:endParaRPr lang="zh-CN" altLang="en-US">
                <a:solidFill>
                  <a:srgbClr val="F5F5F5"/>
                </a:solidFill>
                <a:latin typeface="vivo Sans"/>
                <a:ea typeface="vivo Sans"/>
              </a:endParaRPr>
            </a:p>
          </p:txBody>
        </p:sp>
        <p:pic>
          <p:nvPicPr>
            <p:cNvPr id="34" name="图形 33">
              <a:extLst>
                <a:ext uri="{FF2B5EF4-FFF2-40B4-BE49-F238E27FC236}">
                  <a16:creationId xmlns:a16="http://schemas.microsoft.com/office/drawing/2014/main" id="{4550E4BB-D9A5-61E4-5BA7-6D42A61388E2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rcRect/>
            <a:stretch/>
          </p:blipFill>
          <p:spPr>
            <a:xfrm>
              <a:off x="2375480" y="3154875"/>
              <a:ext cx="489196" cy="489196"/>
            </a:xfrm>
            <a:prstGeom prst="rect">
              <a:avLst/>
            </a:prstGeom>
          </p:spPr>
        </p:pic>
      </p:grpSp>
      <p:grpSp>
        <p:nvGrpSpPr>
          <p:cNvPr id="2" name="!! dock右">
            <a:extLst>
              <a:ext uri="{FF2B5EF4-FFF2-40B4-BE49-F238E27FC236}">
                <a16:creationId xmlns:a16="http://schemas.microsoft.com/office/drawing/2014/main" id="{B66AFC82-3AF7-ECAF-0010-B135DFA5DB11}"/>
              </a:ext>
            </a:extLst>
          </p:cNvPr>
          <p:cNvGrpSpPr/>
          <p:nvPr/>
        </p:nvGrpSpPr>
        <p:grpSpPr>
          <a:xfrm>
            <a:off x="4869920" y="7119572"/>
            <a:ext cx="2452159" cy="574899"/>
            <a:chOff x="7408333" y="5780624"/>
            <a:chExt cx="2452159" cy="704838"/>
          </a:xfrm>
        </p:grpSpPr>
        <p:sp useBgFill="1">
          <p:nvSpPr>
            <p:cNvPr id="4" name="!! 模糊">
              <a:extLst>
                <a:ext uri="{FF2B5EF4-FFF2-40B4-BE49-F238E27FC236}">
                  <a16:creationId xmlns:a16="http://schemas.microsoft.com/office/drawing/2014/main" id="{EA0D3AC6-5877-F87B-F1CB-AE107F660C30}"/>
                </a:ext>
              </a:extLst>
            </p:cNvPr>
            <p:cNvSpPr>
              <a:spLocks/>
            </p:cNvSpPr>
            <p:nvPr/>
          </p:nvSpPr>
          <p:spPr>
            <a:xfrm>
              <a:off x="7408333" y="5780624"/>
              <a:ext cx="2452159" cy="704838"/>
            </a:xfrm>
            <a:prstGeom prst="roundRect">
              <a:avLst>
                <a:gd name="adj" fmla="val 15000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189">
                <a:defRPr/>
              </a:pPr>
              <a:endParaRPr lang="zh-CN" altLang="en-US">
                <a:solidFill>
                  <a:srgbClr val="FFFFFF"/>
                </a:solidFill>
                <a:latin typeface="OPPOSans R"/>
                <a:ea typeface="OPPOSans R"/>
              </a:endParaRPr>
            </a:p>
          </p:txBody>
        </p:sp>
        <p:sp>
          <p:nvSpPr>
            <p:cNvPr id="6" name="!! 颜色遮罩">
              <a:extLst>
                <a:ext uri="{FF2B5EF4-FFF2-40B4-BE49-F238E27FC236}">
                  <a16:creationId xmlns:a16="http://schemas.microsoft.com/office/drawing/2014/main" id="{53CD6BEE-82FB-A5F6-F7D2-CB97CA028736}"/>
                </a:ext>
              </a:extLst>
            </p:cNvPr>
            <p:cNvSpPr>
              <a:spLocks/>
            </p:cNvSpPr>
            <p:nvPr/>
          </p:nvSpPr>
          <p:spPr>
            <a:xfrm>
              <a:off x="7408333" y="5780624"/>
              <a:ext cx="2452159" cy="704838"/>
            </a:xfrm>
            <a:prstGeom prst="roundRect">
              <a:avLst>
                <a:gd name="adj" fmla="val 15000"/>
              </a:avLst>
            </a:prstGeom>
            <a:solidFill>
              <a:schemeClr val="bg2">
                <a:alpha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189">
                <a:defRPr/>
              </a:pPr>
              <a:endParaRPr lang="zh-CN" altLang="en-US" dirty="0">
                <a:solidFill>
                  <a:srgbClr val="FFFFFF"/>
                </a:solidFill>
                <a:latin typeface="OPPOSans R"/>
                <a:ea typeface="OPPOSans R"/>
              </a:endParaRPr>
            </a:p>
          </p:txBody>
        </p:sp>
        <p:pic>
          <p:nvPicPr>
            <p:cNvPr id="7" name="!! 信号">
              <a:extLst>
                <a:ext uri="{FF2B5EF4-FFF2-40B4-BE49-F238E27FC236}">
                  <a16:creationId xmlns:a16="http://schemas.microsoft.com/office/drawing/2014/main" id="{B235DE77-0C57-B354-1B33-3124061E5CA2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7638254" y="5893986"/>
              <a:ext cx="221460" cy="221458"/>
            </a:xfrm>
            <a:prstGeom prst="rect">
              <a:avLst/>
            </a:prstGeom>
          </p:spPr>
        </p:pic>
        <p:sp>
          <p:nvSpPr>
            <p:cNvPr id="8" name="!! 运营商">
              <a:extLst>
                <a:ext uri="{FF2B5EF4-FFF2-40B4-BE49-F238E27FC236}">
                  <a16:creationId xmlns:a16="http://schemas.microsoft.com/office/drawing/2014/main" id="{6EFE237E-3B88-1E3F-5055-5E03927203D9}"/>
                </a:ext>
              </a:extLst>
            </p:cNvPr>
            <p:cNvSpPr txBox="1"/>
            <p:nvPr/>
          </p:nvSpPr>
          <p:spPr>
            <a:xfrm>
              <a:off x="7813676" y="5913455"/>
              <a:ext cx="1114424" cy="2830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457189">
                <a:defRPr/>
              </a:pPr>
              <a:r>
                <a:rPr lang="en-US" altLang="zh-CN" sz="900" dirty="0">
                  <a:latin typeface="OPPOSans M"/>
                  <a:ea typeface="OPPOSans M"/>
                </a:rPr>
                <a:t>Virtual Net</a:t>
              </a:r>
              <a:endParaRPr lang="zh-CN" altLang="en-US" sz="900" dirty="0">
                <a:latin typeface="OPPOSans M"/>
                <a:ea typeface="OPPOSans M"/>
              </a:endParaRPr>
            </a:p>
          </p:txBody>
        </p:sp>
        <p:pic>
          <p:nvPicPr>
            <p:cNvPr id="9" name="!! 通知">
              <a:extLst>
                <a:ext uri="{FF2B5EF4-FFF2-40B4-BE49-F238E27FC236}">
                  <a16:creationId xmlns:a16="http://schemas.microsoft.com/office/drawing/2014/main" id="{1895270D-F13B-B379-891D-1E334CA480B8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9287931" y="5948436"/>
              <a:ext cx="152400" cy="152400"/>
            </a:xfrm>
            <a:prstGeom prst="rect">
              <a:avLst/>
            </a:prstGeom>
          </p:spPr>
        </p:pic>
        <p:pic>
          <p:nvPicPr>
            <p:cNvPr id="10" name="!! 电池">
              <a:extLst>
                <a:ext uri="{FF2B5EF4-FFF2-40B4-BE49-F238E27FC236}">
                  <a16:creationId xmlns:a16="http://schemas.microsoft.com/office/drawing/2014/main" id="{517E1A94-658C-3370-2806-6CAFE80CA222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7637460" y="6171965"/>
              <a:ext cx="191558" cy="191558"/>
            </a:xfrm>
            <a:prstGeom prst="rect">
              <a:avLst/>
            </a:prstGeom>
          </p:spPr>
        </p:pic>
        <p:sp>
          <p:nvSpPr>
            <p:cNvPr id="11" name="!! 时间">
              <a:extLst>
                <a:ext uri="{FF2B5EF4-FFF2-40B4-BE49-F238E27FC236}">
                  <a16:creationId xmlns:a16="http://schemas.microsoft.com/office/drawing/2014/main" id="{08C9E70B-C23D-E7EA-34EC-DAB5D33156CC}"/>
                </a:ext>
              </a:extLst>
            </p:cNvPr>
            <p:cNvSpPr txBox="1"/>
            <p:nvPr/>
          </p:nvSpPr>
          <p:spPr>
            <a:xfrm>
              <a:off x="8982607" y="6148520"/>
              <a:ext cx="773641" cy="3114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defTabSz="457189">
                <a:defRPr/>
              </a:pPr>
              <a:r>
                <a:rPr lang="en-US" altLang="zh-CN" sz="1051" dirty="0">
                  <a:latin typeface="OPPOSans R"/>
                  <a:ea typeface="OPPOSans R"/>
                </a:rPr>
                <a:t>16:34</a:t>
              </a:r>
              <a:endParaRPr lang="zh-CN" altLang="en-US" sz="1051" dirty="0">
                <a:latin typeface="OPPOSans R"/>
                <a:ea typeface="OPPOSans R"/>
              </a:endParaRPr>
            </a:p>
          </p:txBody>
        </p:sp>
        <p:sp>
          <p:nvSpPr>
            <p:cNvPr id="12" name="!! AC">
              <a:extLst>
                <a:ext uri="{FF2B5EF4-FFF2-40B4-BE49-F238E27FC236}">
                  <a16:creationId xmlns:a16="http://schemas.microsoft.com/office/drawing/2014/main" id="{C8318574-43AA-7EEF-3750-403CCBDFA1B4}"/>
                </a:ext>
              </a:extLst>
            </p:cNvPr>
            <p:cNvSpPr txBox="1"/>
            <p:nvPr/>
          </p:nvSpPr>
          <p:spPr>
            <a:xfrm>
              <a:off x="7766842" y="6152328"/>
              <a:ext cx="434183" cy="2830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457189">
                <a:defRPr/>
              </a:pPr>
              <a:r>
                <a:rPr lang="en-US" altLang="zh-CN" sz="900" dirty="0">
                  <a:latin typeface="OPPOSans R"/>
                  <a:ea typeface="OPPOSans R"/>
                </a:rPr>
                <a:t>49%</a:t>
              </a:r>
              <a:endParaRPr lang="zh-CN" altLang="en-US" sz="900" dirty="0">
                <a:latin typeface="OPPOSans R"/>
                <a:ea typeface="OPPOSans R"/>
              </a:endParaRPr>
            </a:p>
          </p:txBody>
        </p:sp>
        <p:pic>
          <p:nvPicPr>
            <p:cNvPr id="13" name="!! 声音">
              <a:extLst>
                <a:ext uri="{FF2B5EF4-FFF2-40B4-BE49-F238E27FC236}">
                  <a16:creationId xmlns:a16="http://schemas.microsoft.com/office/drawing/2014/main" id="{1BA08EDF-89B2-D6AE-D642-47278A44B06D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9048732" y="5934670"/>
              <a:ext cx="179932" cy="179932"/>
            </a:xfrm>
            <a:prstGeom prst="rect">
              <a:avLst/>
            </a:prstGeom>
          </p:spPr>
        </p:pic>
        <p:pic>
          <p:nvPicPr>
            <p:cNvPr id="15" name="!! 电源">
              <a:hlinkClick r:id="rId19" action="ppaction://hlinksldjump"/>
              <a:extLst>
                <a:ext uri="{FF2B5EF4-FFF2-40B4-BE49-F238E27FC236}">
                  <a16:creationId xmlns:a16="http://schemas.microsoft.com/office/drawing/2014/main" id="{B65650FC-D049-BF77-9580-C9BA2D6226BC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p:blipFill>
          <p:spPr>
            <a:xfrm>
              <a:off x="9489000" y="5925331"/>
              <a:ext cx="208372" cy="208370"/>
            </a:xfrm>
            <a:prstGeom prst="rect">
              <a:avLst/>
            </a:prstGeom>
          </p:spPr>
        </p:pic>
      </p:grpSp>
      <p:sp>
        <p:nvSpPr>
          <p:cNvPr id="18" name="!! 小白条">
            <a:hlinkClick r:id="rId8" action="ppaction://hlinksldjump"/>
            <a:extLst>
              <a:ext uri="{FF2B5EF4-FFF2-40B4-BE49-F238E27FC236}">
                <a16:creationId xmlns:a16="http://schemas.microsoft.com/office/drawing/2014/main" id="{03EB3D96-CFA4-DB88-8891-BF2CE8FBC8D3}"/>
              </a:ext>
            </a:extLst>
          </p:cNvPr>
          <p:cNvSpPr/>
          <p:nvPr/>
        </p:nvSpPr>
        <p:spPr>
          <a:xfrm>
            <a:off x="5177623" y="6706376"/>
            <a:ext cx="1836752" cy="45719"/>
          </a:xfrm>
          <a:prstGeom prst="roundRect">
            <a:avLst>
              <a:gd name="adj" fmla="val 50000"/>
            </a:avLst>
          </a:prstGeom>
          <a:solidFill>
            <a:schemeClr val="bg2">
              <a:alpha val="90000"/>
            </a:schemeClr>
          </a:solidFill>
          <a:ln>
            <a:noFill/>
          </a:ln>
          <a:effectLst>
            <a:outerShdw blurRad="1016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63099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 advClick="0">
        <p159:morph option="byObject"/>
      </p:transition>
    </mc:Choice>
    <mc:Fallback xmlns="">
      <p:transition advClick="0">
        <p:fade/>
      </p:transition>
    </mc:Fallback>
  </mc:AlternateContent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0A4308-1863-1A0E-C238-6A7B1451A0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!! 背景板">
            <a:extLst>
              <a:ext uri="{FF2B5EF4-FFF2-40B4-BE49-F238E27FC236}">
                <a16:creationId xmlns:a16="http://schemas.microsoft.com/office/drawing/2014/main" id="{84D58DE7-B059-9AF2-9CF8-EF48E686B22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>
              <a:defRPr/>
            </a:pPr>
            <a:endParaRPr lang="zh-CN" altLang="en-US">
              <a:solidFill>
                <a:srgbClr val="F5F5F5"/>
              </a:solidFill>
              <a:latin typeface="vivo Sans"/>
              <a:ea typeface="vivo Sans"/>
            </a:endParaRPr>
          </a:p>
        </p:txBody>
      </p:sp>
      <p:sp>
        <p:nvSpPr>
          <p:cNvPr id="14" name="!! 取景框">
            <a:extLst>
              <a:ext uri="{FF2B5EF4-FFF2-40B4-BE49-F238E27FC236}">
                <a16:creationId xmlns:a16="http://schemas.microsoft.com/office/drawing/2014/main" id="{4047B623-DA7E-D605-FD39-2E61A64AA00F}"/>
              </a:ext>
            </a:extLst>
          </p:cNvPr>
          <p:cNvSpPr/>
          <p:nvPr/>
        </p:nvSpPr>
        <p:spPr>
          <a:xfrm>
            <a:off x="932795" y="-7883"/>
            <a:ext cx="9143999" cy="6858000"/>
          </a:xfrm>
          <a:prstGeom prst="rect">
            <a:avLst/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>
              <a:defRPr/>
            </a:pPr>
            <a:endParaRPr lang="zh-CN" altLang="en-US">
              <a:solidFill>
                <a:srgbClr val="F5F5F5"/>
              </a:solidFill>
              <a:latin typeface="vivo Sans"/>
              <a:ea typeface="vivo Sans"/>
            </a:endParaRPr>
          </a:p>
        </p:txBody>
      </p:sp>
      <p:grpSp>
        <p:nvGrpSpPr>
          <p:cNvPr id="17" name="快门">
            <a:extLst>
              <a:ext uri="{FF2B5EF4-FFF2-40B4-BE49-F238E27FC236}">
                <a16:creationId xmlns:a16="http://schemas.microsoft.com/office/drawing/2014/main" id="{E2DC6287-CFEA-9CFA-BEB6-C1A635A94B1E}"/>
              </a:ext>
            </a:extLst>
          </p:cNvPr>
          <p:cNvGrpSpPr/>
          <p:nvPr/>
        </p:nvGrpSpPr>
        <p:grpSpPr>
          <a:xfrm>
            <a:off x="10766887" y="5433398"/>
            <a:ext cx="788276" cy="788276"/>
            <a:chOff x="10799379" y="3034862"/>
            <a:chExt cx="788276" cy="788276"/>
          </a:xfrm>
        </p:grpSpPr>
        <p:sp>
          <p:nvSpPr>
            <p:cNvPr id="5" name="椭圆 4">
              <a:extLst>
                <a:ext uri="{FF2B5EF4-FFF2-40B4-BE49-F238E27FC236}">
                  <a16:creationId xmlns:a16="http://schemas.microsoft.com/office/drawing/2014/main" id="{D7F6FA5A-4B20-24B7-5675-B7DDC2BD801B}"/>
                </a:ext>
              </a:extLst>
            </p:cNvPr>
            <p:cNvSpPr/>
            <p:nvPr/>
          </p:nvSpPr>
          <p:spPr>
            <a:xfrm>
              <a:off x="10799379" y="3034862"/>
              <a:ext cx="788276" cy="788276"/>
            </a:xfrm>
            <a:prstGeom prst="ellipse">
              <a:avLst/>
            </a:prstGeom>
            <a:noFill/>
            <a:ln w="38100"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77">
                <a:defRPr/>
              </a:pPr>
              <a:endParaRPr lang="zh-CN" altLang="en-US">
                <a:solidFill>
                  <a:srgbClr val="F5F5F5"/>
                </a:solidFill>
                <a:latin typeface="vivo Sans"/>
                <a:ea typeface="vivo Sans"/>
              </a:endParaRPr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57C754A9-1B76-90A7-907E-081A7C9E39F1}"/>
                </a:ext>
              </a:extLst>
            </p:cNvPr>
            <p:cNvSpPr/>
            <p:nvPr/>
          </p:nvSpPr>
          <p:spPr>
            <a:xfrm>
              <a:off x="10867381" y="3102864"/>
              <a:ext cx="652272" cy="652272"/>
            </a:xfrm>
            <a:prstGeom prst="ellipse">
              <a:avLst/>
            </a:prstGeom>
            <a:noFill/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77">
                <a:defRPr/>
              </a:pPr>
              <a:endParaRPr lang="zh-CN" altLang="en-US">
                <a:solidFill>
                  <a:srgbClr val="F5F5F5"/>
                </a:solidFill>
                <a:latin typeface="vivo Sans"/>
                <a:ea typeface="vivo Sans"/>
              </a:endParaRPr>
            </a:p>
          </p:txBody>
        </p:sp>
      </p:grpSp>
      <p:sp>
        <p:nvSpPr>
          <p:cNvPr id="4" name="文本框 3">
            <a:hlinkClick r:id="rId3" action="ppaction://hlinksldjump"/>
            <a:extLst>
              <a:ext uri="{FF2B5EF4-FFF2-40B4-BE49-F238E27FC236}">
                <a16:creationId xmlns:a16="http://schemas.microsoft.com/office/drawing/2014/main" id="{E419A849-4AC4-8A6D-3A30-64289496447E}"/>
              </a:ext>
            </a:extLst>
          </p:cNvPr>
          <p:cNvSpPr txBox="1"/>
          <p:nvPr/>
        </p:nvSpPr>
        <p:spPr>
          <a:xfrm>
            <a:off x="10768005" y="2915511"/>
            <a:ext cx="7202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bg1"/>
                </a:solidFill>
              </a:rPr>
              <a:t>专业</a:t>
            </a:r>
          </a:p>
        </p:txBody>
      </p:sp>
      <p:sp>
        <p:nvSpPr>
          <p:cNvPr id="6" name="!! 录像">
            <a:hlinkClick r:id="rId4" action="ppaction://hlinksldjump"/>
            <a:extLst>
              <a:ext uri="{FF2B5EF4-FFF2-40B4-BE49-F238E27FC236}">
                <a16:creationId xmlns:a16="http://schemas.microsoft.com/office/drawing/2014/main" id="{295FE2BF-44C5-9224-BB8B-8A87DD0F1EB9}"/>
              </a:ext>
            </a:extLst>
          </p:cNvPr>
          <p:cNvSpPr txBox="1"/>
          <p:nvPr/>
        </p:nvSpPr>
        <p:spPr>
          <a:xfrm>
            <a:off x="10768005" y="3352846"/>
            <a:ext cx="7202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accent6"/>
                </a:solidFill>
              </a:rPr>
              <a:t>录像</a:t>
            </a:r>
          </a:p>
        </p:txBody>
      </p:sp>
      <p:sp>
        <p:nvSpPr>
          <p:cNvPr id="7" name="!! 拍照">
            <a:hlinkClick r:id="rId5" action="ppaction://hlinksldjump"/>
            <a:extLst>
              <a:ext uri="{FF2B5EF4-FFF2-40B4-BE49-F238E27FC236}">
                <a16:creationId xmlns:a16="http://schemas.microsoft.com/office/drawing/2014/main" id="{8AFBEA64-B1A4-20E8-6F75-BC3BF6995EB2}"/>
              </a:ext>
            </a:extLst>
          </p:cNvPr>
          <p:cNvSpPr txBox="1"/>
          <p:nvPr/>
        </p:nvSpPr>
        <p:spPr>
          <a:xfrm>
            <a:off x="10768005" y="3790179"/>
            <a:ext cx="7202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bg1"/>
                </a:solidFill>
              </a:rPr>
              <a:t>拍照</a:t>
            </a:r>
          </a:p>
        </p:txBody>
      </p:sp>
      <p:sp>
        <p:nvSpPr>
          <p:cNvPr id="8" name="!! 更多">
            <a:hlinkClick r:id="rId6" action="ppaction://hlinksldjump"/>
            <a:extLst>
              <a:ext uri="{FF2B5EF4-FFF2-40B4-BE49-F238E27FC236}">
                <a16:creationId xmlns:a16="http://schemas.microsoft.com/office/drawing/2014/main" id="{C3C14944-688A-F0CF-A3AE-F53D032E3ED6}"/>
              </a:ext>
            </a:extLst>
          </p:cNvPr>
          <p:cNvSpPr txBox="1"/>
          <p:nvPr/>
        </p:nvSpPr>
        <p:spPr>
          <a:xfrm>
            <a:off x="10768005" y="2478178"/>
            <a:ext cx="7202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bg1">
                    <a:alpha val="50000"/>
                  </a:schemeClr>
                </a:solidFill>
              </a:rPr>
              <a:t>更多</a:t>
            </a:r>
          </a:p>
        </p:txBody>
      </p:sp>
      <p:sp>
        <p:nvSpPr>
          <p:cNvPr id="9" name="!! 指示">
            <a:extLst>
              <a:ext uri="{FF2B5EF4-FFF2-40B4-BE49-F238E27FC236}">
                <a16:creationId xmlns:a16="http://schemas.microsoft.com/office/drawing/2014/main" id="{5ECAD174-FA00-A2FB-F5CA-0357F5C98948}"/>
              </a:ext>
            </a:extLst>
          </p:cNvPr>
          <p:cNvSpPr/>
          <p:nvPr/>
        </p:nvSpPr>
        <p:spPr>
          <a:xfrm>
            <a:off x="10670363" y="3487273"/>
            <a:ext cx="109728" cy="109728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!! 夜景">
            <a:hlinkClick r:id="rId7" action="ppaction://hlinksldjump"/>
            <a:extLst>
              <a:ext uri="{FF2B5EF4-FFF2-40B4-BE49-F238E27FC236}">
                <a16:creationId xmlns:a16="http://schemas.microsoft.com/office/drawing/2014/main" id="{049D16DA-CBE1-F3F1-7D4B-19CCC12C81BB}"/>
              </a:ext>
            </a:extLst>
          </p:cNvPr>
          <p:cNvSpPr txBox="1"/>
          <p:nvPr/>
        </p:nvSpPr>
        <p:spPr>
          <a:xfrm>
            <a:off x="10768005" y="4227514"/>
            <a:ext cx="7202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bg1">
                    <a:alpha val="50000"/>
                  </a:schemeClr>
                </a:solidFill>
              </a:rPr>
              <a:t>夜景</a:t>
            </a:r>
          </a:p>
        </p:txBody>
      </p:sp>
      <p:grpSp>
        <p:nvGrpSpPr>
          <p:cNvPr id="11" name="!! 关闭按钮">
            <a:extLst>
              <a:ext uri="{FF2B5EF4-FFF2-40B4-BE49-F238E27FC236}">
                <a16:creationId xmlns:a16="http://schemas.microsoft.com/office/drawing/2014/main" id="{1095C5F1-00F4-741C-19AD-C981D67FBE3F}"/>
              </a:ext>
            </a:extLst>
          </p:cNvPr>
          <p:cNvGrpSpPr/>
          <p:nvPr/>
        </p:nvGrpSpPr>
        <p:grpSpPr>
          <a:xfrm>
            <a:off x="10899627" y="608567"/>
            <a:ext cx="469540" cy="469540"/>
            <a:chOff x="2328464" y="3107859"/>
            <a:chExt cx="583223" cy="583223"/>
          </a:xfrm>
        </p:grpSpPr>
        <p:sp>
          <p:nvSpPr>
            <p:cNvPr id="12" name="矩形: 圆角 11">
              <a:hlinkClick r:id="rId8" action="ppaction://hlinksldjump"/>
              <a:extLst>
                <a:ext uri="{FF2B5EF4-FFF2-40B4-BE49-F238E27FC236}">
                  <a16:creationId xmlns:a16="http://schemas.microsoft.com/office/drawing/2014/main" id="{42284923-BFD6-0417-0DA2-55528681F7F0}"/>
                </a:ext>
              </a:extLst>
            </p:cNvPr>
            <p:cNvSpPr/>
            <p:nvPr/>
          </p:nvSpPr>
          <p:spPr>
            <a:xfrm>
              <a:off x="2328464" y="3107859"/>
              <a:ext cx="583223" cy="583223"/>
            </a:xfrm>
            <a:prstGeom prst="roundRect">
              <a:avLst>
                <a:gd name="adj" fmla="val 20771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  <a:effectLst>
              <a:outerShdw blurRad="127000" sx="101000" sy="101000" algn="c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77">
                <a:defRPr/>
              </a:pPr>
              <a:endParaRPr lang="zh-CN" altLang="en-US">
                <a:solidFill>
                  <a:srgbClr val="F5F5F5"/>
                </a:solidFill>
                <a:latin typeface="vivo Sans"/>
                <a:ea typeface="vivo Sans"/>
              </a:endParaRPr>
            </a:p>
          </p:txBody>
        </p:sp>
        <p:pic>
          <p:nvPicPr>
            <p:cNvPr id="13" name="图形 12">
              <a:extLst>
                <a:ext uri="{FF2B5EF4-FFF2-40B4-BE49-F238E27FC236}">
                  <a16:creationId xmlns:a16="http://schemas.microsoft.com/office/drawing/2014/main" id="{BF3F0A12-367C-5706-BB59-E70C5B614F84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rcRect/>
            <a:stretch/>
          </p:blipFill>
          <p:spPr>
            <a:xfrm>
              <a:off x="2375480" y="3154875"/>
              <a:ext cx="489196" cy="489196"/>
            </a:xfrm>
            <a:prstGeom prst="rect">
              <a:avLst/>
            </a:prstGeom>
          </p:spPr>
        </p:pic>
      </p:grpSp>
      <p:grpSp>
        <p:nvGrpSpPr>
          <p:cNvPr id="2" name="!! dock右">
            <a:extLst>
              <a:ext uri="{FF2B5EF4-FFF2-40B4-BE49-F238E27FC236}">
                <a16:creationId xmlns:a16="http://schemas.microsoft.com/office/drawing/2014/main" id="{646D29B5-F29D-76D5-F0BF-31FD602820F8}"/>
              </a:ext>
            </a:extLst>
          </p:cNvPr>
          <p:cNvGrpSpPr/>
          <p:nvPr/>
        </p:nvGrpSpPr>
        <p:grpSpPr>
          <a:xfrm>
            <a:off x="4869920" y="7119572"/>
            <a:ext cx="2452159" cy="574899"/>
            <a:chOff x="7408333" y="5780624"/>
            <a:chExt cx="2452159" cy="704838"/>
          </a:xfrm>
        </p:grpSpPr>
        <p:sp useBgFill="1">
          <p:nvSpPr>
            <p:cNvPr id="15" name="!! 模糊">
              <a:extLst>
                <a:ext uri="{FF2B5EF4-FFF2-40B4-BE49-F238E27FC236}">
                  <a16:creationId xmlns:a16="http://schemas.microsoft.com/office/drawing/2014/main" id="{2CA978FD-5E02-4FC6-7476-86638A3D155B}"/>
                </a:ext>
              </a:extLst>
            </p:cNvPr>
            <p:cNvSpPr>
              <a:spLocks/>
            </p:cNvSpPr>
            <p:nvPr/>
          </p:nvSpPr>
          <p:spPr>
            <a:xfrm>
              <a:off x="7408333" y="5780624"/>
              <a:ext cx="2452159" cy="704838"/>
            </a:xfrm>
            <a:prstGeom prst="roundRect">
              <a:avLst>
                <a:gd name="adj" fmla="val 15000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189">
                <a:defRPr/>
              </a:pPr>
              <a:endParaRPr lang="zh-CN" altLang="en-US">
                <a:solidFill>
                  <a:srgbClr val="FFFFFF"/>
                </a:solidFill>
                <a:latin typeface="OPPOSans R"/>
                <a:ea typeface="OPPOSans R"/>
              </a:endParaRPr>
            </a:p>
          </p:txBody>
        </p:sp>
        <p:sp>
          <p:nvSpPr>
            <p:cNvPr id="18" name="!! 颜色遮罩">
              <a:extLst>
                <a:ext uri="{FF2B5EF4-FFF2-40B4-BE49-F238E27FC236}">
                  <a16:creationId xmlns:a16="http://schemas.microsoft.com/office/drawing/2014/main" id="{5360DF66-DE28-450B-6E90-2CE56419FA3E}"/>
                </a:ext>
              </a:extLst>
            </p:cNvPr>
            <p:cNvSpPr>
              <a:spLocks/>
            </p:cNvSpPr>
            <p:nvPr/>
          </p:nvSpPr>
          <p:spPr>
            <a:xfrm>
              <a:off x="7408333" y="5780624"/>
              <a:ext cx="2452159" cy="704838"/>
            </a:xfrm>
            <a:prstGeom prst="roundRect">
              <a:avLst>
                <a:gd name="adj" fmla="val 15000"/>
              </a:avLst>
            </a:prstGeom>
            <a:solidFill>
              <a:schemeClr val="bg2">
                <a:alpha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189">
                <a:defRPr/>
              </a:pPr>
              <a:endParaRPr lang="zh-CN" altLang="en-US" dirty="0">
                <a:solidFill>
                  <a:srgbClr val="FFFFFF"/>
                </a:solidFill>
                <a:latin typeface="OPPOSans R"/>
                <a:ea typeface="OPPOSans R"/>
              </a:endParaRPr>
            </a:p>
          </p:txBody>
        </p:sp>
        <p:pic>
          <p:nvPicPr>
            <p:cNvPr id="19" name="!! 信号">
              <a:extLst>
                <a:ext uri="{FF2B5EF4-FFF2-40B4-BE49-F238E27FC236}">
                  <a16:creationId xmlns:a16="http://schemas.microsoft.com/office/drawing/2014/main" id="{46DF75B8-EEAA-3671-735C-87BF8BEA3102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7638254" y="5893986"/>
              <a:ext cx="221460" cy="221458"/>
            </a:xfrm>
            <a:prstGeom prst="rect">
              <a:avLst/>
            </a:prstGeom>
          </p:spPr>
        </p:pic>
        <p:sp>
          <p:nvSpPr>
            <p:cNvPr id="20" name="!! 运营商">
              <a:extLst>
                <a:ext uri="{FF2B5EF4-FFF2-40B4-BE49-F238E27FC236}">
                  <a16:creationId xmlns:a16="http://schemas.microsoft.com/office/drawing/2014/main" id="{08AADB7D-65FF-A96E-9058-77FDA39F727F}"/>
                </a:ext>
              </a:extLst>
            </p:cNvPr>
            <p:cNvSpPr txBox="1"/>
            <p:nvPr/>
          </p:nvSpPr>
          <p:spPr>
            <a:xfrm>
              <a:off x="7813676" y="5913455"/>
              <a:ext cx="1114424" cy="2830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457189">
                <a:defRPr/>
              </a:pPr>
              <a:r>
                <a:rPr lang="en-US" altLang="zh-CN" sz="900" dirty="0">
                  <a:latin typeface="OPPOSans M"/>
                  <a:ea typeface="OPPOSans M"/>
                </a:rPr>
                <a:t>Virtual Net</a:t>
              </a:r>
              <a:endParaRPr lang="zh-CN" altLang="en-US" sz="900" dirty="0">
                <a:latin typeface="OPPOSans M"/>
                <a:ea typeface="OPPOSans M"/>
              </a:endParaRPr>
            </a:p>
          </p:txBody>
        </p:sp>
        <p:pic>
          <p:nvPicPr>
            <p:cNvPr id="21" name="!! 通知">
              <a:extLst>
                <a:ext uri="{FF2B5EF4-FFF2-40B4-BE49-F238E27FC236}">
                  <a16:creationId xmlns:a16="http://schemas.microsoft.com/office/drawing/2014/main" id="{F254D7A7-8199-BB2A-F154-7B90FCB88AB9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9287931" y="5948436"/>
              <a:ext cx="152400" cy="152400"/>
            </a:xfrm>
            <a:prstGeom prst="rect">
              <a:avLst/>
            </a:prstGeom>
          </p:spPr>
        </p:pic>
        <p:pic>
          <p:nvPicPr>
            <p:cNvPr id="22" name="!! 电池">
              <a:extLst>
                <a:ext uri="{FF2B5EF4-FFF2-40B4-BE49-F238E27FC236}">
                  <a16:creationId xmlns:a16="http://schemas.microsoft.com/office/drawing/2014/main" id="{CD5B8EF5-55A7-0E15-1931-8D0A7F295A6F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7637460" y="6171965"/>
              <a:ext cx="191558" cy="191558"/>
            </a:xfrm>
            <a:prstGeom prst="rect">
              <a:avLst/>
            </a:prstGeom>
          </p:spPr>
        </p:pic>
        <p:sp>
          <p:nvSpPr>
            <p:cNvPr id="23" name="!! 时间">
              <a:extLst>
                <a:ext uri="{FF2B5EF4-FFF2-40B4-BE49-F238E27FC236}">
                  <a16:creationId xmlns:a16="http://schemas.microsoft.com/office/drawing/2014/main" id="{F3620715-9542-D412-B32F-104020FCE3D6}"/>
                </a:ext>
              </a:extLst>
            </p:cNvPr>
            <p:cNvSpPr txBox="1"/>
            <p:nvPr/>
          </p:nvSpPr>
          <p:spPr>
            <a:xfrm>
              <a:off x="8982607" y="6148520"/>
              <a:ext cx="773641" cy="3114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defTabSz="457189">
                <a:defRPr/>
              </a:pPr>
              <a:r>
                <a:rPr lang="en-US" altLang="zh-CN" sz="1051" dirty="0">
                  <a:latin typeface="OPPOSans R"/>
                  <a:ea typeface="OPPOSans R"/>
                </a:rPr>
                <a:t>16:34</a:t>
              </a:r>
              <a:endParaRPr lang="zh-CN" altLang="en-US" sz="1051" dirty="0">
                <a:latin typeface="OPPOSans R"/>
                <a:ea typeface="OPPOSans R"/>
              </a:endParaRPr>
            </a:p>
          </p:txBody>
        </p:sp>
        <p:sp>
          <p:nvSpPr>
            <p:cNvPr id="24" name="!! AC">
              <a:extLst>
                <a:ext uri="{FF2B5EF4-FFF2-40B4-BE49-F238E27FC236}">
                  <a16:creationId xmlns:a16="http://schemas.microsoft.com/office/drawing/2014/main" id="{C59DDA87-0564-8314-6066-45154676BB8B}"/>
                </a:ext>
              </a:extLst>
            </p:cNvPr>
            <p:cNvSpPr txBox="1"/>
            <p:nvPr/>
          </p:nvSpPr>
          <p:spPr>
            <a:xfrm>
              <a:off x="7766842" y="6152328"/>
              <a:ext cx="434183" cy="2830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457189">
                <a:defRPr/>
              </a:pPr>
              <a:r>
                <a:rPr lang="en-US" altLang="zh-CN" sz="900" dirty="0">
                  <a:latin typeface="OPPOSans R"/>
                  <a:ea typeface="OPPOSans R"/>
                </a:rPr>
                <a:t>49%</a:t>
              </a:r>
              <a:endParaRPr lang="zh-CN" altLang="en-US" sz="900" dirty="0">
                <a:latin typeface="OPPOSans R"/>
                <a:ea typeface="OPPOSans R"/>
              </a:endParaRPr>
            </a:p>
          </p:txBody>
        </p:sp>
        <p:pic>
          <p:nvPicPr>
            <p:cNvPr id="25" name="!! 声音">
              <a:extLst>
                <a:ext uri="{FF2B5EF4-FFF2-40B4-BE49-F238E27FC236}">
                  <a16:creationId xmlns:a16="http://schemas.microsoft.com/office/drawing/2014/main" id="{38D2E109-AC13-615F-F3F9-D46748F02414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9048732" y="5934670"/>
              <a:ext cx="179932" cy="179932"/>
            </a:xfrm>
            <a:prstGeom prst="rect">
              <a:avLst/>
            </a:prstGeom>
          </p:spPr>
        </p:pic>
        <p:pic>
          <p:nvPicPr>
            <p:cNvPr id="26" name="!! 电源">
              <a:hlinkClick r:id="rId19" action="ppaction://hlinksldjump"/>
              <a:extLst>
                <a:ext uri="{FF2B5EF4-FFF2-40B4-BE49-F238E27FC236}">
                  <a16:creationId xmlns:a16="http://schemas.microsoft.com/office/drawing/2014/main" id="{4E8F0C23-76A7-E1D8-870B-804244C833D0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p:blipFill>
          <p:spPr>
            <a:xfrm>
              <a:off x="9489000" y="5925331"/>
              <a:ext cx="208372" cy="208370"/>
            </a:xfrm>
            <a:prstGeom prst="rect">
              <a:avLst/>
            </a:prstGeom>
          </p:spPr>
        </p:pic>
      </p:grpSp>
      <p:sp>
        <p:nvSpPr>
          <p:cNvPr id="27" name="!! 小白条">
            <a:hlinkClick r:id="rId8" action="ppaction://hlinksldjump"/>
            <a:extLst>
              <a:ext uri="{FF2B5EF4-FFF2-40B4-BE49-F238E27FC236}">
                <a16:creationId xmlns:a16="http://schemas.microsoft.com/office/drawing/2014/main" id="{F567B4E7-7AAC-DEC6-88EC-BB0C6448799B}"/>
              </a:ext>
            </a:extLst>
          </p:cNvPr>
          <p:cNvSpPr/>
          <p:nvPr/>
        </p:nvSpPr>
        <p:spPr>
          <a:xfrm>
            <a:off x="5177623" y="6706376"/>
            <a:ext cx="1836752" cy="45719"/>
          </a:xfrm>
          <a:prstGeom prst="roundRect">
            <a:avLst>
              <a:gd name="adj" fmla="val 50000"/>
            </a:avLst>
          </a:prstGeom>
          <a:solidFill>
            <a:schemeClr val="bg2">
              <a:alpha val="90000"/>
            </a:schemeClr>
          </a:solidFill>
          <a:ln>
            <a:noFill/>
          </a:ln>
          <a:effectLst>
            <a:outerShdw blurRad="1016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79805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 advClick="0">
        <p159:morph option="byObject"/>
      </p:transition>
    </mc:Choice>
    <mc:Fallback xmlns="">
      <p:transition advClick="0">
        <p:fade/>
      </p:transition>
    </mc:Fallback>
  </mc:AlternateContent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DB1350-D154-A68D-3F0C-C48A941A61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!! 背景板">
            <a:extLst>
              <a:ext uri="{FF2B5EF4-FFF2-40B4-BE49-F238E27FC236}">
                <a16:creationId xmlns:a16="http://schemas.microsoft.com/office/drawing/2014/main" id="{C888DF20-E964-9D7C-9BCE-C64DDC1AA17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>
              <a:defRPr/>
            </a:pPr>
            <a:endParaRPr lang="zh-CN" altLang="en-US">
              <a:solidFill>
                <a:srgbClr val="F5F5F5"/>
              </a:solidFill>
              <a:latin typeface="vivo Sans"/>
              <a:ea typeface="vivo Sans"/>
            </a:endParaRPr>
          </a:p>
        </p:txBody>
      </p:sp>
      <p:sp>
        <p:nvSpPr>
          <p:cNvPr id="14" name="!! 取景框">
            <a:extLst>
              <a:ext uri="{FF2B5EF4-FFF2-40B4-BE49-F238E27FC236}">
                <a16:creationId xmlns:a16="http://schemas.microsoft.com/office/drawing/2014/main" id="{CFA217F5-D5DA-8BC7-502F-99633115D78F}"/>
              </a:ext>
            </a:extLst>
          </p:cNvPr>
          <p:cNvSpPr/>
          <p:nvPr/>
        </p:nvSpPr>
        <p:spPr>
          <a:xfrm>
            <a:off x="932795" y="-7883"/>
            <a:ext cx="9143999" cy="6858000"/>
          </a:xfrm>
          <a:prstGeom prst="rect">
            <a:avLst/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>
              <a:defRPr/>
            </a:pPr>
            <a:endParaRPr lang="zh-CN" altLang="en-US">
              <a:solidFill>
                <a:srgbClr val="F5F5F5"/>
              </a:solidFill>
              <a:latin typeface="vivo Sans"/>
              <a:ea typeface="vivo Sans"/>
            </a:endParaRPr>
          </a:p>
        </p:txBody>
      </p:sp>
      <p:grpSp>
        <p:nvGrpSpPr>
          <p:cNvPr id="17" name="快门">
            <a:extLst>
              <a:ext uri="{FF2B5EF4-FFF2-40B4-BE49-F238E27FC236}">
                <a16:creationId xmlns:a16="http://schemas.microsoft.com/office/drawing/2014/main" id="{8670C9A6-375D-EB8A-FDAB-08D4AC12BB9A}"/>
              </a:ext>
            </a:extLst>
          </p:cNvPr>
          <p:cNvGrpSpPr/>
          <p:nvPr/>
        </p:nvGrpSpPr>
        <p:grpSpPr>
          <a:xfrm>
            <a:off x="10766887" y="5433398"/>
            <a:ext cx="788276" cy="788276"/>
            <a:chOff x="10799379" y="3034862"/>
            <a:chExt cx="788276" cy="788276"/>
          </a:xfrm>
        </p:grpSpPr>
        <p:sp>
          <p:nvSpPr>
            <p:cNvPr id="5" name="椭圆 4">
              <a:extLst>
                <a:ext uri="{FF2B5EF4-FFF2-40B4-BE49-F238E27FC236}">
                  <a16:creationId xmlns:a16="http://schemas.microsoft.com/office/drawing/2014/main" id="{17CD5669-D6A3-A0C1-C8BA-478C131AB0E5}"/>
                </a:ext>
              </a:extLst>
            </p:cNvPr>
            <p:cNvSpPr/>
            <p:nvPr/>
          </p:nvSpPr>
          <p:spPr>
            <a:xfrm>
              <a:off x="10799379" y="3034862"/>
              <a:ext cx="788276" cy="788276"/>
            </a:xfrm>
            <a:prstGeom prst="ellipse">
              <a:avLst/>
            </a:prstGeom>
            <a:noFill/>
            <a:ln w="38100"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77">
                <a:defRPr/>
              </a:pPr>
              <a:endParaRPr lang="zh-CN" altLang="en-US">
                <a:solidFill>
                  <a:srgbClr val="F5F5F5"/>
                </a:solidFill>
                <a:latin typeface="vivo Sans"/>
                <a:ea typeface="vivo Sans"/>
              </a:endParaRPr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CF5C4FF1-D5F0-8C86-3054-8F19F09D1C8C}"/>
                </a:ext>
              </a:extLst>
            </p:cNvPr>
            <p:cNvSpPr/>
            <p:nvPr/>
          </p:nvSpPr>
          <p:spPr>
            <a:xfrm>
              <a:off x="10867381" y="3102864"/>
              <a:ext cx="652272" cy="652272"/>
            </a:xfrm>
            <a:prstGeom prst="ellipse">
              <a:avLst/>
            </a:prstGeom>
            <a:solidFill>
              <a:schemeClr val="bg1"/>
            </a:soli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77">
                <a:defRPr/>
              </a:pPr>
              <a:endParaRPr lang="zh-CN" altLang="en-US">
                <a:solidFill>
                  <a:srgbClr val="F5F5F5"/>
                </a:solidFill>
                <a:latin typeface="vivo Sans"/>
                <a:ea typeface="vivo Sans"/>
              </a:endParaRPr>
            </a:p>
          </p:txBody>
        </p:sp>
      </p:grpSp>
      <p:sp>
        <p:nvSpPr>
          <p:cNvPr id="2" name="文本框 1">
            <a:hlinkClick r:id="rId3" action="ppaction://hlinksldjump"/>
            <a:extLst>
              <a:ext uri="{FF2B5EF4-FFF2-40B4-BE49-F238E27FC236}">
                <a16:creationId xmlns:a16="http://schemas.microsoft.com/office/drawing/2014/main" id="{4303DACC-DFD9-8001-F744-B45921C027E1}"/>
              </a:ext>
            </a:extLst>
          </p:cNvPr>
          <p:cNvSpPr txBox="1"/>
          <p:nvPr/>
        </p:nvSpPr>
        <p:spPr>
          <a:xfrm>
            <a:off x="10768005" y="2481171"/>
            <a:ext cx="7202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bg1">
                    <a:alpha val="50000"/>
                  </a:schemeClr>
                </a:solidFill>
              </a:rPr>
              <a:t>专业</a:t>
            </a:r>
          </a:p>
        </p:txBody>
      </p:sp>
      <p:sp>
        <p:nvSpPr>
          <p:cNvPr id="4" name="!! 录像">
            <a:hlinkClick r:id="rId4" action="ppaction://hlinksldjump"/>
            <a:extLst>
              <a:ext uri="{FF2B5EF4-FFF2-40B4-BE49-F238E27FC236}">
                <a16:creationId xmlns:a16="http://schemas.microsoft.com/office/drawing/2014/main" id="{D8BCFC98-DDD6-C07A-5BF4-69DC3987135D}"/>
              </a:ext>
            </a:extLst>
          </p:cNvPr>
          <p:cNvSpPr txBox="1"/>
          <p:nvPr/>
        </p:nvSpPr>
        <p:spPr>
          <a:xfrm>
            <a:off x="10768005" y="2918506"/>
            <a:ext cx="7202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bg1"/>
                </a:solidFill>
              </a:rPr>
              <a:t>录像</a:t>
            </a:r>
          </a:p>
        </p:txBody>
      </p:sp>
      <p:sp>
        <p:nvSpPr>
          <p:cNvPr id="6" name="!! 拍照">
            <a:hlinkClick r:id="rId5" action="ppaction://hlinksldjump"/>
            <a:extLst>
              <a:ext uri="{FF2B5EF4-FFF2-40B4-BE49-F238E27FC236}">
                <a16:creationId xmlns:a16="http://schemas.microsoft.com/office/drawing/2014/main" id="{08BDAE5A-0B5F-C2A2-2270-DB73B635117C}"/>
              </a:ext>
            </a:extLst>
          </p:cNvPr>
          <p:cNvSpPr txBox="1"/>
          <p:nvPr/>
        </p:nvSpPr>
        <p:spPr>
          <a:xfrm>
            <a:off x="10768005" y="3355839"/>
            <a:ext cx="7202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accent6"/>
                </a:solidFill>
              </a:rPr>
              <a:t>拍照</a:t>
            </a:r>
          </a:p>
        </p:txBody>
      </p:sp>
      <p:sp>
        <p:nvSpPr>
          <p:cNvPr id="7" name="!! 更多">
            <a:hlinkClick r:id="rId6" action="ppaction://hlinksldjump"/>
            <a:extLst>
              <a:ext uri="{FF2B5EF4-FFF2-40B4-BE49-F238E27FC236}">
                <a16:creationId xmlns:a16="http://schemas.microsoft.com/office/drawing/2014/main" id="{AEC99A08-AC01-94CB-F647-AAD4E9DE1DF9}"/>
              </a:ext>
            </a:extLst>
          </p:cNvPr>
          <p:cNvSpPr txBox="1"/>
          <p:nvPr/>
        </p:nvSpPr>
        <p:spPr>
          <a:xfrm>
            <a:off x="10768005" y="2043838"/>
            <a:ext cx="7202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bg1">
                    <a:alpha val="25000"/>
                  </a:schemeClr>
                </a:solidFill>
              </a:rPr>
              <a:t>更多</a:t>
            </a:r>
          </a:p>
        </p:txBody>
      </p:sp>
      <p:sp>
        <p:nvSpPr>
          <p:cNvPr id="8" name="!! 指示">
            <a:extLst>
              <a:ext uri="{FF2B5EF4-FFF2-40B4-BE49-F238E27FC236}">
                <a16:creationId xmlns:a16="http://schemas.microsoft.com/office/drawing/2014/main" id="{C09669FC-4EA1-A501-4CAD-F816E6480C9B}"/>
              </a:ext>
            </a:extLst>
          </p:cNvPr>
          <p:cNvSpPr/>
          <p:nvPr/>
        </p:nvSpPr>
        <p:spPr>
          <a:xfrm>
            <a:off x="10670363" y="3487273"/>
            <a:ext cx="109728" cy="109728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!! 夜景">
            <a:hlinkClick r:id="rId7" action="ppaction://hlinksldjump"/>
            <a:extLst>
              <a:ext uri="{FF2B5EF4-FFF2-40B4-BE49-F238E27FC236}">
                <a16:creationId xmlns:a16="http://schemas.microsoft.com/office/drawing/2014/main" id="{76149D65-37FD-1C21-676E-2EA2C450540F}"/>
              </a:ext>
            </a:extLst>
          </p:cNvPr>
          <p:cNvSpPr txBox="1"/>
          <p:nvPr/>
        </p:nvSpPr>
        <p:spPr>
          <a:xfrm>
            <a:off x="10768005" y="3793174"/>
            <a:ext cx="7202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bg1"/>
                </a:solidFill>
              </a:rPr>
              <a:t>夜景</a:t>
            </a:r>
          </a:p>
        </p:txBody>
      </p:sp>
      <p:grpSp>
        <p:nvGrpSpPr>
          <p:cNvPr id="10" name="!! 关闭按钮">
            <a:extLst>
              <a:ext uri="{FF2B5EF4-FFF2-40B4-BE49-F238E27FC236}">
                <a16:creationId xmlns:a16="http://schemas.microsoft.com/office/drawing/2014/main" id="{9C2CF91F-D611-A585-229D-8D16BE6598BA}"/>
              </a:ext>
            </a:extLst>
          </p:cNvPr>
          <p:cNvGrpSpPr/>
          <p:nvPr/>
        </p:nvGrpSpPr>
        <p:grpSpPr>
          <a:xfrm>
            <a:off x="10899627" y="608567"/>
            <a:ext cx="469540" cy="469540"/>
            <a:chOff x="2328464" y="3107859"/>
            <a:chExt cx="583223" cy="583223"/>
          </a:xfrm>
        </p:grpSpPr>
        <p:sp>
          <p:nvSpPr>
            <p:cNvPr id="11" name="矩形: 圆角 10">
              <a:hlinkClick r:id="rId8" action="ppaction://hlinksldjump"/>
              <a:extLst>
                <a:ext uri="{FF2B5EF4-FFF2-40B4-BE49-F238E27FC236}">
                  <a16:creationId xmlns:a16="http://schemas.microsoft.com/office/drawing/2014/main" id="{F8644540-039B-8B6B-EF39-B837D13EEFDB}"/>
                </a:ext>
              </a:extLst>
            </p:cNvPr>
            <p:cNvSpPr/>
            <p:nvPr/>
          </p:nvSpPr>
          <p:spPr>
            <a:xfrm>
              <a:off x="2328464" y="3107859"/>
              <a:ext cx="583223" cy="583223"/>
            </a:xfrm>
            <a:prstGeom prst="roundRect">
              <a:avLst>
                <a:gd name="adj" fmla="val 20771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  <a:effectLst>
              <a:outerShdw blurRad="127000" sx="101000" sy="101000" algn="c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77">
                <a:defRPr/>
              </a:pPr>
              <a:endParaRPr lang="zh-CN" altLang="en-US">
                <a:solidFill>
                  <a:srgbClr val="F5F5F5"/>
                </a:solidFill>
                <a:latin typeface="vivo Sans"/>
                <a:ea typeface="vivo Sans"/>
              </a:endParaRPr>
            </a:p>
          </p:txBody>
        </p:sp>
        <p:pic>
          <p:nvPicPr>
            <p:cNvPr id="12" name="图形 11">
              <a:extLst>
                <a:ext uri="{FF2B5EF4-FFF2-40B4-BE49-F238E27FC236}">
                  <a16:creationId xmlns:a16="http://schemas.microsoft.com/office/drawing/2014/main" id="{BA0A0E6D-E864-5568-66EF-A146DC936782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rcRect/>
            <a:stretch/>
          </p:blipFill>
          <p:spPr>
            <a:xfrm>
              <a:off x="2375480" y="3154875"/>
              <a:ext cx="489196" cy="489196"/>
            </a:xfrm>
            <a:prstGeom prst="rect">
              <a:avLst/>
            </a:prstGeom>
          </p:spPr>
        </p:pic>
      </p:grpSp>
      <p:grpSp>
        <p:nvGrpSpPr>
          <p:cNvPr id="13" name="!! dock右">
            <a:extLst>
              <a:ext uri="{FF2B5EF4-FFF2-40B4-BE49-F238E27FC236}">
                <a16:creationId xmlns:a16="http://schemas.microsoft.com/office/drawing/2014/main" id="{94996B7F-18D5-B25C-48CA-2B76798E9A49}"/>
              </a:ext>
            </a:extLst>
          </p:cNvPr>
          <p:cNvGrpSpPr/>
          <p:nvPr/>
        </p:nvGrpSpPr>
        <p:grpSpPr>
          <a:xfrm>
            <a:off x="4869920" y="7119572"/>
            <a:ext cx="2452159" cy="574899"/>
            <a:chOff x="7408333" y="5780624"/>
            <a:chExt cx="2452159" cy="704838"/>
          </a:xfrm>
        </p:grpSpPr>
        <p:sp useBgFill="1">
          <p:nvSpPr>
            <p:cNvPr id="15" name="!! 模糊">
              <a:extLst>
                <a:ext uri="{FF2B5EF4-FFF2-40B4-BE49-F238E27FC236}">
                  <a16:creationId xmlns:a16="http://schemas.microsoft.com/office/drawing/2014/main" id="{8AA8B719-6503-155C-B24A-19A88405A839}"/>
                </a:ext>
              </a:extLst>
            </p:cNvPr>
            <p:cNvSpPr>
              <a:spLocks/>
            </p:cNvSpPr>
            <p:nvPr/>
          </p:nvSpPr>
          <p:spPr>
            <a:xfrm>
              <a:off x="7408333" y="5780624"/>
              <a:ext cx="2452159" cy="704838"/>
            </a:xfrm>
            <a:prstGeom prst="roundRect">
              <a:avLst>
                <a:gd name="adj" fmla="val 15000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189">
                <a:defRPr/>
              </a:pPr>
              <a:endParaRPr lang="zh-CN" altLang="en-US">
                <a:solidFill>
                  <a:srgbClr val="FFFFFF"/>
                </a:solidFill>
                <a:latin typeface="OPPOSans R"/>
                <a:ea typeface="OPPOSans R"/>
              </a:endParaRPr>
            </a:p>
          </p:txBody>
        </p:sp>
        <p:sp>
          <p:nvSpPr>
            <p:cNvPr id="18" name="!! 颜色遮罩">
              <a:extLst>
                <a:ext uri="{FF2B5EF4-FFF2-40B4-BE49-F238E27FC236}">
                  <a16:creationId xmlns:a16="http://schemas.microsoft.com/office/drawing/2014/main" id="{51E1D02B-8E9C-F94E-4486-060185FE583C}"/>
                </a:ext>
              </a:extLst>
            </p:cNvPr>
            <p:cNvSpPr>
              <a:spLocks/>
            </p:cNvSpPr>
            <p:nvPr/>
          </p:nvSpPr>
          <p:spPr>
            <a:xfrm>
              <a:off x="7408333" y="5780624"/>
              <a:ext cx="2452159" cy="704838"/>
            </a:xfrm>
            <a:prstGeom prst="roundRect">
              <a:avLst>
                <a:gd name="adj" fmla="val 15000"/>
              </a:avLst>
            </a:prstGeom>
            <a:solidFill>
              <a:schemeClr val="bg2">
                <a:alpha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189">
                <a:defRPr/>
              </a:pPr>
              <a:endParaRPr lang="zh-CN" altLang="en-US" dirty="0">
                <a:solidFill>
                  <a:srgbClr val="FFFFFF"/>
                </a:solidFill>
                <a:latin typeface="OPPOSans R"/>
                <a:ea typeface="OPPOSans R"/>
              </a:endParaRPr>
            </a:p>
          </p:txBody>
        </p:sp>
        <p:pic>
          <p:nvPicPr>
            <p:cNvPr id="19" name="!! 信号">
              <a:extLst>
                <a:ext uri="{FF2B5EF4-FFF2-40B4-BE49-F238E27FC236}">
                  <a16:creationId xmlns:a16="http://schemas.microsoft.com/office/drawing/2014/main" id="{218A70BD-B46C-CC0E-1D9F-2F47723C4993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7638254" y="5893986"/>
              <a:ext cx="221460" cy="221458"/>
            </a:xfrm>
            <a:prstGeom prst="rect">
              <a:avLst/>
            </a:prstGeom>
          </p:spPr>
        </p:pic>
        <p:sp>
          <p:nvSpPr>
            <p:cNvPr id="20" name="!! 运营商">
              <a:extLst>
                <a:ext uri="{FF2B5EF4-FFF2-40B4-BE49-F238E27FC236}">
                  <a16:creationId xmlns:a16="http://schemas.microsoft.com/office/drawing/2014/main" id="{D6CA16D7-F6C3-A98E-C232-4D0AD2F3D449}"/>
                </a:ext>
              </a:extLst>
            </p:cNvPr>
            <p:cNvSpPr txBox="1"/>
            <p:nvPr/>
          </p:nvSpPr>
          <p:spPr>
            <a:xfrm>
              <a:off x="7813676" y="5913455"/>
              <a:ext cx="1114424" cy="2830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457189">
                <a:defRPr/>
              </a:pPr>
              <a:r>
                <a:rPr lang="en-US" altLang="zh-CN" sz="900" dirty="0">
                  <a:latin typeface="OPPOSans M"/>
                  <a:ea typeface="OPPOSans M"/>
                </a:rPr>
                <a:t>Virtual Net</a:t>
              </a:r>
              <a:endParaRPr lang="zh-CN" altLang="en-US" sz="900" dirty="0">
                <a:latin typeface="OPPOSans M"/>
                <a:ea typeface="OPPOSans M"/>
              </a:endParaRPr>
            </a:p>
          </p:txBody>
        </p:sp>
        <p:pic>
          <p:nvPicPr>
            <p:cNvPr id="21" name="!! 通知">
              <a:extLst>
                <a:ext uri="{FF2B5EF4-FFF2-40B4-BE49-F238E27FC236}">
                  <a16:creationId xmlns:a16="http://schemas.microsoft.com/office/drawing/2014/main" id="{1D180D20-C244-4E35-1A2D-4A13470DF35E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9287931" y="5948436"/>
              <a:ext cx="152400" cy="152400"/>
            </a:xfrm>
            <a:prstGeom prst="rect">
              <a:avLst/>
            </a:prstGeom>
          </p:spPr>
        </p:pic>
        <p:pic>
          <p:nvPicPr>
            <p:cNvPr id="22" name="!! 电池">
              <a:extLst>
                <a:ext uri="{FF2B5EF4-FFF2-40B4-BE49-F238E27FC236}">
                  <a16:creationId xmlns:a16="http://schemas.microsoft.com/office/drawing/2014/main" id="{E8E931F7-7D95-2ED8-12AE-A0AA0F66BAA4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7637460" y="6171965"/>
              <a:ext cx="191558" cy="191558"/>
            </a:xfrm>
            <a:prstGeom prst="rect">
              <a:avLst/>
            </a:prstGeom>
          </p:spPr>
        </p:pic>
        <p:sp>
          <p:nvSpPr>
            <p:cNvPr id="23" name="!! 时间">
              <a:extLst>
                <a:ext uri="{FF2B5EF4-FFF2-40B4-BE49-F238E27FC236}">
                  <a16:creationId xmlns:a16="http://schemas.microsoft.com/office/drawing/2014/main" id="{030A8C72-5DE4-3F4B-5903-959040FD84AB}"/>
                </a:ext>
              </a:extLst>
            </p:cNvPr>
            <p:cNvSpPr txBox="1"/>
            <p:nvPr/>
          </p:nvSpPr>
          <p:spPr>
            <a:xfrm>
              <a:off x="8982607" y="6148520"/>
              <a:ext cx="773641" cy="3114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defTabSz="457189">
                <a:defRPr/>
              </a:pPr>
              <a:r>
                <a:rPr lang="en-US" altLang="zh-CN" sz="1051" dirty="0">
                  <a:latin typeface="OPPOSans R"/>
                  <a:ea typeface="OPPOSans R"/>
                </a:rPr>
                <a:t>16:34</a:t>
              </a:r>
              <a:endParaRPr lang="zh-CN" altLang="en-US" sz="1051" dirty="0">
                <a:latin typeface="OPPOSans R"/>
                <a:ea typeface="OPPOSans R"/>
              </a:endParaRPr>
            </a:p>
          </p:txBody>
        </p:sp>
        <p:sp>
          <p:nvSpPr>
            <p:cNvPr id="24" name="!! AC">
              <a:extLst>
                <a:ext uri="{FF2B5EF4-FFF2-40B4-BE49-F238E27FC236}">
                  <a16:creationId xmlns:a16="http://schemas.microsoft.com/office/drawing/2014/main" id="{15F76055-83E4-A275-0F22-687236526491}"/>
                </a:ext>
              </a:extLst>
            </p:cNvPr>
            <p:cNvSpPr txBox="1"/>
            <p:nvPr/>
          </p:nvSpPr>
          <p:spPr>
            <a:xfrm>
              <a:off x="7766842" y="6152328"/>
              <a:ext cx="434183" cy="2830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457189">
                <a:defRPr/>
              </a:pPr>
              <a:r>
                <a:rPr lang="en-US" altLang="zh-CN" sz="900" dirty="0">
                  <a:latin typeface="OPPOSans R"/>
                  <a:ea typeface="OPPOSans R"/>
                </a:rPr>
                <a:t>49%</a:t>
              </a:r>
              <a:endParaRPr lang="zh-CN" altLang="en-US" sz="900" dirty="0">
                <a:latin typeface="OPPOSans R"/>
                <a:ea typeface="OPPOSans R"/>
              </a:endParaRPr>
            </a:p>
          </p:txBody>
        </p:sp>
        <p:pic>
          <p:nvPicPr>
            <p:cNvPr id="25" name="!! 声音">
              <a:extLst>
                <a:ext uri="{FF2B5EF4-FFF2-40B4-BE49-F238E27FC236}">
                  <a16:creationId xmlns:a16="http://schemas.microsoft.com/office/drawing/2014/main" id="{1A3167EF-C292-EC21-54B8-4A7B58389C1D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9048732" y="5934670"/>
              <a:ext cx="179932" cy="179932"/>
            </a:xfrm>
            <a:prstGeom prst="rect">
              <a:avLst/>
            </a:prstGeom>
          </p:spPr>
        </p:pic>
        <p:pic>
          <p:nvPicPr>
            <p:cNvPr id="26" name="!! 电源">
              <a:hlinkClick r:id="rId19" action="ppaction://hlinksldjump"/>
              <a:extLst>
                <a:ext uri="{FF2B5EF4-FFF2-40B4-BE49-F238E27FC236}">
                  <a16:creationId xmlns:a16="http://schemas.microsoft.com/office/drawing/2014/main" id="{14C80279-D967-09AD-1A86-E458B218D7B0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p:blipFill>
          <p:spPr>
            <a:xfrm>
              <a:off x="9489000" y="5925331"/>
              <a:ext cx="208372" cy="208370"/>
            </a:xfrm>
            <a:prstGeom prst="rect">
              <a:avLst/>
            </a:prstGeom>
          </p:spPr>
        </p:pic>
      </p:grpSp>
      <p:sp>
        <p:nvSpPr>
          <p:cNvPr id="27" name="!! 小白条">
            <a:hlinkClick r:id="rId8" action="ppaction://hlinksldjump"/>
            <a:extLst>
              <a:ext uri="{FF2B5EF4-FFF2-40B4-BE49-F238E27FC236}">
                <a16:creationId xmlns:a16="http://schemas.microsoft.com/office/drawing/2014/main" id="{A76DC157-38EC-5367-C2BF-8F3549302544}"/>
              </a:ext>
            </a:extLst>
          </p:cNvPr>
          <p:cNvSpPr/>
          <p:nvPr/>
        </p:nvSpPr>
        <p:spPr>
          <a:xfrm>
            <a:off x="5177623" y="6706376"/>
            <a:ext cx="1836752" cy="45719"/>
          </a:xfrm>
          <a:prstGeom prst="roundRect">
            <a:avLst>
              <a:gd name="adj" fmla="val 50000"/>
            </a:avLst>
          </a:prstGeom>
          <a:solidFill>
            <a:schemeClr val="bg2">
              <a:alpha val="90000"/>
            </a:schemeClr>
          </a:solidFill>
          <a:ln>
            <a:noFill/>
          </a:ln>
          <a:effectLst>
            <a:outerShdw blurRad="1016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62495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 advClick="0">
        <p159:morph option="byObject"/>
      </p:transition>
    </mc:Choice>
    <mc:Fallback xmlns="">
      <p:transition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3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08333E-7 -1.85185E-6 L 0.02174 -1.85185E-6 " pathEditMode="relative" rAng="0" ptsTypes="AA">
                                      <p:cBhvr>
                                        <p:cTn id="9" dur="330" spd="-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81" y="0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63" presetClass="path" presetSubtype="0" decel="100000" fill="hold" grpId="1" nodeType="withEffect">
                                  <p:stCondLst>
                                    <p:cond delay="50"/>
                                  </p:stCondLst>
                                  <p:childTnLst>
                                    <p:animMotion origin="layout" path="M 2.08333E-7 -1.85185E-6 L 0.02174 -1.85185E-6 " pathEditMode="relative" rAng="0" ptsTypes="AA">
                                      <p:cBhvr>
                                        <p:cTn id="14" dur="330" spd="-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81" y="0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63" presetClass="path" presetSubtype="0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animMotion origin="layout" path="M 2.08333E-7 -1.85185E-6 L 0.02174 -1.85185E-6 " pathEditMode="relative" rAng="0" ptsTypes="AA">
                                      <p:cBhvr>
                                        <p:cTn id="19" dur="330" spd="-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81" y="0"/>
                                    </p:animMotion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63" presetClass="path" presetSubtype="0" decel="100000" fill="hold" grpId="1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2.08333E-7 -1.85185E-6 L 0.02174 -1.85185E-6 " pathEditMode="relative" rAng="0" ptsTypes="AA">
                                      <p:cBhvr>
                                        <p:cTn id="24" dur="330" spd="-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81" y="0"/>
                                    </p:animMotion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63" presetClass="path" presetSubtype="0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2.08333E-7 -1.85185E-6 L 0.02174 -1.85185E-6 " pathEditMode="relative" rAng="0" ptsTypes="AA">
                                      <p:cBhvr>
                                        <p:cTn id="29" dur="330" spd="-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81" y="0"/>
                                    </p:animMotion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63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08333E-7 -1.85185E-6 L 0.02174 -1.85185E-6 " pathEditMode="relative" rAng="0" ptsTypes="AA">
                                      <p:cBhvr>
                                        <p:cTn id="34" dur="330" spd="-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81" y="0"/>
                                    </p:animMotion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63" presetClass="path" presetSubtype="0" decel="10000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animMotion origin="layout" path="M 2.08333E-7 -1.85185E-6 L 0.02174 -1.85185E-6 " pathEditMode="relative" rAng="0" ptsTypes="AA">
                                      <p:cBhvr>
                                        <p:cTn id="39" dur="330" spd="-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81" y="0"/>
                                    </p:animMotion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63" presetClass="path" presetSubtype="0" decel="100000" fill="hold" grpId="1" nodeType="withEffect">
                                  <p:stCondLst>
                                    <p:cond delay="50"/>
                                  </p:stCondLst>
                                  <p:childTnLst>
                                    <p:animMotion origin="layout" path="M 2.08333E-7 -1.85185E-6 L 0.02174 -1.85185E-6 " pathEditMode="relative" rAng="0" ptsTypes="AA">
                                      <p:cBhvr>
                                        <p:cTn id="44" dur="330" spd="-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81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4" grpId="1" animBg="1"/>
      <p:bldP spid="2" grpId="0"/>
      <p:bldP spid="2" grpId="1"/>
      <p:bldP spid="4" grpId="0"/>
      <p:bldP spid="4" grpId="1"/>
      <p:bldP spid="6" grpId="0"/>
      <p:bldP spid="6" grpId="1"/>
      <p:bldP spid="7" grpId="0"/>
      <p:bldP spid="7" grpId="1"/>
      <p:bldP spid="8" grpId="0" animBg="1"/>
      <p:bldP spid="8" grpId="1" animBg="1"/>
      <p:bldP spid="9" grpId="0"/>
      <p:bldP spid="9" grpId="1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B5EAED-6E77-4B9A-CC00-19E07BA8DC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!! 背景板">
            <a:extLst>
              <a:ext uri="{FF2B5EF4-FFF2-40B4-BE49-F238E27FC236}">
                <a16:creationId xmlns:a16="http://schemas.microsoft.com/office/drawing/2014/main" id="{C39716AB-9EA4-9645-4B1E-B1B90498B6C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>
              <a:defRPr/>
            </a:pPr>
            <a:endParaRPr lang="zh-CN" altLang="en-US">
              <a:solidFill>
                <a:srgbClr val="F5F5F5"/>
              </a:solidFill>
              <a:latin typeface="vivo Sans"/>
              <a:ea typeface="vivo Sans"/>
            </a:endParaRPr>
          </a:p>
        </p:txBody>
      </p:sp>
      <p:sp>
        <p:nvSpPr>
          <p:cNvPr id="14" name="!! 取景框">
            <a:extLst>
              <a:ext uri="{FF2B5EF4-FFF2-40B4-BE49-F238E27FC236}">
                <a16:creationId xmlns:a16="http://schemas.microsoft.com/office/drawing/2014/main" id="{D2F1C26D-7D9E-E413-90CD-F4B4A16160EF}"/>
              </a:ext>
            </a:extLst>
          </p:cNvPr>
          <p:cNvSpPr/>
          <p:nvPr/>
        </p:nvSpPr>
        <p:spPr>
          <a:xfrm>
            <a:off x="932795" y="-7883"/>
            <a:ext cx="9143999" cy="6858000"/>
          </a:xfrm>
          <a:prstGeom prst="rect">
            <a:avLst/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>
              <a:defRPr/>
            </a:pPr>
            <a:endParaRPr lang="zh-CN" altLang="en-US">
              <a:solidFill>
                <a:srgbClr val="F5F5F5"/>
              </a:solidFill>
              <a:latin typeface="vivo Sans"/>
              <a:ea typeface="vivo Sans"/>
            </a:endParaRPr>
          </a:p>
        </p:txBody>
      </p:sp>
      <p:grpSp>
        <p:nvGrpSpPr>
          <p:cNvPr id="17" name="快门">
            <a:extLst>
              <a:ext uri="{FF2B5EF4-FFF2-40B4-BE49-F238E27FC236}">
                <a16:creationId xmlns:a16="http://schemas.microsoft.com/office/drawing/2014/main" id="{CACB0A06-CCA0-4834-2464-BDDBEFE07810}"/>
              </a:ext>
            </a:extLst>
          </p:cNvPr>
          <p:cNvGrpSpPr/>
          <p:nvPr/>
        </p:nvGrpSpPr>
        <p:grpSpPr>
          <a:xfrm>
            <a:off x="10766887" y="5433398"/>
            <a:ext cx="788276" cy="788276"/>
            <a:chOff x="10799379" y="3034862"/>
            <a:chExt cx="788276" cy="788276"/>
          </a:xfrm>
        </p:grpSpPr>
        <p:sp>
          <p:nvSpPr>
            <p:cNvPr id="5" name="椭圆 4">
              <a:extLst>
                <a:ext uri="{FF2B5EF4-FFF2-40B4-BE49-F238E27FC236}">
                  <a16:creationId xmlns:a16="http://schemas.microsoft.com/office/drawing/2014/main" id="{D2147A26-49BE-6430-D774-62A350B700AF}"/>
                </a:ext>
              </a:extLst>
            </p:cNvPr>
            <p:cNvSpPr/>
            <p:nvPr/>
          </p:nvSpPr>
          <p:spPr>
            <a:xfrm>
              <a:off x="10799379" y="3034862"/>
              <a:ext cx="788276" cy="788276"/>
            </a:xfrm>
            <a:prstGeom prst="ellipse">
              <a:avLst/>
            </a:prstGeom>
            <a:noFill/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77">
                <a:defRPr/>
              </a:pPr>
              <a:endParaRPr lang="zh-CN" altLang="en-US">
                <a:solidFill>
                  <a:srgbClr val="F5F5F5"/>
                </a:solidFill>
                <a:latin typeface="vivo Sans"/>
                <a:ea typeface="vivo Sans"/>
              </a:endParaRPr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6728546E-53D3-F01F-445E-C0BF696723E3}"/>
                </a:ext>
              </a:extLst>
            </p:cNvPr>
            <p:cNvSpPr/>
            <p:nvPr/>
          </p:nvSpPr>
          <p:spPr>
            <a:xfrm>
              <a:off x="10867381" y="3102864"/>
              <a:ext cx="652272" cy="652272"/>
            </a:xfrm>
            <a:prstGeom prst="ellipse">
              <a:avLst/>
            </a:prstGeom>
            <a:solidFill>
              <a:schemeClr val="bg1"/>
            </a:soli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77">
                <a:defRPr/>
              </a:pPr>
              <a:endParaRPr lang="zh-CN" altLang="en-US">
                <a:solidFill>
                  <a:srgbClr val="F5F5F5"/>
                </a:solidFill>
                <a:latin typeface="vivo Sans"/>
                <a:ea typeface="vivo Sans"/>
              </a:endParaRPr>
            </a:p>
          </p:txBody>
        </p:sp>
      </p:grpSp>
      <p:sp>
        <p:nvSpPr>
          <p:cNvPr id="2" name="文本框 1">
            <a:hlinkClick r:id="rId3" action="ppaction://hlinksldjump"/>
            <a:extLst>
              <a:ext uri="{FF2B5EF4-FFF2-40B4-BE49-F238E27FC236}">
                <a16:creationId xmlns:a16="http://schemas.microsoft.com/office/drawing/2014/main" id="{67166222-95A2-A87C-3CAC-083737CFBEFE}"/>
              </a:ext>
            </a:extLst>
          </p:cNvPr>
          <p:cNvSpPr txBox="1"/>
          <p:nvPr/>
        </p:nvSpPr>
        <p:spPr>
          <a:xfrm>
            <a:off x="10768005" y="2039211"/>
            <a:ext cx="7202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bg1">
                    <a:alpha val="25000"/>
                  </a:schemeClr>
                </a:solidFill>
              </a:rPr>
              <a:t>专业</a:t>
            </a:r>
          </a:p>
        </p:txBody>
      </p:sp>
      <p:sp>
        <p:nvSpPr>
          <p:cNvPr id="4" name="!! 录像">
            <a:hlinkClick r:id="rId4" action="ppaction://hlinksldjump"/>
            <a:extLst>
              <a:ext uri="{FF2B5EF4-FFF2-40B4-BE49-F238E27FC236}">
                <a16:creationId xmlns:a16="http://schemas.microsoft.com/office/drawing/2014/main" id="{5941BAB8-FD7F-D634-DFD9-E50238238598}"/>
              </a:ext>
            </a:extLst>
          </p:cNvPr>
          <p:cNvSpPr txBox="1"/>
          <p:nvPr/>
        </p:nvSpPr>
        <p:spPr>
          <a:xfrm>
            <a:off x="10768005" y="2476546"/>
            <a:ext cx="7202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bg1">
                    <a:alpha val="50000"/>
                  </a:schemeClr>
                </a:solidFill>
              </a:rPr>
              <a:t>录像</a:t>
            </a:r>
          </a:p>
        </p:txBody>
      </p:sp>
      <p:sp>
        <p:nvSpPr>
          <p:cNvPr id="6" name="!! 拍照">
            <a:hlinkClick r:id="rId5" action="ppaction://hlinksldjump"/>
            <a:extLst>
              <a:ext uri="{FF2B5EF4-FFF2-40B4-BE49-F238E27FC236}">
                <a16:creationId xmlns:a16="http://schemas.microsoft.com/office/drawing/2014/main" id="{2E6D6ACF-A8EA-5E06-4A67-30E9F0E0E473}"/>
              </a:ext>
            </a:extLst>
          </p:cNvPr>
          <p:cNvSpPr txBox="1"/>
          <p:nvPr/>
        </p:nvSpPr>
        <p:spPr>
          <a:xfrm>
            <a:off x="10768005" y="2913879"/>
            <a:ext cx="7202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bg1"/>
                </a:solidFill>
              </a:rPr>
              <a:t>拍照</a:t>
            </a:r>
          </a:p>
        </p:txBody>
      </p:sp>
      <p:sp>
        <p:nvSpPr>
          <p:cNvPr id="7" name="!! 更多">
            <a:extLst>
              <a:ext uri="{FF2B5EF4-FFF2-40B4-BE49-F238E27FC236}">
                <a16:creationId xmlns:a16="http://schemas.microsoft.com/office/drawing/2014/main" id="{19186F1E-BA7D-C67E-C83D-7B9469B634CD}"/>
              </a:ext>
            </a:extLst>
          </p:cNvPr>
          <p:cNvSpPr txBox="1"/>
          <p:nvPr/>
        </p:nvSpPr>
        <p:spPr>
          <a:xfrm>
            <a:off x="10768005" y="1601878"/>
            <a:ext cx="7202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bg1">
                    <a:alpha val="0"/>
                  </a:schemeClr>
                </a:solidFill>
              </a:rPr>
              <a:t>更多</a:t>
            </a:r>
          </a:p>
        </p:txBody>
      </p:sp>
      <p:sp>
        <p:nvSpPr>
          <p:cNvPr id="8" name="!! 指示">
            <a:extLst>
              <a:ext uri="{FF2B5EF4-FFF2-40B4-BE49-F238E27FC236}">
                <a16:creationId xmlns:a16="http://schemas.microsoft.com/office/drawing/2014/main" id="{19811773-B589-65FE-29CD-4A003C19A65E}"/>
              </a:ext>
            </a:extLst>
          </p:cNvPr>
          <p:cNvSpPr/>
          <p:nvPr/>
        </p:nvSpPr>
        <p:spPr>
          <a:xfrm>
            <a:off x="10670363" y="3487273"/>
            <a:ext cx="109728" cy="109728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!! 夜景">
            <a:hlinkClick r:id="rId6" action="ppaction://hlinksldjump"/>
            <a:extLst>
              <a:ext uri="{FF2B5EF4-FFF2-40B4-BE49-F238E27FC236}">
                <a16:creationId xmlns:a16="http://schemas.microsoft.com/office/drawing/2014/main" id="{08A4ACE9-9BED-7D71-9E50-69FB58534D28}"/>
              </a:ext>
            </a:extLst>
          </p:cNvPr>
          <p:cNvSpPr txBox="1"/>
          <p:nvPr/>
        </p:nvSpPr>
        <p:spPr>
          <a:xfrm>
            <a:off x="10768005" y="3351214"/>
            <a:ext cx="7202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accent6"/>
                </a:solidFill>
              </a:rPr>
              <a:t>夜景</a:t>
            </a:r>
          </a:p>
        </p:txBody>
      </p:sp>
      <p:grpSp>
        <p:nvGrpSpPr>
          <p:cNvPr id="10" name="!! 关闭按钮">
            <a:extLst>
              <a:ext uri="{FF2B5EF4-FFF2-40B4-BE49-F238E27FC236}">
                <a16:creationId xmlns:a16="http://schemas.microsoft.com/office/drawing/2014/main" id="{DDA15DC3-A8F4-B6AA-AFDC-FECB3BA53DD3}"/>
              </a:ext>
            </a:extLst>
          </p:cNvPr>
          <p:cNvGrpSpPr/>
          <p:nvPr/>
        </p:nvGrpSpPr>
        <p:grpSpPr>
          <a:xfrm>
            <a:off x="10899627" y="608567"/>
            <a:ext cx="469540" cy="469540"/>
            <a:chOff x="2328464" y="3107859"/>
            <a:chExt cx="583223" cy="583223"/>
          </a:xfrm>
        </p:grpSpPr>
        <p:sp>
          <p:nvSpPr>
            <p:cNvPr id="11" name="矩形: 圆角 10">
              <a:hlinkClick r:id="rId7" action="ppaction://hlinksldjump"/>
              <a:extLst>
                <a:ext uri="{FF2B5EF4-FFF2-40B4-BE49-F238E27FC236}">
                  <a16:creationId xmlns:a16="http://schemas.microsoft.com/office/drawing/2014/main" id="{6899C10F-12AA-68CD-1A06-C671498EF1B1}"/>
                </a:ext>
              </a:extLst>
            </p:cNvPr>
            <p:cNvSpPr/>
            <p:nvPr/>
          </p:nvSpPr>
          <p:spPr>
            <a:xfrm>
              <a:off x="2328464" y="3107859"/>
              <a:ext cx="583223" cy="583223"/>
            </a:xfrm>
            <a:prstGeom prst="roundRect">
              <a:avLst>
                <a:gd name="adj" fmla="val 20771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  <a:effectLst>
              <a:outerShdw blurRad="127000" sx="101000" sy="101000" algn="c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77">
                <a:defRPr/>
              </a:pPr>
              <a:endParaRPr lang="zh-CN" altLang="en-US">
                <a:solidFill>
                  <a:srgbClr val="F5F5F5"/>
                </a:solidFill>
                <a:latin typeface="vivo Sans"/>
                <a:ea typeface="vivo Sans"/>
              </a:endParaRPr>
            </a:p>
          </p:txBody>
        </p:sp>
        <p:pic>
          <p:nvPicPr>
            <p:cNvPr id="12" name="图形 11">
              <a:extLst>
                <a:ext uri="{FF2B5EF4-FFF2-40B4-BE49-F238E27FC236}">
                  <a16:creationId xmlns:a16="http://schemas.microsoft.com/office/drawing/2014/main" id="{6D6FBF2F-FB2C-B5F0-74AE-7CE85A908E2E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rcRect/>
            <a:stretch/>
          </p:blipFill>
          <p:spPr>
            <a:xfrm>
              <a:off x="2375480" y="3154875"/>
              <a:ext cx="489196" cy="489196"/>
            </a:xfrm>
            <a:prstGeom prst="rect">
              <a:avLst/>
            </a:prstGeom>
          </p:spPr>
        </p:pic>
      </p:grpSp>
      <p:grpSp>
        <p:nvGrpSpPr>
          <p:cNvPr id="13" name="!! dock右">
            <a:extLst>
              <a:ext uri="{FF2B5EF4-FFF2-40B4-BE49-F238E27FC236}">
                <a16:creationId xmlns:a16="http://schemas.microsoft.com/office/drawing/2014/main" id="{C8CDD119-FCC8-EFB0-486E-DF3CB65DD4EB}"/>
              </a:ext>
            </a:extLst>
          </p:cNvPr>
          <p:cNvGrpSpPr/>
          <p:nvPr/>
        </p:nvGrpSpPr>
        <p:grpSpPr>
          <a:xfrm>
            <a:off x="4869920" y="7119572"/>
            <a:ext cx="2452159" cy="574899"/>
            <a:chOff x="7408333" y="5780624"/>
            <a:chExt cx="2452159" cy="704838"/>
          </a:xfrm>
        </p:grpSpPr>
        <p:sp useBgFill="1">
          <p:nvSpPr>
            <p:cNvPr id="15" name="!! 模糊">
              <a:extLst>
                <a:ext uri="{FF2B5EF4-FFF2-40B4-BE49-F238E27FC236}">
                  <a16:creationId xmlns:a16="http://schemas.microsoft.com/office/drawing/2014/main" id="{2557E634-B9E2-A8F4-51BE-111CFA53060D}"/>
                </a:ext>
              </a:extLst>
            </p:cNvPr>
            <p:cNvSpPr>
              <a:spLocks/>
            </p:cNvSpPr>
            <p:nvPr/>
          </p:nvSpPr>
          <p:spPr>
            <a:xfrm>
              <a:off x="7408333" y="5780624"/>
              <a:ext cx="2452159" cy="704838"/>
            </a:xfrm>
            <a:prstGeom prst="roundRect">
              <a:avLst>
                <a:gd name="adj" fmla="val 15000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189">
                <a:defRPr/>
              </a:pPr>
              <a:endParaRPr lang="zh-CN" altLang="en-US">
                <a:solidFill>
                  <a:srgbClr val="FFFFFF"/>
                </a:solidFill>
                <a:latin typeface="OPPOSans R"/>
                <a:ea typeface="OPPOSans R"/>
              </a:endParaRPr>
            </a:p>
          </p:txBody>
        </p:sp>
        <p:sp>
          <p:nvSpPr>
            <p:cNvPr id="18" name="!! 颜色遮罩">
              <a:extLst>
                <a:ext uri="{FF2B5EF4-FFF2-40B4-BE49-F238E27FC236}">
                  <a16:creationId xmlns:a16="http://schemas.microsoft.com/office/drawing/2014/main" id="{186190F5-FAEA-AC18-9AD0-B6EDDFF4AF01}"/>
                </a:ext>
              </a:extLst>
            </p:cNvPr>
            <p:cNvSpPr>
              <a:spLocks/>
            </p:cNvSpPr>
            <p:nvPr/>
          </p:nvSpPr>
          <p:spPr>
            <a:xfrm>
              <a:off x="7408333" y="5780624"/>
              <a:ext cx="2452159" cy="704838"/>
            </a:xfrm>
            <a:prstGeom prst="roundRect">
              <a:avLst>
                <a:gd name="adj" fmla="val 15000"/>
              </a:avLst>
            </a:prstGeom>
            <a:solidFill>
              <a:schemeClr val="bg2">
                <a:alpha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189">
                <a:defRPr/>
              </a:pPr>
              <a:endParaRPr lang="zh-CN" altLang="en-US" dirty="0">
                <a:solidFill>
                  <a:srgbClr val="FFFFFF"/>
                </a:solidFill>
                <a:latin typeface="OPPOSans R"/>
                <a:ea typeface="OPPOSans R"/>
              </a:endParaRPr>
            </a:p>
          </p:txBody>
        </p:sp>
        <p:pic>
          <p:nvPicPr>
            <p:cNvPr id="19" name="!! 信号">
              <a:extLst>
                <a:ext uri="{FF2B5EF4-FFF2-40B4-BE49-F238E27FC236}">
                  <a16:creationId xmlns:a16="http://schemas.microsoft.com/office/drawing/2014/main" id="{CD9D5EF9-6474-C0DB-1139-172EA0625DEC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7638254" y="5893986"/>
              <a:ext cx="221460" cy="221458"/>
            </a:xfrm>
            <a:prstGeom prst="rect">
              <a:avLst/>
            </a:prstGeom>
          </p:spPr>
        </p:pic>
        <p:sp>
          <p:nvSpPr>
            <p:cNvPr id="20" name="!! 运营商">
              <a:extLst>
                <a:ext uri="{FF2B5EF4-FFF2-40B4-BE49-F238E27FC236}">
                  <a16:creationId xmlns:a16="http://schemas.microsoft.com/office/drawing/2014/main" id="{55391668-2F35-FA65-E5CA-176071680DF5}"/>
                </a:ext>
              </a:extLst>
            </p:cNvPr>
            <p:cNvSpPr txBox="1"/>
            <p:nvPr/>
          </p:nvSpPr>
          <p:spPr>
            <a:xfrm>
              <a:off x="7813676" y="5913455"/>
              <a:ext cx="1114424" cy="2830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457189">
                <a:defRPr/>
              </a:pPr>
              <a:r>
                <a:rPr lang="en-US" altLang="zh-CN" sz="900" dirty="0">
                  <a:latin typeface="OPPOSans M"/>
                  <a:ea typeface="OPPOSans M"/>
                </a:rPr>
                <a:t>Virtual Net</a:t>
              </a:r>
              <a:endParaRPr lang="zh-CN" altLang="en-US" sz="900" dirty="0">
                <a:latin typeface="OPPOSans M"/>
                <a:ea typeface="OPPOSans M"/>
              </a:endParaRPr>
            </a:p>
          </p:txBody>
        </p:sp>
        <p:pic>
          <p:nvPicPr>
            <p:cNvPr id="21" name="!! 通知">
              <a:extLst>
                <a:ext uri="{FF2B5EF4-FFF2-40B4-BE49-F238E27FC236}">
                  <a16:creationId xmlns:a16="http://schemas.microsoft.com/office/drawing/2014/main" id="{76A29146-F7A5-6416-8495-4C582FA14442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9287931" y="5948436"/>
              <a:ext cx="152400" cy="152400"/>
            </a:xfrm>
            <a:prstGeom prst="rect">
              <a:avLst/>
            </a:prstGeom>
          </p:spPr>
        </p:pic>
        <p:pic>
          <p:nvPicPr>
            <p:cNvPr id="22" name="!! 电池">
              <a:extLst>
                <a:ext uri="{FF2B5EF4-FFF2-40B4-BE49-F238E27FC236}">
                  <a16:creationId xmlns:a16="http://schemas.microsoft.com/office/drawing/2014/main" id="{4F4DA33F-38BC-89BF-11E1-B995E0F49A90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7637460" y="6171965"/>
              <a:ext cx="191558" cy="191558"/>
            </a:xfrm>
            <a:prstGeom prst="rect">
              <a:avLst/>
            </a:prstGeom>
          </p:spPr>
        </p:pic>
        <p:sp>
          <p:nvSpPr>
            <p:cNvPr id="23" name="!! 时间">
              <a:extLst>
                <a:ext uri="{FF2B5EF4-FFF2-40B4-BE49-F238E27FC236}">
                  <a16:creationId xmlns:a16="http://schemas.microsoft.com/office/drawing/2014/main" id="{BD98A58B-EDE2-6EDF-38FD-5100FEA34109}"/>
                </a:ext>
              </a:extLst>
            </p:cNvPr>
            <p:cNvSpPr txBox="1"/>
            <p:nvPr/>
          </p:nvSpPr>
          <p:spPr>
            <a:xfrm>
              <a:off x="8982607" y="6148520"/>
              <a:ext cx="773641" cy="3114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defTabSz="457189">
                <a:defRPr/>
              </a:pPr>
              <a:r>
                <a:rPr lang="en-US" altLang="zh-CN" sz="1051" dirty="0">
                  <a:latin typeface="OPPOSans R"/>
                  <a:ea typeface="OPPOSans R"/>
                </a:rPr>
                <a:t>16:34</a:t>
              </a:r>
              <a:endParaRPr lang="zh-CN" altLang="en-US" sz="1051" dirty="0">
                <a:latin typeface="OPPOSans R"/>
                <a:ea typeface="OPPOSans R"/>
              </a:endParaRPr>
            </a:p>
          </p:txBody>
        </p:sp>
        <p:sp>
          <p:nvSpPr>
            <p:cNvPr id="24" name="!! AC">
              <a:extLst>
                <a:ext uri="{FF2B5EF4-FFF2-40B4-BE49-F238E27FC236}">
                  <a16:creationId xmlns:a16="http://schemas.microsoft.com/office/drawing/2014/main" id="{1CCFD8B5-7CC9-DAA1-6830-D42D8C43CBA0}"/>
                </a:ext>
              </a:extLst>
            </p:cNvPr>
            <p:cNvSpPr txBox="1"/>
            <p:nvPr/>
          </p:nvSpPr>
          <p:spPr>
            <a:xfrm>
              <a:off x="7766842" y="6152328"/>
              <a:ext cx="434183" cy="2830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457189">
                <a:defRPr/>
              </a:pPr>
              <a:r>
                <a:rPr lang="en-US" altLang="zh-CN" sz="900" dirty="0">
                  <a:latin typeface="OPPOSans R"/>
                  <a:ea typeface="OPPOSans R"/>
                </a:rPr>
                <a:t>49%</a:t>
              </a:r>
              <a:endParaRPr lang="zh-CN" altLang="en-US" sz="900" dirty="0">
                <a:latin typeface="OPPOSans R"/>
                <a:ea typeface="OPPOSans R"/>
              </a:endParaRPr>
            </a:p>
          </p:txBody>
        </p:sp>
        <p:pic>
          <p:nvPicPr>
            <p:cNvPr id="25" name="!! 声音">
              <a:extLst>
                <a:ext uri="{FF2B5EF4-FFF2-40B4-BE49-F238E27FC236}">
                  <a16:creationId xmlns:a16="http://schemas.microsoft.com/office/drawing/2014/main" id="{31F2E44D-9272-A2A4-25E8-83586D690630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9048732" y="5934670"/>
              <a:ext cx="179932" cy="179932"/>
            </a:xfrm>
            <a:prstGeom prst="rect">
              <a:avLst/>
            </a:prstGeom>
          </p:spPr>
        </p:pic>
        <p:pic>
          <p:nvPicPr>
            <p:cNvPr id="26" name="!! 电源">
              <a:hlinkClick r:id="rId18" action="ppaction://hlinksldjump"/>
              <a:extLst>
                <a:ext uri="{FF2B5EF4-FFF2-40B4-BE49-F238E27FC236}">
                  <a16:creationId xmlns:a16="http://schemas.microsoft.com/office/drawing/2014/main" id="{BDEFE4C4-0726-016A-B618-5E5F7D8F9B21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p:blipFill>
          <p:spPr>
            <a:xfrm>
              <a:off x="9489000" y="5925331"/>
              <a:ext cx="208372" cy="208370"/>
            </a:xfrm>
            <a:prstGeom prst="rect">
              <a:avLst/>
            </a:prstGeom>
          </p:spPr>
        </p:pic>
      </p:grpSp>
      <p:sp>
        <p:nvSpPr>
          <p:cNvPr id="27" name="!! 小白条">
            <a:hlinkClick r:id="rId7" action="ppaction://hlinksldjump"/>
            <a:extLst>
              <a:ext uri="{FF2B5EF4-FFF2-40B4-BE49-F238E27FC236}">
                <a16:creationId xmlns:a16="http://schemas.microsoft.com/office/drawing/2014/main" id="{08864DA8-42EA-4635-EF88-A1265E75A4A9}"/>
              </a:ext>
            </a:extLst>
          </p:cNvPr>
          <p:cNvSpPr/>
          <p:nvPr/>
        </p:nvSpPr>
        <p:spPr>
          <a:xfrm>
            <a:off x="5177623" y="6706376"/>
            <a:ext cx="1836752" cy="45719"/>
          </a:xfrm>
          <a:prstGeom prst="roundRect">
            <a:avLst>
              <a:gd name="adj" fmla="val 50000"/>
            </a:avLst>
          </a:prstGeom>
          <a:solidFill>
            <a:schemeClr val="bg2">
              <a:alpha val="90000"/>
            </a:schemeClr>
          </a:solidFill>
          <a:ln>
            <a:noFill/>
          </a:ln>
          <a:effectLst>
            <a:outerShdw blurRad="1016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81326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 advClick="0">
        <p159:morph option="byObject"/>
      </p:transition>
    </mc:Choice>
    <mc:Fallback xmlns="">
      <p:transition advClick="0">
        <p:fade/>
      </p:transition>
    </mc:Fallback>
  </mc:AlternateContent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48439E-5715-1B82-5B8A-9CFF3AAE07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!! 背景板">
            <a:extLst>
              <a:ext uri="{FF2B5EF4-FFF2-40B4-BE49-F238E27FC236}">
                <a16:creationId xmlns:a16="http://schemas.microsoft.com/office/drawing/2014/main" id="{CAE0BA88-1C98-D273-F7BC-A4EBAC5D264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>
              <a:defRPr/>
            </a:pPr>
            <a:endParaRPr lang="zh-CN" altLang="en-US">
              <a:solidFill>
                <a:srgbClr val="F5F5F5"/>
              </a:solidFill>
              <a:latin typeface="vivo Sans"/>
              <a:ea typeface="vivo Sans"/>
            </a:endParaRPr>
          </a:p>
        </p:txBody>
      </p:sp>
      <p:sp>
        <p:nvSpPr>
          <p:cNvPr id="14" name="!! 取景框">
            <a:extLst>
              <a:ext uri="{FF2B5EF4-FFF2-40B4-BE49-F238E27FC236}">
                <a16:creationId xmlns:a16="http://schemas.microsoft.com/office/drawing/2014/main" id="{35486C73-1332-3C9D-985E-019E6CBA9527}"/>
              </a:ext>
            </a:extLst>
          </p:cNvPr>
          <p:cNvSpPr/>
          <p:nvPr/>
        </p:nvSpPr>
        <p:spPr>
          <a:xfrm>
            <a:off x="932795" y="-7883"/>
            <a:ext cx="9143999" cy="6858000"/>
          </a:xfrm>
          <a:prstGeom prst="rect">
            <a:avLst/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>
              <a:defRPr/>
            </a:pPr>
            <a:endParaRPr lang="zh-CN" altLang="en-US">
              <a:solidFill>
                <a:srgbClr val="F5F5F5"/>
              </a:solidFill>
              <a:latin typeface="vivo Sans"/>
              <a:ea typeface="vivo Sans"/>
            </a:endParaRPr>
          </a:p>
        </p:txBody>
      </p:sp>
      <p:sp>
        <p:nvSpPr>
          <p:cNvPr id="2" name="文本框 1">
            <a:hlinkClick r:id="rId3" action="ppaction://hlinksldjump"/>
            <a:extLst>
              <a:ext uri="{FF2B5EF4-FFF2-40B4-BE49-F238E27FC236}">
                <a16:creationId xmlns:a16="http://schemas.microsoft.com/office/drawing/2014/main" id="{D90E729F-D8E9-7D46-87A6-785202F198A1}"/>
              </a:ext>
            </a:extLst>
          </p:cNvPr>
          <p:cNvSpPr txBox="1"/>
          <p:nvPr/>
        </p:nvSpPr>
        <p:spPr>
          <a:xfrm>
            <a:off x="10768005" y="3788394"/>
            <a:ext cx="7202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bg1"/>
                </a:solidFill>
              </a:rPr>
              <a:t>专业</a:t>
            </a:r>
          </a:p>
        </p:txBody>
      </p:sp>
      <p:sp>
        <p:nvSpPr>
          <p:cNvPr id="4" name="!! 录像">
            <a:hlinkClick r:id="rId4" action="ppaction://hlinksldjump"/>
            <a:extLst>
              <a:ext uri="{FF2B5EF4-FFF2-40B4-BE49-F238E27FC236}">
                <a16:creationId xmlns:a16="http://schemas.microsoft.com/office/drawing/2014/main" id="{185FC92F-1562-2E78-2526-43C9DDB67CE3}"/>
              </a:ext>
            </a:extLst>
          </p:cNvPr>
          <p:cNvSpPr txBox="1"/>
          <p:nvPr/>
        </p:nvSpPr>
        <p:spPr>
          <a:xfrm>
            <a:off x="10768005" y="4225729"/>
            <a:ext cx="7202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>
                <a:solidFill>
                  <a:schemeClr val="bg1">
                    <a:alpha val="50000"/>
                  </a:schemeClr>
                </a:solidFill>
              </a:defRPr>
            </a:lvl1pPr>
          </a:lstStyle>
          <a:p>
            <a:r>
              <a:rPr lang="zh-CN" altLang="en-US" dirty="0"/>
              <a:t>录像</a:t>
            </a:r>
          </a:p>
        </p:txBody>
      </p:sp>
      <p:sp>
        <p:nvSpPr>
          <p:cNvPr id="6" name="!! 拍照">
            <a:hlinkClick r:id="rId5" action="ppaction://hlinksldjump"/>
            <a:extLst>
              <a:ext uri="{FF2B5EF4-FFF2-40B4-BE49-F238E27FC236}">
                <a16:creationId xmlns:a16="http://schemas.microsoft.com/office/drawing/2014/main" id="{A3C0D354-4434-85E1-2C1E-611704C6B524}"/>
              </a:ext>
            </a:extLst>
          </p:cNvPr>
          <p:cNvSpPr txBox="1"/>
          <p:nvPr/>
        </p:nvSpPr>
        <p:spPr>
          <a:xfrm>
            <a:off x="10768005" y="4663062"/>
            <a:ext cx="7202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>
                <a:solidFill>
                  <a:schemeClr val="bg1">
                    <a:alpha val="25000"/>
                  </a:schemeClr>
                </a:solidFill>
              </a:defRPr>
            </a:lvl1pPr>
          </a:lstStyle>
          <a:p>
            <a:r>
              <a:rPr lang="zh-CN" altLang="en-US" dirty="0"/>
              <a:t>拍照</a:t>
            </a:r>
          </a:p>
        </p:txBody>
      </p:sp>
      <p:sp>
        <p:nvSpPr>
          <p:cNvPr id="7" name="!! 更多">
            <a:hlinkClick r:id="rId6" action="ppaction://hlinksldjump"/>
            <a:extLst>
              <a:ext uri="{FF2B5EF4-FFF2-40B4-BE49-F238E27FC236}">
                <a16:creationId xmlns:a16="http://schemas.microsoft.com/office/drawing/2014/main" id="{FC91542A-F19E-9E60-C66A-4A1DC1DE62BA}"/>
              </a:ext>
            </a:extLst>
          </p:cNvPr>
          <p:cNvSpPr txBox="1"/>
          <p:nvPr/>
        </p:nvSpPr>
        <p:spPr>
          <a:xfrm>
            <a:off x="10768005" y="3351061"/>
            <a:ext cx="7202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accent6"/>
                </a:solidFill>
              </a:rPr>
              <a:t>更多</a:t>
            </a:r>
          </a:p>
        </p:txBody>
      </p:sp>
      <p:sp>
        <p:nvSpPr>
          <p:cNvPr id="8" name="!! 指示">
            <a:extLst>
              <a:ext uri="{FF2B5EF4-FFF2-40B4-BE49-F238E27FC236}">
                <a16:creationId xmlns:a16="http://schemas.microsoft.com/office/drawing/2014/main" id="{3643BFFF-CEA5-3591-832A-1ADBC4B5BEF8}"/>
              </a:ext>
            </a:extLst>
          </p:cNvPr>
          <p:cNvSpPr/>
          <p:nvPr/>
        </p:nvSpPr>
        <p:spPr>
          <a:xfrm>
            <a:off x="10670363" y="3487273"/>
            <a:ext cx="109728" cy="109728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!! 夜景">
            <a:extLst>
              <a:ext uri="{FF2B5EF4-FFF2-40B4-BE49-F238E27FC236}">
                <a16:creationId xmlns:a16="http://schemas.microsoft.com/office/drawing/2014/main" id="{95EC393C-4E0B-9406-5AE0-EECBBCD6AD38}"/>
              </a:ext>
            </a:extLst>
          </p:cNvPr>
          <p:cNvSpPr txBox="1"/>
          <p:nvPr/>
        </p:nvSpPr>
        <p:spPr>
          <a:xfrm>
            <a:off x="10768005" y="5100397"/>
            <a:ext cx="7202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bg1">
                    <a:alpha val="0"/>
                  </a:schemeClr>
                </a:solidFill>
              </a:rPr>
              <a:t>夜景</a:t>
            </a:r>
          </a:p>
        </p:txBody>
      </p:sp>
      <p:grpSp>
        <p:nvGrpSpPr>
          <p:cNvPr id="54" name="!! 关闭按钮">
            <a:extLst>
              <a:ext uri="{FF2B5EF4-FFF2-40B4-BE49-F238E27FC236}">
                <a16:creationId xmlns:a16="http://schemas.microsoft.com/office/drawing/2014/main" id="{BE5C448D-F9F4-0DBE-B2EB-675809C92E3D}"/>
              </a:ext>
            </a:extLst>
          </p:cNvPr>
          <p:cNvGrpSpPr/>
          <p:nvPr/>
        </p:nvGrpSpPr>
        <p:grpSpPr>
          <a:xfrm>
            <a:off x="10899627" y="608567"/>
            <a:ext cx="469540" cy="469540"/>
            <a:chOff x="2328464" y="3107859"/>
            <a:chExt cx="583223" cy="583223"/>
          </a:xfrm>
        </p:grpSpPr>
        <p:sp>
          <p:nvSpPr>
            <p:cNvPr id="55" name="矩形: 圆角 54">
              <a:hlinkClick r:id="rId7" action="ppaction://hlinksldjump"/>
              <a:extLst>
                <a:ext uri="{FF2B5EF4-FFF2-40B4-BE49-F238E27FC236}">
                  <a16:creationId xmlns:a16="http://schemas.microsoft.com/office/drawing/2014/main" id="{BED2D5B4-E261-6028-FF82-A2F372A29C3F}"/>
                </a:ext>
              </a:extLst>
            </p:cNvPr>
            <p:cNvSpPr/>
            <p:nvPr/>
          </p:nvSpPr>
          <p:spPr>
            <a:xfrm>
              <a:off x="2328464" y="3107859"/>
              <a:ext cx="583223" cy="583223"/>
            </a:xfrm>
            <a:prstGeom prst="roundRect">
              <a:avLst>
                <a:gd name="adj" fmla="val 20771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  <a:effectLst>
              <a:outerShdw blurRad="127000" sx="101000" sy="101000" algn="c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77">
                <a:defRPr/>
              </a:pPr>
              <a:endParaRPr lang="zh-CN" altLang="en-US">
                <a:solidFill>
                  <a:srgbClr val="F5F5F5"/>
                </a:solidFill>
                <a:latin typeface="vivo Sans"/>
                <a:ea typeface="vivo Sans"/>
              </a:endParaRPr>
            </a:p>
          </p:txBody>
        </p:sp>
        <p:pic>
          <p:nvPicPr>
            <p:cNvPr id="56" name="图形 55">
              <a:extLst>
                <a:ext uri="{FF2B5EF4-FFF2-40B4-BE49-F238E27FC236}">
                  <a16:creationId xmlns:a16="http://schemas.microsoft.com/office/drawing/2014/main" id="{1D01E54E-3310-5788-6011-428EE7876F50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rcRect/>
            <a:stretch/>
          </p:blipFill>
          <p:spPr>
            <a:xfrm>
              <a:off x="2375480" y="3154875"/>
              <a:ext cx="489196" cy="489196"/>
            </a:xfrm>
            <a:prstGeom prst="rect">
              <a:avLst/>
            </a:prstGeom>
          </p:spPr>
        </p:pic>
      </p:grpSp>
      <p:sp>
        <p:nvSpPr>
          <p:cNvPr id="45" name="!! 遮罩">
            <a:extLst>
              <a:ext uri="{FF2B5EF4-FFF2-40B4-BE49-F238E27FC236}">
                <a16:creationId xmlns:a16="http://schemas.microsoft.com/office/drawing/2014/main" id="{E06305CD-9FA6-65EA-A635-08C0B0863C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>
              <a:defRPr/>
            </a:pPr>
            <a:endParaRPr lang="zh-CN" altLang="en-US" dirty="0">
              <a:solidFill>
                <a:srgbClr val="F5F5F5"/>
              </a:solidFill>
              <a:latin typeface="vivo Sans"/>
              <a:ea typeface="vivo Sans"/>
            </a:endParaRPr>
          </a:p>
        </p:txBody>
      </p:sp>
      <p:grpSp>
        <p:nvGrpSpPr>
          <p:cNvPr id="46" name="带按钮的无图标提示框">
            <a:extLst>
              <a:ext uri="{FF2B5EF4-FFF2-40B4-BE49-F238E27FC236}">
                <a16:creationId xmlns:a16="http://schemas.microsoft.com/office/drawing/2014/main" id="{C2C758EF-5EE0-64DF-42AF-A374BE92D3E9}"/>
              </a:ext>
            </a:extLst>
          </p:cNvPr>
          <p:cNvGrpSpPr/>
          <p:nvPr/>
        </p:nvGrpSpPr>
        <p:grpSpPr>
          <a:xfrm>
            <a:off x="3813543" y="2672379"/>
            <a:ext cx="4564916" cy="1610257"/>
            <a:chOff x="2912999" y="3341279"/>
            <a:chExt cx="4564916" cy="1610257"/>
          </a:xfrm>
        </p:grpSpPr>
        <p:sp>
          <p:nvSpPr>
            <p:cNvPr id="47" name="!! 弹窗">
              <a:extLst>
                <a:ext uri="{FF2B5EF4-FFF2-40B4-BE49-F238E27FC236}">
                  <a16:creationId xmlns:a16="http://schemas.microsoft.com/office/drawing/2014/main" id="{192C78D1-8E75-F605-8910-58CD3641D8D3}"/>
                </a:ext>
              </a:extLst>
            </p:cNvPr>
            <p:cNvSpPr/>
            <p:nvPr/>
          </p:nvSpPr>
          <p:spPr>
            <a:xfrm>
              <a:off x="2912999" y="3341279"/>
              <a:ext cx="4564916" cy="1610257"/>
            </a:xfrm>
            <a:prstGeom prst="roundRect">
              <a:avLst>
                <a:gd name="adj" fmla="val 4327"/>
              </a:avLst>
            </a:prstGeom>
            <a:solidFill>
              <a:schemeClr val="bg1"/>
            </a:solidFill>
            <a:ln>
              <a:noFill/>
            </a:ln>
            <a:effectLst>
              <a:outerShdw blurRad="254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77">
                <a:defRPr/>
              </a:pPr>
              <a:endParaRPr lang="zh-CN" altLang="en-US">
                <a:solidFill>
                  <a:srgbClr val="F5F5F5"/>
                </a:solidFill>
                <a:latin typeface="vivo Sans"/>
                <a:ea typeface="vivo Sans"/>
              </a:endParaRPr>
            </a:p>
          </p:txBody>
        </p:sp>
        <p:sp>
          <p:nvSpPr>
            <p:cNvPr id="48" name="标题">
              <a:extLst>
                <a:ext uri="{FF2B5EF4-FFF2-40B4-BE49-F238E27FC236}">
                  <a16:creationId xmlns:a16="http://schemas.microsoft.com/office/drawing/2014/main" id="{6AA0F7D7-411F-96CA-5171-ED6BF3DCF80A}"/>
                </a:ext>
              </a:extLst>
            </p:cNvPr>
            <p:cNvSpPr txBox="1"/>
            <p:nvPr/>
          </p:nvSpPr>
          <p:spPr>
            <a:xfrm>
              <a:off x="3311314" y="3596868"/>
              <a:ext cx="233108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914377">
                <a:defRPr/>
              </a:pPr>
              <a:r>
                <a:rPr lang="zh-CN" altLang="en-US" dirty="0">
                  <a:solidFill>
                    <a:srgbClr val="181818"/>
                  </a:solidFill>
                  <a:latin typeface="vivo Sans Medium"/>
                  <a:ea typeface="vivo Sans Medium"/>
                </a:rPr>
                <a:t>相机</a:t>
              </a:r>
            </a:p>
          </p:txBody>
        </p:sp>
        <p:sp>
          <p:nvSpPr>
            <p:cNvPr id="49" name="副标题">
              <a:extLst>
                <a:ext uri="{FF2B5EF4-FFF2-40B4-BE49-F238E27FC236}">
                  <a16:creationId xmlns:a16="http://schemas.microsoft.com/office/drawing/2014/main" id="{3A32EF94-40C9-2C6D-8F29-CA1ED8E5637D}"/>
                </a:ext>
              </a:extLst>
            </p:cNvPr>
            <p:cNvSpPr txBox="1"/>
            <p:nvPr/>
          </p:nvSpPr>
          <p:spPr>
            <a:xfrm>
              <a:off x="3314796" y="3915526"/>
              <a:ext cx="37788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914377">
                <a:defRPr/>
              </a:pPr>
              <a:r>
                <a:rPr lang="zh-CN" altLang="en-US" sz="1400" dirty="0">
                  <a:solidFill>
                    <a:srgbClr val="181818"/>
                  </a:solidFill>
                  <a:latin typeface="vivo Sans"/>
                  <a:ea typeface="vivo Sans"/>
                </a:rPr>
                <a:t>更多模式正在准备中，请等待后续版本</a:t>
              </a:r>
            </a:p>
          </p:txBody>
        </p:sp>
        <p:sp>
          <p:nvSpPr>
            <p:cNvPr id="50" name="矩形: 圆角 49">
              <a:hlinkClick r:id="rId10" action="ppaction://hlinksldjump"/>
              <a:extLst>
                <a:ext uri="{FF2B5EF4-FFF2-40B4-BE49-F238E27FC236}">
                  <a16:creationId xmlns:a16="http://schemas.microsoft.com/office/drawing/2014/main" id="{0E9351AD-86A8-0811-239D-1CCF3EA31866}"/>
                </a:ext>
              </a:extLst>
            </p:cNvPr>
            <p:cNvSpPr/>
            <p:nvPr/>
          </p:nvSpPr>
          <p:spPr>
            <a:xfrm>
              <a:off x="6128912" y="4466052"/>
              <a:ext cx="1125334" cy="307777"/>
            </a:xfrm>
            <a:prstGeom prst="roundRect">
              <a:avLst>
                <a:gd name="adj" fmla="val 17692"/>
              </a:avLst>
            </a:prstGeom>
            <a:solidFill>
              <a:schemeClr val="accent1"/>
            </a:solidFill>
            <a:ln>
              <a:noFill/>
            </a:ln>
            <a:effectLst>
              <a:outerShdw blurRad="50800" dist="25400" dir="5400000" algn="t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189">
                <a:defRPr/>
              </a:pPr>
              <a:r>
                <a:rPr lang="zh-CN" altLang="en-US" sz="1100" dirty="0">
                  <a:solidFill>
                    <a:prstClr val="white"/>
                  </a:solidFill>
                  <a:latin typeface="OPPOSans M" panose="00020600040101010101" pitchFamily="18" charset="-122"/>
                  <a:ea typeface="OPPOSans M" panose="00020600040101010101" pitchFamily="18" charset="-122"/>
                  <a:cs typeface="OPPOSans M" panose="00020600040101010101" pitchFamily="18" charset="-122"/>
                </a:rPr>
                <a:t>确定</a:t>
              </a:r>
            </a:p>
          </p:txBody>
        </p:sp>
      </p:grpSp>
      <p:grpSp>
        <p:nvGrpSpPr>
          <p:cNvPr id="5" name="!! dock右">
            <a:extLst>
              <a:ext uri="{FF2B5EF4-FFF2-40B4-BE49-F238E27FC236}">
                <a16:creationId xmlns:a16="http://schemas.microsoft.com/office/drawing/2014/main" id="{EAA70D32-0483-5C21-9435-AA5F427481B9}"/>
              </a:ext>
            </a:extLst>
          </p:cNvPr>
          <p:cNvGrpSpPr/>
          <p:nvPr/>
        </p:nvGrpSpPr>
        <p:grpSpPr>
          <a:xfrm>
            <a:off x="4869920" y="7119572"/>
            <a:ext cx="2452159" cy="574899"/>
            <a:chOff x="7408333" y="5780624"/>
            <a:chExt cx="2452159" cy="704838"/>
          </a:xfrm>
        </p:grpSpPr>
        <p:sp useBgFill="1">
          <p:nvSpPr>
            <p:cNvPr id="10" name="!! 模糊">
              <a:extLst>
                <a:ext uri="{FF2B5EF4-FFF2-40B4-BE49-F238E27FC236}">
                  <a16:creationId xmlns:a16="http://schemas.microsoft.com/office/drawing/2014/main" id="{1AF0A5C1-5C0B-7BDF-4EB1-B3A0B9A44C72}"/>
                </a:ext>
              </a:extLst>
            </p:cNvPr>
            <p:cNvSpPr>
              <a:spLocks/>
            </p:cNvSpPr>
            <p:nvPr/>
          </p:nvSpPr>
          <p:spPr>
            <a:xfrm>
              <a:off x="7408333" y="5780624"/>
              <a:ext cx="2452159" cy="704838"/>
            </a:xfrm>
            <a:prstGeom prst="roundRect">
              <a:avLst>
                <a:gd name="adj" fmla="val 15000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189">
                <a:defRPr/>
              </a:pPr>
              <a:endParaRPr lang="zh-CN" altLang="en-US">
                <a:solidFill>
                  <a:srgbClr val="FFFFFF"/>
                </a:solidFill>
                <a:latin typeface="OPPOSans R"/>
                <a:ea typeface="OPPOSans R"/>
              </a:endParaRPr>
            </a:p>
          </p:txBody>
        </p:sp>
        <p:sp>
          <p:nvSpPr>
            <p:cNvPr id="11" name="!! 颜色遮罩">
              <a:extLst>
                <a:ext uri="{FF2B5EF4-FFF2-40B4-BE49-F238E27FC236}">
                  <a16:creationId xmlns:a16="http://schemas.microsoft.com/office/drawing/2014/main" id="{70802798-D4F3-21D1-183C-DBBA462AAB2F}"/>
                </a:ext>
              </a:extLst>
            </p:cNvPr>
            <p:cNvSpPr>
              <a:spLocks/>
            </p:cNvSpPr>
            <p:nvPr/>
          </p:nvSpPr>
          <p:spPr>
            <a:xfrm>
              <a:off x="7408333" y="5780624"/>
              <a:ext cx="2452159" cy="704838"/>
            </a:xfrm>
            <a:prstGeom prst="roundRect">
              <a:avLst>
                <a:gd name="adj" fmla="val 15000"/>
              </a:avLst>
            </a:prstGeom>
            <a:solidFill>
              <a:schemeClr val="bg2">
                <a:alpha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189">
                <a:defRPr/>
              </a:pPr>
              <a:endParaRPr lang="zh-CN" altLang="en-US" dirty="0">
                <a:solidFill>
                  <a:srgbClr val="FFFFFF"/>
                </a:solidFill>
                <a:latin typeface="OPPOSans R"/>
                <a:ea typeface="OPPOSans R"/>
              </a:endParaRPr>
            </a:p>
          </p:txBody>
        </p:sp>
        <p:pic>
          <p:nvPicPr>
            <p:cNvPr id="12" name="!! 信号">
              <a:extLst>
                <a:ext uri="{FF2B5EF4-FFF2-40B4-BE49-F238E27FC236}">
                  <a16:creationId xmlns:a16="http://schemas.microsoft.com/office/drawing/2014/main" id="{20D1286F-21A2-AC86-7B5C-94A308D21F64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7638254" y="5893986"/>
              <a:ext cx="221460" cy="221458"/>
            </a:xfrm>
            <a:prstGeom prst="rect">
              <a:avLst/>
            </a:prstGeom>
          </p:spPr>
        </p:pic>
        <p:sp>
          <p:nvSpPr>
            <p:cNvPr id="13" name="!! 运营商">
              <a:extLst>
                <a:ext uri="{FF2B5EF4-FFF2-40B4-BE49-F238E27FC236}">
                  <a16:creationId xmlns:a16="http://schemas.microsoft.com/office/drawing/2014/main" id="{107F42C8-23E8-2C62-D96C-6B156BB1F788}"/>
                </a:ext>
              </a:extLst>
            </p:cNvPr>
            <p:cNvSpPr txBox="1"/>
            <p:nvPr/>
          </p:nvSpPr>
          <p:spPr>
            <a:xfrm>
              <a:off x="7813676" y="5913455"/>
              <a:ext cx="1114424" cy="2830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457189">
                <a:defRPr/>
              </a:pPr>
              <a:r>
                <a:rPr lang="en-US" altLang="zh-CN" sz="900" dirty="0">
                  <a:latin typeface="OPPOSans M"/>
                  <a:ea typeface="OPPOSans M"/>
                </a:rPr>
                <a:t>Virtual Net</a:t>
              </a:r>
              <a:endParaRPr lang="zh-CN" altLang="en-US" sz="900" dirty="0">
                <a:latin typeface="OPPOSans M"/>
                <a:ea typeface="OPPOSans M"/>
              </a:endParaRPr>
            </a:p>
          </p:txBody>
        </p:sp>
        <p:pic>
          <p:nvPicPr>
            <p:cNvPr id="15" name="!! 通知">
              <a:extLst>
                <a:ext uri="{FF2B5EF4-FFF2-40B4-BE49-F238E27FC236}">
                  <a16:creationId xmlns:a16="http://schemas.microsoft.com/office/drawing/2014/main" id="{9BD44A0A-C6A2-F872-3A29-14E22FAB0210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9287931" y="5948436"/>
              <a:ext cx="152400" cy="152400"/>
            </a:xfrm>
            <a:prstGeom prst="rect">
              <a:avLst/>
            </a:prstGeom>
          </p:spPr>
        </p:pic>
        <p:pic>
          <p:nvPicPr>
            <p:cNvPr id="16" name="!! 电池">
              <a:extLst>
                <a:ext uri="{FF2B5EF4-FFF2-40B4-BE49-F238E27FC236}">
                  <a16:creationId xmlns:a16="http://schemas.microsoft.com/office/drawing/2014/main" id="{47254DF9-4875-64D6-AFAE-44D1D5A6CF91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7637460" y="6171965"/>
              <a:ext cx="191558" cy="191558"/>
            </a:xfrm>
            <a:prstGeom prst="rect">
              <a:avLst/>
            </a:prstGeom>
          </p:spPr>
        </p:pic>
        <p:sp>
          <p:nvSpPr>
            <p:cNvPr id="17" name="!! 时间">
              <a:extLst>
                <a:ext uri="{FF2B5EF4-FFF2-40B4-BE49-F238E27FC236}">
                  <a16:creationId xmlns:a16="http://schemas.microsoft.com/office/drawing/2014/main" id="{BCCCF3C3-6705-3BB7-0228-457B940EB31F}"/>
                </a:ext>
              </a:extLst>
            </p:cNvPr>
            <p:cNvSpPr txBox="1"/>
            <p:nvPr/>
          </p:nvSpPr>
          <p:spPr>
            <a:xfrm>
              <a:off x="8982607" y="6148520"/>
              <a:ext cx="773641" cy="3114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defTabSz="457189">
                <a:defRPr/>
              </a:pPr>
              <a:r>
                <a:rPr lang="en-US" altLang="zh-CN" sz="1051" dirty="0">
                  <a:latin typeface="OPPOSans R"/>
                  <a:ea typeface="OPPOSans R"/>
                </a:rPr>
                <a:t>16:34</a:t>
              </a:r>
              <a:endParaRPr lang="zh-CN" altLang="en-US" sz="1051" dirty="0">
                <a:latin typeface="OPPOSans R"/>
                <a:ea typeface="OPPOSans R"/>
              </a:endParaRPr>
            </a:p>
          </p:txBody>
        </p:sp>
        <p:sp>
          <p:nvSpPr>
            <p:cNvPr id="18" name="!! AC">
              <a:extLst>
                <a:ext uri="{FF2B5EF4-FFF2-40B4-BE49-F238E27FC236}">
                  <a16:creationId xmlns:a16="http://schemas.microsoft.com/office/drawing/2014/main" id="{9EC8F504-E7BB-50DE-E937-FD0D8602F7B3}"/>
                </a:ext>
              </a:extLst>
            </p:cNvPr>
            <p:cNvSpPr txBox="1"/>
            <p:nvPr/>
          </p:nvSpPr>
          <p:spPr>
            <a:xfrm>
              <a:off x="7766842" y="6152328"/>
              <a:ext cx="434183" cy="2830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457189">
                <a:defRPr/>
              </a:pPr>
              <a:r>
                <a:rPr lang="en-US" altLang="zh-CN" sz="900" dirty="0">
                  <a:latin typeface="OPPOSans R"/>
                  <a:ea typeface="OPPOSans R"/>
                </a:rPr>
                <a:t>49%</a:t>
              </a:r>
              <a:endParaRPr lang="zh-CN" altLang="en-US" sz="900" dirty="0">
                <a:latin typeface="OPPOSans R"/>
                <a:ea typeface="OPPOSans R"/>
              </a:endParaRPr>
            </a:p>
          </p:txBody>
        </p:sp>
        <p:pic>
          <p:nvPicPr>
            <p:cNvPr id="19" name="!! 声音">
              <a:extLst>
                <a:ext uri="{FF2B5EF4-FFF2-40B4-BE49-F238E27FC236}">
                  <a16:creationId xmlns:a16="http://schemas.microsoft.com/office/drawing/2014/main" id="{2E45DE72-CA71-B66D-AE62-05B013E4F217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9048732" y="5934670"/>
              <a:ext cx="179932" cy="179932"/>
            </a:xfrm>
            <a:prstGeom prst="rect">
              <a:avLst/>
            </a:prstGeom>
          </p:spPr>
        </p:pic>
        <p:pic>
          <p:nvPicPr>
            <p:cNvPr id="20" name="!! 电源">
              <a:hlinkClick r:id="rId19" action="ppaction://hlinksldjump"/>
              <a:extLst>
                <a:ext uri="{FF2B5EF4-FFF2-40B4-BE49-F238E27FC236}">
                  <a16:creationId xmlns:a16="http://schemas.microsoft.com/office/drawing/2014/main" id="{B3DBEE99-FAAD-BB05-3F36-9606D0AD4DCC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p:blipFill>
          <p:spPr>
            <a:xfrm>
              <a:off x="9489000" y="5925331"/>
              <a:ext cx="208372" cy="20837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0060658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 advClick="0">
        <p159:morph option="byObject"/>
      </p:transition>
    </mc:Choice>
    <mc:Fallback xmlns="">
      <p:transition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5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path" presetSubtype="0" decel="9000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 0.03218 " pathEditMode="relative" rAng="0" ptsTypes="AA">
                                      <p:cBhvr>
                                        <p:cTn id="9" dur="500" spd="-100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59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18074B-1AB0-45B5-8A07-A1AB8132CE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!! 背景板">
            <a:extLst>
              <a:ext uri="{FF2B5EF4-FFF2-40B4-BE49-F238E27FC236}">
                <a16:creationId xmlns:a16="http://schemas.microsoft.com/office/drawing/2014/main" id="{DA4BBD8A-4439-8439-BCD7-8201F7D7843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>
              <a:defRPr/>
            </a:pPr>
            <a:endParaRPr lang="zh-CN" altLang="en-US">
              <a:solidFill>
                <a:srgbClr val="F5F5F5"/>
              </a:solidFill>
              <a:latin typeface="vivo Sans"/>
              <a:ea typeface="vivo Sans"/>
            </a:endParaRPr>
          </a:p>
        </p:txBody>
      </p:sp>
      <p:sp>
        <p:nvSpPr>
          <p:cNvPr id="14" name="!! 取景框">
            <a:extLst>
              <a:ext uri="{FF2B5EF4-FFF2-40B4-BE49-F238E27FC236}">
                <a16:creationId xmlns:a16="http://schemas.microsoft.com/office/drawing/2014/main" id="{3A1111F6-B9BF-55E5-6851-9C785C43B761}"/>
              </a:ext>
            </a:extLst>
          </p:cNvPr>
          <p:cNvSpPr/>
          <p:nvPr/>
        </p:nvSpPr>
        <p:spPr>
          <a:xfrm>
            <a:off x="932795" y="-7883"/>
            <a:ext cx="9143999" cy="6858000"/>
          </a:xfrm>
          <a:prstGeom prst="rect">
            <a:avLst/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>
              <a:defRPr/>
            </a:pPr>
            <a:endParaRPr lang="zh-CN" altLang="en-US">
              <a:solidFill>
                <a:srgbClr val="F5F5F5"/>
              </a:solidFill>
              <a:latin typeface="vivo Sans"/>
              <a:ea typeface="vivo Sans"/>
            </a:endParaRPr>
          </a:p>
        </p:txBody>
      </p:sp>
      <p:sp>
        <p:nvSpPr>
          <p:cNvPr id="2" name="文本框 1">
            <a:hlinkClick r:id="rId3" action="ppaction://hlinksldjump"/>
            <a:extLst>
              <a:ext uri="{FF2B5EF4-FFF2-40B4-BE49-F238E27FC236}">
                <a16:creationId xmlns:a16="http://schemas.microsoft.com/office/drawing/2014/main" id="{BF0AA6AB-6967-98F7-3155-6AE9FB3BE4CE}"/>
              </a:ext>
            </a:extLst>
          </p:cNvPr>
          <p:cNvSpPr txBox="1"/>
          <p:nvPr/>
        </p:nvSpPr>
        <p:spPr>
          <a:xfrm>
            <a:off x="10768005" y="3788394"/>
            <a:ext cx="7202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377">
              <a:defRPr/>
            </a:pPr>
            <a:r>
              <a:rPr lang="zh-CN" altLang="en-US" dirty="0">
                <a:solidFill>
                  <a:srgbClr val="F5F5F5"/>
                </a:solidFill>
                <a:latin typeface="vivo Sans"/>
                <a:ea typeface="vivo Sans"/>
              </a:rPr>
              <a:t>专业</a:t>
            </a:r>
          </a:p>
        </p:txBody>
      </p:sp>
      <p:sp>
        <p:nvSpPr>
          <p:cNvPr id="4" name="!! 录像">
            <a:hlinkClick r:id="rId4" action="ppaction://hlinksldjump"/>
            <a:extLst>
              <a:ext uri="{FF2B5EF4-FFF2-40B4-BE49-F238E27FC236}">
                <a16:creationId xmlns:a16="http://schemas.microsoft.com/office/drawing/2014/main" id="{0723D887-2D8D-B3F6-DC83-6EFDB572FAD9}"/>
              </a:ext>
            </a:extLst>
          </p:cNvPr>
          <p:cNvSpPr txBox="1"/>
          <p:nvPr/>
        </p:nvSpPr>
        <p:spPr>
          <a:xfrm>
            <a:off x="10768005" y="4225729"/>
            <a:ext cx="7202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>
                <a:solidFill>
                  <a:schemeClr val="bg1">
                    <a:alpha val="50000"/>
                  </a:schemeClr>
                </a:solidFill>
              </a:defRPr>
            </a:lvl1pPr>
          </a:lstStyle>
          <a:p>
            <a:pPr defTabSz="914377">
              <a:defRPr/>
            </a:pPr>
            <a:r>
              <a:rPr lang="zh-CN" altLang="en-US" dirty="0">
                <a:solidFill>
                  <a:srgbClr val="F5F5F5">
                    <a:alpha val="50000"/>
                  </a:srgbClr>
                </a:solidFill>
                <a:latin typeface="vivo Sans"/>
                <a:ea typeface="vivo Sans"/>
              </a:rPr>
              <a:t>录像</a:t>
            </a:r>
          </a:p>
        </p:txBody>
      </p:sp>
      <p:sp>
        <p:nvSpPr>
          <p:cNvPr id="6" name="!! 拍照">
            <a:hlinkClick r:id="rId5" action="ppaction://hlinksldjump"/>
            <a:extLst>
              <a:ext uri="{FF2B5EF4-FFF2-40B4-BE49-F238E27FC236}">
                <a16:creationId xmlns:a16="http://schemas.microsoft.com/office/drawing/2014/main" id="{20852EC1-9A2D-4523-474B-07B7D37FC496}"/>
              </a:ext>
            </a:extLst>
          </p:cNvPr>
          <p:cNvSpPr txBox="1"/>
          <p:nvPr/>
        </p:nvSpPr>
        <p:spPr>
          <a:xfrm>
            <a:off x="10768005" y="4663062"/>
            <a:ext cx="7202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>
                <a:solidFill>
                  <a:schemeClr val="bg1">
                    <a:alpha val="25000"/>
                  </a:schemeClr>
                </a:solidFill>
              </a:defRPr>
            </a:lvl1pPr>
          </a:lstStyle>
          <a:p>
            <a:pPr defTabSz="914377">
              <a:defRPr/>
            </a:pPr>
            <a:r>
              <a:rPr lang="zh-CN" altLang="en-US" dirty="0">
                <a:solidFill>
                  <a:srgbClr val="F5F5F5">
                    <a:alpha val="25000"/>
                  </a:srgbClr>
                </a:solidFill>
                <a:latin typeface="vivo Sans"/>
                <a:ea typeface="vivo Sans"/>
              </a:rPr>
              <a:t>拍照</a:t>
            </a:r>
          </a:p>
        </p:txBody>
      </p:sp>
      <p:sp>
        <p:nvSpPr>
          <p:cNvPr id="7" name="!! 更多">
            <a:hlinkClick r:id="rId6" action="ppaction://hlinksldjump"/>
            <a:extLst>
              <a:ext uri="{FF2B5EF4-FFF2-40B4-BE49-F238E27FC236}">
                <a16:creationId xmlns:a16="http://schemas.microsoft.com/office/drawing/2014/main" id="{6D9D3636-BDDC-E49D-1BC2-7FD5A8AE6CF7}"/>
              </a:ext>
            </a:extLst>
          </p:cNvPr>
          <p:cNvSpPr txBox="1"/>
          <p:nvPr/>
        </p:nvSpPr>
        <p:spPr>
          <a:xfrm>
            <a:off x="10768005" y="3351061"/>
            <a:ext cx="7202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377">
              <a:defRPr/>
            </a:pPr>
            <a:r>
              <a:rPr lang="zh-CN" altLang="en-US" dirty="0">
                <a:solidFill>
                  <a:srgbClr val="FFC000"/>
                </a:solidFill>
                <a:latin typeface="vivo Sans"/>
                <a:ea typeface="vivo Sans"/>
              </a:rPr>
              <a:t>更多</a:t>
            </a:r>
          </a:p>
        </p:txBody>
      </p:sp>
      <p:sp>
        <p:nvSpPr>
          <p:cNvPr id="8" name="!! 指示">
            <a:extLst>
              <a:ext uri="{FF2B5EF4-FFF2-40B4-BE49-F238E27FC236}">
                <a16:creationId xmlns:a16="http://schemas.microsoft.com/office/drawing/2014/main" id="{1345B73A-DC71-10D9-C4B0-823F9BE9EC8D}"/>
              </a:ext>
            </a:extLst>
          </p:cNvPr>
          <p:cNvSpPr/>
          <p:nvPr/>
        </p:nvSpPr>
        <p:spPr>
          <a:xfrm>
            <a:off x="10670363" y="3487273"/>
            <a:ext cx="109728" cy="109728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>
              <a:defRPr/>
            </a:pPr>
            <a:endParaRPr lang="zh-CN" altLang="en-US">
              <a:solidFill>
                <a:srgbClr val="F5F5F5"/>
              </a:solidFill>
              <a:latin typeface="vivo Sans"/>
              <a:ea typeface="vivo Sans"/>
            </a:endParaRPr>
          </a:p>
        </p:txBody>
      </p:sp>
      <p:sp>
        <p:nvSpPr>
          <p:cNvPr id="9" name="!! 夜景">
            <a:extLst>
              <a:ext uri="{FF2B5EF4-FFF2-40B4-BE49-F238E27FC236}">
                <a16:creationId xmlns:a16="http://schemas.microsoft.com/office/drawing/2014/main" id="{FC559427-3D8D-2BB6-1853-18C13B93C5AE}"/>
              </a:ext>
            </a:extLst>
          </p:cNvPr>
          <p:cNvSpPr txBox="1"/>
          <p:nvPr/>
        </p:nvSpPr>
        <p:spPr>
          <a:xfrm>
            <a:off x="10768005" y="5100397"/>
            <a:ext cx="7202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377">
              <a:defRPr/>
            </a:pPr>
            <a:r>
              <a:rPr lang="zh-CN" altLang="en-US" dirty="0">
                <a:solidFill>
                  <a:srgbClr val="F5F5F5">
                    <a:alpha val="0"/>
                  </a:srgbClr>
                </a:solidFill>
                <a:latin typeface="vivo Sans"/>
                <a:ea typeface="vivo Sans"/>
              </a:rPr>
              <a:t>夜景</a:t>
            </a:r>
          </a:p>
        </p:txBody>
      </p:sp>
      <p:grpSp>
        <p:nvGrpSpPr>
          <p:cNvPr id="5" name="!! 关闭按钮">
            <a:extLst>
              <a:ext uri="{FF2B5EF4-FFF2-40B4-BE49-F238E27FC236}">
                <a16:creationId xmlns:a16="http://schemas.microsoft.com/office/drawing/2014/main" id="{B07269EE-23C2-BAA2-1561-ECFB3A6F0AAF}"/>
              </a:ext>
            </a:extLst>
          </p:cNvPr>
          <p:cNvGrpSpPr/>
          <p:nvPr/>
        </p:nvGrpSpPr>
        <p:grpSpPr>
          <a:xfrm>
            <a:off x="10899627" y="608567"/>
            <a:ext cx="469540" cy="469540"/>
            <a:chOff x="2328464" y="3107859"/>
            <a:chExt cx="583223" cy="583223"/>
          </a:xfrm>
        </p:grpSpPr>
        <p:sp>
          <p:nvSpPr>
            <p:cNvPr id="10" name="矩形: 圆角 9">
              <a:hlinkClick r:id="rId7" action="ppaction://hlinksldjump"/>
              <a:extLst>
                <a:ext uri="{FF2B5EF4-FFF2-40B4-BE49-F238E27FC236}">
                  <a16:creationId xmlns:a16="http://schemas.microsoft.com/office/drawing/2014/main" id="{8A969CDE-8A03-2362-5F71-4F46DC42B9F4}"/>
                </a:ext>
              </a:extLst>
            </p:cNvPr>
            <p:cNvSpPr/>
            <p:nvPr/>
          </p:nvSpPr>
          <p:spPr>
            <a:xfrm>
              <a:off x="2328464" y="3107859"/>
              <a:ext cx="583223" cy="583223"/>
            </a:xfrm>
            <a:prstGeom prst="roundRect">
              <a:avLst>
                <a:gd name="adj" fmla="val 20771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  <a:effectLst>
              <a:outerShdw blurRad="127000" sx="101000" sy="101000" algn="c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77">
                <a:defRPr/>
              </a:pPr>
              <a:endParaRPr lang="zh-CN" altLang="en-US">
                <a:solidFill>
                  <a:srgbClr val="F5F5F5"/>
                </a:solidFill>
                <a:latin typeface="vivo Sans"/>
                <a:ea typeface="vivo Sans"/>
              </a:endParaRPr>
            </a:p>
          </p:txBody>
        </p:sp>
        <p:pic>
          <p:nvPicPr>
            <p:cNvPr id="11" name="图形 10">
              <a:extLst>
                <a:ext uri="{FF2B5EF4-FFF2-40B4-BE49-F238E27FC236}">
                  <a16:creationId xmlns:a16="http://schemas.microsoft.com/office/drawing/2014/main" id="{AA0D6AF9-8C1A-7195-6AEC-A3505953BD8E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rcRect/>
            <a:stretch/>
          </p:blipFill>
          <p:spPr>
            <a:xfrm>
              <a:off x="2375480" y="3154875"/>
              <a:ext cx="489196" cy="489196"/>
            </a:xfrm>
            <a:prstGeom prst="rect">
              <a:avLst/>
            </a:prstGeom>
          </p:spPr>
        </p:pic>
      </p:grpSp>
      <p:grpSp>
        <p:nvGrpSpPr>
          <p:cNvPr id="12" name="!! dock右">
            <a:extLst>
              <a:ext uri="{FF2B5EF4-FFF2-40B4-BE49-F238E27FC236}">
                <a16:creationId xmlns:a16="http://schemas.microsoft.com/office/drawing/2014/main" id="{DEAABCAC-B7AD-CBB1-1929-F3A761CE2807}"/>
              </a:ext>
            </a:extLst>
          </p:cNvPr>
          <p:cNvGrpSpPr/>
          <p:nvPr/>
        </p:nvGrpSpPr>
        <p:grpSpPr>
          <a:xfrm>
            <a:off x="4869920" y="7119572"/>
            <a:ext cx="2452159" cy="574899"/>
            <a:chOff x="7408333" y="5780624"/>
            <a:chExt cx="2452159" cy="704838"/>
          </a:xfrm>
        </p:grpSpPr>
        <p:sp useBgFill="1">
          <p:nvSpPr>
            <p:cNvPr id="13" name="!! 模糊">
              <a:extLst>
                <a:ext uri="{FF2B5EF4-FFF2-40B4-BE49-F238E27FC236}">
                  <a16:creationId xmlns:a16="http://schemas.microsoft.com/office/drawing/2014/main" id="{7A0997C5-B34A-9D94-0593-4033A49985D9}"/>
                </a:ext>
              </a:extLst>
            </p:cNvPr>
            <p:cNvSpPr>
              <a:spLocks/>
            </p:cNvSpPr>
            <p:nvPr/>
          </p:nvSpPr>
          <p:spPr>
            <a:xfrm>
              <a:off x="7408333" y="5780624"/>
              <a:ext cx="2452159" cy="704838"/>
            </a:xfrm>
            <a:prstGeom prst="roundRect">
              <a:avLst>
                <a:gd name="adj" fmla="val 15000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189">
                <a:defRPr/>
              </a:pPr>
              <a:endParaRPr lang="zh-CN" altLang="en-US">
                <a:solidFill>
                  <a:srgbClr val="FFFFFF"/>
                </a:solidFill>
                <a:latin typeface="OPPOSans R"/>
                <a:ea typeface="OPPOSans R"/>
              </a:endParaRPr>
            </a:p>
          </p:txBody>
        </p:sp>
        <p:sp>
          <p:nvSpPr>
            <p:cNvPr id="15" name="!! 颜色遮罩">
              <a:extLst>
                <a:ext uri="{FF2B5EF4-FFF2-40B4-BE49-F238E27FC236}">
                  <a16:creationId xmlns:a16="http://schemas.microsoft.com/office/drawing/2014/main" id="{4411A22D-3763-9429-8391-A6E4E3C33AD9}"/>
                </a:ext>
              </a:extLst>
            </p:cNvPr>
            <p:cNvSpPr>
              <a:spLocks/>
            </p:cNvSpPr>
            <p:nvPr/>
          </p:nvSpPr>
          <p:spPr>
            <a:xfrm>
              <a:off x="7408333" y="5780624"/>
              <a:ext cx="2452159" cy="704838"/>
            </a:xfrm>
            <a:prstGeom prst="roundRect">
              <a:avLst>
                <a:gd name="adj" fmla="val 15000"/>
              </a:avLst>
            </a:prstGeom>
            <a:solidFill>
              <a:schemeClr val="bg2">
                <a:alpha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189">
                <a:defRPr/>
              </a:pPr>
              <a:endParaRPr lang="zh-CN" altLang="en-US" dirty="0">
                <a:solidFill>
                  <a:srgbClr val="FFFFFF"/>
                </a:solidFill>
                <a:latin typeface="OPPOSans R"/>
                <a:ea typeface="OPPOSans R"/>
              </a:endParaRPr>
            </a:p>
          </p:txBody>
        </p:sp>
        <p:pic>
          <p:nvPicPr>
            <p:cNvPr id="16" name="!! 信号">
              <a:extLst>
                <a:ext uri="{FF2B5EF4-FFF2-40B4-BE49-F238E27FC236}">
                  <a16:creationId xmlns:a16="http://schemas.microsoft.com/office/drawing/2014/main" id="{F9711931-4730-2EE6-148D-0DD4BB006EF2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7638254" y="5893986"/>
              <a:ext cx="221460" cy="221458"/>
            </a:xfrm>
            <a:prstGeom prst="rect">
              <a:avLst/>
            </a:prstGeom>
          </p:spPr>
        </p:pic>
        <p:sp>
          <p:nvSpPr>
            <p:cNvPr id="17" name="!! 运营商">
              <a:extLst>
                <a:ext uri="{FF2B5EF4-FFF2-40B4-BE49-F238E27FC236}">
                  <a16:creationId xmlns:a16="http://schemas.microsoft.com/office/drawing/2014/main" id="{C43305D0-6176-8F88-9B25-E7CBB55AF0E3}"/>
                </a:ext>
              </a:extLst>
            </p:cNvPr>
            <p:cNvSpPr txBox="1"/>
            <p:nvPr/>
          </p:nvSpPr>
          <p:spPr>
            <a:xfrm>
              <a:off x="7813676" y="5913455"/>
              <a:ext cx="1114424" cy="2830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457189">
                <a:defRPr/>
              </a:pPr>
              <a:r>
                <a:rPr lang="en-US" altLang="zh-CN" sz="900" dirty="0">
                  <a:latin typeface="OPPOSans M"/>
                  <a:ea typeface="OPPOSans M"/>
                </a:rPr>
                <a:t>Virtual Net</a:t>
              </a:r>
              <a:endParaRPr lang="zh-CN" altLang="en-US" sz="900" dirty="0">
                <a:latin typeface="OPPOSans M"/>
                <a:ea typeface="OPPOSans M"/>
              </a:endParaRPr>
            </a:p>
          </p:txBody>
        </p:sp>
        <p:pic>
          <p:nvPicPr>
            <p:cNvPr id="18" name="!! 通知">
              <a:extLst>
                <a:ext uri="{FF2B5EF4-FFF2-40B4-BE49-F238E27FC236}">
                  <a16:creationId xmlns:a16="http://schemas.microsoft.com/office/drawing/2014/main" id="{9F5AB82C-9D52-8C27-9BDF-E0E551AE648E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9287931" y="5948436"/>
              <a:ext cx="152400" cy="152400"/>
            </a:xfrm>
            <a:prstGeom prst="rect">
              <a:avLst/>
            </a:prstGeom>
          </p:spPr>
        </p:pic>
        <p:pic>
          <p:nvPicPr>
            <p:cNvPr id="19" name="!! 电池">
              <a:extLst>
                <a:ext uri="{FF2B5EF4-FFF2-40B4-BE49-F238E27FC236}">
                  <a16:creationId xmlns:a16="http://schemas.microsoft.com/office/drawing/2014/main" id="{664FF90A-5036-7EFA-CD11-81C01F1A13E5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7637460" y="6171965"/>
              <a:ext cx="191558" cy="191558"/>
            </a:xfrm>
            <a:prstGeom prst="rect">
              <a:avLst/>
            </a:prstGeom>
          </p:spPr>
        </p:pic>
        <p:sp>
          <p:nvSpPr>
            <p:cNvPr id="20" name="!! 时间">
              <a:extLst>
                <a:ext uri="{FF2B5EF4-FFF2-40B4-BE49-F238E27FC236}">
                  <a16:creationId xmlns:a16="http://schemas.microsoft.com/office/drawing/2014/main" id="{24E44261-DC97-651D-4192-B0D48C51EBFF}"/>
                </a:ext>
              </a:extLst>
            </p:cNvPr>
            <p:cNvSpPr txBox="1"/>
            <p:nvPr/>
          </p:nvSpPr>
          <p:spPr>
            <a:xfrm>
              <a:off x="8982607" y="6148520"/>
              <a:ext cx="773641" cy="3114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defTabSz="457189">
                <a:defRPr/>
              </a:pPr>
              <a:r>
                <a:rPr lang="en-US" altLang="zh-CN" sz="1051" dirty="0">
                  <a:latin typeface="OPPOSans R"/>
                  <a:ea typeface="OPPOSans R"/>
                </a:rPr>
                <a:t>16:34</a:t>
              </a:r>
              <a:endParaRPr lang="zh-CN" altLang="en-US" sz="1051" dirty="0">
                <a:latin typeface="OPPOSans R"/>
                <a:ea typeface="OPPOSans R"/>
              </a:endParaRPr>
            </a:p>
          </p:txBody>
        </p:sp>
        <p:sp>
          <p:nvSpPr>
            <p:cNvPr id="21" name="!! AC">
              <a:extLst>
                <a:ext uri="{FF2B5EF4-FFF2-40B4-BE49-F238E27FC236}">
                  <a16:creationId xmlns:a16="http://schemas.microsoft.com/office/drawing/2014/main" id="{B171FF61-1796-9C22-51C5-11ACC0625FF0}"/>
                </a:ext>
              </a:extLst>
            </p:cNvPr>
            <p:cNvSpPr txBox="1"/>
            <p:nvPr/>
          </p:nvSpPr>
          <p:spPr>
            <a:xfrm>
              <a:off x="7766842" y="6152328"/>
              <a:ext cx="434183" cy="2830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457189">
                <a:defRPr/>
              </a:pPr>
              <a:r>
                <a:rPr lang="en-US" altLang="zh-CN" sz="900" dirty="0">
                  <a:latin typeface="OPPOSans R"/>
                  <a:ea typeface="OPPOSans R"/>
                </a:rPr>
                <a:t>49%</a:t>
              </a:r>
              <a:endParaRPr lang="zh-CN" altLang="en-US" sz="900" dirty="0">
                <a:latin typeface="OPPOSans R"/>
                <a:ea typeface="OPPOSans R"/>
              </a:endParaRPr>
            </a:p>
          </p:txBody>
        </p:sp>
        <p:pic>
          <p:nvPicPr>
            <p:cNvPr id="22" name="!! 声音">
              <a:extLst>
                <a:ext uri="{FF2B5EF4-FFF2-40B4-BE49-F238E27FC236}">
                  <a16:creationId xmlns:a16="http://schemas.microsoft.com/office/drawing/2014/main" id="{1FCE98F3-FBC4-2467-C45B-6704DE88592D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9048732" y="5934670"/>
              <a:ext cx="179932" cy="179932"/>
            </a:xfrm>
            <a:prstGeom prst="rect">
              <a:avLst/>
            </a:prstGeom>
          </p:spPr>
        </p:pic>
        <p:pic>
          <p:nvPicPr>
            <p:cNvPr id="23" name="!! 电源">
              <a:hlinkClick r:id="rId18" action="ppaction://hlinksldjump"/>
              <a:extLst>
                <a:ext uri="{FF2B5EF4-FFF2-40B4-BE49-F238E27FC236}">
                  <a16:creationId xmlns:a16="http://schemas.microsoft.com/office/drawing/2014/main" id="{6E2F3D2E-1587-4F6D-724E-D1D7F482BFEA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p:blipFill>
          <p:spPr>
            <a:xfrm>
              <a:off x="9489000" y="5925331"/>
              <a:ext cx="208372" cy="208370"/>
            </a:xfrm>
            <a:prstGeom prst="rect">
              <a:avLst/>
            </a:prstGeom>
          </p:spPr>
        </p:pic>
      </p:grpSp>
      <p:sp>
        <p:nvSpPr>
          <p:cNvPr id="24" name="!! 小白条">
            <a:hlinkClick r:id="rId7" action="ppaction://hlinksldjump"/>
            <a:extLst>
              <a:ext uri="{FF2B5EF4-FFF2-40B4-BE49-F238E27FC236}">
                <a16:creationId xmlns:a16="http://schemas.microsoft.com/office/drawing/2014/main" id="{C8D1F567-E8CF-20FA-7FDD-EFDBBE2CE093}"/>
              </a:ext>
            </a:extLst>
          </p:cNvPr>
          <p:cNvSpPr/>
          <p:nvPr/>
        </p:nvSpPr>
        <p:spPr>
          <a:xfrm>
            <a:off x="5177623" y="6706376"/>
            <a:ext cx="1836752" cy="45719"/>
          </a:xfrm>
          <a:prstGeom prst="roundRect">
            <a:avLst>
              <a:gd name="adj" fmla="val 50000"/>
            </a:avLst>
          </a:prstGeom>
          <a:solidFill>
            <a:schemeClr val="bg2">
              <a:alpha val="90000"/>
            </a:schemeClr>
          </a:solidFill>
          <a:ln>
            <a:noFill/>
          </a:ln>
          <a:effectLst>
            <a:outerShdw blurRad="1016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431206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 advClick="0">
        <p159:morph option="byObject"/>
      </p:transition>
    </mc:Choice>
    <mc:Fallback xmlns="">
      <p:transition advClick="0">
        <p:fade/>
      </p:transition>
    </mc:Fallback>
  </mc:AlternateContent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95AF0C-204A-E008-5B26-527E82A292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!! 壁纸">
            <a:extLst>
              <a:ext uri="{FF2B5EF4-FFF2-40B4-BE49-F238E27FC236}">
                <a16:creationId xmlns:a16="http://schemas.microsoft.com/office/drawing/2014/main" id="{68B72689-0D39-BAD4-FD0F-04B1369E5F3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4"/>
            <a:ext cx="12192000" cy="6857999"/>
          </a:xfrm>
          <a:prstGeom prst="rect">
            <a:avLst/>
          </a:prstGeom>
        </p:spPr>
      </p:pic>
      <p:sp>
        <p:nvSpPr>
          <p:cNvPr id="35" name="!! 背景板">
            <a:extLst>
              <a:ext uri="{FF2B5EF4-FFF2-40B4-BE49-F238E27FC236}">
                <a16:creationId xmlns:a16="http://schemas.microsoft.com/office/drawing/2014/main" id="{FD456647-4077-B559-E589-BD080F6AEFD7}"/>
              </a:ext>
            </a:extLst>
          </p:cNvPr>
          <p:cNvSpPr/>
          <p:nvPr/>
        </p:nvSpPr>
        <p:spPr>
          <a:xfrm>
            <a:off x="3573639" y="1621084"/>
            <a:ext cx="5044723" cy="283765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>
              <a:defRPr/>
            </a:pPr>
            <a:endParaRPr lang="zh-CN" altLang="en-US">
              <a:solidFill>
                <a:srgbClr val="F5F5F5"/>
              </a:solidFill>
              <a:latin typeface="vivo Sans"/>
              <a:ea typeface="vivo Sans"/>
            </a:endParaRPr>
          </a:p>
        </p:txBody>
      </p:sp>
      <p:grpSp>
        <p:nvGrpSpPr>
          <p:cNvPr id="13" name="设置App">
            <a:extLst>
              <a:ext uri="{FF2B5EF4-FFF2-40B4-BE49-F238E27FC236}">
                <a16:creationId xmlns:a16="http://schemas.microsoft.com/office/drawing/2014/main" id="{240BF1F8-50CB-0433-4A2E-603F3B87AA57}"/>
              </a:ext>
            </a:extLst>
          </p:cNvPr>
          <p:cNvGrpSpPr/>
          <p:nvPr/>
        </p:nvGrpSpPr>
        <p:grpSpPr>
          <a:xfrm>
            <a:off x="1659675" y="933569"/>
            <a:ext cx="658299" cy="967679"/>
            <a:chOff x="1659673" y="933566"/>
            <a:chExt cx="658298" cy="967679"/>
          </a:xfrm>
        </p:grpSpPr>
        <p:grpSp>
          <p:nvGrpSpPr>
            <p:cNvPr id="19" name="!! icon">
              <a:extLst>
                <a:ext uri="{FF2B5EF4-FFF2-40B4-BE49-F238E27FC236}">
                  <a16:creationId xmlns:a16="http://schemas.microsoft.com/office/drawing/2014/main" id="{90921CC7-C5C5-97A0-C63D-8D28F06811A6}"/>
                </a:ext>
              </a:extLst>
            </p:cNvPr>
            <p:cNvGrpSpPr/>
            <p:nvPr/>
          </p:nvGrpSpPr>
          <p:grpSpPr>
            <a:xfrm>
              <a:off x="1659673" y="933566"/>
              <a:ext cx="658298" cy="658298"/>
              <a:chOff x="4725145" y="3205535"/>
              <a:chExt cx="446930" cy="446930"/>
            </a:xfrm>
          </p:grpSpPr>
          <p:sp>
            <p:nvSpPr>
              <p:cNvPr id="29" name="!! 背景">
                <a:hlinkClick r:id="rId4" action="ppaction://hlinksldjump"/>
                <a:extLst>
                  <a:ext uri="{FF2B5EF4-FFF2-40B4-BE49-F238E27FC236}">
                    <a16:creationId xmlns:a16="http://schemas.microsoft.com/office/drawing/2014/main" id="{68A36FD8-6C16-3E43-181E-C908FEC5FAA5}"/>
                  </a:ext>
                </a:extLst>
              </p:cNvPr>
              <p:cNvSpPr/>
              <p:nvPr/>
            </p:nvSpPr>
            <p:spPr>
              <a:xfrm>
                <a:off x="4725145" y="3205535"/>
                <a:ext cx="446930" cy="446930"/>
              </a:xfrm>
              <a:prstGeom prst="roundRect">
                <a:avLst/>
              </a:prstGeom>
              <a:solidFill>
                <a:srgbClr val="547A9C"/>
              </a:solidFill>
              <a:ln>
                <a:noFill/>
              </a:ln>
              <a:effectLst>
                <a:outerShdw blurRad="190500" algn="ctr" rotWithShape="0">
                  <a:prstClr val="black">
                    <a:alpha val="2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457189">
                  <a:defRPr/>
                </a:pPr>
                <a:endParaRPr lang="zh-CN" altLang="en-US" dirty="0">
                  <a:solidFill>
                    <a:srgbClr val="FFFFFF"/>
                  </a:solidFill>
                  <a:latin typeface="OPPOSans R"/>
                  <a:ea typeface="OPPOSans R"/>
                </a:endParaRPr>
              </a:p>
            </p:txBody>
          </p:sp>
          <p:pic>
            <p:nvPicPr>
              <p:cNvPr id="30" name="!! 图标" descr="单级齿轮 轮廓">
                <a:extLst>
                  <a:ext uri="{FF2B5EF4-FFF2-40B4-BE49-F238E27FC236}">
                    <a16:creationId xmlns:a16="http://schemas.microsoft.com/office/drawing/2014/main" id="{42E60DBA-F2AB-009F-9917-45855234B4F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4772763" y="3253153"/>
                <a:ext cx="351694" cy="351694"/>
              </a:xfrm>
              <a:prstGeom prst="rect">
                <a:avLst/>
              </a:prstGeom>
            </p:spPr>
          </p:pic>
        </p:grpSp>
        <p:sp>
          <p:nvSpPr>
            <p:cNvPr id="24" name="name">
              <a:extLst>
                <a:ext uri="{FF2B5EF4-FFF2-40B4-BE49-F238E27FC236}">
                  <a16:creationId xmlns:a16="http://schemas.microsoft.com/office/drawing/2014/main" id="{6E1653D5-CF28-B76B-78E4-19A2E372A54D}"/>
                </a:ext>
              </a:extLst>
            </p:cNvPr>
            <p:cNvSpPr txBox="1"/>
            <p:nvPr/>
          </p:nvSpPr>
          <p:spPr>
            <a:xfrm>
              <a:off x="1659673" y="1624246"/>
              <a:ext cx="65829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914377">
                <a:defRPr/>
              </a:pPr>
              <a:r>
                <a:rPr lang="zh-CN" altLang="en-US" sz="1200" dirty="0">
                  <a:solidFill>
                    <a:srgbClr val="FFFFFF"/>
                  </a:solidFill>
                  <a:effectLst>
                    <a:outerShdw blurRad="63500" sx="102000" sy="102000" algn="ctr" rotWithShape="0">
                      <a:prstClr val="black">
                        <a:alpha val="40000"/>
                      </a:prstClr>
                    </a:outerShdw>
                  </a:effectLst>
                  <a:latin typeface="vivo Sans"/>
                  <a:ea typeface="vivo Sans"/>
                </a:rPr>
                <a:t>设置</a:t>
              </a:r>
            </a:p>
          </p:txBody>
        </p:sp>
      </p:grpSp>
      <p:grpSp>
        <p:nvGrpSpPr>
          <p:cNvPr id="31" name="相机App">
            <a:extLst>
              <a:ext uri="{FF2B5EF4-FFF2-40B4-BE49-F238E27FC236}">
                <a16:creationId xmlns:a16="http://schemas.microsoft.com/office/drawing/2014/main" id="{4E7B3500-5C3C-0D66-5A52-CFD5C58372C3}"/>
              </a:ext>
            </a:extLst>
          </p:cNvPr>
          <p:cNvGrpSpPr/>
          <p:nvPr/>
        </p:nvGrpSpPr>
        <p:grpSpPr>
          <a:xfrm>
            <a:off x="3189538" y="933569"/>
            <a:ext cx="658299" cy="967679"/>
            <a:chOff x="3189536" y="933566"/>
            <a:chExt cx="658298" cy="967679"/>
          </a:xfrm>
        </p:grpSpPr>
        <p:grpSp>
          <p:nvGrpSpPr>
            <p:cNvPr id="32" name="!! icon">
              <a:extLst>
                <a:ext uri="{FF2B5EF4-FFF2-40B4-BE49-F238E27FC236}">
                  <a16:creationId xmlns:a16="http://schemas.microsoft.com/office/drawing/2014/main" id="{BCD6F480-CB4C-459D-FA7E-0ADD05C75D47}"/>
                </a:ext>
              </a:extLst>
            </p:cNvPr>
            <p:cNvGrpSpPr/>
            <p:nvPr/>
          </p:nvGrpSpPr>
          <p:grpSpPr>
            <a:xfrm>
              <a:off x="3189536" y="933566"/>
              <a:ext cx="658298" cy="658298"/>
              <a:chOff x="4725145" y="3205535"/>
              <a:chExt cx="446930" cy="446930"/>
            </a:xfrm>
          </p:grpSpPr>
          <p:sp>
            <p:nvSpPr>
              <p:cNvPr id="34" name="!! 背景">
                <a:hlinkClick r:id="rId7" action="ppaction://hlinksldjump"/>
                <a:extLst>
                  <a:ext uri="{FF2B5EF4-FFF2-40B4-BE49-F238E27FC236}">
                    <a16:creationId xmlns:a16="http://schemas.microsoft.com/office/drawing/2014/main" id="{A795B270-DD7B-F01A-6F0D-930123167043}"/>
                  </a:ext>
                </a:extLst>
              </p:cNvPr>
              <p:cNvSpPr/>
              <p:nvPr/>
            </p:nvSpPr>
            <p:spPr>
              <a:xfrm>
                <a:off x="4725145" y="3205535"/>
                <a:ext cx="446930" cy="446930"/>
              </a:xfrm>
              <a:prstGeom prst="roundRect">
                <a:avLst/>
              </a:prstGeom>
              <a:solidFill>
                <a:schemeClr val="bg1">
                  <a:lumMod val="25000"/>
                </a:schemeClr>
              </a:solidFill>
              <a:ln>
                <a:noFill/>
              </a:ln>
              <a:effectLst>
                <a:outerShdw blurRad="190500" algn="ctr" rotWithShape="0">
                  <a:prstClr val="black">
                    <a:alpha val="2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457189">
                  <a:defRPr/>
                </a:pPr>
                <a:endParaRPr lang="zh-CN" altLang="en-US" dirty="0">
                  <a:solidFill>
                    <a:srgbClr val="FFFFFF"/>
                  </a:solidFill>
                  <a:latin typeface="OPPOSans R"/>
                  <a:ea typeface="OPPOSans R"/>
                </a:endParaRPr>
              </a:p>
            </p:txBody>
          </p:sp>
          <p:pic>
            <p:nvPicPr>
              <p:cNvPr id="36" name="!! 图标">
                <a:extLst>
                  <a:ext uri="{FF2B5EF4-FFF2-40B4-BE49-F238E27FC236}">
                    <a16:creationId xmlns:a16="http://schemas.microsoft.com/office/drawing/2014/main" id="{03C46528-CDA3-2D97-9EF6-A553ACD984C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rcRect/>
              <a:stretch/>
            </p:blipFill>
            <p:spPr>
              <a:xfrm>
                <a:off x="4819504" y="3299894"/>
                <a:ext cx="258213" cy="258213"/>
              </a:xfrm>
              <a:prstGeom prst="rect">
                <a:avLst/>
              </a:prstGeom>
            </p:spPr>
          </p:pic>
        </p:grpSp>
        <p:sp>
          <p:nvSpPr>
            <p:cNvPr id="33" name="name">
              <a:extLst>
                <a:ext uri="{FF2B5EF4-FFF2-40B4-BE49-F238E27FC236}">
                  <a16:creationId xmlns:a16="http://schemas.microsoft.com/office/drawing/2014/main" id="{BE29E513-08CD-1A6F-BC19-B3B66D4B3F8F}"/>
                </a:ext>
              </a:extLst>
            </p:cNvPr>
            <p:cNvSpPr txBox="1"/>
            <p:nvPr/>
          </p:nvSpPr>
          <p:spPr>
            <a:xfrm>
              <a:off x="3189536" y="1624246"/>
              <a:ext cx="65829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914377">
                <a:defRPr/>
              </a:pPr>
              <a:r>
                <a:rPr lang="zh-CN" altLang="en-US" sz="1200" dirty="0">
                  <a:solidFill>
                    <a:srgbClr val="FFFFFF"/>
                  </a:solidFill>
                  <a:effectLst>
                    <a:outerShdw blurRad="63500" sx="102000" sy="102000" algn="ctr" rotWithShape="0">
                      <a:prstClr val="black">
                        <a:alpha val="40000"/>
                      </a:prstClr>
                    </a:outerShdw>
                  </a:effectLst>
                  <a:latin typeface="vivo Sans"/>
                  <a:ea typeface="vivo Sans"/>
                </a:rPr>
                <a:t>相机</a:t>
              </a:r>
            </a:p>
          </p:txBody>
        </p:sp>
      </p:grpSp>
      <p:sp>
        <p:nvSpPr>
          <p:cNvPr id="40" name="!! 背景">
            <a:hlinkClick r:id="rId10" action="ppaction://hlinksldjump"/>
            <a:extLst>
              <a:ext uri="{FF2B5EF4-FFF2-40B4-BE49-F238E27FC236}">
                <a16:creationId xmlns:a16="http://schemas.microsoft.com/office/drawing/2014/main" id="{03C8E147-FBAC-0522-A46E-5A288A93095D}"/>
              </a:ext>
            </a:extLst>
          </p:cNvPr>
          <p:cNvSpPr/>
          <p:nvPr/>
        </p:nvSpPr>
        <p:spPr>
          <a:xfrm>
            <a:off x="4719401" y="933567"/>
            <a:ext cx="658299" cy="658299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  <a:effectLst>
            <a:outerShdw blurRad="1905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189">
              <a:defRPr/>
            </a:pPr>
            <a:endParaRPr lang="zh-CN" altLang="en-US" dirty="0">
              <a:solidFill>
                <a:srgbClr val="FFFFFF"/>
              </a:solidFill>
              <a:latin typeface="OPPOSans R"/>
              <a:ea typeface="OPPOSans R"/>
            </a:endParaRPr>
          </a:p>
        </p:txBody>
      </p:sp>
      <p:pic>
        <p:nvPicPr>
          <p:cNvPr id="41" name="!! 图标">
            <a:extLst>
              <a:ext uri="{FF2B5EF4-FFF2-40B4-BE49-F238E27FC236}">
                <a16:creationId xmlns:a16="http://schemas.microsoft.com/office/drawing/2014/main" id="{9A13BBD4-3DF8-6E9C-8C57-DCDA3EE66643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/>
          <a:stretch/>
        </p:blipFill>
        <p:spPr>
          <a:xfrm>
            <a:off x="4858385" y="1072551"/>
            <a:ext cx="380331" cy="380331"/>
          </a:xfrm>
          <a:prstGeom prst="rect">
            <a:avLst/>
          </a:prstGeom>
        </p:spPr>
      </p:pic>
      <p:sp>
        <p:nvSpPr>
          <p:cNvPr id="39" name="name">
            <a:extLst>
              <a:ext uri="{FF2B5EF4-FFF2-40B4-BE49-F238E27FC236}">
                <a16:creationId xmlns:a16="http://schemas.microsoft.com/office/drawing/2014/main" id="{1DE6C53A-4EAB-D8E0-F763-74A2F07FB283}"/>
              </a:ext>
            </a:extLst>
          </p:cNvPr>
          <p:cNvSpPr txBox="1"/>
          <p:nvPr/>
        </p:nvSpPr>
        <p:spPr>
          <a:xfrm>
            <a:off x="4719401" y="1624249"/>
            <a:ext cx="6582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377">
              <a:defRPr/>
            </a:pPr>
            <a:r>
              <a:rPr lang="zh-CN" altLang="en-US" sz="1200" dirty="0">
                <a:solidFill>
                  <a:srgbClr val="FFFFFF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vivo Sans"/>
                <a:ea typeface="vivo Sans"/>
              </a:rPr>
              <a:t>相册</a:t>
            </a:r>
          </a:p>
        </p:txBody>
      </p:sp>
      <p:grpSp>
        <p:nvGrpSpPr>
          <p:cNvPr id="42" name="!! dock右">
            <a:extLst>
              <a:ext uri="{FF2B5EF4-FFF2-40B4-BE49-F238E27FC236}">
                <a16:creationId xmlns:a16="http://schemas.microsoft.com/office/drawing/2014/main" id="{9103FCB1-9E59-4587-A1C9-D3E6933DCDB6}"/>
              </a:ext>
            </a:extLst>
          </p:cNvPr>
          <p:cNvGrpSpPr/>
          <p:nvPr/>
        </p:nvGrpSpPr>
        <p:grpSpPr>
          <a:xfrm>
            <a:off x="4869924" y="5974167"/>
            <a:ext cx="2452159" cy="704839"/>
            <a:chOff x="7408333" y="5780624"/>
            <a:chExt cx="2452159" cy="704838"/>
          </a:xfrm>
        </p:grpSpPr>
        <p:sp useBgFill="1">
          <p:nvSpPr>
            <p:cNvPr id="43" name="!! 模糊">
              <a:extLst>
                <a:ext uri="{FF2B5EF4-FFF2-40B4-BE49-F238E27FC236}">
                  <a16:creationId xmlns:a16="http://schemas.microsoft.com/office/drawing/2014/main" id="{6D8C93D9-858B-5283-9CD3-65BB893C5E15}"/>
                </a:ext>
              </a:extLst>
            </p:cNvPr>
            <p:cNvSpPr>
              <a:spLocks/>
            </p:cNvSpPr>
            <p:nvPr/>
          </p:nvSpPr>
          <p:spPr>
            <a:xfrm>
              <a:off x="7408333" y="5780624"/>
              <a:ext cx="2452159" cy="704838"/>
            </a:xfrm>
            <a:prstGeom prst="roundRect">
              <a:avLst>
                <a:gd name="adj" fmla="val 15000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189">
                <a:defRPr/>
              </a:pPr>
              <a:endParaRPr lang="zh-CN" altLang="en-US">
                <a:solidFill>
                  <a:srgbClr val="FFFFFF"/>
                </a:solidFill>
                <a:latin typeface="OPPOSans R"/>
                <a:ea typeface="OPPOSans R"/>
              </a:endParaRPr>
            </a:p>
          </p:txBody>
        </p:sp>
        <p:sp>
          <p:nvSpPr>
            <p:cNvPr id="44" name="!! 颜色遮罩">
              <a:extLst>
                <a:ext uri="{FF2B5EF4-FFF2-40B4-BE49-F238E27FC236}">
                  <a16:creationId xmlns:a16="http://schemas.microsoft.com/office/drawing/2014/main" id="{DC6C60B7-2943-5488-D6A9-93C891E21F33}"/>
                </a:ext>
              </a:extLst>
            </p:cNvPr>
            <p:cNvSpPr>
              <a:spLocks/>
            </p:cNvSpPr>
            <p:nvPr/>
          </p:nvSpPr>
          <p:spPr>
            <a:xfrm>
              <a:off x="7408333" y="5780624"/>
              <a:ext cx="2452159" cy="704838"/>
            </a:xfrm>
            <a:prstGeom prst="roundRect">
              <a:avLst>
                <a:gd name="adj" fmla="val 15000"/>
              </a:avLst>
            </a:prstGeom>
            <a:solidFill>
              <a:schemeClr val="bg2">
                <a:alpha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189">
                <a:defRPr/>
              </a:pPr>
              <a:endParaRPr lang="zh-CN" altLang="en-US" dirty="0">
                <a:solidFill>
                  <a:srgbClr val="FFFFFF"/>
                </a:solidFill>
                <a:latin typeface="OPPOSans R"/>
                <a:ea typeface="OPPOSans R"/>
              </a:endParaRPr>
            </a:p>
          </p:txBody>
        </p:sp>
        <p:pic>
          <p:nvPicPr>
            <p:cNvPr id="45" name="!! 信号">
              <a:extLst>
                <a:ext uri="{FF2B5EF4-FFF2-40B4-BE49-F238E27FC236}">
                  <a16:creationId xmlns:a16="http://schemas.microsoft.com/office/drawing/2014/main" id="{430F3B38-3D34-81DF-0CFC-5F43F9A048DF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7638254" y="5893986"/>
              <a:ext cx="221460" cy="221458"/>
            </a:xfrm>
            <a:prstGeom prst="rect">
              <a:avLst/>
            </a:prstGeom>
          </p:spPr>
        </p:pic>
        <p:sp>
          <p:nvSpPr>
            <p:cNvPr id="46" name="!! 运营商">
              <a:extLst>
                <a:ext uri="{FF2B5EF4-FFF2-40B4-BE49-F238E27FC236}">
                  <a16:creationId xmlns:a16="http://schemas.microsoft.com/office/drawing/2014/main" id="{E43C0E6E-0A22-BE73-0C24-CAAC9D33B31B}"/>
                </a:ext>
              </a:extLst>
            </p:cNvPr>
            <p:cNvSpPr txBox="1"/>
            <p:nvPr/>
          </p:nvSpPr>
          <p:spPr>
            <a:xfrm>
              <a:off x="7813676" y="5913455"/>
              <a:ext cx="1114424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457189">
                <a:defRPr/>
              </a:pPr>
              <a:r>
                <a:rPr lang="en-US" altLang="zh-CN" sz="900" dirty="0">
                  <a:latin typeface="OPPOSans M"/>
                  <a:ea typeface="OPPOSans M"/>
                </a:rPr>
                <a:t>Virtual Net</a:t>
              </a:r>
              <a:endParaRPr lang="zh-CN" altLang="en-US" sz="900" dirty="0">
                <a:latin typeface="OPPOSans M"/>
                <a:ea typeface="OPPOSans M"/>
              </a:endParaRPr>
            </a:p>
          </p:txBody>
        </p:sp>
        <p:pic>
          <p:nvPicPr>
            <p:cNvPr id="47" name="!! 通知">
              <a:extLst>
                <a:ext uri="{FF2B5EF4-FFF2-40B4-BE49-F238E27FC236}">
                  <a16:creationId xmlns:a16="http://schemas.microsoft.com/office/drawing/2014/main" id="{B1046E62-63D9-46B6-DBFE-FBCD1B8C24B1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9287931" y="5948436"/>
              <a:ext cx="152400" cy="152400"/>
            </a:xfrm>
            <a:prstGeom prst="rect">
              <a:avLst/>
            </a:prstGeom>
          </p:spPr>
        </p:pic>
        <p:pic>
          <p:nvPicPr>
            <p:cNvPr id="48" name="!! 电池">
              <a:extLst>
                <a:ext uri="{FF2B5EF4-FFF2-40B4-BE49-F238E27FC236}">
                  <a16:creationId xmlns:a16="http://schemas.microsoft.com/office/drawing/2014/main" id="{ECF76923-5353-42C7-A48A-5D7C555603F6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7637460" y="6171965"/>
              <a:ext cx="191558" cy="191558"/>
            </a:xfrm>
            <a:prstGeom prst="rect">
              <a:avLst/>
            </a:prstGeom>
          </p:spPr>
        </p:pic>
        <p:sp>
          <p:nvSpPr>
            <p:cNvPr id="49" name="!! 时间">
              <a:extLst>
                <a:ext uri="{FF2B5EF4-FFF2-40B4-BE49-F238E27FC236}">
                  <a16:creationId xmlns:a16="http://schemas.microsoft.com/office/drawing/2014/main" id="{9C80874F-7452-50A3-1389-76EA79F9EC8A}"/>
                </a:ext>
              </a:extLst>
            </p:cNvPr>
            <p:cNvSpPr txBox="1"/>
            <p:nvPr/>
          </p:nvSpPr>
          <p:spPr>
            <a:xfrm>
              <a:off x="8982607" y="6148520"/>
              <a:ext cx="773641" cy="2540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defTabSz="457189">
                <a:defRPr/>
              </a:pPr>
              <a:r>
                <a:rPr lang="en-US" altLang="zh-CN" sz="1051" dirty="0">
                  <a:latin typeface="OPPOSans R"/>
                  <a:ea typeface="OPPOSans R"/>
                </a:rPr>
                <a:t>16:34</a:t>
              </a:r>
              <a:endParaRPr lang="zh-CN" altLang="en-US" sz="1051" dirty="0">
                <a:latin typeface="OPPOSans R"/>
                <a:ea typeface="OPPOSans R"/>
              </a:endParaRPr>
            </a:p>
          </p:txBody>
        </p:sp>
        <p:sp>
          <p:nvSpPr>
            <p:cNvPr id="50" name="!! AC">
              <a:extLst>
                <a:ext uri="{FF2B5EF4-FFF2-40B4-BE49-F238E27FC236}">
                  <a16:creationId xmlns:a16="http://schemas.microsoft.com/office/drawing/2014/main" id="{8EFDEE73-B3F2-8716-67BC-B2C3D31E37F9}"/>
                </a:ext>
              </a:extLst>
            </p:cNvPr>
            <p:cNvSpPr txBox="1"/>
            <p:nvPr/>
          </p:nvSpPr>
          <p:spPr>
            <a:xfrm>
              <a:off x="7766842" y="6152328"/>
              <a:ext cx="434183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457189">
                <a:defRPr/>
              </a:pPr>
              <a:r>
                <a:rPr lang="en-US" altLang="zh-CN" sz="900" dirty="0">
                  <a:latin typeface="OPPOSans R"/>
                  <a:ea typeface="OPPOSans R"/>
                </a:rPr>
                <a:t>49%</a:t>
              </a:r>
              <a:endParaRPr lang="zh-CN" altLang="en-US" sz="900" dirty="0">
                <a:latin typeface="OPPOSans R"/>
                <a:ea typeface="OPPOSans R"/>
              </a:endParaRPr>
            </a:p>
          </p:txBody>
        </p:sp>
        <p:pic>
          <p:nvPicPr>
            <p:cNvPr id="51" name="!! 声音">
              <a:extLst>
                <a:ext uri="{FF2B5EF4-FFF2-40B4-BE49-F238E27FC236}">
                  <a16:creationId xmlns:a16="http://schemas.microsoft.com/office/drawing/2014/main" id="{5102E5FC-7362-5767-3946-4A437FED22CA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p:blipFill>
          <p:spPr>
            <a:xfrm>
              <a:off x="9048732" y="5934670"/>
              <a:ext cx="179932" cy="179932"/>
            </a:xfrm>
            <a:prstGeom prst="rect">
              <a:avLst/>
            </a:prstGeom>
          </p:spPr>
        </p:pic>
        <p:pic>
          <p:nvPicPr>
            <p:cNvPr id="52" name="!! 电源">
              <a:hlinkClick r:id="rId21" action="ppaction://hlinksldjump"/>
              <a:extLst>
                <a:ext uri="{FF2B5EF4-FFF2-40B4-BE49-F238E27FC236}">
                  <a16:creationId xmlns:a16="http://schemas.microsoft.com/office/drawing/2014/main" id="{75AFD058-C57A-40F5-8F13-B2EEF4EAD77A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p:blipFill>
          <p:spPr>
            <a:xfrm>
              <a:off x="9489000" y="5925331"/>
              <a:ext cx="208372" cy="208370"/>
            </a:xfrm>
            <a:prstGeom prst="rect">
              <a:avLst/>
            </a:prstGeom>
          </p:spPr>
        </p:pic>
      </p:grpSp>
      <p:grpSp>
        <p:nvGrpSpPr>
          <p:cNvPr id="2" name="相册App">
            <a:extLst>
              <a:ext uri="{FF2B5EF4-FFF2-40B4-BE49-F238E27FC236}">
                <a16:creationId xmlns:a16="http://schemas.microsoft.com/office/drawing/2014/main" id="{DC3F1117-D22C-CF9D-5222-89C5FD16EF24}"/>
              </a:ext>
            </a:extLst>
          </p:cNvPr>
          <p:cNvGrpSpPr/>
          <p:nvPr/>
        </p:nvGrpSpPr>
        <p:grpSpPr>
          <a:xfrm>
            <a:off x="6111825" y="933569"/>
            <a:ext cx="658299" cy="967679"/>
            <a:chOff x="4719399" y="933566"/>
            <a:chExt cx="658298" cy="967679"/>
          </a:xfrm>
        </p:grpSpPr>
        <p:grpSp>
          <p:nvGrpSpPr>
            <p:cNvPr id="3" name="!! icon">
              <a:extLst>
                <a:ext uri="{FF2B5EF4-FFF2-40B4-BE49-F238E27FC236}">
                  <a16:creationId xmlns:a16="http://schemas.microsoft.com/office/drawing/2014/main" id="{51729278-7C1A-5738-C80B-435EE8D6656E}"/>
                </a:ext>
              </a:extLst>
            </p:cNvPr>
            <p:cNvGrpSpPr/>
            <p:nvPr/>
          </p:nvGrpSpPr>
          <p:grpSpPr>
            <a:xfrm>
              <a:off x="4719399" y="933566"/>
              <a:ext cx="658298" cy="658298"/>
              <a:chOff x="4725145" y="3205535"/>
              <a:chExt cx="446930" cy="446930"/>
            </a:xfrm>
          </p:grpSpPr>
          <p:sp>
            <p:nvSpPr>
              <p:cNvPr id="5" name="!! 背景">
                <a:hlinkClick r:id="rId24" action="ppaction://hlinksldjump"/>
                <a:extLst>
                  <a:ext uri="{FF2B5EF4-FFF2-40B4-BE49-F238E27FC236}">
                    <a16:creationId xmlns:a16="http://schemas.microsoft.com/office/drawing/2014/main" id="{691EF925-FB72-181A-2694-58B803A01744}"/>
                  </a:ext>
                </a:extLst>
              </p:cNvPr>
              <p:cNvSpPr/>
              <p:nvPr/>
            </p:nvSpPr>
            <p:spPr>
              <a:xfrm>
                <a:off x="4725145" y="3205535"/>
                <a:ext cx="446930" cy="446930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190500" algn="ctr" rotWithShape="0">
                  <a:prstClr val="black">
                    <a:alpha val="2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457189">
                  <a:defRPr/>
                </a:pPr>
                <a:endParaRPr lang="zh-CN" altLang="en-US" dirty="0">
                  <a:solidFill>
                    <a:srgbClr val="FFFFFF"/>
                  </a:solidFill>
                  <a:latin typeface="OPPOSans R"/>
                  <a:ea typeface="OPPOSans R"/>
                </a:endParaRPr>
              </a:p>
            </p:txBody>
          </p:sp>
          <p:pic>
            <p:nvPicPr>
              <p:cNvPr id="6" name="!! 图标">
                <a:extLst>
                  <a:ext uri="{FF2B5EF4-FFF2-40B4-BE49-F238E27FC236}">
                    <a16:creationId xmlns:a16="http://schemas.microsoft.com/office/drawing/2014/main" id="{8C6F5F72-0A23-4B74-8345-4CB5AC23178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5">
                <a:extLst>
                  <a:ext uri="{96DAC541-7B7A-43D3-8B79-37D633B846F1}">
                    <asvg:svgBlip xmlns:asvg="http://schemas.microsoft.com/office/drawing/2016/SVG/main" r:embed="rId26"/>
                  </a:ext>
                </a:extLst>
              </a:blip>
              <a:srcRect/>
              <a:stretch/>
            </p:blipFill>
            <p:spPr>
              <a:xfrm>
                <a:off x="4819504" y="3299894"/>
                <a:ext cx="258213" cy="258213"/>
              </a:xfrm>
              <a:prstGeom prst="rect">
                <a:avLst/>
              </a:prstGeom>
            </p:spPr>
          </p:pic>
        </p:grpSp>
        <p:sp>
          <p:nvSpPr>
            <p:cNvPr id="4" name="name">
              <a:extLst>
                <a:ext uri="{FF2B5EF4-FFF2-40B4-BE49-F238E27FC236}">
                  <a16:creationId xmlns:a16="http://schemas.microsoft.com/office/drawing/2014/main" id="{F9E2B419-8797-83AE-D3A7-9DA5CFCD7790}"/>
                </a:ext>
              </a:extLst>
            </p:cNvPr>
            <p:cNvSpPr txBox="1"/>
            <p:nvPr/>
          </p:nvSpPr>
          <p:spPr>
            <a:xfrm>
              <a:off x="4719399" y="1624246"/>
              <a:ext cx="65829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914377">
                <a:defRPr/>
              </a:pPr>
              <a:r>
                <a:rPr lang="zh-CN" altLang="en-US" sz="1200" dirty="0">
                  <a:solidFill>
                    <a:srgbClr val="FFFFFF"/>
                  </a:solidFill>
                  <a:effectLst>
                    <a:outerShdw blurRad="63500" sx="102000" sy="102000" algn="ctr" rotWithShape="0">
                      <a:prstClr val="black">
                        <a:alpha val="40000"/>
                      </a:prstClr>
                    </a:outerShdw>
                  </a:effectLst>
                  <a:latin typeface="vivo Sans"/>
                  <a:ea typeface="vivo Sans"/>
                </a:rPr>
                <a:t>仪表</a:t>
              </a:r>
            </a:p>
          </p:txBody>
        </p:sp>
      </p:grpSp>
      <p:grpSp>
        <p:nvGrpSpPr>
          <p:cNvPr id="7" name="相册App">
            <a:extLst>
              <a:ext uri="{FF2B5EF4-FFF2-40B4-BE49-F238E27FC236}">
                <a16:creationId xmlns:a16="http://schemas.microsoft.com/office/drawing/2014/main" id="{47D78BE4-8568-2AC2-FB09-766EEF3AF290}"/>
              </a:ext>
            </a:extLst>
          </p:cNvPr>
          <p:cNvGrpSpPr/>
          <p:nvPr/>
        </p:nvGrpSpPr>
        <p:grpSpPr>
          <a:xfrm>
            <a:off x="7407215" y="932404"/>
            <a:ext cx="852364" cy="967679"/>
            <a:chOff x="4622367" y="933566"/>
            <a:chExt cx="852363" cy="967679"/>
          </a:xfrm>
        </p:grpSpPr>
        <p:grpSp>
          <p:nvGrpSpPr>
            <p:cNvPr id="8" name="!! icon">
              <a:extLst>
                <a:ext uri="{FF2B5EF4-FFF2-40B4-BE49-F238E27FC236}">
                  <a16:creationId xmlns:a16="http://schemas.microsoft.com/office/drawing/2014/main" id="{18411DE5-53B9-BD23-0998-BF9720EE4BC8}"/>
                </a:ext>
              </a:extLst>
            </p:cNvPr>
            <p:cNvGrpSpPr/>
            <p:nvPr/>
          </p:nvGrpSpPr>
          <p:grpSpPr>
            <a:xfrm>
              <a:off x="4719399" y="933566"/>
              <a:ext cx="658298" cy="658298"/>
              <a:chOff x="4725145" y="3205535"/>
              <a:chExt cx="446930" cy="446930"/>
            </a:xfrm>
          </p:grpSpPr>
          <p:sp>
            <p:nvSpPr>
              <p:cNvPr id="10" name="!! 背景">
                <a:hlinkClick r:id="rId27" action="ppaction://hlinksldjump"/>
                <a:extLst>
                  <a:ext uri="{FF2B5EF4-FFF2-40B4-BE49-F238E27FC236}">
                    <a16:creationId xmlns:a16="http://schemas.microsoft.com/office/drawing/2014/main" id="{2EE935BA-3CB2-3510-4645-082D28BEFD4B}"/>
                  </a:ext>
                </a:extLst>
              </p:cNvPr>
              <p:cNvSpPr/>
              <p:nvPr/>
            </p:nvSpPr>
            <p:spPr>
              <a:xfrm>
                <a:off x="4725145" y="3205535"/>
                <a:ext cx="446930" cy="446930"/>
              </a:xfrm>
              <a:prstGeom prst="roundRect">
                <a:avLst/>
              </a:prstGeom>
              <a:solidFill>
                <a:schemeClr val="tx1"/>
              </a:solidFill>
              <a:ln>
                <a:noFill/>
              </a:ln>
              <a:effectLst>
                <a:outerShdw blurRad="190500" algn="ctr" rotWithShape="0">
                  <a:prstClr val="black">
                    <a:alpha val="2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457189">
                  <a:defRPr/>
                </a:pPr>
                <a:endParaRPr lang="zh-CN" altLang="en-US" dirty="0">
                  <a:solidFill>
                    <a:srgbClr val="FFFFFF"/>
                  </a:solidFill>
                  <a:latin typeface="OPPOSans R"/>
                  <a:ea typeface="OPPOSans R"/>
                </a:endParaRPr>
              </a:p>
            </p:txBody>
          </p:sp>
          <p:pic>
            <p:nvPicPr>
              <p:cNvPr id="11" name="!! 图标">
                <a:extLst>
                  <a:ext uri="{FF2B5EF4-FFF2-40B4-BE49-F238E27FC236}">
                    <a16:creationId xmlns:a16="http://schemas.microsoft.com/office/drawing/2014/main" id="{8CA183CC-7223-E333-B1A2-560208D06E1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8">
                <a:extLst>
                  <a:ext uri="{96DAC541-7B7A-43D3-8B79-37D633B846F1}">
                    <asvg:svgBlip xmlns:asvg="http://schemas.microsoft.com/office/drawing/2016/SVG/main" r:embed="rId29"/>
                  </a:ext>
                </a:extLst>
              </a:blip>
              <a:srcRect/>
              <a:stretch/>
            </p:blipFill>
            <p:spPr>
              <a:xfrm>
                <a:off x="4849699" y="3330089"/>
                <a:ext cx="197823" cy="197823"/>
              </a:xfrm>
              <a:prstGeom prst="rect">
                <a:avLst/>
              </a:prstGeom>
            </p:spPr>
          </p:pic>
        </p:grpSp>
        <p:sp>
          <p:nvSpPr>
            <p:cNvPr id="9" name="name">
              <a:extLst>
                <a:ext uri="{FF2B5EF4-FFF2-40B4-BE49-F238E27FC236}">
                  <a16:creationId xmlns:a16="http://schemas.microsoft.com/office/drawing/2014/main" id="{84983B1E-9F44-D7AC-1674-BE4FB1DD43C8}"/>
                </a:ext>
              </a:extLst>
            </p:cNvPr>
            <p:cNvSpPr txBox="1"/>
            <p:nvPr/>
          </p:nvSpPr>
          <p:spPr>
            <a:xfrm>
              <a:off x="4622367" y="1624246"/>
              <a:ext cx="85236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914377">
                <a:defRPr/>
              </a:pPr>
              <a:r>
                <a:rPr lang="zh-CN" altLang="en-US" sz="1200" dirty="0">
                  <a:solidFill>
                    <a:srgbClr val="FFFFFF"/>
                  </a:solidFill>
                  <a:effectLst>
                    <a:outerShdw blurRad="63500" sx="102000" sy="102000" algn="ctr" rotWithShape="0">
                      <a:prstClr val="black">
                        <a:alpha val="40000"/>
                      </a:prstClr>
                    </a:outerShdw>
                  </a:effectLst>
                  <a:latin typeface="vivo Sans"/>
                  <a:ea typeface="vivo Sans"/>
                </a:rPr>
                <a:t>屏幕照明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033720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0"/>
    </mc:Choice>
    <mc:Fallback xmlns="">
      <p:transition advClick="0" advTm="0"/>
    </mc:Fallback>
  </mc:AlternateContent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78568A-9612-703A-49C1-EB59B4FDBA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!! dock右">
            <a:extLst>
              <a:ext uri="{FF2B5EF4-FFF2-40B4-BE49-F238E27FC236}">
                <a16:creationId xmlns:a16="http://schemas.microsoft.com/office/drawing/2014/main" id="{A85426DF-9353-6E83-A171-EBA8E6CFB7ED}"/>
              </a:ext>
            </a:extLst>
          </p:cNvPr>
          <p:cNvGrpSpPr/>
          <p:nvPr/>
        </p:nvGrpSpPr>
        <p:grpSpPr>
          <a:xfrm>
            <a:off x="4869924" y="5917019"/>
            <a:ext cx="2452159" cy="704839"/>
            <a:chOff x="7408333" y="5780624"/>
            <a:chExt cx="2452159" cy="704838"/>
          </a:xfrm>
        </p:grpSpPr>
        <p:sp useBgFill="1">
          <p:nvSpPr>
            <p:cNvPr id="6" name="!! 模糊">
              <a:extLst>
                <a:ext uri="{FF2B5EF4-FFF2-40B4-BE49-F238E27FC236}">
                  <a16:creationId xmlns:a16="http://schemas.microsoft.com/office/drawing/2014/main" id="{50DAEE48-0FBB-F06E-DAA4-150C90FA89D1}"/>
                </a:ext>
              </a:extLst>
            </p:cNvPr>
            <p:cNvSpPr>
              <a:spLocks/>
            </p:cNvSpPr>
            <p:nvPr/>
          </p:nvSpPr>
          <p:spPr>
            <a:xfrm>
              <a:off x="7408333" y="5780624"/>
              <a:ext cx="2452159" cy="704838"/>
            </a:xfrm>
            <a:prstGeom prst="roundRect">
              <a:avLst>
                <a:gd name="adj" fmla="val 15000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189">
                <a:defRPr/>
              </a:pPr>
              <a:endParaRPr lang="zh-CN" altLang="en-US">
                <a:solidFill>
                  <a:srgbClr val="FFFFFF"/>
                </a:solidFill>
                <a:latin typeface="OPPOSans R"/>
                <a:ea typeface="OPPOSans R"/>
              </a:endParaRPr>
            </a:p>
          </p:txBody>
        </p:sp>
        <p:sp>
          <p:nvSpPr>
            <p:cNvPr id="7" name="!! 颜色遮罩">
              <a:extLst>
                <a:ext uri="{FF2B5EF4-FFF2-40B4-BE49-F238E27FC236}">
                  <a16:creationId xmlns:a16="http://schemas.microsoft.com/office/drawing/2014/main" id="{FDA09180-E152-2246-4E2A-883B6B4EF73A}"/>
                </a:ext>
              </a:extLst>
            </p:cNvPr>
            <p:cNvSpPr>
              <a:spLocks/>
            </p:cNvSpPr>
            <p:nvPr/>
          </p:nvSpPr>
          <p:spPr>
            <a:xfrm>
              <a:off x="7408333" y="5780624"/>
              <a:ext cx="2452159" cy="704838"/>
            </a:xfrm>
            <a:prstGeom prst="roundRect">
              <a:avLst>
                <a:gd name="adj" fmla="val 15000"/>
              </a:avLst>
            </a:prstGeom>
            <a:solidFill>
              <a:schemeClr val="tx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189">
                <a:defRPr/>
              </a:pPr>
              <a:endParaRPr lang="zh-CN" altLang="en-US" dirty="0">
                <a:solidFill>
                  <a:srgbClr val="FFFFFF"/>
                </a:solidFill>
                <a:latin typeface="OPPOSans R"/>
                <a:ea typeface="OPPOSans R"/>
              </a:endParaRPr>
            </a:p>
          </p:txBody>
        </p:sp>
        <p:pic>
          <p:nvPicPr>
            <p:cNvPr id="8" name="!! 信号">
              <a:extLst>
                <a:ext uri="{FF2B5EF4-FFF2-40B4-BE49-F238E27FC236}">
                  <a16:creationId xmlns:a16="http://schemas.microsoft.com/office/drawing/2014/main" id="{6709658D-6F3F-07BE-30F7-482AD081685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7638254" y="5893986"/>
              <a:ext cx="221460" cy="221458"/>
            </a:xfrm>
            <a:prstGeom prst="rect">
              <a:avLst/>
            </a:prstGeom>
          </p:spPr>
        </p:pic>
        <p:sp>
          <p:nvSpPr>
            <p:cNvPr id="9" name="!! 运营商">
              <a:extLst>
                <a:ext uri="{FF2B5EF4-FFF2-40B4-BE49-F238E27FC236}">
                  <a16:creationId xmlns:a16="http://schemas.microsoft.com/office/drawing/2014/main" id="{BC21A343-89A0-D064-A017-E59A1DEC9E7F}"/>
                </a:ext>
              </a:extLst>
            </p:cNvPr>
            <p:cNvSpPr txBox="1"/>
            <p:nvPr/>
          </p:nvSpPr>
          <p:spPr>
            <a:xfrm>
              <a:off x="7813676" y="5913455"/>
              <a:ext cx="1114424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457189">
                <a:defRPr/>
              </a:pPr>
              <a:r>
                <a:rPr lang="en-US" altLang="zh-CN" sz="900" dirty="0">
                  <a:solidFill>
                    <a:srgbClr val="FFFFFF"/>
                  </a:solidFill>
                  <a:latin typeface="OPPOSans M"/>
                  <a:ea typeface="OPPOSans M"/>
                </a:rPr>
                <a:t>Virtual Net</a:t>
              </a:r>
              <a:endParaRPr lang="zh-CN" altLang="en-US" sz="900" dirty="0">
                <a:solidFill>
                  <a:srgbClr val="FFFFFF"/>
                </a:solidFill>
                <a:latin typeface="OPPOSans M"/>
                <a:ea typeface="OPPOSans M"/>
              </a:endParaRPr>
            </a:p>
          </p:txBody>
        </p:sp>
        <p:pic>
          <p:nvPicPr>
            <p:cNvPr id="10" name="!! 通知">
              <a:extLst>
                <a:ext uri="{FF2B5EF4-FFF2-40B4-BE49-F238E27FC236}">
                  <a16:creationId xmlns:a16="http://schemas.microsoft.com/office/drawing/2014/main" id="{16CB8938-DCB5-A32E-34FA-ED0A153697D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9287931" y="5948436"/>
              <a:ext cx="152400" cy="152400"/>
            </a:xfrm>
            <a:prstGeom prst="rect">
              <a:avLst/>
            </a:prstGeom>
          </p:spPr>
        </p:pic>
        <p:pic>
          <p:nvPicPr>
            <p:cNvPr id="11" name="!! 电池">
              <a:extLst>
                <a:ext uri="{FF2B5EF4-FFF2-40B4-BE49-F238E27FC236}">
                  <a16:creationId xmlns:a16="http://schemas.microsoft.com/office/drawing/2014/main" id="{0D6F663F-A2BB-2DC5-35F5-CD0F7381DAF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7637460" y="6171965"/>
              <a:ext cx="191558" cy="191558"/>
            </a:xfrm>
            <a:prstGeom prst="rect">
              <a:avLst/>
            </a:prstGeom>
          </p:spPr>
        </p:pic>
        <p:sp>
          <p:nvSpPr>
            <p:cNvPr id="12" name="!! 时间">
              <a:extLst>
                <a:ext uri="{FF2B5EF4-FFF2-40B4-BE49-F238E27FC236}">
                  <a16:creationId xmlns:a16="http://schemas.microsoft.com/office/drawing/2014/main" id="{9925BD18-F6F3-75F1-15A8-1410B785B6BD}"/>
                </a:ext>
              </a:extLst>
            </p:cNvPr>
            <p:cNvSpPr txBox="1"/>
            <p:nvPr/>
          </p:nvSpPr>
          <p:spPr>
            <a:xfrm>
              <a:off x="8982607" y="6148520"/>
              <a:ext cx="773641" cy="2540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defTabSz="457189">
                <a:defRPr/>
              </a:pPr>
              <a:r>
                <a:rPr lang="en-US" altLang="zh-CN" sz="1051" dirty="0">
                  <a:solidFill>
                    <a:srgbClr val="FFFFFF"/>
                  </a:solidFill>
                  <a:latin typeface="OPPOSans R"/>
                  <a:ea typeface="OPPOSans R"/>
                </a:rPr>
                <a:t>16:34</a:t>
              </a:r>
              <a:endParaRPr lang="zh-CN" altLang="en-US" sz="1051" dirty="0">
                <a:solidFill>
                  <a:srgbClr val="FFFFFF"/>
                </a:solidFill>
                <a:latin typeface="OPPOSans R"/>
                <a:ea typeface="OPPOSans R"/>
              </a:endParaRPr>
            </a:p>
          </p:txBody>
        </p:sp>
        <p:sp>
          <p:nvSpPr>
            <p:cNvPr id="13" name="!! AC">
              <a:extLst>
                <a:ext uri="{FF2B5EF4-FFF2-40B4-BE49-F238E27FC236}">
                  <a16:creationId xmlns:a16="http://schemas.microsoft.com/office/drawing/2014/main" id="{E2B93911-486D-40D0-CA67-43F09AEE1A94}"/>
                </a:ext>
              </a:extLst>
            </p:cNvPr>
            <p:cNvSpPr txBox="1"/>
            <p:nvPr/>
          </p:nvSpPr>
          <p:spPr>
            <a:xfrm>
              <a:off x="7766842" y="6152328"/>
              <a:ext cx="434183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457189">
                <a:defRPr/>
              </a:pPr>
              <a:r>
                <a:rPr lang="en-US" altLang="zh-CN" sz="900" dirty="0">
                  <a:solidFill>
                    <a:srgbClr val="FFFFFF"/>
                  </a:solidFill>
                  <a:latin typeface="OPPOSans R"/>
                  <a:ea typeface="OPPOSans R"/>
                </a:rPr>
                <a:t>49%</a:t>
              </a:r>
              <a:endParaRPr lang="zh-CN" altLang="en-US" sz="900" dirty="0">
                <a:solidFill>
                  <a:srgbClr val="FFFFFF"/>
                </a:solidFill>
                <a:latin typeface="OPPOSans R"/>
                <a:ea typeface="OPPOSans R"/>
              </a:endParaRPr>
            </a:p>
          </p:txBody>
        </p:sp>
        <p:pic>
          <p:nvPicPr>
            <p:cNvPr id="14" name="!! 声音">
              <a:extLst>
                <a:ext uri="{FF2B5EF4-FFF2-40B4-BE49-F238E27FC236}">
                  <a16:creationId xmlns:a16="http://schemas.microsoft.com/office/drawing/2014/main" id="{0B666867-C1A8-A4CC-9244-8D442E605BED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9048732" y="5934670"/>
              <a:ext cx="179932" cy="179932"/>
            </a:xfrm>
            <a:prstGeom prst="rect">
              <a:avLst/>
            </a:prstGeom>
          </p:spPr>
        </p:pic>
        <p:pic>
          <p:nvPicPr>
            <p:cNvPr id="15" name="!! 电源">
              <a:hlinkClick r:id="rId11" action="ppaction://hlinksldjump"/>
              <a:extLst>
                <a:ext uri="{FF2B5EF4-FFF2-40B4-BE49-F238E27FC236}">
                  <a16:creationId xmlns:a16="http://schemas.microsoft.com/office/drawing/2014/main" id="{08BFACBD-2500-9380-4148-F6D7CFD2267C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9489000" y="5925331"/>
              <a:ext cx="208372" cy="208370"/>
            </a:xfrm>
            <a:prstGeom prst="rect">
              <a:avLst/>
            </a:prstGeom>
          </p:spPr>
        </p:pic>
      </p:grp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0FB61DB4-3954-2929-845F-2B82A19CFB81}"/>
              </a:ext>
            </a:extLst>
          </p:cNvPr>
          <p:cNvGrpSpPr/>
          <p:nvPr/>
        </p:nvGrpSpPr>
        <p:grpSpPr>
          <a:xfrm>
            <a:off x="1659675" y="933567"/>
            <a:ext cx="658299" cy="967680"/>
            <a:chOff x="2726128" y="2691285"/>
            <a:chExt cx="527312" cy="775134"/>
          </a:xfrm>
          <a:effectLst/>
        </p:grpSpPr>
        <p:grpSp>
          <p:nvGrpSpPr>
            <p:cNvPr id="17" name="!! 设置">
              <a:extLst>
                <a:ext uri="{FF2B5EF4-FFF2-40B4-BE49-F238E27FC236}">
                  <a16:creationId xmlns:a16="http://schemas.microsoft.com/office/drawing/2014/main" id="{54A78E3C-5FFC-691D-B8BE-09B5B67DA0CA}"/>
                </a:ext>
              </a:extLst>
            </p:cNvPr>
            <p:cNvGrpSpPr/>
            <p:nvPr/>
          </p:nvGrpSpPr>
          <p:grpSpPr>
            <a:xfrm>
              <a:off x="2726128" y="2691285"/>
              <a:ext cx="527312" cy="527312"/>
              <a:chOff x="4725145" y="3205535"/>
              <a:chExt cx="446930" cy="446930"/>
            </a:xfrm>
          </p:grpSpPr>
          <p:sp>
            <p:nvSpPr>
              <p:cNvPr id="19" name="背景">
                <a:hlinkClick r:id="rId14" action="ppaction://hlinksldjump"/>
                <a:extLst>
                  <a:ext uri="{FF2B5EF4-FFF2-40B4-BE49-F238E27FC236}">
                    <a16:creationId xmlns:a16="http://schemas.microsoft.com/office/drawing/2014/main" id="{A3DE0590-939A-29F2-F6F5-BBC8D7FAA10B}"/>
                  </a:ext>
                </a:extLst>
              </p:cNvPr>
              <p:cNvSpPr/>
              <p:nvPr/>
            </p:nvSpPr>
            <p:spPr>
              <a:xfrm>
                <a:off x="4725145" y="3205535"/>
                <a:ext cx="446930" cy="446930"/>
              </a:xfrm>
              <a:prstGeom prst="roundRect">
                <a:avLst/>
              </a:prstGeom>
              <a:solidFill>
                <a:schemeClr val="accent4">
                  <a:lumMod val="50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457189">
                  <a:defRPr/>
                </a:pPr>
                <a:endParaRPr lang="zh-CN" altLang="en-US" dirty="0">
                  <a:solidFill>
                    <a:srgbClr val="FFFFFF"/>
                  </a:solidFill>
                  <a:latin typeface="OPPOSans R"/>
                  <a:ea typeface="OPPOSans R"/>
                </a:endParaRPr>
              </a:p>
            </p:txBody>
          </p:sp>
          <p:pic>
            <p:nvPicPr>
              <p:cNvPr id="20" name="齿轮" descr="单级齿轮 轮廓">
                <a:extLst>
                  <a:ext uri="{FF2B5EF4-FFF2-40B4-BE49-F238E27FC236}">
                    <a16:creationId xmlns:a16="http://schemas.microsoft.com/office/drawing/2014/main" id="{C6EBCF05-CEE3-C562-2277-D3CBD05D473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6"/>
                  </a:ext>
                </a:extLst>
              </a:blip>
              <a:stretch>
                <a:fillRect/>
              </a:stretch>
            </p:blipFill>
            <p:spPr>
              <a:xfrm>
                <a:off x="4772763" y="3253153"/>
                <a:ext cx="351694" cy="351694"/>
              </a:xfrm>
              <a:prstGeom prst="rect">
                <a:avLst/>
              </a:prstGeom>
            </p:spPr>
          </p:pic>
        </p:grp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5D321A8D-E822-EFAC-2FC0-6B06E416B88F}"/>
                </a:ext>
              </a:extLst>
            </p:cNvPr>
            <p:cNvSpPr txBox="1"/>
            <p:nvPr/>
          </p:nvSpPr>
          <p:spPr>
            <a:xfrm>
              <a:off x="2726128" y="3244536"/>
              <a:ext cx="527312" cy="2218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914377">
                <a:defRPr/>
              </a:pPr>
              <a:r>
                <a:rPr lang="zh-CN" altLang="en-US" sz="1200" dirty="0">
                  <a:solidFill>
                    <a:srgbClr val="FFFFFF"/>
                  </a:solidFill>
                  <a:effectLst>
                    <a:outerShdw blurRad="63500" sx="102000" sy="102000" algn="ctr" rotWithShape="0">
                      <a:prstClr val="black">
                        <a:alpha val="40000"/>
                      </a:prstClr>
                    </a:outerShdw>
                  </a:effectLst>
                  <a:latin typeface="vivo Sans"/>
                  <a:ea typeface="vivo Sans"/>
                </a:rPr>
                <a:t>设置</a:t>
              </a:r>
            </a:p>
          </p:txBody>
        </p:sp>
      </p:grpSp>
      <p:grpSp>
        <p:nvGrpSpPr>
          <p:cNvPr id="21" name="相机">
            <a:extLst>
              <a:ext uri="{FF2B5EF4-FFF2-40B4-BE49-F238E27FC236}">
                <a16:creationId xmlns:a16="http://schemas.microsoft.com/office/drawing/2014/main" id="{E24702D6-4FF8-BB54-7914-55049C8FC427}"/>
              </a:ext>
            </a:extLst>
          </p:cNvPr>
          <p:cNvGrpSpPr/>
          <p:nvPr/>
        </p:nvGrpSpPr>
        <p:grpSpPr>
          <a:xfrm>
            <a:off x="3189538" y="933569"/>
            <a:ext cx="658299" cy="967679"/>
            <a:chOff x="3189536" y="933566"/>
            <a:chExt cx="658298" cy="967679"/>
          </a:xfrm>
        </p:grpSpPr>
        <p:sp>
          <p:nvSpPr>
            <p:cNvPr id="22" name="背景">
              <a:extLst>
                <a:ext uri="{FF2B5EF4-FFF2-40B4-BE49-F238E27FC236}">
                  <a16:creationId xmlns:a16="http://schemas.microsoft.com/office/drawing/2014/main" id="{FD8C947E-F5EC-D7A1-EFC7-E25171EFE1AD}"/>
                </a:ext>
              </a:extLst>
            </p:cNvPr>
            <p:cNvSpPr/>
            <p:nvPr/>
          </p:nvSpPr>
          <p:spPr>
            <a:xfrm>
              <a:off x="3189536" y="933566"/>
              <a:ext cx="658298" cy="658298"/>
            </a:xfrm>
            <a:prstGeom prst="roundRect">
              <a:avLst/>
            </a:prstGeom>
            <a:solidFill>
              <a:srgbClr val="547A9C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189">
                <a:defRPr/>
              </a:pPr>
              <a:endParaRPr lang="zh-CN" altLang="en-US" dirty="0">
                <a:solidFill>
                  <a:srgbClr val="FFFFFF"/>
                </a:solidFill>
                <a:latin typeface="OPPOSans R"/>
                <a:ea typeface="OPPOSans R"/>
              </a:endParaRPr>
            </a:p>
          </p:txBody>
        </p:sp>
        <p:pic>
          <p:nvPicPr>
            <p:cNvPr id="23" name="icon">
              <a:extLst>
                <a:ext uri="{FF2B5EF4-FFF2-40B4-BE49-F238E27FC236}">
                  <a16:creationId xmlns:a16="http://schemas.microsoft.com/office/drawing/2014/main" id="{527D4F85-80AE-F648-5228-329006FE860C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rcRect/>
            <a:stretch/>
          </p:blipFill>
          <p:spPr>
            <a:xfrm>
              <a:off x="3328520" y="1072550"/>
              <a:ext cx="380330" cy="380330"/>
            </a:xfrm>
            <a:prstGeom prst="rect">
              <a:avLst/>
            </a:prstGeom>
          </p:spPr>
        </p:pic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5ECBDD15-64D0-BE2E-ED43-61E8BCC51470}"/>
                </a:ext>
              </a:extLst>
            </p:cNvPr>
            <p:cNvSpPr txBox="1"/>
            <p:nvPr/>
          </p:nvSpPr>
          <p:spPr>
            <a:xfrm>
              <a:off x="3189536" y="1624246"/>
              <a:ext cx="65829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914377">
                <a:defRPr/>
              </a:pPr>
              <a:r>
                <a:rPr lang="zh-CN" altLang="en-US" sz="1200" dirty="0">
                  <a:solidFill>
                    <a:srgbClr val="FFFFFF"/>
                  </a:solidFill>
                  <a:effectLst>
                    <a:outerShdw blurRad="63500" sx="102000" sy="102000" algn="ctr" rotWithShape="0">
                      <a:prstClr val="black">
                        <a:alpha val="40000"/>
                      </a:prstClr>
                    </a:outerShdw>
                  </a:effectLst>
                  <a:latin typeface="vivo Sans"/>
                  <a:ea typeface="vivo Sans"/>
                </a:rPr>
                <a:t>相机</a:t>
              </a:r>
            </a:p>
          </p:txBody>
        </p:sp>
      </p:grpSp>
      <p:sp>
        <p:nvSpPr>
          <p:cNvPr id="2" name="!! 背景">
            <a:extLst>
              <a:ext uri="{FF2B5EF4-FFF2-40B4-BE49-F238E27FC236}">
                <a16:creationId xmlns:a16="http://schemas.microsoft.com/office/drawing/2014/main" id="{4D1E5330-0E65-5576-7CAF-FB70F923CA7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3175"/>
            </a:avLst>
          </a:prstGeom>
          <a:solidFill>
            <a:schemeClr val="bg1"/>
          </a:solidFill>
          <a:ln>
            <a:noFill/>
          </a:ln>
          <a:effectLst>
            <a:glow rad="2286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189">
              <a:defRPr/>
            </a:pPr>
            <a:endParaRPr lang="zh-CN" altLang="en-US" dirty="0">
              <a:solidFill>
                <a:srgbClr val="FFFFFF"/>
              </a:solidFill>
              <a:latin typeface="OPPOSans R"/>
              <a:ea typeface="OPPOSans R"/>
            </a:endParaRPr>
          </a:p>
        </p:txBody>
      </p:sp>
      <p:pic>
        <p:nvPicPr>
          <p:cNvPr id="26" name="!! 图标">
            <a:extLst>
              <a:ext uri="{FF2B5EF4-FFF2-40B4-BE49-F238E27FC236}">
                <a16:creationId xmlns:a16="http://schemas.microsoft.com/office/drawing/2014/main" id="{20229FC1-E1FA-0F7C-8348-3D9CD31FE8B0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rcRect/>
          <a:stretch/>
        </p:blipFill>
        <p:spPr>
          <a:xfrm>
            <a:off x="5543775" y="2876776"/>
            <a:ext cx="1104455" cy="1104455"/>
          </a:xfrm>
          <a:prstGeom prst="rect">
            <a:avLst/>
          </a:prstGeom>
        </p:spPr>
      </p:pic>
      <p:sp>
        <p:nvSpPr>
          <p:cNvPr id="4" name="!! App名">
            <a:extLst>
              <a:ext uri="{FF2B5EF4-FFF2-40B4-BE49-F238E27FC236}">
                <a16:creationId xmlns:a16="http://schemas.microsoft.com/office/drawing/2014/main" id="{2CA15259-BB57-3858-E5BD-BFA7CE515443}"/>
              </a:ext>
            </a:extLst>
          </p:cNvPr>
          <p:cNvSpPr txBox="1"/>
          <p:nvPr/>
        </p:nvSpPr>
        <p:spPr>
          <a:xfrm>
            <a:off x="5046563" y="4880565"/>
            <a:ext cx="209501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377">
              <a:defRPr/>
            </a:pPr>
            <a:r>
              <a:rPr lang="zh-CN" altLang="en-US" sz="2000" dirty="0">
                <a:solidFill>
                  <a:srgbClr val="181818">
                    <a:lumMod val="50000"/>
                    <a:lumOff val="50000"/>
                  </a:srgbClr>
                </a:solidFill>
                <a:latin typeface="vivo Sans"/>
                <a:ea typeface="vivo Sans"/>
              </a:rPr>
              <a:t>相册</a:t>
            </a:r>
          </a:p>
        </p:txBody>
      </p:sp>
      <p:pic>
        <p:nvPicPr>
          <p:cNvPr id="3" name="!! icon">
            <a:extLst>
              <a:ext uri="{FF2B5EF4-FFF2-40B4-BE49-F238E27FC236}">
                <a16:creationId xmlns:a16="http://schemas.microsoft.com/office/drawing/2014/main" id="{F4E94849-9FA4-E19B-E7B8-EBA7265693AA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rcRect/>
          <a:stretch/>
        </p:blipFill>
        <p:spPr>
          <a:xfrm>
            <a:off x="4483239" y="1818169"/>
            <a:ext cx="3221667" cy="3221667"/>
          </a:xfrm>
          <a:prstGeom prst="rect">
            <a:avLst/>
          </a:prstGeom>
        </p:spPr>
      </p:pic>
      <p:grpSp>
        <p:nvGrpSpPr>
          <p:cNvPr id="25" name="!! dock右">
            <a:extLst>
              <a:ext uri="{FF2B5EF4-FFF2-40B4-BE49-F238E27FC236}">
                <a16:creationId xmlns:a16="http://schemas.microsoft.com/office/drawing/2014/main" id="{10D38FD3-5E97-AF0F-19AF-07D7C13BE7FB}"/>
              </a:ext>
            </a:extLst>
          </p:cNvPr>
          <p:cNvGrpSpPr/>
          <p:nvPr/>
        </p:nvGrpSpPr>
        <p:grpSpPr>
          <a:xfrm>
            <a:off x="4869920" y="7119572"/>
            <a:ext cx="2452159" cy="574899"/>
            <a:chOff x="7408333" y="5780624"/>
            <a:chExt cx="2452159" cy="704838"/>
          </a:xfrm>
        </p:grpSpPr>
        <p:sp useBgFill="1">
          <p:nvSpPr>
            <p:cNvPr id="27" name="!! 模糊">
              <a:extLst>
                <a:ext uri="{FF2B5EF4-FFF2-40B4-BE49-F238E27FC236}">
                  <a16:creationId xmlns:a16="http://schemas.microsoft.com/office/drawing/2014/main" id="{41A1A068-C4D7-4938-AC08-FF9D386129AC}"/>
                </a:ext>
              </a:extLst>
            </p:cNvPr>
            <p:cNvSpPr>
              <a:spLocks/>
            </p:cNvSpPr>
            <p:nvPr/>
          </p:nvSpPr>
          <p:spPr>
            <a:xfrm>
              <a:off x="7408333" y="5780624"/>
              <a:ext cx="2452159" cy="704838"/>
            </a:xfrm>
            <a:prstGeom prst="roundRect">
              <a:avLst>
                <a:gd name="adj" fmla="val 15000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189">
                <a:defRPr/>
              </a:pPr>
              <a:endParaRPr lang="zh-CN" altLang="en-US">
                <a:solidFill>
                  <a:srgbClr val="FFFFFF"/>
                </a:solidFill>
                <a:latin typeface="OPPOSans R"/>
                <a:ea typeface="OPPOSans R"/>
              </a:endParaRPr>
            </a:p>
          </p:txBody>
        </p:sp>
        <p:sp>
          <p:nvSpPr>
            <p:cNvPr id="28" name="!! 颜色遮罩">
              <a:extLst>
                <a:ext uri="{FF2B5EF4-FFF2-40B4-BE49-F238E27FC236}">
                  <a16:creationId xmlns:a16="http://schemas.microsoft.com/office/drawing/2014/main" id="{E2344923-21B0-E32B-B048-CBF0C9442CCF}"/>
                </a:ext>
              </a:extLst>
            </p:cNvPr>
            <p:cNvSpPr>
              <a:spLocks/>
            </p:cNvSpPr>
            <p:nvPr/>
          </p:nvSpPr>
          <p:spPr>
            <a:xfrm>
              <a:off x="7408333" y="5780624"/>
              <a:ext cx="2452159" cy="704838"/>
            </a:xfrm>
            <a:prstGeom prst="roundRect">
              <a:avLst>
                <a:gd name="adj" fmla="val 15000"/>
              </a:avLst>
            </a:prstGeom>
            <a:solidFill>
              <a:schemeClr val="bg2">
                <a:alpha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189">
                <a:defRPr/>
              </a:pPr>
              <a:endParaRPr lang="zh-CN" altLang="en-US" dirty="0">
                <a:solidFill>
                  <a:srgbClr val="FFFFFF"/>
                </a:solidFill>
                <a:latin typeface="OPPOSans R"/>
                <a:ea typeface="OPPOSans R"/>
              </a:endParaRPr>
            </a:p>
          </p:txBody>
        </p:sp>
        <p:pic>
          <p:nvPicPr>
            <p:cNvPr id="29" name="!! 信号">
              <a:extLst>
                <a:ext uri="{FF2B5EF4-FFF2-40B4-BE49-F238E27FC236}">
                  <a16:creationId xmlns:a16="http://schemas.microsoft.com/office/drawing/2014/main" id="{51C31F46-D72E-B1C0-9659-2D2F1ED76B4B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/>
            </a:stretch>
          </p:blipFill>
          <p:spPr>
            <a:xfrm>
              <a:off x="7638254" y="5893986"/>
              <a:ext cx="221460" cy="221458"/>
            </a:xfrm>
            <a:prstGeom prst="rect">
              <a:avLst/>
            </a:prstGeom>
          </p:spPr>
        </p:pic>
        <p:sp>
          <p:nvSpPr>
            <p:cNvPr id="30" name="!! 运营商">
              <a:extLst>
                <a:ext uri="{FF2B5EF4-FFF2-40B4-BE49-F238E27FC236}">
                  <a16:creationId xmlns:a16="http://schemas.microsoft.com/office/drawing/2014/main" id="{A7817575-4F95-A647-3921-F2067840B8C5}"/>
                </a:ext>
              </a:extLst>
            </p:cNvPr>
            <p:cNvSpPr txBox="1"/>
            <p:nvPr/>
          </p:nvSpPr>
          <p:spPr>
            <a:xfrm>
              <a:off x="7813676" y="5913455"/>
              <a:ext cx="1114424" cy="2830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457189">
                <a:defRPr/>
              </a:pPr>
              <a:r>
                <a:rPr lang="en-US" altLang="zh-CN" sz="900" dirty="0">
                  <a:latin typeface="OPPOSans M"/>
                  <a:ea typeface="OPPOSans M"/>
                </a:rPr>
                <a:t>Virtual Net</a:t>
              </a:r>
              <a:endParaRPr lang="zh-CN" altLang="en-US" sz="900" dirty="0">
                <a:latin typeface="OPPOSans M"/>
                <a:ea typeface="OPPOSans M"/>
              </a:endParaRPr>
            </a:p>
          </p:txBody>
        </p:sp>
        <p:pic>
          <p:nvPicPr>
            <p:cNvPr id="31" name="!! 通知">
              <a:extLst>
                <a:ext uri="{FF2B5EF4-FFF2-40B4-BE49-F238E27FC236}">
                  <a16:creationId xmlns:a16="http://schemas.microsoft.com/office/drawing/2014/main" id="{1FE0A139-A02A-3177-7988-A33EF02CCB2E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/>
            </a:stretch>
          </p:blipFill>
          <p:spPr>
            <a:xfrm>
              <a:off x="9287931" y="5948436"/>
              <a:ext cx="152400" cy="152400"/>
            </a:xfrm>
            <a:prstGeom prst="rect">
              <a:avLst/>
            </a:prstGeom>
          </p:spPr>
        </p:pic>
        <p:pic>
          <p:nvPicPr>
            <p:cNvPr id="32" name="!! 电池">
              <a:extLst>
                <a:ext uri="{FF2B5EF4-FFF2-40B4-BE49-F238E27FC236}">
                  <a16:creationId xmlns:a16="http://schemas.microsoft.com/office/drawing/2014/main" id="{6E02053B-3E99-4792-9C8A-375F2FDD604C}"/>
                </a:ext>
              </a:extLst>
            </p:cNvPr>
            <p:cNvPicPr>
              <a:picLocks noChangeAspect="1"/>
            </p:cNvPicPr>
            <p:nvPr/>
          </p:nvPicPr>
          <p:blipFill>
            <a:blip r:embed="rId2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/>
            </a:stretch>
          </p:blipFill>
          <p:spPr>
            <a:xfrm>
              <a:off x="7637460" y="6171965"/>
              <a:ext cx="191558" cy="191558"/>
            </a:xfrm>
            <a:prstGeom prst="rect">
              <a:avLst/>
            </a:prstGeom>
          </p:spPr>
        </p:pic>
        <p:sp>
          <p:nvSpPr>
            <p:cNvPr id="33" name="!! 时间">
              <a:extLst>
                <a:ext uri="{FF2B5EF4-FFF2-40B4-BE49-F238E27FC236}">
                  <a16:creationId xmlns:a16="http://schemas.microsoft.com/office/drawing/2014/main" id="{5829D9EF-F796-5D29-4BCB-10B82CD317E9}"/>
                </a:ext>
              </a:extLst>
            </p:cNvPr>
            <p:cNvSpPr txBox="1"/>
            <p:nvPr/>
          </p:nvSpPr>
          <p:spPr>
            <a:xfrm>
              <a:off x="8982607" y="6148520"/>
              <a:ext cx="773641" cy="3114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defTabSz="457189">
                <a:defRPr/>
              </a:pPr>
              <a:r>
                <a:rPr lang="en-US" altLang="zh-CN" sz="1051" dirty="0">
                  <a:latin typeface="OPPOSans R"/>
                  <a:ea typeface="OPPOSans R"/>
                </a:rPr>
                <a:t>16:34</a:t>
              </a:r>
              <a:endParaRPr lang="zh-CN" altLang="en-US" sz="1051" dirty="0">
                <a:latin typeface="OPPOSans R"/>
                <a:ea typeface="OPPOSans R"/>
              </a:endParaRPr>
            </a:p>
          </p:txBody>
        </p:sp>
        <p:sp>
          <p:nvSpPr>
            <p:cNvPr id="34" name="!! AC">
              <a:extLst>
                <a:ext uri="{FF2B5EF4-FFF2-40B4-BE49-F238E27FC236}">
                  <a16:creationId xmlns:a16="http://schemas.microsoft.com/office/drawing/2014/main" id="{7C52BB28-7E0B-B992-4684-2AE00C43B000}"/>
                </a:ext>
              </a:extLst>
            </p:cNvPr>
            <p:cNvSpPr txBox="1"/>
            <p:nvPr/>
          </p:nvSpPr>
          <p:spPr>
            <a:xfrm>
              <a:off x="7766842" y="6152328"/>
              <a:ext cx="434183" cy="2830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457189">
                <a:defRPr/>
              </a:pPr>
              <a:r>
                <a:rPr lang="en-US" altLang="zh-CN" sz="900" dirty="0">
                  <a:latin typeface="OPPOSans R"/>
                  <a:ea typeface="OPPOSans R"/>
                </a:rPr>
                <a:t>49%</a:t>
              </a:r>
              <a:endParaRPr lang="zh-CN" altLang="en-US" sz="900" dirty="0">
                <a:latin typeface="OPPOSans R"/>
                <a:ea typeface="OPPOSans R"/>
              </a:endParaRPr>
            </a:p>
          </p:txBody>
        </p:sp>
        <p:pic>
          <p:nvPicPr>
            <p:cNvPr id="35" name="!! 声音">
              <a:extLst>
                <a:ext uri="{FF2B5EF4-FFF2-40B4-BE49-F238E27FC236}">
                  <a16:creationId xmlns:a16="http://schemas.microsoft.com/office/drawing/2014/main" id="{A25F920B-5F99-0C3E-B17C-59A5FA8535DA}"/>
                </a:ext>
              </a:extLst>
            </p:cNvPr>
            <p:cNvPicPr>
              <a:picLocks noChangeAspect="1"/>
            </p:cNvPicPr>
            <p:nvPr/>
          </p:nvPicPr>
          <p:blipFill>
            <a:blip r:embed="rId29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0"/>
                </a:ext>
              </a:extLst>
            </a:blip>
            <a:stretch>
              <a:fillRect/>
            </a:stretch>
          </p:blipFill>
          <p:spPr>
            <a:xfrm>
              <a:off x="9048732" y="5934670"/>
              <a:ext cx="179932" cy="179932"/>
            </a:xfrm>
            <a:prstGeom prst="rect">
              <a:avLst/>
            </a:prstGeom>
          </p:spPr>
        </p:pic>
        <p:pic>
          <p:nvPicPr>
            <p:cNvPr id="36" name="!! 电源">
              <a:hlinkClick r:id="rId11" action="ppaction://hlinksldjump"/>
              <a:extLst>
                <a:ext uri="{FF2B5EF4-FFF2-40B4-BE49-F238E27FC236}">
                  <a16:creationId xmlns:a16="http://schemas.microsoft.com/office/drawing/2014/main" id="{53CA7F2E-99D3-DD28-1B35-92D7DF7E7DDE}"/>
                </a:ext>
              </a:extLst>
            </p:cNvPr>
            <p:cNvPicPr>
              <a:picLocks noChangeAspect="1"/>
            </p:cNvPicPr>
            <p:nvPr/>
          </p:nvPicPr>
          <p:blipFill>
            <a:blip r:embed="rId31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2"/>
                </a:ext>
              </a:extLst>
            </a:blip>
            <a:stretch>
              <a:fillRect/>
            </a:stretch>
          </p:blipFill>
          <p:spPr>
            <a:xfrm>
              <a:off x="9489000" y="5925331"/>
              <a:ext cx="208372" cy="20837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6979681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660" advClick="0" advTm="1000">
        <p159:morph option="byObject"/>
      </p:transition>
    </mc:Choice>
    <mc:Fallback xmlns="">
      <p:transition spd="med" advClick="0" advTm="1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3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3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08333E-7 -1.85185E-6 L 0.02174 -1.85185E-6 " pathEditMode="relative" rAng="0" ptsTypes="AA">
                                      <p:cBhvr>
                                        <p:cTn id="9" dur="500" spd="-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81" y="0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1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3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63" presetClass="path" presetSubtype="0" decel="10000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animMotion origin="layout" path="M 2.08333E-7 -7.40741E-7 L 0.02174 -7.40741E-7 " pathEditMode="relative" rAng="0" ptsTypes="AA">
                                      <p:cBhvr>
                                        <p:cTn id="14" dur="500" spd="-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81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A9A0B6-8031-1E92-B483-FF4A281BF1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!! 背景板">
            <a:extLst>
              <a:ext uri="{FF2B5EF4-FFF2-40B4-BE49-F238E27FC236}">
                <a16:creationId xmlns:a16="http://schemas.microsoft.com/office/drawing/2014/main" id="{FC5F7830-6D8D-61EE-9798-36DF083DD23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>
              <a:defRPr/>
            </a:pPr>
            <a:endParaRPr lang="zh-CN" altLang="en-US" dirty="0">
              <a:solidFill>
                <a:srgbClr val="F5F5F5"/>
              </a:solidFill>
              <a:latin typeface="vivo Sans"/>
              <a:ea typeface="vivo Sans"/>
            </a:endParaRPr>
          </a:p>
        </p:txBody>
      </p:sp>
      <p:grpSp>
        <p:nvGrpSpPr>
          <p:cNvPr id="25" name="!! 大标题">
            <a:extLst>
              <a:ext uri="{FF2B5EF4-FFF2-40B4-BE49-F238E27FC236}">
                <a16:creationId xmlns:a16="http://schemas.microsoft.com/office/drawing/2014/main" id="{21665021-BEB1-3753-0DAC-BD1FBCA5ACCE}"/>
              </a:ext>
            </a:extLst>
          </p:cNvPr>
          <p:cNvGrpSpPr/>
          <p:nvPr/>
        </p:nvGrpSpPr>
        <p:grpSpPr>
          <a:xfrm>
            <a:off x="462457" y="484334"/>
            <a:ext cx="796551" cy="461665"/>
            <a:chOff x="3079753" y="1375827"/>
            <a:chExt cx="673782" cy="461665"/>
          </a:xfrm>
        </p:grpSpPr>
        <p:sp>
          <p:nvSpPr>
            <p:cNvPr id="27" name="!! 标题符">
              <a:extLst>
                <a:ext uri="{FF2B5EF4-FFF2-40B4-BE49-F238E27FC236}">
                  <a16:creationId xmlns:a16="http://schemas.microsoft.com/office/drawing/2014/main" id="{ECA957EB-425A-B91A-A6C6-18108B400F00}"/>
                </a:ext>
              </a:extLst>
            </p:cNvPr>
            <p:cNvSpPr/>
            <p:nvPr/>
          </p:nvSpPr>
          <p:spPr>
            <a:xfrm>
              <a:off x="3146905" y="1685496"/>
              <a:ext cx="551700" cy="1255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defTabSz="457189">
                <a:defRPr/>
              </a:pPr>
              <a:endParaRPr lang="zh-CN" altLang="en-US">
                <a:solidFill>
                  <a:srgbClr val="FFFFFF"/>
                </a:solidFill>
                <a:latin typeface="OPPOSans R"/>
                <a:ea typeface="OPPOSans R"/>
              </a:endParaRPr>
            </a:p>
          </p:txBody>
        </p:sp>
        <p:sp>
          <p:nvSpPr>
            <p:cNvPr id="28" name="!! 标题">
              <a:extLst>
                <a:ext uri="{FF2B5EF4-FFF2-40B4-BE49-F238E27FC236}">
                  <a16:creationId xmlns:a16="http://schemas.microsoft.com/office/drawing/2014/main" id="{FE81CF53-81C2-C0A8-E4EA-D42B042FE98A}"/>
                </a:ext>
              </a:extLst>
            </p:cNvPr>
            <p:cNvSpPr txBox="1"/>
            <p:nvPr/>
          </p:nvSpPr>
          <p:spPr>
            <a:xfrm>
              <a:off x="3079753" y="1375827"/>
              <a:ext cx="67378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457189">
                <a:defRPr/>
              </a:pPr>
              <a:r>
                <a:rPr lang="zh-CN" altLang="en-US" sz="2400" dirty="0">
                  <a:solidFill>
                    <a:srgbClr val="000000">
                      <a:lumMod val="75000"/>
                      <a:lumOff val="25000"/>
                    </a:srgbClr>
                  </a:solidFill>
                  <a:latin typeface="vivo Sans Medium"/>
                  <a:ea typeface="vivo Sans Medium"/>
                </a:rPr>
                <a:t>相册</a:t>
              </a:r>
            </a:p>
          </p:txBody>
        </p:sp>
      </p:grpSp>
      <p:sp>
        <p:nvSpPr>
          <p:cNvPr id="2" name="!! 二级背景">
            <a:extLst>
              <a:ext uri="{FF2B5EF4-FFF2-40B4-BE49-F238E27FC236}">
                <a16:creationId xmlns:a16="http://schemas.microsoft.com/office/drawing/2014/main" id="{6FAF49CD-6600-84CB-9EF8-DAC35683953F}"/>
              </a:ext>
            </a:extLst>
          </p:cNvPr>
          <p:cNvSpPr/>
          <p:nvPr/>
        </p:nvSpPr>
        <p:spPr>
          <a:xfrm>
            <a:off x="3594541" y="0"/>
            <a:ext cx="8597460" cy="6858000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>
              <a:defRPr/>
            </a:pPr>
            <a:endParaRPr lang="zh-CN" altLang="en-US">
              <a:solidFill>
                <a:srgbClr val="F5F5F5"/>
              </a:solidFill>
              <a:latin typeface="vivo Sans"/>
              <a:ea typeface="vivo Sans"/>
            </a:endParaRPr>
          </a:p>
        </p:txBody>
      </p:sp>
      <p:grpSp>
        <p:nvGrpSpPr>
          <p:cNvPr id="3" name="!! 关闭按钮">
            <a:extLst>
              <a:ext uri="{FF2B5EF4-FFF2-40B4-BE49-F238E27FC236}">
                <a16:creationId xmlns:a16="http://schemas.microsoft.com/office/drawing/2014/main" id="{D9AA7C9F-21A8-95B6-B842-F1108659DEF6}"/>
              </a:ext>
            </a:extLst>
          </p:cNvPr>
          <p:cNvGrpSpPr/>
          <p:nvPr/>
        </p:nvGrpSpPr>
        <p:grpSpPr>
          <a:xfrm>
            <a:off x="2757496" y="569913"/>
            <a:ext cx="290511" cy="290511"/>
            <a:chOff x="2328464" y="3107859"/>
            <a:chExt cx="583223" cy="583223"/>
          </a:xfrm>
        </p:grpSpPr>
        <p:sp>
          <p:nvSpPr>
            <p:cNvPr id="4" name="矩形: 圆角 3">
              <a:hlinkClick r:id="rId3" action="ppaction://hlinksldjump"/>
              <a:extLst>
                <a:ext uri="{FF2B5EF4-FFF2-40B4-BE49-F238E27FC236}">
                  <a16:creationId xmlns:a16="http://schemas.microsoft.com/office/drawing/2014/main" id="{BEA4C74F-0292-E1E1-C43A-4CA7B9825285}"/>
                </a:ext>
              </a:extLst>
            </p:cNvPr>
            <p:cNvSpPr/>
            <p:nvPr/>
          </p:nvSpPr>
          <p:spPr>
            <a:xfrm>
              <a:off x="2328464" y="3107859"/>
              <a:ext cx="583223" cy="583223"/>
            </a:xfrm>
            <a:prstGeom prst="roundRect">
              <a:avLst>
                <a:gd name="adj" fmla="val 20771"/>
              </a:avLst>
            </a:prstGeom>
            <a:solidFill>
              <a:schemeClr val="bg2"/>
            </a:solidFill>
            <a:ln>
              <a:noFill/>
            </a:ln>
            <a:effectLst>
              <a:outerShdw blurRad="127000" sx="101000" sy="101000" algn="c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77">
                <a:defRPr/>
              </a:pPr>
              <a:endParaRPr lang="zh-CN" altLang="en-US">
                <a:solidFill>
                  <a:srgbClr val="F5F5F5"/>
                </a:solidFill>
                <a:latin typeface="vivo Sans"/>
                <a:ea typeface="vivo Sans"/>
              </a:endParaRPr>
            </a:p>
          </p:txBody>
        </p:sp>
        <p:pic>
          <p:nvPicPr>
            <p:cNvPr id="5" name="图形 4">
              <a:extLst>
                <a:ext uri="{FF2B5EF4-FFF2-40B4-BE49-F238E27FC236}">
                  <a16:creationId xmlns:a16="http://schemas.microsoft.com/office/drawing/2014/main" id="{09F6C24C-D4B5-D64E-C526-82275ADE42F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/>
          </p:blipFill>
          <p:spPr>
            <a:xfrm>
              <a:off x="2375480" y="3154875"/>
              <a:ext cx="489196" cy="489196"/>
            </a:xfrm>
            <a:prstGeom prst="rect">
              <a:avLst/>
            </a:prstGeom>
          </p:spPr>
        </p:pic>
      </p:grpSp>
      <p:grpSp>
        <p:nvGrpSpPr>
          <p:cNvPr id="7" name="!! 相机">
            <a:extLst>
              <a:ext uri="{FF2B5EF4-FFF2-40B4-BE49-F238E27FC236}">
                <a16:creationId xmlns:a16="http://schemas.microsoft.com/office/drawing/2014/main" id="{3E93E8EA-05D5-1E36-1984-F0BC7019CE19}"/>
              </a:ext>
            </a:extLst>
          </p:cNvPr>
          <p:cNvGrpSpPr/>
          <p:nvPr/>
        </p:nvGrpSpPr>
        <p:grpSpPr>
          <a:xfrm>
            <a:off x="471695" y="1296358"/>
            <a:ext cx="2552892" cy="457924"/>
            <a:chOff x="471694" y="1296357"/>
            <a:chExt cx="2552892" cy="457924"/>
          </a:xfrm>
        </p:grpSpPr>
        <p:sp>
          <p:nvSpPr>
            <p:cNvPr id="8" name="!! 选中">
              <a:hlinkClick r:id="rId6" action="ppaction://hlinksldjump"/>
              <a:extLst>
                <a:ext uri="{FF2B5EF4-FFF2-40B4-BE49-F238E27FC236}">
                  <a16:creationId xmlns:a16="http://schemas.microsoft.com/office/drawing/2014/main" id="{A26A6E92-3DFA-E411-D4C9-AB1A4D6C0E7A}"/>
                </a:ext>
              </a:extLst>
            </p:cNvPr>
            <p:cNvSpPr/>
            <p:nvPr/>
          </p:nvSpPr>
          <p:spPr>
            <a:xfrm>
              <a:off x="471694" y="1296357"/>
              <a:ext cx="2552892" cy="457924"/>
            </a:xfrm>
            <a:prstGeom prst="roundRect">
              <a:avLst>
                <a:gd name="adj" fmla="val 22880"/>
              </a:avLst>
            </a:prstGeom>
            <a:solidFill>
              <a:schemeClr val="bg2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1998" defTabSz="914377">
                <a:defRPr/>
              </a:pPr>
              <a:r>
                <a:rPr lang="zh-CN" altLang="en-US" sz="1400" dirty="0">
                  <a:solidFill>
                    <a:srgbClr val="F5F5F5">
                      <a:lumMod val="25000"/>
                    </a:srgbClr>
                  </a:solidFill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      相机</a:t>
              </a:r>
            </a:p>
          </p:txBody>
        </p:sp>
        <p:pic>
          <p:nvPicPr>
            <p:cNvPr id="12" name="icon">
              <a:extLst>
                <a:ext uri="{FF2B5EF4-FFF2-40B4-BE49-F238E27FC236}">
                  <a16:creationId xmlns:a16="http://schemas.microsoft.com/office/drawing/2014/main" id="{3B6982FE-78BB-B27C-59BB-582F46BAAD0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634581" y="1417811"/>
              <a:ext cx="215016" cy="215016"/>
            </a:xfrm>
            <a:prstGeom prst="rect">
              <a:avLst/>
            </a:prstGeom>
          </p:spPr>
        </p:pic>
      </p:grpSp>
      <p:grpSp>
        <p:nvGrpSpPr>
          <p:cNvPr id="14" name="!! 全部媒体">
            <a:extLst>
              <a:ext uri="{FF2B5EF4-FFF2-40B4-BE49-F238E27FC236}">
                <a16:creationId xmlns:a16="http://schemas.microsoft.com/office/drawing/2014/main" id="{8589DBD8-52DB-FEE1-7CA0-2EEB709D2E2C}"/>
              </a:ext>
            </a:extLst>
          </p:cNvPr>
          <p:cNvGrpSpPr/>
          <p:nvPr/>
        </p:nvGrpSpPr>
        <p:grpSpPr>
          <a:xfrm>
            <a:off x="481146" y="1890767"/>
            <a:ext cx="2552892" cy="457924"/>
            <a:chOff x="481145" y="1890767"/>
            <a:chExt cx="2552892" cy="457924"/>
          </a:xfrm>
        </p:grpSpPr>
        <p:sp>
          <p:nvSpPr>
            <p:cNvPr id="15" name="!! 未选中">
              <a:hlinkClick r:id="rId9" action="ppaction://hlinksldjump"/>
              <a:extLst>
                <a:ext uri="{FF2B5EF4-FFF2-40B4-BE49-F238E27FC236}">
                  <a16:creationId xmlns:a16="http://schemas.microsoft.com/office/drawing/2014/main" id="{CA8922BD-1BE9-585C-CCDF-927C95D47104}"/>
                </a:ext>
              </a:extLst>
            </p:cNvPr>
            <p:cNvSpPr/>
            <p:nvPr/>
          </p:nvSpPr>
          <p:spPr>
            <a:xfrm>
              <a:off x="481145" y="1890767"/>
              <a:ext cx="2552892" cy="457924"/>
            </a:xfrm>
            <a:prstGeom prst="roundRect">
              <a:avLst>
                <a:gd name="adj" fmla="val 22880"/>
              </a:avLst>
            </a:prstGeom>
            <a:solidFill>
              <a:schemeClr val="bg2"/>
            </a:solidFill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1998" defTabSz="914377">
                <a:defRPr/>
              </a:pPr>
              <a:r>
                <a:rPr lang="zh-CN" altLang="en-US" sz="1400" dirty="0">
                  <a:solidFill>
                    <a:srgbClr val="F5F5F5">
                      <a:lumMod val="25000"/>
                    </a:srgbClr>
                  </a:solidFill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      全部媒体</a:t>
              </a:r>
            </a:p>
          </p:txBody>
        </p:sp>
        <p:pic>
          <p:nvPicPr>
            <p:cNvPr id="16" name="icon">
              <a:extLst>
                <a:ext uri="{FF2B5EF4-FFF2-40B4-BE49-F238E27FC236}">
                  <a16:creationId xmlns:a16="http://schemas.microsoft.com/office/drawing/2014/main" id="{E1D553A6-51D3-41B1-F954-C1EB1532DCA4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634581" y="2012221"/>
              <a:ext cx="215016" cy="215016"/>
            </a:xfrm>
            <a:prstGeom prst="rect">
              <a:avLst/>
            </a:prstGeom>
          </p:spPr>
        </p:pic>
      </p:grpSp>
      <p:grpSp>
        <p:nvGrpSpPr>
          <p:cNvPr id="6" name="!! 关闭按钮">
            <a:extLst>
              <a:ext uri="{FF2B5EF4-FFF2-40B4-BE49-F238E27FC236}">
                <a16:creationId xmlns:a16="http://schemas.microsoft.com/office/drawing/2014/main" id="{93792B83-04FF-531F-24B5-3EF214B4865E}"/>
              </a:ext>
            </a:extLst>
          </p:cNvPr>
          <p:cNvGrpSpPr/>
          <p:nvPr/>
        </p:nvGrpSpPr>
        <p:grpSpPr>
          <a:xfrm>
            <a:off x="2333440" y="569913"/>
            <a:ext cx="290511" cy="290511"/>
            <a:chOff x="2328464" y="3107859"/>
            <a:chExt cx="583223" cy="583223"/>
          </a:xfrm>
        </p:grpSpPr>
        <p:sp>
          <p:nvSpPr>
            <p:cNvPr id="17" name="矩形: 圆角 16">
              <a:hlinkClick r:id="rId12" action="ppaction://hlinksldjump"/>
              <a:extLst>
                <a:ext uri="{FF2B5EF4-FFF2-40B4-BE49-F238E27FC236}">
                  <a16:creationId xmlns:a16="http://schemas.microsoft.com/office/drawing/2014/main" id="{12CE03EF-34E4-D768-6C3C-212E71ECAE44}"/>
                </a:ext>
              </a:extLst>
            </p:cNvPr>
            <p:cNvSpPr/>
            <p:nvPr/>
          </p:nvSpPr>
          <p:spPr>
            <a:xfrm>
              <a:off x="2328464" y="3107859"/>
              <a:ext cx="583223" cy="583223"/>
            </a:xfrm>
            <a:prstGeom prst="roundRect">
              <a:avLst>
                <a:gd name="adj" fmla="val 20771"/>
              </a:avLst>
            </a:prstGeom>
            <a:solidFill>
              <a:schemeClr val="bg2"/>
            </a:solidFill>
            <a:ln>
              <a:noFill/>
            </a:ln>
            <a:effectLst>
              <a:outerShdw blurRad="127000" sx="101000" sy="101000" algn="c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77">
                <a:defRPr/>
              </a:pPr>
              <a:endParaRPr lang="zh-CN" altLang="en-US">
                <a:solidFill>
                  <a:srgbClr val="F5F5F5"/>
                </a:solidFill>
                <a:latin typeface="vivo Sans"/>
                <a:ea typeface="vivo Sans"/>
              </a:endParaRPr>
            </a:p>
          </p:txBody>
        </p:sp>
        <p:pic>
          <p:nvPicPr>
            <p:cNvPr id="18" name="图形 17">
              <a:extLst>
                <a:ext uri="{FF2B5EF4-FFF2-40B4-BE49-F238E27FC236}">
                  <a16:creationId xmlns:a16="http://schemas.microsoft.com/office/drawing/2014/main" id="{9219B4F9-E1F4-C0B8-3DA8-064533AA8E77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rcRect/>
            <a:stretch/>
          </p:blipFill>
          <p:spPr>
            <a:xfrm>
              <a:off x="2449200" y="3228595"/>
              <a:ext cx="341755" cy="341755"/>
            </a:xfrm>
            <a:prstGeom prst="rect">
              <a:avLst/>
            </a:prstGeom>
          </p:spPr>
        </p:pic>
      </p:grpSp>
      <p:pic>
        <p:nvPicPr>
          <p:cNvPr id="19" name="!! ico">
            <a:extLst>
              <a:ext uri="{FF2B5EF4-FFF2-40B4-BE49-F238E27FC236}">
                <a16:creationId xmlns:a16="http://schemas.microsoft.com/office/drawing/2014/main" id="{8966FA6E-48AC-4D27-5E6D-D69B4C61DEE4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rcRect/>
          <a:stretch/>
        </p:blipFill>
        <p:spPr>
          <a:xfrm>
            <a:off x="7341045" y="2876776"/>
            <a:ext cx="1104455" cy="1104455"/>
          </a:xfrm>
          <a:prstGeom prst="rect">
            <a:avLst/>
          </a:prstGeom>
        </p:spPr>
      </p:pic>
      <p:grpSp>
        <p:nvGrpSpPr>
          <p:cNvPr id="9" name="!! dock右">
            <a:extLst>
              <a:ext uri="{FF2B5EF4-FFF2-40B4-BE49-F238E27FC236}">
                <a16:creationId xmlns:a16="http://schemas.microsoft.com/office/drawing/2014/main" id="{31126468-A604-718A-C9FC-0633024329D6}"/>
              </a:ext>
            </a:extLst>
          </p:cNvPr>
          <p:cNvGrpSpPr/>
          <p:nvPr/>
        </p:nvGrpSpPr>
        <p:grpSpPr>
          <a:xfrm>
            <a:off x="4869920" y="7119572"/>
            <a:ext cx="2452159" cy="574899"/>
            <a:chOff x="7408333" y="5780624"/>
            <a:chExt cx="2452159" cy="704838"/>
          </a:xfrm>
        </p:grpSpPr>
        <p:sp useBgFill="1">
          <p:nvSpPr>
            <p:cNvPr id="10" name="!! 模糊">
              <a:extLst>
                <a:ext uri="{FF2B5EF4-FFF2-40B4-BE49-F238E27FC236}">
                  <a16:creationId xmlns:a16="http://schemas.microsoft.com/office/drawing/2014/main" id="{30F7FB94-2444-FC21-76BC-FE4D12F79B9C}"/>
                </a:ext>
              </a:extLst>
            </p:cNvPr>
            <p:cNvSpPr>
              <a:spLocks/>
            </p:cNvSpPr>
            <p:nvPr/>
          </p:nvSpPr>
          <p:spPr>
            <a:xfrm>
              <a:off x="7408333" y="5780624"/>
              <a:ext cx="2452159" cy="704838"/>
            </a:xfrm>
            <a:prstGeom prst="roundRect">
              <a:avLst>
                <a:gd name="adj" fmla="val 15000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189">
                <a:defRPr/>
              </a:pPr>
              <a:endParaRPr lang="zh-CN" altLang="en-US">
                <a:solidFill>
                  <a:srgbClr val="FFFFFF"/>
                </a:solidFill>
                <a:latin typeface="OPPOSans R"/>
                <a:ea typeface="OPPOSans R"/>
              </a:endParaRPr>
            </a:p>
          </p:txBody>
        </p:sp>
        <p:sp>
          <p:nvSpPr>
            <p:cNvPr id="11" name="!! 颜色遮罩">
              <a:extLst>
                <a:ext uri="{FF2B5EF4-FFF2-40B4-BE49-F238E27FC236}">
                  <a16:creationId xmlns:a16="http://schemas.microsoft.com/office/drawing/2014/main" id="{408F2B46-1B4F-10FC-A996-1C3FE12DE2BD}"/>
                </a:ext>
              </a:extLst>
            </p:cNvPr>
            <p:cNvSpPr>
              <a:spLocks/>
            </p:cNvSpPr>
            <p:nvPr/>
          </p:nvSpPr>
          <p:spPr>
            <a:xfrm>
              <a:off x="7408333" y="5780624"/>
              <a:ext cx="2452159" cy="704838"/>
            </a:xfrm>
            <a:prstGeom prst="roundRect">
              <a:avLst>
                <a:gd name="adj" fmla="val 15000"/>
              </a:avLst>
            </a:prstGeom>
            <a:solidFill>
              <a:schemeClr val="bg2">
                <a:alpha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189">
                <a:defRPr/>
              </a:pPr>
              <a:endParaRPr lang="zh-CN" altLang="en-US" dirty="0">
                <a:solidFill>
                  <a:srgbClr val="FFFFFF"/>
                </a:solidFill>
                <a:latin typeface="OPPOSans R"/>
                <a:ea typeface="OPPOSans R"/>
              </a:endParaRPr>
            </a:p>
          </p:txBody>
        </p:sp>
        <p:pic>
          <p:nvPicPr>
            <p:cNvPr id="20" name="!! 信号">
              <a:extLst>
                <a:ext uri="{FF2B5EF4-FFF2-40B4-BE49-F238E27FC236}">
                  <a16:creationId xmlns:a16="http://schemas.microsoft.com/office/drawing/2014/main" id="{C3316997-E7B0-D224-4850-DA80B4B303A5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7638254" y="5893986"/>
              <a:ext cx="221460" cy="221458"/>
            </a:xfrm>
            <a:prstGeom prst="rect">
              <a:avLst/>
            </a:prstGeom>
          </p:spPr>
        </p:pic>
        <p:sp>
          <p:nvSpPr>
            <p:cNvPr id="21" name="!! 运营商">
              <a:extLst>
                <a:ext uri="{FF2B5EF4-FFF2-40B4-BE49-F238E27FC236}">
                  <a16:creationId xmlns:a16="http://schemas.microsoft.com/office/drawing/2014/main" id="{E98523CC-932F-E963-6D46-0DB6E4AC10E9}"/>
                </a:ext>
              </a:extLst>
            </p:cNvPr>
            <p:cNvSpPr txBox="1"/>
            <p:nvPr/>
          </p:nvSpPr>
          <p:spPr>
            <a:xfrm>
              <a:off x="7813676" y="5913455"/>
              <a:ext cx="1114424" cy="2830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457189">
                <a:defRPr/>
              </a:pPr>
              <a:r>
                <a:rPr lang="en-US" altLang="zh-CN" sz="900" dirty="0">
                  <a:latin typeface="OPPOSans M"/>
                  <a:ea typeface="OPPOSans M"/>
                </a:rPr>
                <a:t>Virtual Net</a:t>
              </a:r>
              <a:endParaRPr lang="zh-CN" altLang="en-US" sz="900" dirty="0">
                <a:latin typeface="OPPOSans M"/>
                <a:ea typeface="OPPOSans M"/>
              </a:endParaRPr>
            </a:p>
          </p:txBody>
        </p:sp>
        <p:pic>
          <p:nvPicPr>
            <p:cNvPr id="22" name="!! 通知">
              <a:extLst>
                <a:ext uri="{FF2B5EF4-FFF2-40B4-BE49-F238E27FC236}">
                  <a16:creationId xmlns:a16="http://schemas.microsoft.com/office/drawing/2014/main" id="{E306C13D-F1E3-21EE-1D0E-7450085387A3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p:blipFill>
          <p:spPr>
            <a:xfrm>
              <a:off x="9287931" y="5948436"/>
              <a:ext cx="152400" cy="152400"/>
            </a:xfrm>
            <a:prstGeom prst="rect">
              <a:avLst/>
            </a:prstGeom>
          </p:spPr>
        </p:pic>
        <p:pic>
          <p:nvPicPr>
            <p:cNvPr id="23" name="!! 电池">
              <a:extLst>
                <a:ext uri="{FF2B5EF4-FFF2-40B4-BE49-F238E27FC236}">
                  <a16:creationId xmlns:a16="http://schemas.microsoft.com/office/drawing/2014/main" id="{F6F47A09-3E9F-DF42-CE7B-0CD748C0C5D0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p:blipFill>
          <p:spPr>
            <a:xfrm>
              <a:off x="7637460" y="6171965"/>
              <a:ext cx="191558" cy="191558"/>
            </a:xfrm>
            <a:prstGeom prst="rect">
              <a:avLst/>
            </a:prstGeom>
          </p:spPr>
        </p:pic>
        <p:sp>
          <p:nvSpPr>
            <p:cNvPr id="24" name="!! 时间">
              <a:extLst>
                <a:ext uri="{FF2B5EF4-FFF2-40B4-BE49-F238E27FC236}">
                  <a16:creationId xmlns:a16="http://schemas.microsoft.com/office/drawing/2014/main" id="{39251A43-D38C-4C9B-F86C-737F4576C261}"/>
                </a:ext>
              </a:extLst>
            </p:cNvPr>
            <p:cNvSpPr txBox="1"/>
            <p:nvPr/>
          </p:nvSpPr>
          <p:spPr>
            <a:xfrm>
              <a:off x="8982607" y="6148520"/>
              <a:ext cx="773641" cy="3114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defTabSz="457189">
                <a:defRPr/>
              </a:pPr>
              <a:r>
                <a:rPr lang="en-US" altLang="zh-CN" sz="1051" dirty="0">
                  <a:latin typeface="OPPOSans R"/>
                  <a:ea typeface="OPPOSans R"/>
                </a:rPr>
                <a:t>16:34</a:t>
              </a:r>
              <a:endParaRPr lang="zh-CN" altLang="en-US" sz="1051" dirty="0">
                <a:latin typeface="OPPOSans R"/>
                <a:ea typeface="OPPOSans R"/>
              </a:endParaRPr>
            </a:p>
          </p:txBody>
        </p:sp>
        <p:sp>
          <p:nvSpPr>
            <p:cNvPr id="26" name="!! AC">
              <a:extLst>
                <a:ext uri="{FF2B5EF4-FFF2-40B4-BE49-F238E27FC236}">
                  <a16:creationId xmlns:a16="http://schemas.microsoft.com/office/drawing/2014/main" id="{EF086251-7414-56D4-B99D-5E43684EB49A}"/>
                </a:ext>
              </a:extLst>
            </p:cNvPr>
            <p:cNvSpPr txBox="1"/>
            <p:nvPr/>
          </p:nvSpPr>
          <p:spPr>
            <a:xfrm>
              <a:off x="7766842" y="6152328"/>
              <a:ext cx="434183" cy="2830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457189">
                <a:defRPr/>
              </a:pPr>
              <a:r>
                <a:rPr lang="en-US" altLang="zh-CN" sz="900" dirty="0">
                  <a:latin typeface="OPPOSans R"/>
                  <a:ea typeface="OPPOSans R"/>
                </a:rPr>
                <a:t>49%</a:t>
              </a:r>
              <a:endParaRPr lang="zh-CN" altLang="en-US" sz="900" dirty="0">
                <a:latin typeface="OPPOSans R"/>
                <a:ea typeface="OPPOSans R"/>
              </a:endParaRPr>
            </a:p>
          </p:txBody>
        </p:sp>
        <p:pic>
          <p:nvPicPr>
            <p:cNvPr id="29" name="!! 声音">
              <a:extLst>
                <a:ext uri="{FF2B5EF4-FFF2-40B4-BE49-F238E27FC236}">
                  <a16:creationId xmlns:a16="http://schemas.microsoft.com/office/drawing/2014/main" id="{3419D50D-D2BB-7D54-1E8A-862E83C39EF1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/>
            </a:stretch>
          </p:blipFill>
          <p:spPr>
            <a:xfrm>
              <a:off x="9048732" y="5934670"/>
              <a:ext cx="179932" cy="179932"/>
            </a:xfrm>
            <a:prstGeom prst="rect">
              <a:avLst/>
            </a:prstGeom>
          </p:spPr>
        </p:pic>
        <p:pic>
          <p:nvPicPr>
            <p:cNvPr id="30" name="!! 电源">
              <a:hlinkClick r:id="rId25" action="ppaction://hlinksldjump"/>
              <a:extLst>
                <a:ext uri="{FF2B5EF4-FFF2-40B4-BE49-F238E27FC236}">
                  <a16:creationId xmlns:a16="http://schemas.microsoft.com/office/drawing/2014/main" id="{B9155580-6F15-73C4-58BD-BDEEC9CBB97C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/>
            </a:stretch>
          </p:blipFill>
          <p:spPr>
            <a:xfrm>
              <a:off x="9489000" y="5925331"/>
              <a:ext cx="208372" cy="208370"/>
            </a:xfrm>
            <a:prstGeom prst="rect">
              <a:avLst/>
            </a:prstGeom>
          </p:spPr>
        </p:pic>
      </p:grpSp>
      <p:sp>
        <p:nvSpPr>
          <p:cNvPr id="31" name="!! 小白条">
            <a:hlinkClick r:id="rId3" action="ppaction://hlinksldjump"/>
            <a:extLst>
              <a:ext uri="{FF2B5EF4-FFF2-40B4-BE49-F238E27FC236}">
                <a16:creationId xmlns:a16="http://schemas.microsoft.com/office/drawing/2014/main" id="{BE26EF06-B423-2F50-57B2-5966932615EE}"/>
              </a:ext>
            </a:extLst>
          </p:cNvPr>
          <p:cNvSpPr/>
          <p:nvPr/>
        </p:nvSpPr>
        <p:spPr>
          <a:xfrm>
            <a:off x="5177623" y="6706376"/>
            <a:ext cx="1836752" cy="45719"/>
          </a:xfrm>
          <a:prstGeom prst="roundRect">
            <a:avLst>
              <a:gd name="adj" fmla="val 50000"/>
            </a:avLst>
          </a:prstGeom>
          <a:solidFill>
            <a:schemeClr val="tx1">
              <a:alpha val="90000"/>
            </a:schemeClr>
          </a:solidFill>
          <a:ln>
            <a:noFill/>
          </a:ln>
          <a:effectLst>
            <a:outerShdw blurRad="1016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50096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 advClick="0">
        <p:fade/>
      </p:transition>
    </mc:Choice>
    <mc:Fallback xmlns="">
      <p:transition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3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3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08333E-7 -1.85185E-6 L 0.02174 -1.85185E-6 " pathEditMode="relative" rAng="0" ptsTypes="AA">
                                      <p:cBhvr>
                                        <p:cTn id="9" dur="500" spd="-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81" y="0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3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63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08333E-7 -1.85185E-6 L 0.02174 -1.85185E-6 " pathEditMode="relative" rAng="0" ptsTypes="AA">
                                      <p:cBhvr>
                                        <p:cTn id="14" dur="500" spd="-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81" y="0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3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63" presetClass="path" presetSubtype="0" decel="10000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animMotion origin="layout" path="M 2.08333E-7 -1.85185E-6 L 0.02174 -1.85185E-6 " pathEditMode="relative" rAng="0" ptsTypes="AA">
                                      <p:cBhvr>
                                        <p:cTn id="19" dur="500" spd="-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81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31781A-70FD-548C-1AFA-ED1F98C266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!! 背景板">
            <a:extLst>
              <a:ext uri="{FF2B5EF4-FFF2-40B4-BE49-F238E27FC236}">
                <a16:creationId xmlns:a16="http://schemas.microsoft.com/office/drawing/2014/main" id="{E42CB7A9-6A96-DEB7-392A-DEB59018C55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>
              <a:defRPr/>
            </a:pPr>
            <a:endParaRPr lang="zh-CN" altLang="en-US" dirty="0">
              <a:solidFill>
                <a:srgbClr val="F5F5F5"/>
              </a:solidFill>
              <a:latin typeface="vivo Sans"/>
              <a:ea typeface="vivo Sans"/>
            </a:endParaRPr>
          </a:p>
        </p:txBody>
      </p:sp>
      <p:grpSp>
        <p:nvGrpSpPr>
          <p:cNvPr id="25" name="!! 大标题">
            <a:extLst>
              <a:ext uri="{FF2B5EF4-FFF2-40B4-BE49-F238E27FC236}">
                <a16:creationId xmlns:a16="http://schemas.microsoft.com/office/drawing/2014/main" id="{565AE912-02D0-9A24-5B3A-4C019174CE10}"/>
              </a:ext>
            </a:extLst>
          </p:cNvPr>
          <p:cNvGrpSpPr/>
          <p:nvPr/>
        </p:nvGrpSpPr>
        <p:grpSpPr>
          <a:xfrm>
            <a:off x="462457" y="484334"/>
            <a:ext cx="796551" cy="461665"/>
            <a:chOff x="3079753" y="1375827"/>
            <a:chExt cx="673782" cy="461665"/>
          </a:xfrm>
        </p:grpSpPr>
        <p:sp>
          <p:nvSpPr>
            <p:cNvPr id="27" name="!! 标题符">
              <a:extLst>
                <a:ext uri="{FF2B5EF4-FFF2-40B4-BE49-F238E27FC236}">
                  <a16:creationId xmlns:a16="http://schemas.microsoft.com/office/drawing/2014/main" id="{6DA6B55F-46D0-AE2F-33F8-F98081415FE9}"/>
                </a:ext>
              </a:extLst>
            </p:cNvPr>
            <p:cNvSpPr/>
            <p:nvPr/>
          </p:nvSpPr>
          <p:spPr>
            <a:xfrm>
              <a:off x="3146905" y="1685496"/>
              <a:ext cx="551700" cy="1255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defTabSz="457189">
                <a:defRPr/>
              </a:pPr>
              <a:endParaRPr lang="zh-CN" altLang="en-US">
                <a:solidFill>
                  <a:srgbClr val="FFFFFF"/>
                </a:solidFill>
                <a:latin typeface="OPPOSans R"/>
                <a:ea typeface="OPPOSans R"/>
              </a:endParaRPr>
            </a:p>
          </p:txBody>
        </p:sp>
        <p:sp>
          <p:nvSpPr>
            <p:cNvPr id="28" name="!! 标题">
              <a:extLst>
                <a:ext uri="{FF2B5EF4-FFF2-40B4-BE49-F238E27FC236}">
                  <a16:creationId xmlns:a16="http://schemas.microsoft.com/office/drawing/2014/main" id="{89F468BF-B780-E85C-FCCD-A3100F08DD71}"/>
                </a:ext>
              </a:extLst>
            </p:cNvPr>
            <p:cNvSpPr txBox="1"/>
            <p:nvPr/>
          </p:nvSpPr>
          <p:spPr>
            <a:xfrm>
              <a:off x="3079753" y="1375827"/>
              <a:ext cx="67378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457189">
                <a:defRPr/>
              </a:pPr>
              <a:r>
                <a:rPr lang="zh-CN" altLang="en-US" sz="2400" dirty="0">
                  <a:solidFill>
                    <a:srgbClr val="000000">
                      <a:lumMod val="75000"/>
                      <a:lumOff val="25000"/>
                    </a:srgbClr>
                  </a:solidFill>
                  <a:latin typeface="vivo Sans Medium"/>
                  <a:ea typeface="vivo Sans Medium"/>
                </a:rPr>
                <a:t>相册</a:t>
              </a:r>
            </a:p>
          </p:txBody>
        </p:sp>
      </p:grpSp>
      <p:sp>
        <p:nvSpPr>
          <p:cNvPr id="2" name="!! 二级背景">
            <a:extLst>
              <a:ext uri="{FF2B5EF4-FFF2-40B4-BE49-F238E27FC236}">
                <a16:creationId xmlns:a16="http://schemas.microsoft.com/office/drawing/2014/main" id="{22CD572F-14FC-0F2D-B240-9567237E17E1}"/>
              </a:ext>
            </a:extLst>
          </p:cNvPr>
          <p:cNvSpPr/>
          <p:nvPr/>
        </p:nvSpPr>
        <p:spPr>
          <a:xfrm>
            <a:off x="3594541" y="0"/>
            <a:ext cx="8597460" cy="6858000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>
              <a:defRPr/>
            </a:pPr>
            <a:endParaRPr lang="zh-CN" altLang="en-US">
              <a:solidFill>
                <a:srgbClr val="F5F5F5"/>
              </a:solidFill>
              <a:latin typeface="vivo Sans"/>
              <a:ea typeface="vivo Sans"/>
            </a:endParaRPr>
          </a:p>
        </p:txBody>
      </p:sp>
      <p:grpSp>
        <p:nvGrpSpPr>
          <p:cNvPr id="3" name="!! 关闭按钮">
            <a:extLst>
              <a:ext uri="{FF2B5EF4-FFF2-40B4-BE49-F238E27FC236}">
                <a16:creationId xmlns:a16="http://schemas.microsoft.com/office/drawing/2014/main" id="{B31649A7-7FC8-1522-6FFB-7362875895C9}"/>
              </a:ext>
            </a:extLst>
          </p:cNvPr>
          <p:cNvGrpSpPr/>
          <p:nvPr/>
        </p:nvGrpSpPr>
        <p:grpSpPr>
          <a:xfrm>
            <a:off x="2757496" y="569913"/>
            <a:ext cx="290511" cy="290511"/>
            <a:chOff x="2328464" y="3107859"/>
            <a:chExt cx="583223" cy="583223"/>
          </a:xfrm>
        </p:grpSpPr>
        <p:sp>
          <p:nvSpPr>
            <p:cNvPr id="4" name="矩形: 圆角 3">
              <a:hlinkClick r:id="rId3" action="ppaction://hlinksldjump"/>
              <a:extLst>
                <a:ext uri="{FF2B5EF4-FFF2-40B4-BE49-F238E27FC236}">
                  <a16:creationId xmlns:a16="http://schemas.microsoft.com/office/drawing/2014/main" id="{E2E918FF-3E1F-22AB-30F1-5CA049D74E35}"/>
                </a:ext>
              </a:extLst>
            </p:cNvPr>
            <p:cNvSpPr/>
            <p:nvPr/>
          </p:nvSpPr>
          <p:spPr>
            <a:xfrm>
              <a:off x="2328464" y="3107859"/>
              <a:ext cx="583223" cy="583223"/>
            </a:xfrm>
            <a:prstGeom prst="roundRect">
              <a:avLst>
                <a:gd name="adj" fmla="val 20771"/>
              </a:avLst>
            </a:prstGeom>
            <a:solidFill>
              <a:schemeClr val="bg2"/>
            </a:solidFill>
            <a:ln>
              <a:noFill/>
            </a:ln>
            <a:effectLst>
              <a:outerShdw blurRad="127000" sx="101000" sy="101000" algn="c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77">
                <a:defRPr/>
              </a:pPr>
              <a:endParaRPr lang="zh-CN" altLang="en-US">
                <a:solidFill>
                  <a:srgbClr val="F5F5F5"/>
                </a:solidFill>
                <a:latin typeface="vivo Sans"/>
                <a:ea typeface="vivo Sans"/>
              </a:endParaRPr>
            </a:p>
          </p:txBody>
        </p:sp>
        <p:pic>
          <p:nvPicPr>
            <p:cNvPr id="5" name="图形 4">
              <a:extLst>
                <a:ext uri="{FF2B5EF4-FFF2-40B4-BE49-F238E27FC236}">
                  <a16:creationId xmlns:a16="http://schemas.microsoft.com/office/drawing/2014/main" id="{28167790-7C8F-EE9A-8E5B-455B9457DB0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/>
          </p:blipFill>
          <p:spPr>
            <a:xfrm>
              <a:off x="2375480" y="3154875"/>
              <a:ext cx="489196" cy="489196"/>
            </a:xfrm>
            <a:prstGeom prst="rect">
              <a:avLst/>
            </a:prstGeom>
          </p:spPr>
        </p:pic>
      </p:grpSp>
      <p:grpSp>
        <p:nvGrpSpPr>
          <p:cNvPr id="9" name="!! 关闭按钮">
            <a:extLst>
              <a:ext uri="{FF2B5EF4-FFF2-40B4-BE49-F238E27FC236}">
                <a16:creationId xmlns:a16="http://schemas.microsoft.com/office/drawing/2014/main" id="{D0CCBDEE-806D-FD3D-7A50-F96ED8E9E17A}"/>
              </a:ext>
            </a:extLst>
          </p:cNvPr>
          <p:cNvGrpSpPr/>
          <p:nvPr/>
        </p:nvGrpSpPr>
        <p:grpSpPr>
          <a:xfrm>
            <a:off x="2333440" y="569913"/>
            <a:ext cx="290511" cy="290511"/>
            <a:chOff x="2328464" y="3107859"/>
            <a:chExt cx="583223" cy="583223"/>
          </a:xfrm>
        </p:grpSpPr>
        <p:sp>
          <p:nvSpPr>
            <p:cNvPr id="10" name="矩形: 圆角 9">
              <a:hlinkClick r:id="rId6" action="ppaction://hlinksldjump"/>
              <a:extLst>
                <a:ext uri="{FF2B5EF4-FFF2-40B4-BE49-F238E27FC236}">
                  <a16:creationId xmlns:a16="http://schemas.microsoft.com/office/drawing/2014/main" id="{89BD7709-3496-9FCD-EA7E-B7001CCA139F}"/>
                </a:ext>
              </a:extLst>
            </p:cNvPr>
            <p:cNvSpPr/>
            <p:nvPr/>
          </p:nvSpPr>
          <p:spPr>
            <a:xfrm>
              <a:off x="2328464" y="3107859"/>
              <a:ext cx="583223" cy="583223"/>
            </a:xfrm>
            <a:prstGeom prst="roundRect">
              <a:avLst>
                <a:gd name="adj" fmla="val 20771"/>
              </a:avLst>
            </a:prstGeom>
            <a:solidFill>
              <a:schemeClr val="bg2"/>
            </a:solidFill>
            <a:ln>
              <a:noFill/>
            </a:ln>
            <a:effectLst>
              <a:outerShdw blurRad="127000" sx="101000" sy="101000" algn="c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77">
                <a:defRPr/>
              </a:pPr>
              <a:endParaRPr lang="zh-CN" altLang="en-US">
                <a:solidFill>
                  <a:srgbClr val="F5F5F5"/>
                </a:solidFill>
                <a:latin typeface="vivo Sans"/>
                <a:ea typeface="vivo Sans"/>
              </a:endParaRPr>
            </a:p>
          </p:txBody>
        </p:sp>
        <p:pic>
          <p:nvPicPr>
            <p:cNvPr id="11" name="图形 10">
              <a:extLst>
                <a:ext uri="{FF2B5EF4-FFF2-40B4-BE49-F238E27FC236}">
                  <a16:creationId xmlns:a16="http://schemas.microsoft.com/office/drawing/2014/main" id="{2CDC8B86-4A2B-A71D-F46E-B543BA786F1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/>
          </p:blipFill>
          <p:spPr>
            <a:xfrm>
              <a:off x="2449200" y="3228595"/>
              <a:ext cx="341755" cy="341755"/>
            </a:xfrm>
            <a:prstGeom prst="rect">
              <a:avLst/>
            </a:prstGeom>
          </p:spPr>
        </p:pic>
      </p:grpSp>
      <p:sp>
        <p:nvSpPr>
          <p:cNvPr id="30" name="文本框 29">
            <a:extLst>
              <a:ext uri="{FF2B5EF4-FFF2-40B4-BE49-F238E27FC236}">
                <a16:creationId xmlns:a16="http://schemas.microsoft.com/office/drawing/2014/main" id="{154C5CA2-EF76-218D-B0AD-E360FC6BA308}"/>
              </a:ext>
            </a:extLst>
          </p:cNvPr>
          <p:cNvSpPr txBox="1"/>
          <p:nvPr/>
        </p:nvSpPr>
        <p:spPr>
          <a:xfrm>
            <a:off x="5886671" y="6207762"/>
            <a:ext cx="4013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dirty="0">
                <a:solidFill>
                  <a:schemeClr val="bg1">
                    <a:lumMod val="25000"/>
                  </a:schemeClr>
                </a:solidFill>
              </a:rPr>
              <a:t>共</a:t>
            </a:r>
            <a:r>
              <a:rPr lang="en-US" altLang="zh-CN" sz="1400" dirty="0">
                <a:solidFill>
                  <a:schemeClr val="bg1">
                    <a:lumMod val="25000"/>
                  </a:schemeClr>
                </a:solidFill>
              </a:rPr>
              <a:t>0</a:t>
            </a:r>
            <a:r>
              <a:rPr lang="zh-CN" altLang="en-US" sz="1400" dirty="0">
                <a:solidFill>
                  <a:schemeClr val="bg1">
                    <a:lumMod val="25000"/>
                  </a:schemeClr>
                </a:solidFill>
              </a:rPr>
              <a:t>项（</a:t>
            </a:r>
            <a:r>
              <a:rPr lang="en-US" altLang="zh-CN" sz="1400" dirty="0">
                <a:solidFill>
                  <a:schemeClr val="bg1">
                    <a:lumMod val="25000"/>
                  </a:schemeClr>
                </a:solidFill>
              </a:rPr>
              <a:t>0</a:t>
            </a:r>
            <a:r>
              <a:rPr lang="zh-CN" altLang="en-US" sz="1400" dirty="0">
                <a:solidFill>
                  <a:schemeClr val="bg1">
                    <a:lumMod val="25000"/>
                  </a:schemeClr>
                </a:solidFill>
              </a:rPr>
              <a:t>图片，</a:t>
            </a:r>
            <a:r>
              <a:rPr lang="en-US" altLang="zh-CN" sz="1400" dirty="0">
                <a:solidFill>
                  <a:schemeClr val="bg1">
                    <a:lumMod val="25000"/>
                  </a:schemeClr>
                </a:solidFill>
              </a:rPr>
              <a:t>0</a:t>
            </a:r>
            <a:r>
              <a:rPr lang="zh-CN" altLang="en-US" sz="1400" dirty="0">
                <a:solidFill>
                  <a:schemeClr val="bg1">
                    <a:lumMod val="25000"/>
                  </a:schemeClr>
                </a:solidFill>
              </a:rPr>
              <a:t>视频），占用 </a:t>
            </a:r>
            <a:r>
              <a:rPr lang="en-US" altLang="zh-CN" sz="1400" dirty="0">
                <a:solidFill>
                  <a:schemeClr val="bg1">
                    <a:lumMod val="25000"/>
                  </a:schemeClr>
                </a:solidFill>
              </a:rPr>
              <a:t>0 MB</a:t>
            </a:r>
            <a:endParaRPr lang="zh-CN" altLang="en-US" sz="1400" dirty="0">
              <a:solidFill>
                <a:schemeClr val="bg1">
                  <a:lumMod val="25000"/>
                </a:schemeClr>
              </a:solidFill>
            </a:endParaRPr>
          </a:p>
        </p:txBody>
      </p:sp>
      <p:grpSp>
        <p:nvGrpSpPr>
          <p:cNvPr id="6" name="!! 相机">
            <a:extLst>
              <a:ext uri="{FF2B5EF4-FFF2-40B4-BE49-F238E27FC236}">
                <a16:creationId xmlns:a16="http://schemas.microsoft.com/office/drawing/2014/main" id="{509CA650-6CFF-118E-CCF3-3AF133440E6B}"/>
              </a:ext>
            </a:extLst>
          </p:cNvPr>
          <p:cNvGrpSpPr/>
          <p:nvPr/>
        </p:nvGrpSpPr>
        <p:grpSpPr>
          <a:xfrm>
            <a:off x="471695" y="1296358"/>
            <a:ext cx="2552892" cy="457924"/>
            <a:chOff x="471694" y="1296357"/>
            <a:chExt cx="2552892" cy="457924"/>
          </a:xfrm>
        </p:grpSpPr>
        <p:sp>
          <p:nvSpPr>
            <p:cNvPr id="7" name="!! 选中">
              <a:hlinkClick r:id="rId9" action="ppaction://hlinksldjump"/>
              <a:extLst>
                <a:ext uri="{FF2B5EF4-FFF2-40B4-BE49-F238E27FC236}">
                  <a16:creationId xmlns:a16="http://schemas.microsoft.com/office/drawing/2014/main" id="{2D69E160-2920-66DD-A397-53B5F78F9783}"/>
                </a:ext>
              </a:extLst>
            </p:cNvPr>
            <p:cNvSpPr/>
            <p:nvPr/>
          </p:nvSpPr>
          <p:spPr>
            <a:xfrm>
              <a:off x="471694" y="1296357"/>
              <a:ext cx="2552892" cy="457924"/>
            </a:xfrm>
            <a:prstGeom prst="roundRect">
              <a:avLst>
                <a:gd name="adj" fmla="val 22880"/>
              </a:avLst>
            </a:prstGeom>
            <a:solidFill>
              <a:schemeClr val="tx1">
                <a:lumMod val="10000"/>
                <a:lumOff val="9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1998" defTabSz="914377">
                <a:defRPr/>
              </a:pPr>
              <a:r>
                <a:rPr lang="zh-CN" altLang="en-US" sz="1400" dirty="0">
                  <a:solidFill>
                    <a:srgbClr val="F5F5F5">
                      <a:lumMod val="25000"/>
                    </a:srgbClr>
                  </a:solidFill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      相机</a:t>
              </a:r>
            </a:p>
          </p:txBody>
        </p:sp>
        <p:pic>
          <p:nvPicPr>
            <p:cNvPr id="8" name="icon">
              <a:extLst>
                <a:ext uri="{FF2B5EF4-FFF2-40B4-BE49-F238E27FC236}">
                  <a16:creationId xmlns:a16="http://schemas.microsoft.com/office/drawing/2014/main" id="{971DE965-2DAF-9967-3C4F-BB28768B80A5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634581" y="1417811"/>
              <a:ext cx="215016" cy="215016"/>
            </a:xfrm>
            <a:prstGeom prst="rect">
              <a:avLst/>
            </a:prstGeom>
          </p:spPr>
        </p:pic>
      </p:grpSp>
      <p:grpSp>
        <p:nvGrpSpPr>
          <p:cNvPr id="12" name="!! 全部媒体">
            <a:extLst>
              <a:ext uri="{FF2B5EF4-FFF2-40B4-BE49-F238E27FC236}">
                <a16:creationId xmlns:a16="http://schemas.microsoft.com/office/drawing/2014/main" id="{340B3DD3-55FF-77E3-A2B6-66950F35CA0B}"/>
              </a:ext>
            </a:extLst>
          </p:cNvPr>
          <p:cNvGrpSpPr/>
          <p:nvPr/>
        </p:nvGrpSpPr>
        <p:grpSpPr>
          <a:xfrm>
            <a:off x="481146" y="1890767"/>
            <a:ext cx="2552892" cy="457924"/>
            <a:chOff x="481145" y="1890767"/>
            <a:chExt cx="2552892" cy="457924"/>
          </a:xfrm>
        </p:grpSpPr>
        <p:sp>
          <p:nvSpPr>
            <p:cNvPr id="14" name="!! 未选中">
              <a:hlinkClick r:id="rId12" action="ppaction://hlinksldjump"/>
              <a:extLst>
                <a:ext uri="{FF2B5EF4-FFF2-40B4-BE49-F238E27FC236}">
                  <a16:creationId xmlns:a16="http://schemas.microsoft.com/office/drawing/2014/main" id="{DC0C7AC8-B40A-D918-D3A0-5E5D6D315765}"/>
                </a:ext>
              </a:extLst>
            </p:cNvPr>
            <p:cNvSpPr/>
            <p:nvPr/>
          </p:nvSpPr>
          <p:spPr>
            <a:xfrm>
              <a:off x="481145" y="1890767"/>
              <a:ext cx="2552892" cy="457924"/>
            </a:xfrm>
            <a:prstGeom prst="roundRect">
              <a:avLst>
                <a:gd name="adj" fmla="val 22880"/>
              </a:avLst>
            </a:prstGeom>
            <a:solidFill>
              <a:schemeClr val="bg2"/>
            </a:solidFill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1998" defTabSz="914377">
                <a:defRPr/>
              </a:pPr>
              <a:r>
                <a:rPr lang="zh-CN" altLang="en-US" sz="1400" dirty="0">
                  <a:solidFill>
                    <a:srgbClr val="F5F5F5">
                      <a:lumMod val="25000"/>
                    </a:srgbClr>
                  </a:solidFill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      全部媒体</a:t>
              </a:r>
            </a:p>
          </p:txBody>
        </p:sp>
        <p:pic>
          <p:nvPicPr>
            <p:cNvPr id="15" name="icon">
              <a:extLst>
                <a:ext uri="{FF2B5EF4-FFF2-40B4-BE49-F238E27FC236}">
                  <a16:creationId xmlns:a16="http://schemas.microsoft.com/office/drawing/2014/main" id="{8D4E134D-DFBD-B270-BB95-41BD46DF3A9C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634581" y="2012221"/>
              <a:ext cx="215016" cy="215016"/>
            </a:xfrm>
            <a:prstGeom prst="rect">
              <a:avLst/>
            </a:prstGeom>
          </p:spPr>
        </p:pic>
      </p:grpSp>
      <p:grpSp>
        <p:nvGrpSpPr>
          <p:cNvPr id="16" name="!! dock右">
            <a:extLst>
              <a:ext uri="{FF2B5EF4-FFF2-40B4-BE49-F238E27FC236}">
                <a16:creationId xmlns:a16="http://schemas.microsoft.com/office/drawing/2014/main" id="{55FC8504-487E-5989-827F-2B54F0532D82}"/>
              </a:ext>
            </a:extLst>
          </p:cNvPr>
          <p:cNvGrpSpPr/>
          <p:nvPr/>
        </p:nvGrpSpPr>
        <p:grpSpPr>
          <a:xfrm>
            <a:off x="4869920" y="7119572"/>
            <a:ext cx="2452159" cy="574899"/>
            <a:chOff x="7408333" y="5780624"/>
            <a:chExt cx="2452159" cy="704838"/>
          </a:xfrm>
        </p:grpSpPr>
        <p:sp useBgFill="1">
          <p:nvSpPr>
            <p:cNvPr id="17" name="!! 模糊">
              <a:extLst>
                <a:ext uri="{FF2B5EF4-FFF2-40B4-BE49-F238E27FC236}">
                  <a16:creationId xmlns:a16="http://schemas.microsoft.com/office/drawing/2014/main" id="{77BC289C-F5ED-82D4-4994-F2D8D3675EBE}"/>
                </a:ext>
              </a:extLst>
            </p:cNvPr>
            <p:cNvSpPr>
              <a:spLocks/>
            </p:cNvSpPr>
            <p:nvPr/>
          </p:nvSpPr>
          <p:spPr>
            <a:xfrm>
              <a:off x="7408333" y="5780624"/>
              <a:ext cx="2452159" cy="704838"/>
            </a:xfrm>
            <a:prstGeom prst="roundRect">
              <a:avLst>
                <a:gd name="adj" fmla="val 15000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189">
                <a:defRPr/>
              </a:pPr>
              <a:endParaRPr lang="zh-CN" altLang="en-US">
                <a:solidFill>
                  <a:srgbClr val="FFFFFF"/>
                </a:solidFill>
                <a:latin typeface="OPPOSans R"/>
                <a:ea typeface="OPPOSans R"/>
              </a:endParaRPr>
            </a:p>
          </p:txBody>
        </p:sp>
        <p:sp>
          <p:nvSpPr>
            <p:cNvPr id="18" name="!! 颜色遮罩">
              <a:extLst>
                <a:ext uri="{FF2B5EF4-FFF2-40B4-BE49-F238E27FC236}">
                  <a16:creationId xmlns:a16="http://schemas.microsoft.com/office/drawing/2014/main" id="{AFCB29F1-AD50-656B-83C4-7DE8C4A3DED7}"/>
                </a:ext>
              </a:extLst>
            </p:cNvPr>
            <p:cNvSpPr>
              <a:spLocks/>
            </p:cNvSpPr>
            <p:nvPr/>
          </p:nvSpPr>
          <p:spPr>
            <a:xfrm>
              <a:off x="7408333" y="5780624"/>
              <a:ext cx="2452159" cy="704838"/>
            </a:xfrm>
            <a:prstGeom prst="roundRect">
              <a:avLst>
                <a:gd name="adj" fmla="val 15000"/>
              </a:avLst>
            </a:prstGeom>
            <a:solidFill>
              <a:schemeClr val="bg2">
                <a:alpha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189">
                <a:defRPr/>
              </a:pPr>
              <a:endParaRPr lang="zh-CN" altLang="en-US" dirty="0">
                <a:solidFill>
                  <a:srgbClr val="FFFFFF"/>
                </a:solidFill>
                <a:latin typeface="OPPOSans R"/>
                <a:ea typeface="OPPOSans R"/>
              </a:endParaRPr>
            </a:p>
          </p:txBody>
        </p:sp>
        <p:pic>
          <p:nvPicPr>
            <p:cNvPr id="19" name="!! 信号">
              <a:extLst>
                <a:ext uri="{FF2B5EF4-FFF2-40B4-BE49-F238E27FC236}">
                  <a16:creationId xmlns:a16="http://schemas.microsoft.com/office/drawing/2014/main" id="{71CDE998-84E9-BD5F-92B0-688793EFD4FB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7638254" y="5893986"/>
              <a:ext cx="221460" cy="221458"/>
            </a:xfrm>
            <a:prstGeom prst="rect">
              <a:avLst/>
            </a:prstGeom>
          </p:spPr>
        </p:pic>
        <p:sp>
          <p:nvSpPr>
            <p:cNvPr id="20" name="!! 运营商">
              <a:extLst>
                <a:ext uri="{FF2B5EF4-FFF2-40B4-BE49-F238E27FC236}">
                  <a16:creationId xmlns:a16="http://schemas.microsoft.com/office/drawing/2014/main" id="{C8A78619-ECEA-0DAB-B1A1-BE64FA06E260}"/>
                </a:ext>
              </a:extLst>
            </p:cNvPr>
            <p:cNvSpPr txBox="1"/>
            <p:nvPr/>
          </p:nvSpPr>
          <p:spPr>
            <a:xfrm>
              <a:off x="7813676" y="5913455"/>
              <a:ext cx="1114424" cy="2830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457189">
                <a:defRPr/>
              </a:pPr>
              <a:r>
                <a:rPr lang="en-US" altLang="zh-CN" sz="900" dirty="0">
                  <a:latin typeface="OPPOSans M"/>
                  <a:ea typeface="OPPOSans M"/>
                </a:rPr>
                <a:t>Virtual Net</a:t>
              </a:r>
              <a:endParaRPr lang="zh-CN" altLang="en-US" sz="900" dirty="0">
                <a:latin typeface="OPPOSans M"/>
                <a:ea typeface="OPPOSans M"/>
              </a:endParaRPr>
            </a:p>
          </p:txBody>
        </p:sp>
        <p:pic>
          <p:nvPicPr>
            <p:cNvPr id="21" name="!! 通知">
              <a:extLst>
                <a:ext uri="{FF2B5EF4-FFF2-40B4-BE49-F238E27FC236}">
                  <a16:creationId xmlns:a16="http://schemas.microsoft.com/office/drawing/2014/main" id="{CA0A78D3-2173-9CD6-F7EB-D0BA5EB7D6C4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9287931" y="5948436"/>
              <a:ext cx="152400" cy="152400"/>
            </a:xfrm>
            <a:prstGeom prst="rect">
              <a:avLst/>
            </a:prstGeom>
          </p:spPr>
        </p:pic>
        <p:pic>
          <p:nvPicPr>
            <p:cNvPr id="22" name="!! 电池">
              <a:extLst>
                <a:ext uri="{FF2B5EF4-FFF2-40B4-BE49-F238E27FC236}">
                  <a16:creationId xmlns:a16="http://schemas.microsoft.com/office/drawing/2014/main" id="{6B80DDD2-B2D8-2214-98E8-0F9452AA53E0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p:blipFill>
          <p:spPr>
            <a:xfrm>
              <a:off x="7637460" y="6171965"/>
              <a:ext cx="191558" cy="191558"/>
            </a:xfrm>
            <a:prstGeom prst="rect">
              <a:avLst/>
            </a:prstGeom>
          </p:spPr>
        </p:pic>
        <p:sp>
          <p:nvSpPr>
            <p:cNvPr id="23" name="!! 时间">
              <a:extLst>
                <a:ext uri="{FF2B5EF4-FFF2-40B4-BE49-F238E27FC236}">
                  <a16:creationId xmlns:a16="http://schemas.microsoft.com/office/drawing/2014/main" id="{80BCF282-58D1-919E-CD5E-63DDF53DAEAA}"/>
                </a:ext>
              </a:extLst>
            </p:cNvPr>
            <p:cNvSpPr txBox="1"/>
            <p:nvPr/>
          </p:nvSpPr>
          <p:spPr>
            <a:xfrm>
              <a:off x="8982607" y="6148520"/>
              <a:ext cx="773641" cy="3114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defTabSz="457189">
                <a:defRPr/>
              </a:pPr>
              <a:r>
                <a:rPr lang="en-US" altLang="zh-CN" sz="1051" dirty="0">
                  <a:latin typeface="OPPOSans R"/>
                  <a:ea typeface="OPPOSans R"/>
                </a:rPr>
                <a:t>16:34</a:t>
              </a:r>
              <a:endParaRPr lang="zh-CN" altLang="en-US" sz="1051" dirty="0">
                <a:latin typeface="OPPOSans R"/>
                <a:ea typeface="OPPOSans R"/>
              </a:endParaRPr>
            </a:p>
          </p:txBody>
        </p:sp>
        <p:sp>
          <p:nvSpPr>
            <p:cNvPr id="24" name="!! AC">
              <a:extLst>
                <a:ext uri="{FF2B5EF4-FFF2-40B4-BE49-F238E27FC236}">
                  <a16:creationId xmlns:a16="http://schemas.microsoft.com/office/drawing/2014/main" id="{658E2D61-0E40-1991-02C4-560D4EA59E6C}"/>
                </a:ext>
              </a:extLst>
            </p:cNvPr>
            <p:cNvSpPr txBox="1"/>
            <p:nvPr/>
          </p:nvSpPr>
          <p:spPr>
            <a:xfrm>
              <a:off x="7766842" y="6152328"/>
              <a:ext cx="434183" cy="2830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457189">
                <a:defRPr/>
              </a:pPr>
              <a:r>
                <a:rPr lang="en-US" altLang="zh-CN" sz="900" dirty="0">
                  <a:latin typeface="OPPOSans R"/>
                  <a:ea typeface="OPPOSans R"/>
                </a:rPr>
                <a:t>49%</a:t>
              </a:r>
              <a:endParaRPr lang="zh-CN" altLang="en-US" sz="900" dirty="0">
                <a:latin typeface="OPPOSans R"/>
                <a:ea typeface="OPPOSans R"/>
              </a:endParaRPr>
            </a:p>
          </p:txBody>
        </p:sp>
        <p:pic>
          <p:nvPicPr>
            <p:cNvPr id="26" name="!! 声音">
              <a:extLst>
                <a:ext uri="{FF2B5EF4-FFF2-40B4-BE49-F238E27FC236}">
                  <a16:creationId xmlns:a16="http://schemas.microsoft.com/office/drawing/2014/main" id="{A84D4F33-1722-1033-318D-18E37AA3EE44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p:blipFill>
          <p:spPr>
            <a:xfrm>
              <a:off x="9048732" y="5934670"/>
              <a:ext cx="179932" cy="179932"/>
            </a:xfrm>
            <a:prstGeom prst="rect">
              <a:avLst/>
            </a:prstGeom>
          </p:spPr>
        </p:pic>
        <p:pic>
          <p:nvPicPr>
            <p:cNvPr id="29" name="!! 电源">
              <a:hlinkClick r:id="rId23" action="ppaction://hlinksldjump"/>
              <a:extLst>
                <a:ext uri="{FF2B5EF4-FFF2-40B4-BE49-F238E27FC236}">
                  <a16:creationId xmlns:a16="http://schemas.microsoft.com/office/drawing/2014/main" id="{A974FED5-247A-6710-87FE-3D6BDE9EF12F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/>
            </a:stretch>
          </p:blipFill>
          <p:spPr>
            <a:xfrm>
              <a:off x="9489000" y="5925331"/>
              <a:ext cx="208372" cy="208370"/>
            </a:xfrm>
            <a:prstGeom prst="rect">
              <a:avLst/>
            </a:prstGeom>
          </p:spPr>
        </p:pic>
      </p:grpSp>
      <p:sp>
        <p:nvSpPr>
          <p:cNvPr id="31" name="!! 小白条">
            <a:hlinkClick r:id="rId3" action="ppaction://hlinksldjump"/>
            <a:extLst>
              <a:ext uri="{FF2B5EF4-FFF2-40B4-BE49-F238E27FC236}">
                <a16:creationId xmlns:a16="http://schemas.microsoft.com/office/drawing/2014/main" id="{84049530-4766-B095-FBEA-093617279B21}"/>
              </a:ext>
            </a:extLst>
          </p:cNvPr>
          <p:cNvSpPr/>
          <p:nvPr/>
        </p:nvSpPr>
        <p:spPr>
          <a:xfrm>
            <a:off x="5177623" y="6706376"/>
            <a:ext cx="1836752" cy="45719"/>
          </a:xfrm>
          <a:prstGeom prst="roundRect">
            <a:avLst>
              <a:gd name="adj" fmla="val 50000"/>
            </a:avLst>
          </a:prstGeom>
          <a:solidFill>
            <a:schemeClr val="tx1">
              <a:alpha val="90000"/>
            </a:schemeClr>
          </a:solidFill>
          <a:ln>
            <a:noFill/>
          </a:ln>
          <a:effectLst>
            <a:outerShdw blurRad="1016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35736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1799C4-FDA2-F82E-DB53-289D341EA2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!! 背景板">
            <a:extLst>
              <a:ext uri="{FF2B5EF4-FFF2-40B4-BE49-F238E27FC236}">
                <a16:creationId xmlns:a16="http://schemas.microsoft.com/office/drawing/2014/main" id="{728B8256-050A-5219-9449-2D4592DEE1F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>
              <a:defRPr/>
            </a:pPr>
            <a:endParaRPr lang="zh-CN" altLang="en-US" dirty="0">
              <a:solidFill>
                <a:srgbClr val="F5F5F5"/>
              </a:solidFill>
              <a:latin typeface="vivo Sans"/>
              <a:ea typeface="vivo Sans"/>
            </a:endParaRPr>
          </a:p>
        </p:txBody>
      </p:sp>
      <p:grpSp>
        <p:nvGrpSpPr>
          <p:cNvPr id="25" name="!! 大标题">
            <a:extLst>
              <a:ext uri="{FF2B5EF4-FFF2-40B4-BE49-F238E27FC236}">
                <a16:creationId xmlns:a16="http://schemas.microsoft.com/office/drawing/2014/main" id="{207D33BE-3356-E406-286E-0211442C718F}"/>
              </a:ext>
            </a:extLst>
          </p:cNvPr>
          <p:cNvGrpSpPr/>
          <p:nvPr/>
        </p:nvGrpSpPr>
        <p:grpSpPr>
          <a:xfrm>
            <a:off x="462457" y="484334"/>
            <a:ext cx="796551" cy="461665"/>
            <a:chOff x="3079753" y="1375827"/>
            <a:chExt cx="673782" cy="461665"/>
          </a:xfrm>
        </p:grpSpPr>
        <p:sp>
          <p:nvSpPr>
            <p:cNvPr id="27" name="!! 标题符">
              <a:extLst>
                <a:ext uri="{FF2B5EF4-FFF2-40B4-BE49-F238E27FC236}">
                  <a16:creationId xmlns:a16="http://schemas.microsoft.com/office/drawing/2014/main" id="{2BF5D485-A43F-6381-503D-732AD0E5FECB}"/>
                </a:ext>
              </a:extLst>
            </p:cNvPr>
            <p:cNvSpPr/>
            <p:nvPr/>
          </p:nvSpPr>
          <p:spPr>
            <a:xfrm>
              <a:off x="3146905" y="1685496"/>
              <a:ext cx="551700" cy="1255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defTabSz="457189">
                <a:defRPr/>
              </a:pPr>
              <a:endParaRPr lang="zh-CN" altLang="en-US">
                <a:solidFill>
                  <a:srgbClr val="FFFFFF"/>
                </a:solidFill>
                <a:latin typeface="OPPOSans R"/>
                <a:ea typeface="OPPOSans R"/>
              </a:endParaRPr>
            </a:p>
          </p:txBody>
        </p:sp>
        <p:sp>
          <p:nvSpPr>
            <p:cNvPr id="28" name="!! 标题">
              <a:extLst>
                <a:ext uri="{FF2B5EF4-FFF2-40B4-BE49-F238E27FC236}">
                  <a16:creationId xmlns:a16="http://schemas.microsoft.com/office/drawing/2014/main" id="{BB75C99E-8C74-56FD-FF8E-A05D29671A8A}"/>
                </a:ext>
              </a:extLst>
            </p:cNvPr>
            <p:cNvSpPr txBox="1"/>
            <p:nvPr/>
          </p:nvSpPr>
          <p:spPr>
            <a:xfrm>
              <a:off x="3079753" y="1375827"/>
              <a:ext cx="67378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457189">
                <a:defRPr/>
              </a:pPr>
              <a:r>
                <a:rPr lang="zh-CN" altLang="en-US" sz="2400" dirty="0">
                  <a:solidFill>
                    <a:srgbClr val="000000">
                      <a:lumMod val="75000"/>
                      <a:lumOff val="25000"/>
                    </a:srgbClr>
                  </a:solidFill>
                  <a:latin typeface="vivo Sans Medium"/>
                  <a:ea typeface="vivo Sans Medium"/>
                </a:rPr>
                <a:t>相册</a:t>
              </a:r>
            </a:p>
          </p:txBody>
        </p:sp>
      </p:grpSp>
      <p:sp>
        <p:nvSpPr>
          <p:cNvPr id="2" name="!! 二级背景">
            <a:extLst>
              <a:ext uri="{FF2B5EF4-FFF2-40B4-BE49-F238E27FC236}">
                <a16:creationId xmlns:a16="http://schemas.microsoft.com/office/drawing/2014/main" id="{F5C5CC81-9DC3-E646-51E7-3C31CEAF7721}"/>
              </a:ext>
            </a:extLst>
          </p:cNvPr>
          <p:cNvSpPr/>
          <p:nvPr/>
        </p:nvSpPr>
        <p:spPr>
          <a:xfrm>
            <a:off x="3594541" y="0"/>
            <a:ext cx="8597460" cy="6858000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>
              <a:defRPr/>
            </a:pPr>
            <a:endParaRPr lang="zh-CN" altLang="en-US">
              <a:solidFill>
                <a:srgbClr val="F5F5F5"/>
              </a:solidFill>
              <a:latin typeface="vivo Sans"/>
              <a:ea typeface="vivo Sans"/>
            </a:endParaRPr>
          </a:p>
        </p:txBody>
      </p:sp>
      <p:grpSp>
        <p:nvGrpSpPr>
          <p:cNvPr id="3" name="!! 关闭按钮">
            <a:extLst>
              <a:ext uri="{FF2B5EF4-FFF2-40B4-BE49-F238E27FC236}">
                <a16:creationId xmlns:a16="http://schemas.microsoft.com/office/drawing/2014/main" id="{94D32BA3-34E1-CE7C-410A-E8D22EBB9280}"/>
              </a:ext>
            </a:extLst>
          </p:cNvPr>
          <p:cNvGrpSpPr/>
          <p:nvPr/>
        </p:nvGrpSpPr>
        <p:grpSpPr>
          <a:xfrm>
            <a:off x="2757496" y="569913"/>
            <a:ext cx="290511" cy="290511"/>
            <a:chOff x="2328464" y="3107859"/>
            <a:chExt cx="583223" cy="583223"/>
          </a:xfrm>
        </p:grpSpPr>
        <p:sp>
          <p:nvSpPr>
            <p:cNvPr id="4" name="矩形: 圆角 3">
              <a:hlinkClick r:id="rId3" action="ppaction://hlinksldjump"/>
              <a:extLst>
                <a:ext uri="{FF2B5EF4-FFF2-40B4-BE49-F238E27FC236}">
                  <a16:creationId xmlns:a16="http://schemas.microsoft.com/office/drawing/2014/main" id="{AFE7DC05-A7C0-9A19-2FFE-1ADD3DB742FB}"/>
                </a:ext>
              </a:extLst>
            </p:cNvPr>
            <p:cNvSpPr/>
            <p:nvPr/>
          </p:nvSpPr>
          <p:spPr>
            <a:xfrm>
              <a:off x="2328464" y="3107859"/>
              <a:ext cx="583223" cy="583223"/>
            </a:xfrm>
            <a:prstGeom prst="roundRect">
              <a:avLst>
                <a:gd name="adj" fmla="val 20771"/>
              </a:avLst>
            </a:prstGeom>
            <a:solidFill>
              <a:schemeClr val="bg2"/>
            </a:solidFill>
            <a:ln>
              <a:noFill/>
            </a:ln>
            <a:effectLst>
              <a:outerShdw blurRad="127000" sx="101000" sy="101000" algn="c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77">
                <a:defRPr/>
              </a:pPr>
              <a:endParaRPr lang="zh-CN" altLang="en-US">
                <a:solidFill>
                  <a:srgbClr val="F5F5F5"/>
                </a:solidFill>
                <a:latin typeface="vivo Sans"/>
                <a:ea typeface="vivo Sans"/>
              </a:endParaRPr>
            </a:p>
          </p:txBody>
        </p:sp>
        <p:pic>
          <p:nvPicPr>
            <p:cNvPr id="5" name="图形 4">
              <a:extLst>
                <a:ext uri="{FF2B5EF4-FFF2-40B4-BE49-F238E27FC236}">
                  <a16:creationId xmlns:a16="http://schemas.microsoft.com/office/drawing/2014/main" id="{3D364920-9D4B-104F-1BC2-B98F214BD0A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/>
          </p:blipFill>
          <p:spPr>
            <a:xfrm>
              <a:off x="2375480" y="3154875"/>
              <a:ext cx="489196" cy="489196"/>
            </a:xfrm>
            <a:prstGeom prst="rect">
              <a:avLst/>
            </a:prstGeom>
          </p:spPr>
        </p:pic>
      </p:grpSp>
      <p:sp>
        <p:nvSpPr>
          <p:cNvPr id="30" name="文本框 29">
            <a:extLst>
              <a:ext uri="{FF2B5EF4-FFF2-40B4-BE49-F238E27FC236}">
                <a16:creationId xmlns:a16="http://schemas.microsoft.com/office/drawing/2014/main" id="{51BAFF56-D9ED-3110-D1E7-73D12930DA8E}"/>
              </a:ext>
            </a:extLst>
          </p:cNvPr>
          <p:cNvSpPr txBox="1"/>
          <p:nvPr/>
        </p:nvSpPr>
        <p:spPr>
          <a:xfrm>
            <a:off x="5886671" y="6207762"/>
            <a:ext cx="4013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377">
              <a:defRPr/>
            </a:pPr>
            <a:r>
              <a:rPr lang="zh-CN" altLang="en-US" sz="1400" dirty="0">
                <a:solidFill>
                  <a:srgbClr val="F5F5F5">
                    <a:lumMod val="25000"/>
                  </a:srgbClr>
                </a:solidFill>
                <a:latin typeface="vivo Sans"/>
                <a:ea typeface="vivo Sans"/>
              </a:rPr>
              <a:t>共</a:t>
            </a:r>
            <a:r>
              <a:rPr lang="en-US" altLang="zh-CN" sz="1400" dirty="0">
                <a:solidFill>
                  <a:srgbClr val="F5F5F5">
                    <a:lumMod val="25000"/>
                  </a:srgbClr>
                </a:solidFill>
                <a:latin typeface="vivo Sans"/>
                <a:ea typeface="vivo Sans"/>
              </a:rPr>
              <a:t>7</a:t>
            </a:r>
            <a:r>
              <a:rPr lang="zh-CN" altLang="en-US" sz="1400" dirty="0">
                <a:solidFill>
                  <a:srgbClr val="F5F5F5">
                    <a:lumMod val="25000"/>
                  </a:srgbClr>
                </a:solidFill>
                <a:latin typeface="vivo Sans"/>
                <a:ea typeface="vivo Sans"/>
              </a:rPr>
              <a:t>项（</a:t>
            </a:r>
            <a:r>
              <a:rPr lang="en-US" altLang="zh-CN" sz="1400" dirty="0">
                <a:solidFill>
                  <a:srgbClr val="F5F5F5">
                    <a:lumMod val="25000"/>
                  </a:srgbClr>
                </a:solidFill>
                <a:latin typeface="vivo Sans"/>
                <a:ea typeface="vivo Sans"/>
              </a:rPr>
              <a:t>7</a:t>
            </a:r>
            <a:r>
              <a:rPr lang="zh-CN" altLang="en-US" sz="1400" dirty="0">
                <a:solidFill>
                  <a:srgbClr val="F5F5F5">
                    <a:lumMod val="25000"/>
                  </a:srgbClr>
                </a:solidFill>
                <a:latin typeface="vivo Sans"/>
                <a:ea typeface="vivo Sans"/>
              </a:rPr>
              <a:t>图片，</a:t>
            </a:r>
            <a:r>
              <a:rPr lang="en-US" altLang="zh-CN" sz="1400" dirty="0">
                <a:solidFill>
                  <a:srgbClr val="F5F5F5">
                    <a:lumMod val="25000"/>
                  </a:srgbClr>
                </a:solidFill>
                <a:latin typeface="vivo Sans"/>
                <a:ea typeface="vivo Sans"/>
              </a:rPr>
              <a:t>0</a:t>
            </a:r>
            <a:r>
              <a:rPr lang="zh-CN" altLang="en-US" sz="1400" dirty="0">
                <a:solidFill>
                  <a:srgbClr val="F5F5F5">
                    <a:lumMod val="25000"/>
                  </a:srgbClr>
                </a:solidFill>
                <a:latin typeface="vivo Sans"/>
                <a:ea typeface="vivo Sans"/>
              </a:rPr>
              <a:t>视频），占用 </a:t>
            </a:r>
            <a:r>
              <a:rPr lang="en-US" altLang="zh-CN" sz="1400" dirty="0">
                <a:solidFill>
                  <a:srgbClr val="F5F5F5">
                    <a:lumMod val="25000"/>
                  </a:srgbClr>
                </a:solidFill>
                <a:latin typeface="vivo Sans"/>
                <a:ea typeface="vivo Sans"/>
              </a:rPr>
              <a:t>&lt;1 MB</a:t>
            </a:r>
            <a:endParaRPr lang="zh-CN" altLang="en-US" sz="1400" dirty="0">
              <a:solidFill>
                <a:srgbClr val="F5F5F5">
                  <a:lumMod val="25000"/>
                </a:srgbClr>
              </a:solidFill>
              <a:latin typeface="vivo Sans"/>
              <a:ea typeface="vivo Sans"/>
            </a:endParaRPr>
          </a:p>
        </p:txBody>
      </p:sp>
      <p:sp>
        <p:nvSpPr>
          <p:cNvPr id="17" name="!! img1">
            <a:extLst>
              <a:ext uri="{FF2B5EF4-FFF2-40B4-BE49-F238E27FC236}">
                <a16:creationId xmlns:a16="http://schemas.microsoft.com/office/drawing/2014/main" id="{35E1A5DB-D612-FB32-2EEC-6FA37BFD7B55}"/>
              </a:ext>
            </a:extLst>
          </p:cNvPr>
          <p:cNvSpPr/>
          <p:nvPr/>
        </p:nvSpPr>
        <p:spPr>
          <a:xfrm>
            <a:off x="3598347" y="0"/>
            <a:ext cx="1432800" cy="1432800"/>
          </a:xfrm>
          <a:prstGeom prst="rect">
            <a:avLst/>
          </a:prstGeom>
          <a:solidFill>
            <a:schemeClr val="bg1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!! img2">
            <a:extLst>
              <a:ext uri="{FF2B5EF4-FFF2-40B4-BE49-F238E27FC236}">
                <a16:creationId xmlns:a16="http://schemas.microsoft.com/office/drawing/2014/main" id="{07F7406C-C24E-6229-9529-AA8928DCD64A}"/>
              </a:ext>
            </a:extLst>
          </p:cNvPr>
          <p:cNvSpPr/>
          <p:nvPr/>
        </p:nvSpPr>
        <p:spPr>
          <a:xfrm>
            <a:off x="5031743" y="-2507"/>
            <a:ext cx="1432800" cy="14328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!! img3">
            <a:extLst>
              <a:ext uri="{FF2B5EF4-FFF2-40B4-BE49-F238E27FC236}">
                <a16:creationId xmlns:a16="http://schemas.microsoft.com/office/drawing/2014/main" id="{62A2BD97-EB8B-92FC-99B7-6304D65DFD3F}"/>
              </a:ext>
            </a:extLst>
          </p:cNvPr>
          <p:cNvSpPr/>
          <p:nvPr/>
        </p:nvSpPr>
        <p:spPr>
          <a:xfrm>
            <a:off x="6465135" y="0"/>
            <a:ext cx="1432800" cy="1432800"/>
          </a:xfrm>
          <a:prstGeom prst="rect">
            <a:avLst/>
          </a:prstGeom>
          <a:solidFill>
            <a:schemeClr val="bg1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!! img4">
            <a:extLst>
              <a:ext uri="{FF2B5EF4-FFF2-40B4-BE49-F238E27FC236}">
                <a16:creationId xmlns:a16="http://schemas.microsoft.com/office/drawing/2014/main" id="{B3FCA693-1CAF-6781-C128-5B292898D95A}"/>
              </a:ext>
            </a:extLst>
          </p:cNvPr>
          <p:cNvSpPr/>
          <p:nvPr/>
        </p:nvSpPr>
        <p:spPr>
          <a:xfrm>
            <a:off x="7888616" y="0"/>
            <a:ext cx="1432800" cy="14328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!! img5">
            <a:extLst>
              <a:ext uri="{FF2B5EF4-FFF2-40B4-BE49-F238E27FC236}">
                <a16:creationId xmlns:a16="http://schemas.microsoft.com/office/drawing/2014/main" id="{6CA5DDAB-2DE1-A12B-8A9D-C75A22DAD686}"/>
              </a:ext>
            </a:extLst>
          </p:cNvPr>
          <p:cNvSpPr/>
          <p:nvPr/>
        </p:nvSpPr>
        <p:spPr>
          <a:xfrm>
            <a:off x="9321849" y="0"/>
            <a:ext cx="1432800" cy="1432800"/>
          </a:xfrm>
          <a:prstGeom prst="rect">
            <a:avLst/>
          </a:prstGeom>
          <a:solidFill>
            <a:schemeClr val="bg1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!! img6">
            <a:extLst>
              <a:ext uri="{FF2B5EF4-FFF2-40B4-BE49-F238E27FC236}">
                <a16:creationId xmlns:a16="http://schemas.microsoft.com/office/drawing/2014/main" id="{FE17A423-805E-FD41-7EF4-66AC6A98D1E2}"/>
              </a:ext>
            </a:extLst>
          </p:cNvPr>
          <p:cNvSpPr/>
          <p:nvPr/>
        </p:nvSpPr>
        <p:spPr>
          <a:xfrm>
            <a:off x="10755841" y="0"/>
            <a:ext cx="1432800" cy="14328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!! img7">
            <a:extLst>
              <a:ext uri="{FF2B5EF4-FFF2-40B4-BE49-F238E27FC236}">
                <a16:creationId xmlns:a16="http://schemas.microsoft.com/office/drawing/2014/main" id="{5BBF93A9-3EB3-9433-9E0A-F8616CA11ED2}"/>
              </a:ext>
            </a:extLst>
          </p:cNvPr>
          <p:cNvSpPr/>
          <p:nvPr/>
        </p:nvSpPr>
        <p:spPr>
          <a:xfrm>
            <a:off x="3592453" y="1424349"/>
            <a:ext cx="1432800" cy="14328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7" name="!! 关闭按钮">
            <a:extLst>
              <a:ext uri="{FF2B5EF4-FFF2-40B4-BE49-F238E27FC236}">
                <a16:creationId xmlns:a16="http://schemas.microsoft.com/office/drawing/2014/main" id="{EADF2040-C64C-AC1C-B10A-C13260763CDF}"/>
              </a:ext>
            </a:extLst>
          </p:cNvPr>
          <p:cNvGrpSpPr/>
          <p:nvPr/>
        </p:nvGrpSpPr>
        <p:grpSpPr>
          <a:xfrm>
            <a:off x="2333440" y="569913"/>
            <a:ext cx="290511" cy="290511"/>
            <a:chOff x="2328464" y="3107859"/>
            <a:chExt cx="583223" cy="583223"/>
          </a:xfrm>
        </p:grpSpPr>
        <p:sp>
          <p:nvSpPr>
            <p:cNvPr id="8" name="矩形: 圆角 7">
              <a:hlinkClick r:id="rId6" action="ppaction://hlinksldjump"/>
              <a:extLst>
                <a:ext uri="{FF2B5EF4-FFF2-40B4-BE49-F238E27FC236}">
                  <a16:creationId xmlns:a16="http://schemas.microsoft.com/office/drawing/2014/main" id="{7D037CF1-D010-EB23-5213-E4C462AC09CD}"/>
                </a:ext>
              </a:extLst>
            </p:cNvPr>
            <p:cNvSpPr/>
            <p:nvPr/>
          </p:nvSpPr>
          <p:spPr>
            <a:xfrm>
              <a:off x="2328464" y="3107859"/>
              <a:ext cx="583223" cy="583223"/>
            </a:xfrm>
            <a:prstGeom prst="roundRect">
              <a:avLst>
                <a:gd name="adj" fmla="val 20771"/>
              </a:avLst>
            </a:prstGeom>
            <a:solidFill>
              <a:schemeClr val="bg2"/>
            </a:solidFill>
            <a:ln>
              <a:noFill/>
            </a:ln>
            <a:effectLst>
              <a:outerShdw blurRad="127000" sx="101000" sy="101000" algn="c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77">
                <a:defRPr/>
              </a:pPr>
              <a:endParaRPr lang="zh-CN" altLang="en-US">
                <a:solidFill>
                  <a:srgbClr val="F5F5F5"/>
                </a:solidFill>
                <a:latin typeface="vivo Sans"/>
                <a:ea typeface="vivo Sans"/>
              </a:endParaRPr>
            </a:p>
          </p:txBody>
        </p:sp>
        <p:pic>
          <p:nvPicPr>
            <p:cNvPr id="12" name="图形 11">
              <a:extLst>
                <a:ext uri="{FF2B5EF4-FFF2-40B4-BE49-F238E27FC236}">
                  <a16:creationId xmlns:a16="http://schemas.microsoft.com/office/drawing/2014/main" id="{AC586709-F4A7-82BC-9D74-956EB421DD8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/>
          </p:blipFill>
          <p:spPr>
            <a:xfrm>
              <a:off x="2449200" y="3228595"/>
              <a:ext cx="341755" cy="341755"/>
            </a:xfrm>
            <a:prstGeom prst="rect">
              <a:avLst/>
            </a:prstGeom>
          </p:spPr>
        </p:pic>
      </p:grpSp>
      <p:grpSp>
        <p:nvGrpSpPr>
          <p:cNvPr id="9" name="!! 相机">
            <a:extLst>
              <a:ext uri="{FF2B5EF4-FFF2-40B4-BE49-F238E27FC236}">
                <a16:creationId xmlns:a16="http://schemas.microsoft.com/office/drawing/2014/main" id="{5950A4CF-E31C-7A4F-2462-2DC8AE84B528}"/>
              </a:ext>
            </a:extLst>
          </p:cNvPr>
          <p:cNvGrpSpPr/>
          <p:nvPr/>
        </p:nvGrpSpPr>
        <p:grpSpPr>
          <a:xfrm>
            <a:off x="471695" y="1296358"/>
            <a:ext cx="2552892" cy="457924"/>
            <a:chOff x="471694" y="1296357"/>
            <a:chExt cx="2552892" cy="457924"/>
          </a:xfrm>
        </p:grpSpPr>
        <p:sp>
          <p:nvSpPr>
            <p:cNvPr id="10" name="!! 选中">
              <a:hlinkClick r:id="rId9" action="ppaction://hlinksldjump"/>
              <a:extLst>
                <a:ext uri="{FF2B5EF4-FFF2-40B4-BE49-F238E27FC236}">
                  <a16:creationId xmlns:a16="http://schemas.microsoft.com/office/drawing/2014/main" id="{4110E4C4-4C2A-E3FE-D91E-99AA333DE414}"/>
                </a:ext>
              </a:extLst>
            </p:cNvPr>
            <p:cNvSpPr/>
            <p:nvPr/>
          </p:nvSpPr>
          <p:spPr>
            <a:xfrm>
              <a:off x="471694" y="1296357"/>
              <a:ext cx="2552892" cy="457924"/>
            </a:xfrm>
            <a:prstGeom prst="roundRect">
              <a:avLst>
                <a:gd name="adj" fmla="val 22880"/>
              </a:avLst>
            </a:prstGeom>
            <a:solidFill>
              <a:schemeClr val="bg2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1998" defTabSz="914377">
                <a:defRPr/>
              </a:pPr>
              <a:r>
                <a:rPr lang="zh-CN" altLang="en-US" sz="1400" dirty="0">
                  <a:solidFill>
                    <a:srgbClr val="F5F5F5">
                      <a:lumMod val="25000"/>
                    </a:srgbClr>
                  </a:solidFill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      相机</a:t>
              </a:r>
            </a:p>
          </p:txBody>
        </p:sp>
        <p:pic>
          <p:nvPicPr>
            <p:cNvPr id="11" name="icon">
              <a:extLst>
                <a:ext uri="{FF2B5EF4-FFF2-40B4-BE49-F238E27FC236}">
                  <a16:creationId xmlns:a16="http://schemas.microsoft.com/office/drawing/2014/main" id="{2BDEEE4B-EE7F-3335-A9EB-7F759C5D1A36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634581" y="1417811"/>
              <a:ext cx="215016" cy="215016"/>
            </a:xfrm>
            <a:prstGeom prst="rect">
              <a:avLst/>
            </a:prstGeom>
          </p:spPr>
        </p:pic>
      </p:grpSp>
      <p:grpSp>
        <p:nvGrpSpPr>
          <p:cNvPr id="14" name="!! 全部媒体">
            <a:extLst>
              <a:ext uri="{FF2B5EF4-FFF2-40B4-BE49-F238E27FC236}">
                <a16:creationId xmlns:a16="http://schemas.microsoft.com/office/drawing/2014/main" id="{9B2B1DB1-E781-1083-D5CD-E2964C0F9275}"/>
              </a:ext>
            </a:extLst>
          </p:cNvPr>
          <p:cNvGrpSpPr/>
          <p:nvPr/>
        </p:nvGrpSpPr>
        <p:grpSpPr>
          <a:xfrm>
            <a:off x="481146" y="1890767"/>
            <a:ext cx="2552892" cy="457924"/>
            <a:chOff x="481145" y="1890767"/>
            <a:chExt cx="2552892" cy="457924"/>
          </a:xfrm>
        </p:grpSpPr>
        <p:sp>
          <p:nvSpPr>
            <p:cNvPr id="15" name="!! 未选中">
              <a:hlinkClick r:id="rId12" action="ppaction://hlinksldjump"/>
              <a:extLst>
                <a:ext uri="{FF2B5EF4-FFF2-40B4-BE49-F238E27FC236}">
                  <a16:creationId xmlns:a16="http://schemas.microsoft.com/office/drawing/2014/main" id="{8F4A8919-9968-3C96-507F-689E3D7549A7}"/>
                </a:ext>
              </a:extLst>
            </p:cNvPr>
            <p:cNvSpPr/>
            <p:nvPr/>
          </p:nvSpPr>
          <p:spPr>
            <a:xfrm>
              <a:off x="481145" y="1890767"/>
              <a:ext cx="2552892" cy="457924"/>
            </a:xfrm>
            <a:prstGeom prst="roundRect">
              <a:avLst>
                <a:gd name="adj" fmla="val 22880"/>
              </a:avLst>
            </a:prstGeom>
            <a:solidFill>
              <a:schemeClr val="tx1">
                <a:lumMod val="10000"/>
                <a:lumOff val="90000"/>
              </a:schemeClr>
            </a:solidFill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1998" defTabSz="914377">
                <a:defRPr/>
              </a:pPr>
              <a:r>
                <a:rPr lang="zh-CN" altLang="en-US" sz="1400" dirty="0">
                  <a:solidFill>
                    <a:srgbClr val="F5F5F5">
                      <a:lumMod val="25000"/>
                    </a:srgbClr>
                  </a:solidFill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      全部媒体</a:t>
              </a:r>
            </a:p>
          </p:txBody>
        </p:sp>
        <p:pic>
          <p:nvPicPr>
            <p:cNvPr id="16" name="icon">
              <a:extLst>
                <a:ext uri="{FF2B5EF4-FFF2-40B4-BE49-F238E27FC236}">
                  <a16:creationId xmlns:a16="http://schemas.microsoft.com/office/drawing/2014/main" id="{6E71DA64-4022-00D4-4FBA-CF64776A453B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634581" y="2012221"/>
              <a:ext cx="215016" cy="215016"/>
            </a:xfrm>
            <a:prstGeom prst="rect">
              <a:avLst/>
            </a:prstGeom>
          </p:spPr>
        </p:pic>
      </p:grpSp>
      <p:grpSp>
        <p:nvGrpSpPr>
          <p:cNvPr id="19" name="!! dock右">
            <a:extLst>
              <a:ext uri="{FF2B5EF4-FFF2-40B4-BE49-F238E27FC236}">
                <a16:creationId xmlns:a16="http://schemas.microsoft.com/office/drawing/2014/main" id="{7DC8A053-2258-5F52-8BE3-CEFC27517CF9}"/>
              </a:ext>
            </a:extLst>
          </p:cNvPr>
          <p:cNvGrpSpPr/>
          <p:nvPr/>
        </p:nvGrpSpPr>
        <p:grpSpPr>
          <a:xfrm>
            <a:off x="4869920" y="7119572"/>
            <a:ext cx="2452159" cy="574899"/>
            <a:chOff x="7408333" y="5780624"/>
            <a:chExt cx="2452159" cy="704838"/>
          </a:xfrm>
        </p:grpSpPr>
        <p:sp useBgFill="1">
          <p:nvSpPr>
            <p:cNvPr id="20" name="!! 模糊">
              <a:extLst>
                <a:ext uri="{FF2B5EF4-FFF2-40B4-BE49-F238E27FC236}">
                  <a16:creationId xmlns:a16="http://schemas.microsoft.com/office/drawing/2014/main" id="{03559A83-C2EF-A9FB-2F94-B46F943F285F}"/>
                </a:ext>
              </a:extLst>
            </p:cNvPr>
            <p:cNvSpPr>
              <a:spLocks/>
            </p:cNvSpPr>
            <p:nvPr/>
          </p:nvSpPr>
          <p:spPr>
            <a:xfrm>
              <a:off x="7408333" y="5780624"/>
              <a:ext cx="2452159" cy="704838"/>
            </a:xfrm>
            <a:prstGeom prst="roundRect">
              <a:avLst>
                <a:gd name="adj" fmla="val 15000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189">
                <a:defRPr/>
              </a:pPr>
              <a:endParaRPr lang="zh-CN" altLang="en-US">
                <a:solidFill>
                  <a:srgbClr val="FFFFFF"/>
                </a:solidFill>
                <a:latin typeface="OPPOSans R"/>
                <a:ea typeface="OPPOSans R"/>
              </a:endParaRPr>
            </a:p>
          </p:txBody>
        </p:sp>
        <p:sp>
          <p:nvSpPr>
            <p:cNvPr id="21" name="!! 颜色遮罩">
              <a:extLst>
                <a:ext uri="{FF2B5EF4-FFF2-40B4-BE49-F238E27FC236}">
                  <a16:creationId xmlns:a16="http://schemas.microsoft.com/office/drawing/2014/main" id="{321F01B3-0CF8-661A-A932-8ED3ED4BF098}"/>
                </a:ext>
              </a:extLst>
            </p:cNvPr>
            <p:cNvSpPr>
              <a:spLocks/>
            </p:cNvSpPr>
            <p:nvPr/>
          </p:nvSpPr>
          <p:spPr>
            <a:xfrm>
              <a:off x="7408333" y="5780624"/>
              <a:ext cx="2452159" cy="704838"/>
            </a:xfrm>
            <a:prstGeom prst="roundRect">
              <a:avLst>
                <a:gd name="adj" fmla="val 15000"/>
              </a:avLst>
            </a:prstGeom>
            <a:solidFill>
              <a:schemeClr val="bg2">
                <a:alpha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189">
                <a:defRPr/>
              </a:pPr>
              <a:endParaRPr lang="zh-CN" altLang="en-US" dirty="0">
                <a:solidFill>
                  <a:srgbClr val="FFFFFF"/>
                </a:solidFill>
                <a:latin typeface="OPPOSans R"/>
                <a:ea typeface="OPPOSans R"/>
              </a:endParaRPr>
            </a:p>
          </p:txBody>
        </p:sp>
        <p:pic>
          <p:nvPicPr>
            <p:cNvPr id="23" name="!! 信号">
              <a:extLst>
                <a:ext uri="{FF2B5EF4-FFF2-40B4-BE49-F238E27FC236}">
                  <a16:creationId xmlns:a16="http://schemas.microsoft.com/office/drawing/2014/main" id="{C5AF7523-26B5-B39C-3FA9-DC2DF6E2DA5E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7638254" y="5893986"/>
              <a:ext cx="221460" cy="221458"/>
            </a:xfrm>
            <a:prstGeom prst="rect">
              <a:avLst/>
            </a:prstGeom>
          </p:spPr>
        </p:pic>
        <p:sp>
          <p:nvSpPr>
            <p:cNvPr id="24" name="!! 运营商">
              <a:extLst>
                <a:ext uri="{FF2B5EF4-FFF2-40B4-BE49-F238E27FC236}">
                  <a16:creationId xmlns:a16="http://schemas.microsoft.com/office/drawing/2014/main" id="{ED2058E2-2EB8-BAF7-B34A-59152C4F7458}"/>
                </a:ext>
              </a:extLst>
            </p:cNvPr>
            <p:cNvSpPr txBox="1"/>
            <p:nvPr/>
          </p:nvSpPr>
          <p:spPr>
            <a:xfrm>
              <a:off x="7813676" y="5913455"/>
              <a:ext cx="1114424" cy="2830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457189">
                <a:defRPr/>
              </a:pPr>
              <a:r>
                <a:rPr lang="en-US" altLang="zh-CN" sz="900" dirty="0">
                  <a:latin typeface="OPPOSans M"/>
                  <a:ea typeface="OPPOSans M"/>
                </a:rPr>
                <a:t>Virtual Net</a:t>
              </a:r>
              <a:endParaRPr lang="zh-CN" altLang="en-US" sz="900" dirty="0">
                <a:latin typeface="OPPOSans M"/>
                <a:ea typeface="OPPOSans M"/>
              </a:endParaRPr>
            </a:p>
          </p:txBody>
        </p:sp>
        <p:pic>
          <p:nvPicPr>
            <p:cNvPr id="26" name="!! 通知">
              <a:extLst>
                <a:ext uri="{FF2B5EF4-FFF2-40B4-BE49-F238E27FC236}">
                  <a16:creationId xmlns:a16="http://schemas.microsoft.com/office/drawing/2014/main" id="{5A98E55B-594E-5B70-D5A5-0BB8919F97E0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9287931" y="5948436"/>
              <a:ext cx="152400" cy="152400"/>
            </a:xfrm>
            <a:prstGeom prst="rect">
              <a:avLst/>
            </a:prstGeom>
          </p:spPr>
        </p:pic>
        <p:pic>
          <p:nvPicPr>
            <p:cNvPr id="29" name="!! 电池">
              <a:extLst>
                <a:ext uri="{FF2B5EF4-FFF2-40B4-BE49-F238E27FC236}">
                  <a16:creationId xmlns:a16="http://schemas.microsoft.com/office/drawing/2014/main" id="{AB96DD71-2E1D-849C-597A-6CAA5B0CB399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p:blipFill>
          <p:spPr>
            <a:xfrm>
              <a:off x="7637460" y="6171965"/>
              <a:ext cx="191558" cy="191558"/>
            </a:xfrm>
            <a:prstGeom prst="rect">
              <a:avLst/>
            </a:prstGeom>
          </p:spPr>
        </p:pic>
        <p:sp>
          <p:nvSpPr>
            <p:cNvPr id="34" name="!! 时间">
              <a:extLst>
                <a:ext uri="{FF2B5EF4-FFF2-40B4-BE49-F238E27FC236}">
                  <a16:creationId xmlns:a16="http://schemas.microsoft.com/office/drawing/2014/main" id="{ACEA9471-0420-093B-63B3-BE2184C8C24E}"/>
                </a:ext>
              </a:extLst>
            </p:cNvPr>
            <p:cNvSpPr txBox="1"/>
            <p:nvPr/>
          </p:nvSpPr>
          <p:spPr>
            <a:xfrm>
              <a:off x="8982607" y="6148520"/>
              <a:ext cx="773641" cy="3114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defTabSz="457189">
                <a:defRPr/>
              </a:pPr>
              <a:r>
                <a:rPr lang="en-US" altLang="zh-CN" sz="1051" dirty="0">
                  <a:latin typeface="OPPOSans R"/>
                  <a:ea typeface="OPPOSans R"/>
                </a:rPr>
                <a:t>16:34</a:t>
              </a:r>
              <a:endParaRPr lang="zh-CN" altLang="en-US" sz="1051" dirty="0">
                <a:latin typeface="OPPOSans R"/>
                <a:ea typeface="OPPOSans R"/>
              </a:endParaRPr>
            </a:p>
          </p:txBody>
        </p:sp>
        <p:sp>
          <p:nvSpPr>
            <p:cNvPr id="35" name="!! AC">
              <a:extLst>
                <a:ext uri="{FF2B5EF4-FFF2-40B4-BE49-F238E27FC236}">
                  <a16:creationId xmlns:a16="http://schemas.microsoft.com/office/drawing/2014/main" id="{5E070D36-1385-7C37-D575-AF2B94B1C407}"/>
                </a:ext>
              </a:extLst>
            </p:cNvPr>
            <p:cNvSpPr txBox="1"/>
            <p:nvPr/>
          </p:nvSpPr>
          <p:spPr>
            <a:xfrm>
              <a:off x="7766842" y="6152328"/>
              <a:ext cx="434183" cy="2830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457189">
                <a:defRPr/>
              </a:pPr>
              <a:r>
                <a:rPr lang="en-US" altLang="zh-CN" sz="900" dirty="0">
                  <a:latin typeface="OPPOSans R"/>
                  <a:ea typeface="OPPOSans R"/>
                </a:rPr>
                <a:t>49%</a:t>
              </a:r>
              <a:endParaRPr lang="zh-CN" altLang="en-US" sz="900" dirty="0">
                <a:latin typeface="OPPOSans R"/>
                <a:ea typeface="OPPOSans R"/>
              </a:endParaRPr>
            </a:p>
          </p:txBody>
        </p:sp>
        <p:pic>
          <p:nvPicPr>
            <p:cNvPr id="36" name="!! 声音">
              <a:extLst>
                <a:ext uri="{FF2B5EF4-FFF2-40B4-BE49-F238E27FC236}">
                  <a16:creationId xmlns:a16="http://schemas.microsoft.com/office/drawing/2014/main" id="{C7E2151D-BCF2-8D52-C29F-94476D8568C5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p:blipFill>
          <p:spPr>
            <a:xfrm>
              <a:off x="9048732" y="5934670"/>
              <a:ext cx="179932" cy="179932"/>
            </a:xfrm>
            <a:prstGeom prst="rect">
              <a:avLst/>
            </a:prstGeom>
          </p:spPr>
        </p:pic>
        <p:pic>
          <p:nvPicPr>
            <p:cNvPr id="37" name="!! 电源">
              <a:hlinkClick r:id="rId23" action="ppaction://hlinksldjump"/>
              <a:extLst>
                <a:ext uri="{FF2B5EF4-FFF2-40B4-BE49-F238E27FC236}">
                  <a16:creationId xmlns:a16="http://schemas.microsoft.com/office/drawing/2014/main" id="{46F7FF09-D5C1-9A98-8EA9-7FAA65984873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/>
            </a:stretch>
          </p:blipFill>
          <p:spPr>
            <a:xfrm>
              <a:off x="9489000" y="5925331"/>
              <a:ext cx="208372" cy="208370"/>
            </a:xfrm>
            <a:prstGeom prst="rect">
              <a:avLst/>
            </a:prstGeom>
          </p:spPr>
        </p:pic>
      </p:grpSp>
      <p:sp>
        <p:nvSpPr>
          <p:cNvPr id="38" name="!! 小白条">
            <a:hlinkClick r:id="rId3" action="ppaction://hlinksldjump"/>
            <a:extLst>
              <a:ext uri="{FF2B5EF4-FFF2-40B4-BE49-F238E27FC236}">
                <a16:creationId xmlns:a16="http://schemas.microsoft.com/office/drawing/2014/main" id="{A181B637-98E7-7092-82D9-B190112BF1E7}"/>
              </a:ext>
            </a:extLst>
          </p:cNvPr>
          <p:cNvSpPr/>
          <p:nvPr/>
        </p:nvSpPr>
        <p:spPr>
          <a:xfrm>
            <a:off x="5177623" y="6706376"/>
            <a:ext cx="1836752" cy="45719"/>
          </a:xfrm>
          <a:prstGeom prst="roundRect">
            <a:avLst>
              <a:gd name="adj" fmla="val 50000"/>
            </a:avLst>
          </a:prstGeom>
          <a:solidFill>
            <a:schemeClr val="tx1">
              <a:alpha val="90000"/>
            </a:schemeClr>
          </a:solidFill>
          <a:ln>
            <a:noFill/>
          </a:ln>
          <a:effectLst>
            <a:outerShdw blurRad="1016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46191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3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08333E-7 -1.85185E-6 L 0.02174 -1.85185E-6 " pathEditMode="relative" rAng="0" ptsTypes="AA">
                                      <p:cBhvr>
                                        <p:cTn id="9" dur="330" spd="-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81" y="0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63" presetClass="path" presetSubtype="0" decel="100000" fill="hold" grpId="1" nodeType="withEffect">
                                  <p:stCondLst>
                                    <p:cond delay="50"/>
                                  </p:stCondLst>
                                  <p:childTnLst>
                                    <p:animMotion origin="layout" path="M 2.08333E-7 -1.85185E-6 L 0.02174 -1.85185E-6 " pathEditMode="relative" rAng="0" ptsTypes="AA">
                                      <p:cBhvr>
                                        <p:cTn id="14" dur="330" spd="-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81" y="0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63" presetClass="path" presetSubtype="0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animMotion origin="layout" path="M 2.08333E-7 -1.85185E-6 L 0.02174 -1.85185E-6 " pathEditMode="relative" rAng="0" ptsTypes="AA">
                                      <p:cBhvr>
                                        <p:cTn id="19" dur="330" spd="-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81" y="0"/>
                                    </p:animMotion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63" presetClass="path" presetSubtype="0" decel="100000" fill="hold" grpId="1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2.08333E-7 -1.85185E-6 L 0.02174 -1.85185E-6 " pathEditMode="relative" rAng="0" ptsTypes="AA">
                                      <p:cBhvr>
                                        <p:cTn id="24" dur="330" spd="-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81" y="0"/>
                                    </p:animMotion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63" presetClass="path" presetSubtype="0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2.08333E-7 -1.85185E-6 L 0.02174 -1.85185E-6 " pathEditMode="relative" rAng="0" ptsTypes="AA">
                                      <p:cBhvr>
                                        <p:cTn id="29" dur="330" spd="-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81" y="0"/>
                                    </p:animMotion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63" presetClass="path" presetSubtype="0" decel="10000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2.08333E-7 -1.85185E-6 L 0.02174 -1.85185E-6 " pathEditMode="relative" rAng="0" ptsTypes="AA">
                                      <p:cBhvr>
                                        <p:cTn id="34" dur="330" spd="-100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81" y="0"/>
                                    </p:animMotion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63" presetClass="path" presetSubtype="0" decel="10000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2.08333E-7 -1.85185E-6 L 0.02174 -1.85185E-6 " pathEditMode="relative" rAng="0" ptsTypes="AA">
                                      <p:cBhvr>
                                        <p:cTn id="39" dur="330" spd="-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81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7" grpId="1" animBg="1"/>
      <p:bldP spid="18" grpId="0" animBg="1"/>
      <p:bldP spid="18" grpId="1" animBg="1"/>
      <p:bldP spid="22" grpId="0" animBg="1"/>
      <p:bldP spid="22" grpId="1" animBg="1"/>
      <p:bldP spid="31" grpId="0" animBg="1"/>
      <p:bldP spid="31" grpId="1" animBg="1"/>
      <p:bldP spid="32" grpId="0" animBg="1"/>
      <p:bldP spid="32" grpId="1" animBg="1"/>
      <p:bldP spid="33" grpId="0" animBg="1"/>
      <p:bldP spid="33" grpId="1" animBg="1"/>
      <p:bldP spid="6" grpId="0" animBg="1"/>
      <p:bldP spid="6" grpId="1" animBg="1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0A80CE-6CCB-62D4-F868-E6FFD12F80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!! 背景板">
            <a:extLst>
              <a:ext uri="{FF2B5EF4-FFF2-40B4-BE49-F238E27FC236}">
                <a16:creationId xmlns:a16="http://schemas.microsoft.com/office/drawing/2014/main" id="{E1BFE0EA-8FF5-2214-2C5E-E48E3DE20AD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>
              <a:defRPr/>
            </a:pPr>
            <a:endParaRPr lang="zh-CN" altLang="en-US" dirty="0">
              <a:solidFill>
                <a:srgbClr val="F5F5F5"/>
              </a:solidFill>
              <a:latin typeface="vivo Sans"/>
              <a:ea typeface="vivo Sans"/>
            </a:endParaRPr>
          </a:p>
        </p:txBody>
      </p:sp>
      <p:grpSp>
        <p:nvGrpSpPr>
          <p:cNvPr id="25" name="!! 大标题">
            <a:extLst>
              <a:ext uri="{FF2B5EF4-FFF2-40B4-BE49-F238E27FC236}">
                <a16:creationId xmlns:a16="http://schemas.microsoft.com/office/drawing/2014/main" id="{596FBE70-C69B-F7DE-0906-C77FA826C714}"/>
              </a:ext>
            </a:extLst>
          </p:cNvPr>
          <p:cNvGrpSpPr/>
          <p:nvPr/>
        </p:nvGrpSpPr>
        <p:grpSpPr>
          <a:xfrm>
            <a:off x="462457" y="484334"/>
            <a:ext cx="796551" cy="461665"/>
            <a:chOff x="3079753" y="1375827"/>
            <a:chExt cx="673782" cy="461665"/>
          </a:xfrm>
        </p:grpSpPr>
        <p:sp>
          <p:nvSpPr>
            <p:cNvPr id="27" name="!! 标题符">
              <a:extLst>
                <a:ext uri="{FF2B5EF4-FFF2-40B4-BE49-F238E27FC236}">
                  <a16:creationId xmlns:a16="http://schemas.microsoft.com/office/drawing/2014/main" id="{7932C61F-2D70-CE59-D223-535400FFBBF3}"/>
                </a:ext>
              </a:extLst>
            </p:cNvPr>
            <p:cNvSpPr/>
            <p:nvPr/>
          </p:nvSpPr>
          <p:spPr>
            <a:xfrm>
              <a:off x="3146905" y="1685496"/>
              <a:ext cx="551700" cy="1255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defTabSz="457189">
                <a:defRPr/>
              </a:pPr>
              <a:endParaRPr lang="zh-CN" altLang="en-US">
                <a:solidFill>
                  <a:srgbClr val="FFFFFF"/>
                </a:solidFill>
                <a:latin typeface="OPPOSans R"/>
                <a:ea typeface="OPPOSans R"/>
              </a:endParaRPr>
            </a:p>
          </p:txBody>
        </p:sp>
        <p:sp>
          <p:nvSpPr>
            <p:cNvPr id="28" name="!! 标题">
              <a:extLst>
                <a:ext uri="{FF2B5EF4-FFF2-40B4-BE49-F238E27FC236}">
                  <a16:creationId xmlns:a16="http://schemas.microsoft.com/office/drawing/2014/main" id="{A29C5465-C040-B2EE-5998-D8C71522DF8A}"/>
                </a:ext>
              </a:extLst>
            </p:cNvPr>
            <p:cNvSpPr txBox="1"/>
            <p:nvPr/>
          </p:nvSpPr>
          <p:spPr>
            <a:xfrm>
              <a:off x="3079753" y="1375827"/>
              <a:ext cx="67378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457189">
                <a:defRPr/>
              </a:pPr>
              <a:r>
                <a:rPr lang="zh-CN" altLang="en-US" sz="2400" dirty="0">
                  <a:solidFill>
                    <a:srgbClr val="000000">
                      <a:lumMod val="75000"/>
                      <a:lumOff val="25000"/>
                    </a:srgbClr>
                  </a:solidFill>
                  <a:latin typeface="vivo Sans Medium"/>
                  <a:ea typeface="vivo Sans Medium"/>
                </a:rPr>
                <a:t>相册</a:t>
              </a:r>
            </a:p>
          </p:txBody>
        </p:sp>
      </p:grpSp>
      <p:sp>
        <p:nvSpPr>
          <p:cNvPr id="2" name="!! 二级背景">
            <a:extLst>
              <a:ext uri="{FF2B5EF4-FFF2-40B4-BE49-F238E27FC236}">
                <a16:creationId xmlns:a16="http://schemas.microsoft.com/office/drawing/2014/main" id="{8990D81B-834E-8260-F776-7499021CF926}"/>
              </a:ext>
            </a:extLst>
          </p:cNvPr>
          <p:cNvSpPr/>
          <p:nvPr/>
        </p:nvSpPr>
        <p:spPr>
          <a:xfrm>
            <a:off x="3594541" y="0"/>
            <a:ext cx="8597460" cy="6858000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>
              <a:defRPr/>
            </a:pPr>
            <a:endParaRPr lang="zh-CN" altLang="en-US">
              <a:solidFill>
                <a:srgbClr val="F5F5F5"/>
              </a:solidFill>
              <a:latin typeface="vivo Sans"/>
              <a:ea typeface="vivo Sans"/>
            </a:endParaRPr>
          </a:p>
        </p:txBody>
      </p:sp>
      <p:grpSp>
        <p:nvGrpSpPr>
          <p:cNvPr id="3" name="!! 关闭按钮">
            <a:extLst>
              <a:ext uri="{FF2B5EF4-FFF2-40B4-BE49-F238E27FC236}">
                <a16:creationId xmlns:a16="http://schemas.microsoft.com/office/drawing/2014/main" id="{79437A0E-B746-B962-C617-DEBB6866920B}"/>
              </a:ext>
            </a:extLst>
          </p:cNvPr>
          <p:cNvGrpSpPr/>
          <p:nvPr/>
        </p:nvGrpSpPr>
        <p:grpSpPr>
          <a:xfrm>
            <a:off x="2757496" y="569913"/>
            <a:ext cx="290511" cy="290511"/>
            <a:chOff x="2328464" y="3107859"/>
            <a:chExt cx="583223" cy="583223"/>
          </a:xfrm>
        </p:grpSpPr>
        <p:sp>
          <p:nvSpPr>
            <p:cNvPr id="4" name="矩形: 圆角 3">
              <a:hlinkClick r:id="rId3" action="ppaction://hlinksldjump"/>
              <a:extLst>
                <a:ext uri="{FF2B5EF4-FFF2-40B4-BE49-F238E27FC236}">
                  <a16:creationId xmlns:a16="http://schemas.microsoft.com/office/drawing/2014/main" id="{5FDD01C9-71A2-017F-AB19-949B1E5AF26B}"/>
                </a:ext>
              </a:extLst>
            </p:cNvPr>
            <p:cNvSpPr/>
            <p:nvPr/>
          </p:nvSpPr>
          <p:spPr>
            <a:xfrm>
              <a:off x="2328464" y="3107859"/>
              <a:ext cx="583223" cy="583223"/>
            </a:xfrm>
            <a:prstGeom prst="roundRect">
              <a:avLst>
                <a:gd name="adj" fmla="val 20771"/>
              </a:avLst>
            </a:prstGeom>
            <a:solidFill>
              <a:schemeClr val="bg2"/>
            </a:solidFill>
            <a:ln>
              <a:noFill/>
            </a:ln>
            <a:effectLst>
              <a:outerShdw blurRad="127000" sx="101000" sy="101000" algn="c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77">
                <a:defRPr/>
              </a:pPr>
              <a:endParaRPr lang="zh-CN" altLang="en-US">
                <a:solidFill>
                  <a:srgbClr val="F5F5F5"/>
                </a:solidFill>
                <a:latin typeface="vivo Sans"/>
                <a:ea typeface="vivo Sans"/>
              </a:endParaRPr>
            </a:p>
          </p:txBody>
        </p:sp>
        <p:pic>
          <p:nvPicPr>
            <p:cNvPr id="5" name="图形 4">
              <a:extLst>
                <a:ext uri="{FF2B5EF4-FFF2-40B4-BE49-F238E27FC236}">
                  <a16:creationId xmlns:a16="http://schemas.microsoft.com/office/drawing/2014/main" id="{5977C068-7B3E-8577-7AAA-E855A8D52A3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/>
          </p:blipFill>
          <p:spPr>
            <a:xfrm>
              <a:off x="2375480" y="3154875"/>
              <a:ext cx="489196" cy="489196"/>
            </a:xfrm>
            <a:prstGeom prst="rect">
              <a:avLst/>
            </a:prstGeom>
          </p:spPr>
        </p:pic>
      </p:grpSp>
      <p:grpSp>
        <p:nvGrpSpPr>
          <p:cNvPr id="9" name="!! 关闭按钮">
            <a:extLst>
              <a:ext uri="{FF2B5EF4-FFF2-40B4-BE49-F238E27FC236}">
                <a16:creationId xmlns:a16="http://schemas.microsoft.com/office/drawing/2014/main" id="{4899A997-3266-9FED-FF16-4C12CAACBE13}"/>
              </a:ext>
            </a:extLst>
          </p:cNvPr>
          <p:cNvGrpSpPr/>
          <p:nvPr/>
        </p:nvGrpSpPr>
        <p:grpSpPr>
          <a:xfrm>
            <a:off x="2333440" y="569913"/>
            <a:ext cx="290511" cy="290511"/>
            <a:chOff x="2328464" y="3107859"/>
            <a:chExt cx="583223" cy="583223"/>
          </a:xfrm>
        </p:grpSpPr>
        <p:sp>
          <p:nvSpPr>
            <p:cNvPr id="10" name="矩形: 圆角 9">
              <a:extLst>
                <a:ext uri="{FF2B5EF4-FFF2-40B4-BE49-F238E27FC236}">
                  <a16:creationId xmlns:a16="http://schemas.microsoft.com/office/drawing/2014/main" id="{13B6A9C3-8218-53CB-2638-8406794C7A92}"/>
                </a:ext>
              </a:extLst>
            </p:cNvPr>
            <p:cNvSpPr/>
            <p:nvPr/>
          </p:nvSpPr>
          <p:spPr>
            <a:xfrm>
              <a:off x="2328464" y="3107859"/>
              <a:ext cx="583223" cy="583223"/>
            </a:xfrm>
            <a:prstGeom prst="roundRect">
              <a:avLst>
                <a:gd name="adj" fmla="val 20771"/>
              </a:avLst>
            </a:prstGeom>
            <a:solidFill>
              <a:schemeClr val="accent1"/>
            </a:solidFill>
            <a:ln>
              <a:noFill/>
            </a:ln>
            <a:effectLst>
              <a:outerShdw blurRad="127000" sx="101000" sy="101000" algn="c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77">
                <a:defRPr/>
              </a:pPr>
              <a:endParaRPr lang="zh-CN" altLang="en-US">
                <a:solidFill>
                  <a:srgbClr val="F5F5F5"/>
                </a:solidFill>
                <a:latin typeface="vivo Sans"/>
                <a:ea typeface="vivo Sans"/>
              </a:endParaRPr>
            </a:p>
          </p:txBody>
        </p:sp>
        <p:pic>
          <p:nvPicPr>
            <p:cNvPr id="11" name="图形 10">
              <a:extLst>
                <a:ext uri="{FF2B5EF4-FFF2-40B4-BE49-F238E27FC236}">
                  <a16:creationId xmlns:a16="http://schemas.microsoft.com/office/drawing/2014/main" id="{9645E751-8A32-999F-3310-ACCB03A8977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/>
          </p:blipFill>
          <p:spPr>
            <a:xfrm>
              <a:off x="2449200" y="3228595"/>
              <a:ext cx="341755" cy="341755"/>
            </a:xfrm>
            <a:prstGeom prst="rect">
              <a:avLst/>
            </a:prstGeom>
          </p:spPr>
        </p:pic>
      </p:grp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384CFB5F-7CC1-396E-05BF-0E17FC01BD05}"/>
              </a:ext>
            </a:extLst>
          </p:cNvPr>
          <p:cNvGrpSpPr/>
          <p:nvPr/>
        </p:nvGrpSpPr>
        <p:grpSpPr>
          <a:xfrm>
            <a:off x="7402867" y="1246429"/>
            <a:ext cx="980808" cy="980808"/>
            <a:chOff x="7332875" y="1296357"/>
            <a:chExt cx="980808" cy="980808"/>
          </a:xfrm>
        </p:grpSpPr>
        <p:sp>
          <p:nvSpPr>
            <p:cNvPr id="34" name="!! 背景">
              <a:hlinkClick r:id="rId8" action="ppaction://hlinksldjump"/>
              <a:extLst>
                <a:ext uri="{FF2B5EF4-FFF2-40B4-BE49-F238E27FC236}">
                  <a16:creationId xmlns:a16="http://schemas.microsoft.com/office/drawing/2014/main" id="{9E9C5CA4-9C73-E945-7D9C-24A007AE3E0C}"/>
                </a:ext>
              </a:extLst>
            </p:cNvPr>
            <p:cNvSpPr/>
            <p:nvPr/>
          </p:nvSpPr>
          <p:spPr>
            <a:xfrm>
              <a:off x="7332875" y="1296357"/>
              <a:ext cx="980808" cy="980808"/>
            </a:xfrm>
            <a:prstGeom prst="roundRect">
              <a:avLst/>
            </a:prstGeom>
            <a:solidFill>
              <a:schemeClr val="tx2">
                <a:lumMod val="50000"/>
                <a:lumOff val="50000"/>
              </a:schemeClr>
            </a:solidFill>
            <a:ln>
              <a:noFill/>
            </a:ln>
            <a:effectLst>
              <a:outerShdw blurRad="1905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189">
                <a:defRPr/>
              </a:pPr>
              <a:endParaRPr lang="zh-CN" altLang="en-US" dirty="0">
                <a:solidFill>
                  <a:srgbClr val="FFFFFF"/>
                </a:solidFill>
                <a:latin typeface="OPPOSans R"/>
                <a:ea typeface="OPPOSans R"/>
              </a:endParaRPr>
            </a:p>
          </p:txBody>
        </p:sp>
        <p:pic>
          <p:nvPicPr>
            <p:cNvPr id="35" name="icon">
              <a:extLst>
                <a:ext uri="{FF2B5EF4-FFF2-40B4-BE49-F238E27FC236}">
                  <a16:creationId xmlns:a16="http://schemas.microsoft.com/office/drawing/2014/main" id="{54E08F42-F85E-EFDF-D522-A9CF5A839329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rcRect/>
            <a:stretch/>
          </p:blipFill>
          <p:spPr>
            <a:xfrm>
              <a:off x="7539949" y="1503431"/>
              <a:ext cx="566660" cy="566660"/>
            </a:xfrm>
            <a:prstGeom prst="rect">
              <a:avLst/>
            </a:prstGeom>
          </p:spPr>
        </p:pic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FD6DFB6C-0C42-653D-04CA-1E9156027703}"/>
              </a:ext>
            </a:extLst>
          </p:cNvPr>
          <p:cNvSpPr txBox="1"/>
          <p:nvPr/>
        </p:nvSpPr>
        <p:spPr>
          <a:xfrm>
            <a:off x="7304693" y="2348694"/>
            <a:ext cx="11771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/>
              <a:t>相册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E860AC4F-9529-4F25-5034-141926B20161}"/>
              </a:ext>
            </a:extLst>
          </p:cNvPr>
          <p:cNvSpPr txBox="1"/>
          <p:nvPr/>
        </p:nvSpPr>
        <p:spPr>
          <a:xfrm>
            <a:off x="6505723" y="6220050"/>
            <a:ext cx="27750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</a:rPr>
              <a:t>© 2025 </a:t>
            </a: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</a:rPr>
              <a:t>雨夌 </a:t>
            </a:r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</a:rPr>
              <a:t>All Rights Reserved.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32624F8E-11BA-AA4C-7219-008A60524980}"/>
              </a:ext>
            </a:extLst>
          </p:cNvPr>
          <p:cNvSpPr txBox="1"/>
          <p:nvPr/>
        </p:nvSpPr>
        <p:spPr>
          <a:xfrm>
            <a:off x="6616265" y="2784389"/>
            <a:ext cx="2554012" cy="2831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377">
              <a:lnSpc>
                <a:spcPct val="110000"/>
              </a:lnSpc>
              <a:defRPr/>
            </a:pPr>
            <a:r>
              <a:rPr lang="en-US" altLang="zh-CN" sz="1200" dirty="0">
                <a:solidFill>
                  <a:srgbClr val="F5F5F5">
                    <a:lumMod val="50000"/>
                  </a:srgbClr>
                </a:solidFill>
                <a:latin typeface="vivo Sans"/>
                <a:ea typeface="vivo Sans"/>
              </a:rPr>
              <a:t>App</a:t>
            </a:r>
            <a:r>
              <a:rPr lang="zh-CN" altLang="en-US" sz="1200" dirty="0">
                <a:solidFill>
                  <a:srgbClr val="F5F5F5">
                    <a:lumMod val="50000"/>
                  </a:srgbClr>
                </a:solidFill>
                <a:latin typeface="vivo Sans"/>
                <a:ea typeface="vivo Sans"/>
              </a:rPr>
              <a:t>版本：</a:t>
            </a:r>
            <a:r>
              <a:rPr lang="en-US" altLang="zh-CN" sz="1200" dirty="0">
                <a:solidFill>
                  <a:srgbClr val="F5F5F5">
                    <a:lumMod val="50000"/>
                  </a:srgbClr>
                </a:solidFill>
                <a:latin typeface="vivo Sans"/>
                <a:ea typeface="vivo Sans"/>
              </a:rPr>
              <a:t>1.0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02F8A77F-0B4D-29F7-44C4-468ECAB5F3A2}"/>
              </a:ext>
            </a:extLst>
          </p:cNvPr>
          <p:cNvSpPr txBox="1"/>
          <p:nvPr/>
        </p:nvSpPr>
        <p:spPr>
          <a:xfrm>
            <a:off x="6616265" y="3016088"/>
            <a:ext cx="2554012" cy="2831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377">
              <a:lnSpc>
                <a:spcPct val="110000"/>
              </a:lnSpc>
              <a:defRPr/>
            </a:pPr>
            <a:r>
              <a:rPr lang="en-US" altLang="zh-CN" sz="1200" dirty="0">
                <a:solidFill>
                  <a:srgbClr val="F5F5F5">
                    <a:lumMod val="50000"/>
                  </a:srgbClr>
                </a:solidFill>
                <a:latin typeface="vivo Sans"/>
                <a:ea typeface="vivo Sans"/>
              </a:rPr>
              <a:t>UI</a:t>
            </a:r>
            <a:r>
              <a:rPr lang="zh-CN" altLang="en-US" sz="1200" dirty="0">
                <a:solidFill>
                  <a:srgbClr val="F5F5F5">
                    <a:lumMod val="50000"/>
                  </a:srgbClr>
                </a:solidFill>
                <a:latin typeface="vivo Sans"/>
                <a:ea typeface="vivo Sans"/>
              </a:rPr>
              <a:t>版本：</a:t>
            </a:r>
            <a:r>
              <a:rPr lang="en-US" altLang="zh-CN" sz="1200" dirty="0">
                <a:solidFill>
                  <a:srgbClr val="F5F5F5">
                    <a:lumMod val="50000"/>
                  </a:srgbClr>
                </a:solidFill>
                <a:latin typeface="vivo Sans"/>
                <a:ea typeface="vivo Sans"/>
              </a:rPr>
              <a:t>5.1.0</a:t>
            </a:r>
          </a:p>
        </p:txBody>
      </p:sp>
      <p:grpSp>
        <p:nvGrpSpPr>
          <p:cNvPr id="17" name="!! 相机">
            <a:extLst>
              <a:ext uri="{FF2B5EF4-FFF2-40B4-BE49-F238E27FC236}">
                <a16:creationId xmlns:a16="http://schemas.microsoft.com/office/drawing/2014/main" id="{F92B760A-55CE-9168-8BA2-0B34FC65C87A}"/>
              </a:ext>
            </a:extLst>
          </p:cNvPr>
          <p:cNvGrpSpPr/>
          <p:nvPr/>
        </p:nvGrpSpPr>
        <p:grpSpPr>
          <a:xfrm>
            <a:off x="471695" y="1296358"/>
            <a:ext cx="2552892" cy="457924"/>
            <a:chOff x="471694" y="1296357"/>
            <a:chExt cx="2552892" cy="457924"/>
          </a:xfrm>
        </p:grpSpPr>
        <p:sp>
          <p:nvSpPr>
            <p:cNvPr id="21" name="!! 选中">
              <a:hlinkClick r:id="rId11" action="ppaction://hlinksldjump"/>
              <a:extLst>
                <a:ext uri="{FF2B5EF4-FFF2-40B4-BE49-F238E27FC236}">
                  <a16:creationId xmlns:a16="http://schemas.microsoft.com/office/drawing/2014/main" id="{4A998FF9-8440-99CF-6661-E8C39E30FF6B}"/>
                </a:ext>
              </a:extLst>
            </p:cNvPr>
            <p:cNvSpPr/>
            <p:nvPr/>
          </p:nvSpPr>
          <p:spPr>
            <a:xfrm>
              <a:off x="471694" y="1296357"/>
              <a:ext cx="2552892" cy="457924"/>
            </a:xfrm>
            <a:prstGeom prst="roundRect">
              <a:avLst>
                <a:gd name="adj" fmla="val 22880"/>
              </a:avLst>
            </a:prstGeom>
            <a:solidFill>
              <a:schemeClr val="bg2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1998" defTabSz="914377">
                <a:defRPr/>
              </a:pPr>
              <a:r>
                <a:rPr lang="zh-CN" altLang="en-US" sz="1400" dirty="0">
                  <a:solidFill>
                    <a:srgbClr val="F5F5F5">
                      <a:lumMod val="25000"/>
                    </a:srgbClr>
                  </a:solidFill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      相机</a:t>
              </a:r>
            </a:p>
          </p:txBody>
        </p:sp>
        <p:pic>
          <p:nvPicPr>
            <p:cNvPr id="22" name="icon">
              <a:extLst>
                <a:ext uri="{FF2B5EF4-FFF2-40B4-BE49-F238E27FC236}">
                  <a16:creationId xmlns:a16="http://schemas.microsoft.com/office/drawing/2014/main" id="{5AFAB864-7586-9941-EC2B-7AFAAC866AAA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634581" y="1417811"/>
              <a:ext cx="215016" cy="215016"/>
            </a:xfrm>
            <a:prstGeom prst="rect">
              <a:avLst/>
            </a:prstGeom>
          </p:spPr>
        </p:pic>
      </p:grpSp>
      <p:grpSp>
        <p:nvGrpSpPr>
          <p:cNvPr id="23" name="!! 全部媒体">
            <a:extLst>
              <a:ext uri="{FF2B5EF4-FFF2-40B4-BE49-F238E27FC236}">
                <a16:creationId xmlns:a16="http://schemas.microsoft.com/office/drawing/2014/main" id="{92562C48-F508-F962-B5DF-2E4C8C809697}"/>
              </a:ext>
            </a:extLst>
          </p:cNvPr>
          <p:cNvGrpSpPr/>
          <p:nvPr/>
        </p:nvGrpSpPr>
        <p:grpSpPr>
          <a:xfrm>
            <a:off x="481146" y="1890767"/>
            <a:ext cx="2552892" cy="457924"/>
            <a:chOff x="481145" y="1890767"/>
            <a:chExt cx="2552892" cy="457924"/>
          </a:xfrm>
        </p:grpSpPr>
        <p:sp>
          <p:nvSpPr>
            <p:cNvPr id="24" name="!! 未选中">
              <a:hlinkClick r:id="rId14" action="ppaction://hlinksldjump"/>
              <a:extLst>
                <a:ext uri="{FF2B5EF4-FFF2-40B4-BE49-F238E27FC236}">
                  <a16:creationId xmlns:a16="http://schemas.microsoft.com/office/drawing/2014/main" id="{048F19E7-861B-594D-BAC0-D22B95E9387A}"/>
                </a:ext>
              </a:extLst>
            </p:cNvPr>
            <p:cNvSpPr/>
            <p:nvPr/>
          </p:nvSpPr>
          <p:spPr>
            <a:xfrm>
              <a:off x="481145" y="1890767"/>
              <a:ext cx="2552892" cy="457924"/>
            </a:xfrm>
            <a:prstGeom prst="roundRect">
              <a:avLst>
                <a:gd name="adj" fmla="val 22880"/>
              </a:avLst>
            </a:prstGeom>
            <a:solidFill>
              <a:schemeClr val="bg2"/>
            </a:solidFill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1998" defTabSz="914377">
                <a:defRPr/>
              </a:pPr>
              <a:r>
                <a:rPr lang="zh-CN" altLang="en-US" sz="1400" dirty="0">
                  <a:solidFill>
                    <a:srgbClr val="F5F5F5">
                      <a:lumMod val="25000"/>
                    </a:srgbClr>
                  </a:solidFill>
                  <a:latin typeface="vivo Sans Light" panose="02000400000000000000" pitchFamily="2" charset="-122"/>
                  <a:ea typeface="vivo Sans Light" panose="02000400000000000000" pitchFamily="2" charset="-122"/>
                  <a:cs typeface="vivo Sans Light" panose="02000400000000000000" pitchFamily="2" charset="-122"/>
                </a:rPr>
                <a:t>      全部媒体</a:t>
              </a:r>
            </a:p>
          </p:txBody>
        </p:sp>
        <p:pic>
          <p:nvPicPr>
            <p:cNvPr id="26" name="icon">
              <a:extLst>
                <a:ext uri="{FF2B5EF4-FFF2-40B4-BE49-F238E27FC236}">
                  <a16:creationId xmlns:a16="http://schemas.microsoft.com/office/drawing/2014/main" id="{AB1C497A-4317-3037-3589-2181B8F28BAE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634581" y="2012221"/>
              <a:ext cx="215016" cy="215016"/>
            </a:xfrm>
            <a:prstGeom prst="rect">
              <a:avLst/>
            </a:prstGeom>
          </p:spPr>
        </p:pic>
      </p:grpSp>
      <p:grpSp>
        <p:nvGrpSpPr>
          <p:cNvPr id="7" name="!! dock右">
            <a:extLst>
              <a:ext uri="{FF2B5EF4-FFF2-40B4-BE49-F238E27FC236}">
                <a16:creationId xmlns:a16="http://schemas.microsoft.com/office/drawing/2014/main" id="{7FD9E606-F92E-264E-CC42-EEFB10EF6322}"/>
              </a:ext>
            </a:extLst>
          </p:cNvPr>
          <p:cNvGrpSpPr/>
          <p:nvPr/>
        </p:nvGrpSpPr>
        <p:grpSpPr>
          <a:xfrm>
            <a:off x="4869920" y="7119572"/>
            <a:ext cx="2452159" cy="574899"/>
            <a:chOff x="7408333" y="5780624"/>
            <a:chExt cx="2452159" cy="704838"/>
          </a:xfrm>
        </p:grpSpPr>
        <p:sp useBgFill="1">
          <p:nvSpPr>
            <p:cNvPr id="8" name="!! 模糊">
              <a:extLst>
                <a:ext uri="{FF2B5EF4-FFF2-40B4-BE49-F238E27FC236}">
                  <a16:creationId xmlns:a16="http://schemas.microsoft.com/office/drawing/2014/main" id="{5541373B-24A3-B9AB-7C5C-45F02213F7CC}"/>
                </a:ext>
              </a:extLst>
            </p:cNvPr>
            <p:cNvSpPr>
              <a:spLocks/>
            </p:cNvSpPr>
            <p:nvPr/>
          </p:nvSpPr>
          <p:spPr>
            <a:xfrm>
              <a:off x="7408333" y="5780624"/>
              <a:ext cx="2452159" cy="704838"/>
            </a:xfrm>
            <a:prstGeom prst="roundRect">
              <a:avLst>
                <a:gd name="adj" fmla="val 15000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189">
                <a:defRPr/>
              </a:pPr>
              <a:endParaRPr lang="zh-CN" altLang="en-US">
                <a:solidFill>
                  <a:srgbClr val="FFFFFF"/>
                </a:solidFill>
                <a:latin typeface="OPPOSans R"/>
                <a:ea typeface="OPPOSans R"/>
              </a:endParaRPr>
            </a:p>
          </p:txBody>
        </p:sp>
        <p:sp>
          <p:nvSpPr>
            <p:cNvPr id="12" name="!! 颜色遮罩">
              <a:extLst>
                <a:ext uri="{FF2B5EF4-FFF2-40B4-BE49-F238E27FC236}">
                  <a16:creationId xmlns:a16="http://schemas.microsoft.com/office/drawing/2014/main" id="{FA0BF048-A44F-8851-CBEB-ED6AD5A3AEB0}"/>
                </a:ext>
              </a:extLst>
            </p:cNvPr>
            <p:cNvSpPr>
              <a:spLocks/>
            </p:cNvSpPr>
            <p:nvPr/>
          </p:nvSpPr>
          <p:spPr>
            <a:xfrm>
              <a:off x="7408333" y="5780624"/>
              <a:ext cx="2452159" cy="704838"/>
            </a:xfrm>
            <a:prstGeom prst="roundRect">
              <a:avLst>
                <a:gd name="adj" fmla="val 15000"/>
              </a:avLst>
            </a:prstGeom>
            <a:solidFill>
              <a:schemeClr val="bg2">
                <a:alpha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189">
                <a:defRPr/>
              </a:pPr>
              <a:endParaRPr lang="zh-CN" altLang="en-US" dirty="0">
                <a:solidFill>
                  <a:srgbClr val="FFFFFF"/>
                </a:solidFill>
                <a:latin typeface="OPPOSans R"/>
                <a:ea typeface="OPPOSans R"/>
              </a:endParaRPr>
            </a:p>
          </p:txBody>
        </p:sp>
        <p:pic>
          <p:nvPicPr>
            <p:cNvPr id="14" name="!! 信号">
              <a:extLst>
                <a:ext uri="{FF2B5EF4-FFF2-40B4-BE49-F238E27FC236}">
                  <a16:creationId xmlns:a16="http://schemas.microsoft.com/office/drawing/2014/main" id="{0AA0D145-12B5-9CA5-61C3-927524CF00FA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7638254" y="5893986"/>
              <a:ext cx="221460" cy="221458"/>
            </a:xfrm>
            <a:prstGeom prst="rect">
              <a:avLst/>
            </a:prstGeom>
          </p:spPr>
        </p:pic>
        <p:sp>
          <p:nvSpPr>
            <p:cNvPr id="15" name="!! 运营商">
              <a:extLst>
                <a:ext uri="{FF2B5EF4-FFF2-40B4-BE49-F238E27FC236}">
                  <a16:creationId xmlns:a16="http://schemas.microsoft.com/office/drawing/2014/main" id="{168AE625-E886-9D82-641D-204F178E4F98}"/>
                </a:ext>
              </a:extLst>
            </p:cNvPr>
            <p:cNvSpPr txBox="1"/>
            <p:nvPr/>
          </p:nvSpPr>
          <p:spPr>
            <a:xfrm>
              <a:off x="7813676" y="5913455"/>
              <a:ext cx="1114424" cy="2830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457189">
                <a:defRPr/>
              </a:pPr>
              <a:r>
                <a:rPr lang="en-US" altLang="zh-CN" sz="900" dirty="0">
                  <a:latin typeface="OPPOSans M"/>
                  <a:ea typeface="OPPOSans M"/>
                </a:rPr>
                <a:t>Virtual Net</a:t>
              </a:r>
              <a:endParaRPr lang="zh-CN" altLang="en-US" sz="900" dirty="0">
                <a:latin typeface="OPPOSans M"/>
                <a:ea typeface="OPPOSans M"/>
              </a:endParaRPr>
            </a:p>
          </p:txBody>
        </p:sp>
        <p:pic>
          <p:nvPicPr>
            <p:cNvPr id="16" name="!! 通知">
              <a:extLst>
                <a:ext uri="{FF2B5EF4-FFF2-40B4-BE49-F238E27FC236}">
                  <a16:creationId xmlns:a16="http://schemas.microsoft.com/office/drawing/2014/main" id="{C46F2A67-253F-8BD5-3BAB-12CF5160AD11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p:blipFill>
          <p:spPr>
            <a:xfrm>
              <a:off x="9287931" y="5948436"/>
              <a:ext cx="152400" cy="152400"/>
            </a:xfrm>
            <a:prstGeom prst="rect">
              <a:avLst/>
            </a:prstGeom>
          </p:spPr>
        </p:pic>
        <p:pic>
          <p:nvPicPr>
            <p:cNvPr id="29" name="!! 电池">
              <a:extLst>
                <a:ext uri="{FF2B5EF4-FFF2-40B4-BE49-F238E27FC236}">
                  <a16:creationId xmlns:a16="http://schemas.microsoft.com/office/drawing/2014/main" id="{8DD352C4-4E05-EF2B-D1A8-8CB47BF12829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p:blipFill>
          <p:spPr>
            <a:xfrm>
              <a:off x="7637460" y="6171965"/>
              <a:ext cx="191558" cy="191558"/>
            </a:xfrm>
            <a:prstGeom prst="rect">
              <a:avLst/>
            </a:prstGeom>
          </p:spPr>
        </p:pic>
        <p:sp>
          <p:nvSpPr>
            <p:cNvPr id="30" name="!! 时间">
              <a:extLst>
                <a:ext uri="{FF2B5EF4-FFF2-40B4-BE49-F238E27FC236}">
                  <a16:creationId xmlns:a16="http://schemas.microsoft.com/office/drawing/2014/main" id="{E38A5211-27C5-FE19-F23A-8073990E724A}"/>
                </a:ext>
              </a:extLst>
            </p:cNvPr>
            <p:cNvSpPr txBox="1"/>
            <p:nvPr/>
          </p:nvSpPr>
          <p:spPr>
            <a:xfrm>
              <a:off x="8982607" y="6148520"/>
              <a:ext cx="773641" cy="3114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defTabSz="457189">
                <a:defRPr/>
              </a:pPr>
              <a:r>
                <a:rPr lang="en-US" altLang="zh-CN" sz="1051" dirty="0">
                  <a:latin typeface="OPPOSans R"/>
                  <a:ea typeface="OPPOSans R"/>
                </a:rPr>
                <a:t>16:34</a:t>
              </a:r>
              <a:endParaRPr lang="zh-CN" altLang="en-US" sz="1051" dirty="0">
                <a:latin typeface="OPPOSans R"/>
                <a:ea typeface="OPPOSans R"/>
              </a:endParaRPr>
            </a:p>
          </p:txBody>
        </p:sp>
        <p:sp>
          <p:nvSpPr>
            <p:cNvPr id="31" name="!! AC">
              <a:extLst>
                <a:ext uri="{FF2B5EF4-FFF2-40B4-BE49-F238E27FC236}">
                  <a16:creationId xmlns:a16="http://schemas.microsoft.com/office/drawing/2014/main" id="{4952F6E0-A165-5FA2-058D-B39D0AE2E829}"/>
                </a:ext>
              </a:extLst>
            </p:cNvPr>
            <p:cNvSpPr txBox="1"/>
            <p:nvPr/>
          </p:nvSpPr>
          <p:spPr>
            <a:xfrm>
              <a:off x="7766842" y="6152328"/>
              <a:ext cx="434183" cy="2830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457189">
                <a:defRPr/>
              </a:pPr>
              <a:r>
                <a:rPr lang="en-US" altLang="zh-CN" sz="900" dirty="0">
                  <a:latin typeface="OPPOSans R"/>
                  <a:ea typeface="OPPOSans R"/>
                </a:rPr>
                <a:t>49%</a:t>
              </a:r>
              <a:endParaRPr lang="zh-CN" altLang="en-US" sz="900" dirty="0">
                <a:latin typeface="OPPOSans R"/>
                <a:ea typeface="OPPOSans R"/>
              </a:endParaRPr>
            </a:p>
          </p:txBody>
        </p:sp>
        <p:pic>
          <p:nvPicPr>
            <p:cNvPr id="32" name="!! 声音">
              <a:extLst>
                <a:ext uri="{FF2B5EF4-FFF2-40B4-BE49-F238E27FC236}">
                  <a16:creationId xmlns:a16="http://schemas.microsoft.com/office/drawing/2014/main" id="{832CF8A1-04DE-3822-4BF9-61DEA26C944E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/>
            </a:stretch>
          </p:blipFill>
          <p:spPr>
            <a:xfrm>
              <a:off x="9048732" y="5934670"/>
              <a:ext cx="179932" cy="179932"/>
            </a:xfrm>
            <a:prstGeom prst="rect">
              <a:avLst/>
            </a:prstGeom>
          </p:spPr>
        </p:pic>
        <p:pic>
          <p:nvPicPr>
            <p:cNvPr id="33" name="!! 电源">
              <a:hlinkClick r:id="rId25" action="ppaction://hlinksldjump"/>
              <a:extLst>
                <a:ext uri="{FF2B5EF4-FFF2-40B4-BE49-F238E27FC236}">
                  <a16:creationId xmlns:a16="http://schemas.microsoft.com/office/drawing/2014/main" id="{FB8102D4-A519-C51B-5B0F-81FAB5EBE309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/>
            </a:stretch>
          </p:blipFill>
          <p:spPr>
            <a:xfrm>
              <a:off x="9489000" y="5925331"/>
              <a:ext cx="208372" cy="208370"/>
            </a:xfrm>
            <a:prstGeom prst="rect">
              <a:avLst/>
            </a:prstGeom>
          </p:spPr>
        </p:pic>
      </p:grpSp>
      <p:sp>
        <p:nvSpPr>
          <p:cNvPr id="42" name="!! 小白条">
            <a:hlinkClick r:id="rId3" action="ppaction://hlinksldjump"/>
            <a:extLst>
              <a:ext uri="{FF2B5EF4-FFF2-40B4-BE49-F238E27FC236}">
                <a16:creationId xmlns:a16="http://schemas.microsoft.com/office/drawing/2014/main" id="{EF315A4E-B643-3B45-27D5-EECCED967D2E}"/>
              </a:ext>
            </a:extLst>
          </p:cNvPr>
          <p:cNvSpPr/>
          <p:nvPr/>
        </p:nvSpPr>
        <p:spPr>
          <a:xfrm>
            <a:off x="5177623" y="6706376"/>
            <a:ext cx="1836752" cy="45719"/>
          </a:xfrm>
          <a:prstGeom prst="roundRect">
            <a:avLst>
              <a:gd name="adj" fmla="val 50000"/>
            </a:avLst>
          </a:prstGeom>
          <a:solidFill>
            <a:schemeClr val="tx1">
              <a:alpha val="90000"/>
            </a:schemeClr>
          </a:solidFill>
          <a:ln>
            <a:noFill/>
          </a:ln>
          <a:effectLst>
            <a:outerShdw blurRad="1016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68078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832F9B-D178-71D2-6F5C-E0255C9C07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!! 壁纸">
            <a:extLst>
              <a:ext uri="{FF2B5EF4-FFF2-40B4-BE49-F238E27FC236}">
                <a16:creationId xmlns:a16="http://schemas.microsoft.com/office/drawing/2014/main" id="{B7BB05BC-B667-EF31-85E8-21569AF6C9C5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5" name="!! 背景板">
            <a:extLst>
              <a:ext uri="{FF2B5EF4-FFF2-40B4-BE49-F238E27FC236}">
                <a16:creationId xmlns:a16="http://schemas.microsoft.com/office/drawing/2014/main" id="{D2F6044F-4E06-ACF9-9306-20CA6A957B73}"/>
              </a:ext>
            </a:extLst>
          </p:cNvPr>
          <p:cNvSpPr/>
          <p:nvPr/>
        </p:nvSpPr>
        <p:spPr>
          <a:xfrm>
            <a:off x="3573639" y="1621084"/>
            <a:ext cx="5044723" cy="283765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5F5F5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  <p:grpSp>
        <p:nvGrpSpPr>
          <p:cNvPr id="40" name="设置App">
            <a:extLst>
              <a:ext uri="{FF2B5EF4-FFF2-40B4-BE49-F238E27FC236}">
                <a16:creationId xmlns:a16="http://schemas.microsoft.com/office/drawing/2014/main" id="{A4E076C8-9C64-B5AE-84CC-69F25024A53E}"/>
              </a:ext>
            </a:extLst>
          </p:cNvPr>
          <p:cNvGrpSpPr/>
          <p:nvPr/>
        </p:nvGrpSpPr>
        <p:grpSpPr>
          <a:xfrm>
            <a:off x="1659675" y="933569"/>
            <a:ext cx="658299" cy="967679"/>
            <a:chOff x="1659673" y="933566"/>
            <a:chExt cx="658298" cy="967679"/>
          </a:xfrm>
        </p:grpSpPr>
        <p:grpSp>
          <p:nvGrpSpPr>
            <p:cNvPr id="15" name="!! icon">
              <a:extLst>
                <a:ext uri="{FF2B5EF4-FFF2-40B4-BE49-F238E27FC236}">
                  <a16:creationId xmlns:a16="http://schemas.microsoft.com/office/drawing/2014/main" id="{29D3A594-81AE-E000-7EC2-F98081A10188}"/>
                </a:ext>
              </a:extLst>
            </p:cNvPr>
            <p:cNvGrpSpPr/>
            <p:nvPr/>
          </p:nvGrpSpPr>
          <p:grpSpPr>
            <a:xfrm>
              <a:off x="1659673" y="933566"/>
              <a:ext cx="658298" cy="658298"/>
              <a:chOff x="4725145" y="3205535"/>
              <a:chExt cx="446930" cy="446930"/>
            </a:xfrm>
          </p:grpSpPr>
          <p:sp>
            <p:nvSpPr>
              <p:cNvPr id="17" name="!! 背景">
                <a:hlinkClick r:id="rId4" action="ppaction://hlinksldjump"/>
                <a:extLst>
                  <a:ext uri="{FF2B5EF4-FFF2-40B4-BE49-F238E27FC236}">
                    <a16:creationId xmlns:a16="http://schemas.microsoft.com/office/drawing/2014/main" id="{E3271B9D-A3D9-1F4D-7898-C5996ECD2DE7}"/>
                  </a:ext>
                </a:extLst>
              </p:cNvPr>
              <p:cNvSpPr/>
              <p:nvPr/>
            </p:nvSpPr>
            <p:spPr>
              <a:xfrm>
                <a:off x="4725145" y="3205535"/>
                <a:ext cx="446930" cy="446930"/>
              </a:xfrm>
              <a:prstGeom prst="roundRect">
                <a:avLst/>
              </a:prstGeom>
              <a:solidFill>
                <a:srgbClr val="547A9C"/>
              </a:solidFill>
              <a:ln>
                <a:noFill/>
              </a:ln>
              <a:effectLst>
                <a:outerShdw blurRad="190500" algn="ctr" rotWithShape="0">
                  <a:prstClr val="black">
                    <a:alpha val="2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189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POSans R"/>
                  <a:ea typeface="OPPOSans R"/>
                  <a:cs typeface="+mn-cs"/>
                </a:endParaRPr>
              </a:p>
            </p:txBody>
          </p:sp>
          <p:pic>
            <p:nvPicPr>
              <p:cNvPr id="18" name="!! 图标" descr="单级齿轮 轮廓">
                <a:extLst>
                  <a:ext uri="{FF2B5EF4-FFF2-40B4-BE49-F238E27FC236}">
                    <a16:creationId xmlns:a16="http://schemas.microsoft.com/office/drawing/2014/main" id="{FEF6AA89-1BCD-AE65-D60D-138DE0D309A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4772763" y="3253153"/>
                <a:ext cx="351694" cy="351694"/>
              </a:xfrm>
              <a:prstGeom prst="rect">
                <a:avLst/>
              </a:prstGeom>
            </p:spPr>
          </p:pic>
        </p:grpSp>
        <p:sp>
          <p:nvSpPr>
            <p:cNvPr id="16" name="name">
              <a:extLst>
                <a:ext uri="{FF2B5EF4-FFF2-40B4-BE49-F238E27FC236}">
                  <a16:creationId xmlns:a16="http://schemas.microsoft.com/office/drawing/2014/main" id="{BB43A56A-5C9A-D441-89DE-1D20721FD42B}"/>
                </a:ext>
              </a:extLst>
            </p:cNvPr>
            <p:cNvSpPr txBox="1"/>
            <p:nvPr/>
          </p:nvSpPr>
          <p:spPr>
            <a:xfrm>
              <a:off x="1659673" y="1624246"/>
              <a:ext cx="65829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>
                    <a:outerShdw blurRad="63500" sx="102000" sy="102000" algn="ctr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vivo Sans"/>
                  <a:ea typeface="vivo Sans"/>
                  <a:cs typeface="+mn-cs"/>
                </a:rPr>
                <a:t>设置</a:t>
              </a:r>
            </a:p>
          </p:txBody>
        </p:sp>
      </p:grpSp>
      <p:grpSp>
        <p:nvGrpSpPr>
          <p:cNvPr id="41" name="相机App">
            <a:extLst>
              <a:ext uri="{FF2B5EF4-FFF2-40B4-BE49-F238E27FC236}">
                <a16:creationId xmlns:a16="http://schemas.microsoft.com/office/drawing/2014/main" id="{F9FCCFCF-2E93-2078-4874-DDEEEAB60F6F}"/>
              </a:ext>
            </a:extLst>
          </p:cNvPr>
          <p:cNvGrpSpPr/>
          <p:nvPr/>
        </p:nvGrpSpPr>
        <p:grpSpPr>
          <a:xfrm>
            <a:off x="3189538" y="933569"/>
            <a:ext cx="658299" cy="967679"/>
            <a:chOff x="3189536" y="933566"/>
            <a:chExt cx="658298" cy="967679"/>
          </a:xfrm>
        </p:grpSpPr>
        <p:grpSp>
          <p:nvGrpSpPr>
            <p:cNvPr id="24" name="!! icon">
              <a:extLst>
                <a:ext uri="{FF2B5EF4-FFF2-40B4-BE49-F238E27FC236}">
                  <a16:creationId xmlns:a16="http://schemas.microsoft.com/office/drawing/2014/main" id="{F5FD9F6D-60CF-DBF1-274B-FBC9BB76717B}"/>
                </a:ext>
              </a:extLst>
            </p:cNvPr>
            <p:cNvGrpSpPr/>
            <p:nvPr/>
          </p:nvGrpSpPr>
          <p:grpSpPr>
            <a:xfrm>
              <a:off x="3189536" y="933566"/>
              <a:ext cx="658298" cy="658298"/>
              <a:chOff x="4725145" y="3205535"/>
              <a:chExt cx="446930" cy="446930"/>
            </a:xfrm>
          </p:grpSpPr>
          <p:sp>
            <p:nvSpPr>
              <p:cNvPr id="26" name="!! 背景">
                <a:hlinkClick r:id="rId7" action="ppaction://hlinksldjump"/>
                <a:extLst>
                  <a:ext uri="{FF2B5EF4-FFF2-40B4-BE49-F238E27FC236}">
                    <a16:creationId xmlns:a16="http://schemas.microsoft.com/office/drawing/2014/main" id="{CCF7CD73-409C-AC35-10E1-7E89CE59E773}"/>
                  </a:ext>
                </a:extLst>
              </p:cNvPr>
              <p:cNvSpPr/>
              <p:nvPr/>
            </p:nvSpPr>
            <p:spPr>
              <a:xfrm>
                <a:off x="4725145" y="3205535"/>
                <a:ext cx="446930" cy="446930"/>
              </a:xfrm>
              <a:prstGeom prst="roundRect">
                <a:avLst/>
              </a:prstGeom>
              <a:solidFill>
                <a:schemeClr val="bg1">
                  <a:lumMod val="25000"/>
                </a:schemeClr>
              </a:solidFill>
              <a:ln>
                <a:noFill/>
              </a:ln>
              <a:effectLst>
                <a:outerShdw blurRad="190500" algn="ctr" rotWithShape="0">
                  <a:prstClr val="black">
                    <a:alpha val="2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189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POSans R"/>
                  <a:ea typeface="OPPOSans R"/>
                  <a:cs typeface="+mn-cs"/>
                </a:endParaRPr>
              </a:p>
            </p:txBody>
          </p:sp>
          <p:pic>
            <p:nvPicPr>
              <p:cNvPr id="27" name="!! 图标">
                <a:extLst>
                  <a:ext uri="{FF2B5EF4-FFF2-40B4-BE49-F238E27FC236}">
                    <a16:creationId xmlns:a16="http://schemas.microsoft.com/office/drawing/2014/main" id="{A4401D5C-D13A-42C2-0DC7-A227754BF04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rcRect/>
              <a:stretch/>
            </p:blipFill>
            <p:spPr>
              <a:xfrm>
                <a:off x="4819504" y="3299894"/>
                <a:ext cx="258213" cy="258213"/>
              </a:xfrm>
              <a:prstGeom prst="rect">
                <a:avLst/>
              </a:prstGeom>
            </p:spPr>
          </p:pic>
        </p:grpSp>
        <p:sp>
          <p:nvSpPr>
            <p:cNvPr id="25" name="name">
              <a:extLst>
                <a:ext uri="{FF2B5EF4-FFF2-40B4-BE49-F238E27FC236}">
                  <a16:creationId xmlns:a16="http://schemas.microsoft.com/office/drawing/2014/main" id="{AFF0BBDA-F057-98A3-0FDE-B61EEE8FB2CC}"/>
                </a:ext>
              </a:extLst>
            </p:cNvPr>
            <p:cNvSpPr txBox="1"/>
            <p:nvPr/>
          </p:nvSpPr>
          <p:spPr>
            <a:xfrm>
              <a:off x="3189536" y="1624246"/>
              <a:ext cx="65829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>
                    <a:outerShdw blurRad="63500" sx="102000" sy="102000" algn="ctr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vivo Sans"/>
                  <a:ea typeface="vivo Sans"/>
                  <a:cs typeface="+mn-cs"/>
                </a:rPr>
                <a:t>相机</a:t>
              </a:r>
            </a:p>
          </p:txBody>
        </p:sp>
      </p:grpSp>
      <p:grpSp>
        <p:nvGrpSpPr>
          <p:cNvPr id="44" name="相册App">
            <a:extLst>
              <a:ext uri="{FF2B5EF4-FFF2-40B4-BE49-F238E27FC236}">
                <a16:creationId xmlns:a16="http://schemas.microsoft.com/office/drawing/2014/main" id="{58B066AC-395C-E9E0-DD07-D5E93C56F234}"/>
              </a:ext>
            </a:extLst>
          </p:cNvPr>
          <p:cNvGrpSpPr/>
          <p:nvPr/>
        </p:nvGrpSpPr>
        <p:grpSpPr>
          <a:xfrm>
            <a:off x="4719401" y="933569"/>
            <a:ext cx="658299" cy="967679"/>
            <a:chOff x="4719399" y="933566"/>
            <a:chExt cx="658298" cy="967679"/>
          </a:xfrm>
        </p:grpSpPr>
        <p:grpSp>
          <p:nvGrpSpPr>
            <p:cNvPr id="30" name="!! icon">
              <a:extLst>
                <a:ext uri="{FF2B5EF4-FFF2-40B4-BE49-F238E27FC236}">
                  <a16:creationId xmlns:a16="http://schemas.microsoft.com/office/drawing/2014/main" id="{75A67467-73C8-45D8-1A97-8E1F686DBB0C}"/>
                </a:ext>
              </a:extLst>
            </p:cNvPr>
            <p:cNvGrpSpPr/>
            <p:nvPr/>
          </p:nvGrpSpPr>
          <p:grpSpPr>
            <a:xfrm>
              <a:off x="4719399" y="933566"/>
              <a:ext cx="658298" cy="658298"/>
              <a:chOff x="4725145" y="3205535"/>
              <a:chExt cx="446930" cy="446930"/>
            </a:xfrm>
          </p:grpSpPr>
          <p:sp>
            <p:nvSpPr>
              <p:cNvPr id="32" name="!! 背景">
                <a:hlinkClick r:id="rId10" action="ppaction://hlinksldjump"/>
                <a:extLst>
                  <a:ext uri="{FF2B5EF4-FFF2-40B4-BE49-F238E27FC236}">
                    <a16:creationId xmlns:a16="http://schemas.microsoft.com/office/drawing/2014/main" id="{E174E88E-105E-E800-703F-555159B306E8}"/>
                  </a:ext>
                </a:extLst>
              </p:cNvPr>
              <p:cNvSpPr/>
              <p:nvPr/>
            </p:nvSpPr>
            <p:spPr>
              <a:xfrm>
                <a:off x="4725145" y="3205535"/>
                <a:ext cx="446930" cy="446930"/>
              </a:xfrm>
              <a:prstGeom prst="roundRect">
                <a:avLst/>
              </a:prstGeom>
              <a:solidFill>
                <a:schemeClr val="tx2">
                  <a:lumMod val="50000"/>
                  <a:lumOff val="50000"/>
                </a:schemeClr>
              </a:solidFill>
              <a:ln>
                <a:noFill/>
              </a:ln>
              <a:effectLst>
                <a:outerShdw blurRad="190500" algn="ctr" rotWithShape="0">
                  <a:prstClr val="black">
                    <a:alpha val="2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189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POSans R"/>
                  <a:ea typeface="OPPOSans R"/>
                  <a:cs typeface="+mn-cs"/>
                </a:endParaRPr>
              </a:p>
            </p:txBody>
          </p:sp>
          <p:pic>
            <p:nvPicPr>
              <p:cNvPr id="33" name="!! 图标">
                <a:extLst>
                  <a:ext uri="{FF2B5EF4-FFF2-40B4-BE49-F238E27FC236}">
                    <a16:creationId xmlns:a16="http://schemas.microsoft.com/office/drawing/2014/main" id="{53AD6D7E-FFE9-D49F-B2EF-2A82C2311FD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rcRect/>
              <a:stretch/>
            </p:blipFill>
            <p:spPr>
              <a:xfrm>
                <a:off x="4819504" y="3299894"/>
                <a:ext cx="258213" cy="258213"/>
              </a:xfrm>
              <a:prstGeom prst="rect">
                <a:avLst/>
              </a:prstGeom>
            </p:spPr>
          </p:pic>
        </p:grpSp>
        <p:sp>
          <p:nvSpPr>
            <p:cNvPr id="31" name="name">
              <a:extLst>
                <a:ext uri="{FF2B5EF4-FFF2-40B4-BE49-F238E27FC236}">
                  <a16:creationId xmlns:a16="http://schemas.microsoft.com/office/drawing/2014/main" id="{F8B0687D-9A89-DD11-68A7-3DED0D6C5B0E}"/>
                </a:ext>
              </a:extLst>
            </p:cNvPr>
            <p:cNvSpPr txBox="1"/>
            <p:nvPr/>
          </p:nvSpPr>
          <p:spPr>
            <a:xfrm>
              <a:off x="4719399" y="1624246"/>
              <a:ext cx="65829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>
                    <a:outerShdw blurRad="63500" sx="102000" sy="102000" algn="ctr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vivo Sans"/>
                  <a:ea typeface="vivo Sans"/>
                  <a:cs typeface="+mn-cs"/>
                </a:rPr>
                <a:t>相册</a:t>
              </a:r>
            </a:p>
          </p:txBody>
        </p:sp>
      </p:grpSp>
      <p:grpSp>
        <p:nvGrpSpPr>
          <p:cNvPr id="3" name="!! dock右">
            <a:extLst>
              <a:ext uri="{FF2B5EF4-FFF2-40B4-BE49-F238E27FC236}">
                <a16:creationId xmlns:a16="http://schemas.microsoft.com/office/drawing/2014/main" id="{DE50D920-4385-3A9A-7F77-A16BAD8042F6}"/>
              </a:ext>
            </a:extLst>
          </p:cNvPr>
          <p:cNvGrpSpPr/>
          <p:nvPr/>
        </p:nvGrpSpPr>
        <p:grpSpPr>
          <a:xfrm>
            <a:off x="4869924" y="5974167"/>
            <a:ext cx="2452159" cy="704839"/>
            <a:chOff x="7408333" y="5780624"/>
            <a:chExt cx="2452159" cy="704838"/>
          </a:xfrm>
        </p:grpSpPr>
        <p:sp useBgFill="1">
          <p:nvSpPr>
            <p:cNvPr id="4" name="!! 模糊">
              <a:extLst>
                <a:ext uri="{FF2B5EF4-FFF2-40B4-BE49-F238E27FC236}">
                  <a16:creationId xmlns:a16="http://schemas.microsoft.com/office/drawing/2014/main" id="{D96C3C0A-AAFD-3440-39D2-90141B35ACEE}"/>
                </a:ext>
              </a:extLst>
            </p:cNvPr>
            <p:cNvSpPr>
              <a:spLocks/>
            </p:cNvSpPr>
            <p:nvPr/>
          </p:nvSpPr>
          <p:spPr>
            <a:xfrm>
              <a:off x="7408333" y="5780624"/>
              <a:ext cx="2452159" cy="704838"/>
            </a:xfrm>
            <a:prstGeom prst="roundRect">
              <a:avLst>
                <a:gd name="adj" fmla="val 15000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1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sp>
          <p:nvSpPr>
            <p:cNvPr id="5" name="!! 颜色遮罩">
              <a:extLst>
                <a:ext uri="{FF2B5EF4-FFF2-40B4-BE49-F238E27FC236}">
                  <a16:creationId xmlns:a16="http://schemas.microsoft.com/office/drawing/2014/main" id="{224543ED-7F13-966B-5BD3-DC17BCB55062}"/>
                </a:ext>
              </a:extLst>
            </p:cNvPr>
            <p:cNvSpPr>
              <a:spLocks/>
            </p:cNvSpPr>
            <p:nvPr/>
          </p:nvSpPr>
          <p:spPr>
            <a:xfrm>
              <a:off x="7408333" y="5780624"/>
              <a:ext cx="2452159" cy="704838"/>
            </a:xfrm>
            <a:prstGeom prst="roundRect">
              <a:avLst>
                <a:gd name="adj" fmla="val 15000"/>
              </a:avLst>
            </a:prstGeom>
            <a:solidFill>
              <a:schemeClr val="bg2">
                <a:alpha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1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pic>
          <p:nvPicPr>
            <p:cNvPr id="6" name="!! 信号">
              <a:extLst>
                <a:ext uri="{FF2B5EF4-FFF2-40B4-BE49-F238E27FC236}">
                  <a16:creationId xmlns:a16="http://schemas.microsoft.com/office/drawing/2014/main" id="{55706C0D-87E5-BC3F-6EBE-6C33D1374968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7638254" y="5893986"/>
              <a:ext cx="221460" cy="221458"/>
            </a:xfrm>
            <a:prstGeom prst="rect">
              <a:avLst/>
            </a:prstGeom>
          </p:spPr>
        </p:pic>
        <p:sp>
          <p:nvSpPr>
            <p:cNvPr id="7" name="!! 运营商">
              <a:extLst>
                <a:ext uri="{FF2B5EF4-FFF2-40B4-BE49-F238E27FC236}">
                  <a16:creationId xmlns:a16="http://schemas.microsoft.com/office/drawing/2014/main" id="{1FB05288-FBDB-7F32-A5C2-FAC0745ADAE6}"/>
                </a:ext>
              </a:extLst>
            </p:cNvPr>
            <p:cNvSpPr txBox="1"/>
            <p:nvPr/>
          </p:nvSpPr>
          <p:spPr>
            <a:xfrm>
              <a:off x="7813676" y="5913455"/>
              <a:ext cx="1114424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1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181818"/>
                  </a:solidFill>
                  <a:effectLst/>
                  <a:uLnTx/>
                  <a:uFillTx/>
                  <a:latin typeface="OPPOSans M"/>
                  <a:ea typeface="OPPOSans M"/>
                  <a:cs typeface="+mn-cs"/>
                </a:rPr>
                <a:t>Virtual Net</a:t>
              </a:r>
              <a:endPara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181818"/>
                </a:solidFill>
                <a:effectLst/>
                <a:uLnTx/>
                <a:uFillTx/>
                <a:latin typeface="OPPOSans M"/>
                <a:ea typeface="OPPOSans M"/>
                <a:cs typeface="+mn-cs"/>
              </a:endParaRPr>
            </a:p>
          </p:txBody>
        </p:sp>
        <p:pic>
          <p:nvPicPr>
            <p:cNvPr id="8" name="!! 通知">
              <a:extLst>
                <a:ext uri="{FF2B5EF4-FFF2-40B4-BE49-F238E27FC236}">
                  <a16:creationId xmlns:a16="http://schemas.microsoft.com/office/drawing/2014/main" id="{E60E94A6-F7FD-5D47-6C30-55D4FC43765C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9287931" y="5948436"/>
              <a:ext cx="152400" cy="152400"/>
            </a:xfrm>
            <a:prstGeom prst="rect">
              <a:avLst/>
            </a:prstGeom>
          </p:spPr>
        </p:pic>
        <p:pic>
          <p:nvPicPr>
            <p:cNvPr id="9" name="!! 电池">
              <a:extLst>
                <a:ext uri="{FF2B5EF4-FFF2-40B4-BE49-F238E27FC236}">
                  <a16:creationId xmlns:a16="http://schemas.microsoft.com/office/drawing/2014/main" id="{DC49FC06-273B-F8B7-9C6E-689514DFE089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7637460" y="6171965"/>
              <a:ext cx="191558" cy="191558"/>
            </a:xfrm>
            <a:prstGeom prst="rect">
              <a:avLst/>
            </a:prstGeom>
          </p:spPr>
        </p:pic>
        <p:sp>
          <p:nvSpPr>
            <p:cNvPr id="10" name="!! 时间">
              <a:extLst>
                <a:ext uri="{FF2B5EF4-FFF2-40B4-BE49-F238E27FC236}">
                  <a16:creationId xmlns:a16="http://schemas.microsoft.com/office/drawing/2014/main" id="{6B111A91-D1E2-0914-B130-D75A1B6DD92F}"/>
                </a:ext>
              </a:extLst>
            </p:cNvPr>
            <p:cNvSpPr txBox="1"/>
            <p:nvPr/>
          </p:nvSpPr>
          <p:spPr>
            <a:xfrm>
              <a:off x="8982607" y="6148520"/>
              <a:ext cx="773641" cy="2540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4571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1" b="0" i="0" u="none" strike="noStrike" kern="1200" cap="none" spc="0" normalizeH="0" baseline="0" noProof="0" dirty="0">
                  <a:ln>
                    <a:noFill/>
                  </a:ln>
                  <a:solidFill>
                    <a:srgbClr val="181818"/>
                  </a:solidFill>
                  <a:effectLst/>
                  <a:uLnTx/>
                  <a:uFillTx/>
                  <a:latin typeface="OPPOSans R"/>
                  <a:ea typeface="OPPOSans R"/>
                  <a:cs typeface="+mn-cs"/>
                </a:rPr>
                <a:t>16:34</a:t>
              </a:r>
              <a:endParaRPr kumimoji="0" lang="zh-CN" altLang="en-US" sz="1051" b="0" i="0" u="none" strike="noStrike" kern="1200" cap="none" spc="0" normalizeH="0" baseline="0" noProof="0" dirty="0">
                <a:ln>
                  <a:noFill/>
                </a:ln>
                <a:solidFill>
                  <a:srgbClr val="181818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sp>
          <p:nvSpPr>
            <p:cNvPr id="11" name="!! AC">
              <a:extLst>
                <a:ext uri="{FF2B5EF4-FFF2-40B4-BE49-F238E27FC236}">
                  <a16:creationId xmlns:a16="http://schemas.microsoft.com/office/drawing/2014/main" id="{4B8A0971-5D1D-FE69-350A-A80AA7864972}"/>
                </a:ext>
              </a:extLst>
            </p:cNvPr>
            <p:cNvSpPr txBox="1"/>
            <p:nvPr/>
          </p:nvSpPr>
          <p:spPr>
            <a:xfrm>
              <a:off x="7766842" y="6152328"/>
              <a:ext cx="434183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1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181818"/>
                  </a:solidFill>
                  <a:effectLst/>
                  <a:uLnTx/>
                  <a:uFillTx/>
                  <a:latin typeface="OPPOSans R"/>
                  <a:ea typeface="OPPOSans R"/>
                  <a:cs typeface="+mn-cs"/>
                </a:rPr>
                <a:t>49%</a:t>
              </a:r>
              <a:endPara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181818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pic>
          <p:nvPicPr>
            <p:cNvPr id="12" name="!! 声音">
              <a:extLst>
                <a:ext uri="{FF2B5EF4-FFF2-40B4-BE49-F238E27FC236}">
                  <a16:creationId xmlns:a16="http://schemas.microsoft.com/office/drawing/2014/main" id="{17D9D27D-05BD-3A3B-0159-020B247CEB40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p:blipFill>
          <p:spPr>
            <a:xfrm>
              <a:off x="9048732" y="5934670"/>
              <a:ext cx="179932" cy="179932"/>
            </a:xfrm>
            <a:prstGeom prst="rect">
              <a:avLst/>
            </a:prstGeom>
          </p:spPr>
        </p:pic>
        <p:pic>
          <p:nvPicPr>
            <p:cNvPr id="19" name="!! 电源">
              <a:hlinkClick r:id="rId21" action="ppaction://hlinksldjump"/>
              <a:extLst>
                <a:ext uri="{FF2B5EF4-FFF2-40B4-BE49-F238E27FC236}">
                  <a16:creationId xmlns:a16="http://schemas.microsoft.com/office/drawing/2014/main" id="{9AEC95C5-4D7F-771B-80E2-B390E5FF56BA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p:blipFill>
          <p:spPr>
            <a:xfrm>
              <a:off x="9489000" y="5925331"/>
              <a:ext cx="208372" cy="208370"/>
            </a:xfrm>
            <a:prstGeom prst="rect">
              <a:avLst/>
            </a:prstGeom>
          </p:spPr>
        </p:pic>
      </p:grpSp>
      <p:grpSp>
        <p:nvGrpSpPr>
          <p:cNvPr id="13" name="相册App">
            <a:extLst>
              <a:ext uri="{FF2B5EF4-FFF2-40B4-BE49-F238E27FC236}">
                <a16:creationId xmlns:a16="http://schemas.microsoft.com/office/drawing/2014/main" id="{BD3C61B6-6C46-BFB9-45F2-4F57AE744ABB}"/>
              </a:ext>
            </a:extLst>
          </p:cNvPr>
          <p:cNvGrpSpPr/>
          <p:nvPr/>
        </p:nvGrpSpPr>
        <p:grpSpPr>
          <a:xfrm>
            <a:off x="6111825" y="933569"/>
            <a:ext cx="658299" cy="967679"/>
            <a:chOff x="4719399" y="933566"/>
            <a:chExt cx="658298" cy="967679"/>
          </a:xfrm>
        </p:grpSpPr>
        <p:grpSp>
          <p:nvGrpSpPr>
            <p:cNvPr id="14" name="!! icon">
              <a:extLst>
                <a:ext uri="{FF2B5EF4-FFF2-40B4-BE49-F238E27FC236}">
                  <a16:creationId xmlns:a16="http://schemas.microsoft.com/office/drawing/2014/main" id="{BD92418E-2CA5-5D36-3809-9AD8D5DBF23C}"/>
                </a:ext>
              </a:extLst>
            </p:cNvPr>
            <p:cNvGrpSpPr/>
            <p:nvPr/>
          </p:nvGrpSpPr>
          <p:grpSpPr>
            <a:xfrm>
              <a:off x="4719399" y="933566"/>
              <a:ext cx="658298" cy="658298"/>
              <a:chOff x="4725145" y="3205535"/>
              <a:chExt cx="446930" cy="446930"/>
            </a:xfrm>
          </p:grpSpPr>
          <p:sp>
            <p:nvSpPr>
              <p:cNvPr id="28" name="!! 背景">
                <a:hlinkClick r:id="rId24" action="ppaction://hlinksldjump"/>
                <a:extLst>
                  <a:ext uri="{FF2B5EF4-FFF2-40B4-BE49-F238E27FC236}">
                    <a16:creationId xmlns:a16="http://schemas.microsoft.com/office/drawing/2014/main" id="{A4B79691-3789-A67D-BFBF-69785B8CC2B2}"/>
                  </a:ext>
                </a:extLst>
              </p:cNvPr>
              <p:cNvSpPr/>
              <p:nvPr/>
            </p:nvSpPr>
            <p:spPr>
              <a:xfrm>
                <a:off x="4725145" y="3205535"/>
                <a:ext cx="446930" cy="446930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190500" algn="ctr" rotWithShape="0">
                  <a:prstClr val="black">
                    <a:alpha val="2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189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POSans R"/>
                  <a:ea typeface="OPPOSans R"/>
                  <a:cs typeface="+mn-cs"/>
                </a:endParaRPr>
              </a:p>
            </p:txBody>
          </p:sp>
          <p:pic>
            <p:nvPicPr>
              <p:cNvPr id="29" name="!! 图标">
                <a:extLst>
                  <a:ext uri="{FF2B5EF4-FFF2-40B4-BE49-F238E27FC236}">
                    <a16:creationId xmlns:a16="http://schemas.microsoft.com/office/drawing/2014/main" id="{AFEDACE2-A7C3-0FC4-E110-58CE3503349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5">
                <a:extLst>
                  <a:ext uri="{96DAC541-7B7A-43D3-8B79-37D633B846F1}">
                    <asvg:svgBlip xmlns:asvg="http://schemas.microsoft.com/office/drawing/2016/SVG/main" r:embed="rId26"/>
                  </a:ext>
                </a:extLst>
              </a:blip>
              <a:srcRect/>
              <a:stretch/>
            </p:blipFill>
            <p:spPr>
              <a:xfrm>
                <a:off x="4819504" y="3299894"/>
                <a:ext cx="258213" cy="258213"/>
              </a:xfrm>
              <a:prstGeom prst="rect">
                <a:avLst/>
              </a:prstGeom>
            </p:spPr>
          </p:pic>
        </p:grpSp>
        <p:sp>
          <p:nvSpPr>
            <p:cNvPr id="20" name="name">
              <a:extLst>
                <a:ext uri="{FF2B5EF4-FFF2-40B4-BE49-F238E27FC236}">
                  <a16:creationId xmlns:a16="http://schemas.microsoft.com/office/drawing/2014/main" id="{0D90D221-F5A3-D850-B1D3-60E7F1639D34}"/>
                </a:ext>
              </a:extLst>
            </p:cNvPr>
            <p:cNvSpPr txBox="1"/>
            <p:nvPr/>
          </p:nvSpPr>
          <p:spPr>
            <a:xfrm>
              <a:off x="4719399" y="1624246"/>
              <a:ext cx="65829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>
                    <a:outerShdw blurRad="63500" sx="102000" sy="102000" algn="ctr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vivo Sans"/>
                  <a:ea typeface="vivo Sans"/>
                  <a:cs typeface="+mn-cs"/>
                </a:rPr>
                <a:t>仪表</a:t>
              </a:r>
            </a:p>
          </p:txBody>
        </p:sp>
      </p:grpSp>
      <p:sp>
        <p:nvSpPr>
          <p:cNvPr id="68" name="!! 背景">
            <a:hlinkClick r:id="rId24" action="ppaction://hlinksldjump"/>
            <a:extLst>
              <a:ext uri="{FF2B5EF4-FFF2-40B4-BE49-F238E27FC236}">
                <a16:creationId xmlns:a16="http://schemas.microsoft.com/office/drawing/2014/main" id="{98E94B58-BA06-74FA-4469-DD06BF7A34C2}"/>
              </a:ext>
            </a:extLst>
          </p:cNvPr>
          <p:cNvSpPr/>
          <p:nvPr/>
        </p:nvSpPr>
        <p:spPr>
          <a:xfrm>
            <a:off x="7504247" y="932404"/>
            <a:ext cx="658299" cy="658298"/>
          </a:xfrm>
          <a:prstGeom prst="roundRect">
            <a:avLst/>
          </a:prstGeom>
          <a:solidFill>
            <a:schemeClr val="tx1"/>
          </a:solidFill>
          <a:ln>
            <a:noFill/>
          </a:ln>
          <a:effectLst>
            <a:outerShdw blurRad="1905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POSans R"/>
              <a:ea typeface="OPPOSans R"/>
              <a:cs typeface="+mn-cs"/>
            </a:endParaRPr>
          </a:p>
        </p:txBody>
      </p:sp>
      <p:pic>
        <p:nvPicPr>
          <p:cNvPr id="69" name="!! 图标">
            <a:extLst>
              <a:ext uri="{FF2B5EF4-FFF2-40B4-BE49-F238E27FC236}">
                <a16:creationId xmlns:a16="http://schemas.microsoft.com/office/drawing/2014/main" id="{71D0D8C6-21D8-4000-16F1-E51DB4E74CFF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rcRect/>
          <a:stretch/>
        </p:blipFill>
        <p:spPr>
          <a:xfrm>
            <a:off x="7687707" y="1115864"/>
            <a:ext cx="291380" cy="291380"/>
          </a:xfrm>
          <a:prstGeom prst="rect">
            <a:avLst/>
          </a:prstGeom>
        </p:spPr>
      </p:pic>
      <p:sp>
        <p:nvSpPr>
          <p:cNvPr id="65" name="name">
            <a:extLst>
              <a:ext uri="{FF2B5EF4-FFF2-40B4-BE49-F238E27FC236}">
                <a16:creationId xmlns:a16="http://schemas.microsoft.com/office/drawing/2014/main" id="{31EB114D-B16D-DA8B-4DE2-D10DFC93ACE9}"/>
              </a:ext>
            </a:extLst>
          </p:cNvPr>
          <p:cNvSpPr txBox="1"/>
          <p:nvPr/>
        </p:nvSpPr>
        <p:spPr>
          <a:xfrm>
            <a:off x="7407215" y="1623084"/>
            <a:ext cx="8523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vivo Sans"/>
                <a:ea typeface="vivo Sans"/>
                <a:cs typeface="+mn-cs"/>
              </a:rPr>
              <a:t>屏幕照明</a:t>
            </a:r>
          </a:p>
        </p:txBody>
      </p:sp>
    </p:spTree>
    <p:extLst>
      <p:ext uri="{BB962C8B-B14F-4D97-AF65-F5344CB8AC3E}">
        <p14:creationId xmlns:p14="http://schemas.microsoft.com/office/powerpoint/2010/main" val="130653421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Click="0" advTm="0"/>
    </mc:Choice>
    <mc:Fallback>
      <p:transition advClick="0" advTm="0"/>
    </mc:Fallback>
  </mc:AlternateContent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AA8C7C-5BDC-EED5-7E4A-0B40F15940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!! dock右">
            <a:extLst>
              <a:ext uri="{FF2B5EF4-FFF2-40B4-BE49-F238E27FC236}">
                <a16:creationId xmlns:a16="http://schemas.microsoft.com/office/drawing/2014/main" id="{D551EF58-1617-5A0F-0A76-D38D5E87C49A}"/>
              </a:ext>
            </a:extLst>
          </p:cNvPr>
          <p:cNvGrpSpPr/>
          <p:nvPr/>
        </p:nvGrpSpPr>
        <p:grpSpPr>
          <a:xfrm>
            <a:off x="4869924" y="5917019"/>
            <a:ext cx="2452159" cy="704839"/>
            <a:chOff x="7408333" y="5780624"/>
            <a:chExt cx="2452159" cy="704838"/>
          </a:xfrm>
        </p:grpSpPr>
        <p:sp useBgFill="1">
          <p:nvSpPr>
            <p:cNvPr id="6" name="!! 模糊">
              <a:extLst>
                <a:ext uri="{FF2B5EF4-FFF2-40B4-BE49-F238E27FC236}">
                  <a16:creationId xmlns:a16="http://schemas.microsoft.com/office/drawing/2014/main" id="{1713FE24-692E-500B-D7C3-286883D9F565}"/>
                </a:ext>
              </a:extLst>
            </p:cNvPr>
            <p:cNvSpPr>
              <a:spLocks/>
            </p:cNvSpPr>
            <p:nvPr/>
          </p:nvSpPr>
          <p:spPr>
            <a:xfrm>
              <a:off x="7408333" y="5780624"/>
              <a:ext cx="2452159" cy="704838"/>
            </a:xfrm>
            <a:prstGeom prst="roundRect">
              <a:avLst>
                <a:gd name="adj" fmla="val 15000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1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sp>
          <p:nvSpPr>
            <p:cNvPr id="7" name="!! 颜色遮罩">
              <a:extLst>
                <a:ext uri="{FF2B5EF4-FFF2-40B4-BE49-F238E27FC236}">
                  <a16:creationId xmlns:a16="http://schemas.microsoft.com/office/drawing/2014/main" id="{553E4EBC-211C-E961-7638-B70C0A8DA2E2}"/>
                </a:ext>
              </a:extLst>
            </p:cNvPr>
            <p:cNvSpPr>
              <a:spLocks/>
            </p:cNvSpPr>
            <p:nvPr/>
          </p:nvSpPr>
          <p:spPr>
            <a:xfrm>
              <a:off x="7408333" y="5780624"/>
              <a:ext cx="2452159" cy="704838"/>
            </a:xfrm>
            <a:prstGeom prst="roundRect">
              <a:avLst>
                <a:gd name="adj" fmla="val 15000"/>
              </a:avLst>
            </a:prstGeom>
            <a:solidFill>
              <a:schemeClr val="tx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1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pic>
          <p:nvPicPr>
            <p:cNvPr id="8" name="!! 信号">
              <a:extLst>
                <a:ext uri="{FF2B5EF4-FFF2-40B4-BE49-F238E27FC236}">
                  <a16:creationId xmlns:a16="http://schemas.microsoft.com/office/drawing/2014/main" id="{9B4E4D82-9544-4CA7-2336-9CE97B6DA17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7638254" y="5893986"/>
              <a:ext cx="221460" cy="221458"/>
            </a:xfrm>
            <a:prstGeom prst="rect">
              <a:avLst/>
            </a:prstGeom>
          </p:spPr>
        </p:pic>
        <p:sp>
          <p:nvSpPr>
            <p:cNvPr id="9" name="!! 运营商">
              <a:extLst>
                <a:ext uri="{FF2B5EF4-FFF2-40B4-BE49-F238E27FC236}">
                  <a16:creationId xmlns:a16="http://schemas.microsoft.com/office/drawing/2014/main" id="{C8070643-C28B-6FB7-92FE-3531DE42528C}"/>
                </a:ext>
              </a:extLst>
            </p:cNvPr>
            <p:cNvSpPr txBox="1"/>
            <p:nvPr/>
          </p:nvSpPr>
          <p:spPr>
            <a:xfrm>
              <a:off x="7813676" y="5913455"/>
              <a:ext cx="1114424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1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POSans M"/>
                  <a:ea typeface="OPPOSans M"/>
                  <a:cs typeface="+mn-cs"/>
                </a:rPr>
                <a:t>Virtual Net</a:t>
              </a:r>
              <a:endPara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M"/>
                <a:ea typeface="OPPOSans M"/>
                <a:cs typeface="+mn-cs"/>
              </a:endParaRPr>
            </a:p>
          </p:txBody>
        </p:sp>
        <p:pic>
          <p:nvPicPr>
            <p:cNvPr id="10" name="!! 通知">
              <a:extLst>
                <a:ext uri="{FF2B5EF4-FFF2-40B4-BE49-F238E27FC236}">
                  <a16:creationId xmlns:a16="http://schemas.microsoft.com/office/drawing/2014/main" id="{A765FD9F-E32D-51D1-C292-315665A55B4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9287931" y="5948436"/>
              <a:ext cx="152400" cy="152400"/>
            </a:xfrm>
            <a:prstGeom prst="rect">
              <a:avLst/>
            </a:prstGeom>
          </p:spPr>
        </p:pic>
        <p:pic>
          <p:nvPicPr>
            <p:cNvPr id="11" name="!! 电池">
              <a:extLst>
                <a:ext uri="{FF2B5EF4-FFF2-40B4-BE49-F238E27FC236}">
                  <a16:creationId xmlns:a16="http://schemas.microsoft.com/office/drawing/2014/main" id="{5C24B6CB-DE4B-E909-2D51-A02171A7B49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7637460" y="6171965"/>
              <a:ext cx="191558" cy="191558"/>
            </a:xfrm>
            <a:prstGeom prst="rect">
              <a:avLst/>
            </a:prstGeom>
          </p:spPr>
        </p:pic>
        <p:sp>
          <p:nvSpPr>
            <p:cNvPr id="12" name="!! 时间">
              <a:extLst>
                <a:ext uri="{FF2B5EF4-FFF2-40B4-BE49-F238E27FC236}">
                  <a16:creationId xmlns:a16="http://schemas.microsoft.com/office/drawing/2014/main" id="{4242DF99-0A15-FC8F-9994-ECFFC2CC7A42}"/>
                </a:ext>
              </a:extLst>
            </p:cNvPr>
            <p:cNvSpPr txBox="1"/>
            <p:nvPr/>
          </p:nvSpPr>
          <p:spPr>
            <a:xfrm>
              <a:off x="8982607" y="6148520"/>
              <a:ext cx="773641" cy="2540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4571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1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POSans R"/>
                  <a:ea typeface="OPPOSans R"/>
                  <a:cs typeface="+mn-cs"/>
                </a:rPr>
                <a:t>16:34</a:t>
              </a:r>
              <a:endParaRPr kumimoji="0" lang="zh-CN" altLang="en-US" sz="1051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sp>
          <p:nvSpPr>
            <p:cNvPr id="13" name="!! AC">
              <a:extLst>
                <a:ext uri="{FF2B5EF4-FFF2-40B4-BE49-F238E27FC236}">
                  <a16:creationId xmlns:a16="http://schemas.microsoft.com/office/drawing/2014/main" id="{1AB4D787-8683-5E0F-C85E-F0E95EC0BCF3}"/>
                </a:ext>
              </a:extLst>
            </p:cNvPr>
            <p:cNvSpPr txBox="1"/>
            <p:nvPr/>
          </p:nvSpPr>
          <p:spPr>
            <a:xfrm>
              <a:off x="7766842" y="6152328"/>
              <a:ext cx="434183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1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POSans R"/>
                  <a:ea typeface="OPPOSans R"/>
                  <a:cs typeface="+mn-cs"/>
                </a:rPr>
                <a:t>49%</a:t>
              </a:r>
              <a:endPara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pic>
          <p:nvPicPr>
            <p:cNvPr id="14" name="!! 声音">
              <a:extLst>
                <a:ext uri="{FF2B5EF4-FFF2-40B4-BE49-F238E27FC236}">
                  <a16:creationId xmlns:a16="http://schemas.microsoft.com/office/drawing/2014/main" id="{407DB123-FB2D-A42E-D853-18869F44A86F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9048732" y="5934670"/>
              <a:ext cx="179932" cy="179932"/>
            </a:xfrm>
            <a:prstGeom prst="rect">
              <a:avLst/>
            </a:prstGeom>
          </p:spPr>
        </p:pic>
        <p:pic>
          <p:nvPicPr>
            <p:cNvPr id="15" name="!! 电源">
              <a:hlinkClick r:id="rId11" action="ppaction://hlinksldjump"/>
              <a:extLst>
                <a:ext uri="{FF2B5EF4-FFF2-40B4-BE49-F238E27FC236}">
                  <a16:creationId xmlns:a16="http://schemas.microsoft.com/office/drawing/2014/main" id="{29F97462-4198-26A4-3EF6-EA97F9C82F1D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9489000" y="5925331"/>
              <a:ext cx="208372" cy="208370"/>
            </a:xfrm>
            <a:prstGeom prst="rect">
              <a:avLst/>
            </a:prstGeom>
          </p:spPr>
        </p:pic>
      </p:grp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C5918A87-A739-60D4-9CCC-0A4511B4C9A2}"/>
              </a:ext>
            </a:extLst>
          </p:cNvPr>
          <p:cNvGrpSpPr/>
          <p:nvPr/>
        </p:nvGrpSpPr>
        <p:grpSpPr>
          <a:xfrm>
            <a:off x="1659675" y="933567"/>
            <a:ext cx="658299" cy="967680"/>
            <a:chOff x="2726128" y="2691285"/>
            <a:chExt cx="527312" cy="775134"/>
          </a:xfrm>
          <a:effectLst/>
        </p:grpSpPr>
        <p:grpSp>
          <p:nvGrpSpPr>
            <p:cNvPr id="17" name="!! 设置">
              <a:extLst>
                <a:ext uri="{FF2B5EF4-FFF2-40B4-BE49-F238E27FC236}">
                  <a16:creationId xmlns:a16="http://schemas.microsoft.com/office/drawing/2014/main" id="{EBD25622-F1C5-B0C8-802A-18BCE62CAFCD}"/>
                </a:ext>
              </a:extLst>
            </p:cNvPr>
            <p:cNvGrpSpPr/>
            <p:nvPr/>
          </p:nvGrpSpPr>
          <p:grpSpPr>
            <a:xfrm>
              <a:off x="2726128" y="2691285"/>
              <a:ext cx="527312" cy="527312"/>
              <a:chOff x="4725145" y="3205535"/>
              <a:chExt cx="446930" cy="446930"/>
            </a:xfrm>
          </p:grpSpPr>
          <p:sp>
            <p:nvSpPr>
              <p:cNvPr id="19" name="背景">
                <a:hlinkClick r:id="rId14" action="ppaction://hlinksldjump"/>
                <a:extLst>
                  <a:ext uri="{FF2B5EF4-FFF2-40B4-BE49-F238E27FC236}">
                    <a16:creationId xmlns:a16="http://schemas.microsoft.com/office/drawing/2014/main" id="{BAEE2725-AA97-8C46-C073-1BF0095EB0F9}"/>
                  </a:ext>
                </a:extLst>
              </p:cNvPr>
              <p:cNvSpPr/>
              <p:nvPr/>
            </p:nvSpPr>
            <p:spPr>
              <a:xfrm>
                <a:off x="4725145" y="3205535"/>
                <a:ext cx="446930" cy="446930"/>
              </a:xfrm>
              <a:prstGeom prst="roundRect">
                <a:avLst/>
              </a:prstGeom>
              <a:solidFill>
                <a:schemeClr val="accent4">
                  <a:lumMod val="50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189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POSans R"/>
                  <a:ea typeface="OPPOSans R"/>
                  <a:cs typeface="+mn-cs"/>
                </a:endParaRPr>
              </a:p>
            </p:txBody>
          </p:sp>
          <p:pic>
            <p:nvPicPr>
              <p:cNvPr id="20" name="齿轮" descr="单级齿轮 轮廓">
                <a:extLst>
                  <a:ext uri="{FF2B5EF4-FFF2-40B4-BE49-F238E27FC236}">
                    <a16:creationId xmlns:a16="http://schemas.microsoft.com/office/drawing/2014/main" id="{0C6CA90B-53E7-3DA4-C3F2-FE938B25CC1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6"/>
                  </a:ext>
                </a:extLst>
              </a:blip>
              <a:stretch>
                <a:fillRect/>
              </a:stretch>
            </p:blipFill>
            <p:spPr>
              <a:xfrm>
                <a:off x="4772763" y="3253153"/>
                <a:ext cx="351694" cy="351694"/>
              </a:xfrm>
              <a:prstGeom prst="rect">
                <a:avLst/>
              </a:prstGeom>
            </p:spPr>
          </p:pic>
        </p:grp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0BAB2C2A-4AA8-DAC1-62AE-D27A524440FC}"/>
                </a:ext>
              </a:extLst>
            </p:cNvPr>
            <p:cNvSpPr txBox="1"/>
            <p:nvPr/>
          </p:nvSpPr>
          <p:spPr>
            <a:xfrm>
              <a:off x="2726128" y="3244536"/>
              <a:ext cx="527312" cy="2218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>
                    <a:outerShdw blurRad="63500" sx="102000" sy="102000" algn="ctr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vivo Sans"/>
                  <a:ea typeface="vivo Sans"/>
                  <a:cs typeface="+mn-cs"/>
                </a:rPr>
                <a:t>设置</a:t>
              </a:r>
            </a:p>
          </p:txBody>
        </p:sp>
      </p:grpSp>
      <p:grpSp>
        <p:nvGrpSpPr>
          <p:cNvPr id="21" name="相机">
            <a:extLst>
              <a:ext uri="{FF2B5EF4-FFF2-40B4-BE49-F238E27FC236}">
                <a16:creationId xmlns:a16="http://schemas.microsoft.com/office/drawing/2014/main" id="{C2DF5DE3-08E6-F347-3427-73F09ECC71C6}"/>
              </a:ext>
            </a:extLst>
          </p:cNvPr>
          <p:cNvGrpSpPr/>
          <p:nvPr/>
        </p:nvGrpSpPr>
        <p:grpSpPr>
          <a:xfrm>
            <a:off x="3189538" y="933569"/>
            <a:ext cx="658299" cy="967679"/>
            <a:chOff x="3189536" y="933566"/>
            <a:chExt cx="658298" cy="967679"/>
          </a:xfrm>
        </p:grpSpPr>
        <p:sp>
          <p:nvSpPr>
            <p:cNvPr id="22" name="背景">
              <a:extLst>
                <a:ext uri="{FF2B5EF4-FFF2-40B4-BE49-F238E27FC236}">
                  <a16:creationId xmlns:a16="http://schemas.microsoft.com/office/drawing/2014/main" id="{AE93C634-7089-B728-1E56-48F1DE8CF1C5}"/>
                </a:ext>
              </a:extLst>
            </p:cNvPr>
            <p:cNvSpPr/>
            <p:nvPr/>
          </p:nvSpPr>
          <p:spPr>
            <a:xfrm>
              <a:off x="3189536" y="933566"/>
              <a:ext cx="658298" cy="658298"/>
            </a:xfrm>
            <a:prstGeom prst="roundRect">
              <a:avLst/>
            </a:prstGeom>
            <a:solidFill>
              <a:srgbClr val="547A9C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1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pic>
          <p:nvPicPr>
            <p:cNvPr id="23" name="icon">
              <a:extLst>
                <a:ext uri="{FF2B5EF4-FFF2-40B4-BE49-F238E27FC236}">
                  <a16:creationId xmlns:a16="http://schemas.microsoft.com/office/drawing/2014/main" id="{6066A144-B6F7-2DBB-1BD1-21DB948AFAF6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rcRect/>
            <a:stretch/>
          </p:blipFill>
          <p:spPr>
            <a:xfrm>
              <a:off x="3328520" y="1072550"/>
              <a:ext cx="380330" cy="380330"/>
            </a:xfrm>
            <a:prstGeom prst="rect">
              <a:avLst/>
            </a:prstGeom>
          </p:spPr>
        </p:pic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37DD8AC5-8FFD-ACFA-278A-B257BBDA3640}"/>
                </a:ext>
              </a:extLst>
            </p:cNvPr>
            <p:cNvSpPr txBox="1"/>
            <p:nvPr/>
          </p:nvSpPr>
          <p:spPr>
            <a:xfrm>
              <a:off x="3189536" y="1624246"/>
              <a:ext cx="65829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>
                    <a:outerShdw blurRad="63500" sx="102000" sy="102000" algn="ctr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vivo Sans"/>
                  <a:ea typeface="vivo Sans"/>
                  <a:cs typeface="+mn-cs"/>
                </a:rPr>
                <a:t>相机</a:t>
              </a:r>
            </a:p>
          </p:txBody>
        </p:sp>
      </p:grpSp>
      <p:sp>
        <p:nvSpPr>
          <p:cNvPr id="2" name="!! 背景">
            <a:hlinkClick r:id="rId19" action="ppaction://hlinksldjump"/>
            <a:extLst>
              <a:ext uri="{FF2B5EF4-FFF2-40B4-BE49-F238E27FC236}">
                <a16:creationId xmlns:a16="http://schemas.microsoft.com/office/drawing/2014/main" id="{FD21BC51-1A52-09AE-67C0-94540250D66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3315"/>
            </a:avLst>
          </a:prstGeom>
          <a:solidFill>
            <a:schemeClr val="tx1"/>
          </a:solidFill>
          <a:ln>
            <a:noFill/>
          </a:ln>
          <a:effectLst>
            <a:glow rad="2286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POSans R"/>
              <a:ea typeface="OPPOSans R"/>
              <a:cs typeface="+mn-cs"/>
            </a:endParaRPr>
          </a:p>
        </p:txBody>
      </p:sp>
      <p:pic>
        <p:nvPicPr>
          <p:cNvPr id="26" name="!! 图标">
            <a:extLst>
              <a:ext uri="{FF2B5EF4-FFF2-40B4-BE49-F238E27FC236}">
                <a16:creationId xmlns:a16="http://schemas.microsoft.com/office/drawing/2014/main" id="{94259CA5-2693-E45B-FA78-A5785A4D18DA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rcRect/>
          <a:stretch/>
        </p:blipFill>
        <p:spPr>
          <a:xfrm>
            <a:off x="5747811" y="3080813"/>
            <a:ext cx="696384" cy="696382"/>
          </a:xfrm>
          <a:prstGeom prst="rect">
            <a:avLst/>
          </a:prstGeom>
        </p:spPr>
      </p:pic>
      <p:sp>
        <p:nvSpPr>
          <p:cNvPr id="4" name="!! App名">
            <a:extLst>
              <a:ext uri="{FF2B5EF4-FFF2-40B4-BE49-F238E27FC236}">
                <a16:creationId xmlns:a16="http://schemas.microsoft.com/office/drawing/2014/main" id="{88EB44CB-7D4E-C3D6-7338-98E7468593F7}"/>
              </a:ext>
            </a:extLst>
          </p:cNvPr>
          <p:cNvSpPr txBox="1"/>
          <p:nvPr/>
        </p:nvSpPr>
        <p:spPr>
          <a:xfrm>
            <a:off x="4483239" y="3931241"/>
            <a:ext cx="32216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vivo Sans"/>
                <a:ea typeface="vivo Sans"/>
                <a:cs typeface="+mn-cs"/>
              </a:rPr>
              <a:t>点击屏幕开启照明</a:t>
            </a:r>
          </a:p>
        </p:txBody>
      </p:sp>
      <p:pic>
        <p:nvPicPr>
          <p:cNvPr id="3" name="!! icon">
            <a:extLst>
              <a:ext uri="{FF2B5EF4-FFF2-40B4-BE49-F238E27FC236}">
                <a16:creationId xmlns:a16="http://schemas.microsoft.com/office/drawing/2014/main" id="{B039164E-D5E8-6075-3A77-68F31F906038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rcRect/>
          <a:stretch/>
        </p:blipFill>
        <p:spPr>
          <a:xfrm>
            <a:off x="4483239" y="1818169"/>
            <a:ext cx="3221667" cy="3221667"/>
          </a:xfrm>
          <a:prstGeom prst="rect">
            <a:avLst/>
          </a:prstGeom>
        </p:spPr>
      </p:pic>
      <p:grpSp>
        <p:nvGrpSpPr>
          <p:cNvPr id="25" name="!! dock右">
            <a:extLst>
              <a:ext uri="{FF2B5EF4-FFF2-40B4-BE49-F238E27FC236}">
                <a16:creationId xmlns:a16="http://schemas.microsoft.com/office/drawing/2014/main" id="{CC9774D3-44F0-F7D6-3E54-811A9D534DFC}"/>
              </a:ext>
            </a:extLst>
          </p:cNvPr>
          <p:cNvGrpSpPr/>
          <p:nvPr/>
        </p:nvGrpSpPr>
        <p:grpSpPr>
          <a:xfrm>
            <a:off x="4869920" y="7119572"/>
            <a:ext cx="2452159" cy="574899"/>
            <a:chOff x="7408333" y="5780624"/>
            <a:chExt cx="2452159" cy="704838"/>
          </a:xfrm>
        </p:grpSpPr>
        <p:sp useBgFill="1">
          <p:nvSpPr>
            <p:cNvPr id="27" name="!! 模糊">
              <a:extLst>
                <a:ext uri="{FF2B5EF4-FFF2-40B4-BE49-F238E27FC236}">
                  <a16:creationId xmlns:a16="http://schemas.microsoft.com/office/drawing/2014/main" id="{A7238E5E-D308-8D0F-9078-9EA2C6CDF6F5}"/>
                </a:ext>
              </a:extLst>
            </p:cNvPr>
            <p:cNvSpPr>
              <a:spLocks/>
            </p:cNvSpPr>
            <p:nvPr/>
          </p:nvSpPr>
          <p:spPr>
            <a:xfrm>
              <a:off x="7408333" y="5780624"/>
              <a:ext cx="2452159" cy="704838"/>
            </a:xfrm>
            <a:prstGeom prst="roundRect">
              <a:avLst>
                <a:gd name="adj" fmla="val 15000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1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sp>
          <p:nvSpPr>
            <p:cNvPr id="28" name="!! 颜色遮罩">
              <a:extLst>
                <a:ext uri="{FF2B5EF4-FFF2-40B4-BE49-F238E27FC236}">
                  <a16:creationId xmlns:a16="http://schemas.microsoft.com/office/drawing/2014/main" id="{FCB73097-FAC9-9A10-BFF1-175AFC5773D1}"/>
                </a:ext>
              </a:extLst>
            </p:cNvPr>
            <p:cNvSpPr>
              <a:spLocks/>
            </p:cNvSpPr>
            <p:nvPr/>
          </p:nvSpPr>
          <p:spPr>
            <a:xfrm>
              <a:off x="7408333" y="5780624"/>
              <a:ext cx="2452159" cy="704838"/>
            </a:xfrm>
            <a:prstGeom prst="roundRect">
              <a:avLst>
                <a:gd name="adj" fmla="val 15000"/>
              </a:avLst>
            </a:prstGeom>
            <a:solidFill>
              <a:schemeClr val="bg2">
                <a:alpha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1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pic>
          <p:nvPicPr>
            <p:cNvPr id="29" name="!! 信号">
              <a:extLst>
                <a:ext uri="{FF2B5EF4-FFF2-40B4-BE49-F238E27FC236}">
                  <a16:creationId xmlns:a16="http://schemas.microsoft.com/office/drawing/2014/main" id="{2E62EE0D-F4F8-6D57-EF55-EB3986C4D542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/>
            </a:stretch>
          </p:blipFill>
          <p:spPr>
            <a:xfrm>
              <a:off x="7638254" y="5893986"/>
              <a:ext cx="221460" cy="221458"/>
            </a:xfrm>
            <a:prstGeom prst="rect">
              <a:avLst/>
            </a:prstGeom>
          </p:spPr>
        </p:pic>
        <p:sp>
          <p:nvSpPr>
            <p:cNvPr id="30" name="!! 运营商">
              <a:extLst>
                <a:ext uri="{FF2B5EF4-FFF2-40B4-BE49-F238E27FC236}">
                  <a16:creationId xmlns:a16="http://schemas.microsoft.com/office/drawing/2014/main" id="{1023C920-789F-B6EF-A8A4-C7D3E5B5E25D}"/>
                </a:ext>
              </a:extLst>
            </p:cNvPr>
            <p:cNvSpPr txBox="1"/>
            <p:nvPr/>
          </p:nvSpPr>
          <p:spPr>
            <a:xfrm>
              <a:off x="7813676" y="5913455"/>
              <a:ext cx="1114424" cy="2830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1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181818"/>
                  </a:solidFill>
                  <a:effectLst/>
                  <a:uLnTx/>
                  <a:uFillTx/>
                  <a:latin typeface="OPPOSans M"/>
                  <a:ea typeface="OPPOSans M"/>
                  <a:cs typeface="+mn-cs"/>
                </a:rPr>
                <a:t>Virtual Net</a:t>
              </a:r>
              <a:endPara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181818"/>
                </a:solidFill>
                <a:effectLst/>
                <a:uLnTx/>
                <a:uFillTx/>
                <a:latin typeface="OPPOSans M"/>
                <a:ea typeface="OPPOSans M"/>
                <a:cs typeface="+mn-cs"/>
              </a:endParaRPr>
            </a:p>
          </p:txBody>
        </p:sp>
        <p:pic>
          <p:nvPicPr>
            <p:cNvPr id="31" name="!! 通知">
              <a:extLst>
                <a:ext uri="{FF2B5EF4-FFF2-40B4-BE49-F238E27FC236}">
                  <a16:creationId xmlns:a16="http://schemas.microsoft.com/office/drawing/2014/main" id="{AE26D912-A551-C6F0-CB2A-ACF9E9BB38D6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/>
            </a:stretch>
          </p:blipFill>
          <p:spPr>
            <a:xfrm>
              <a:off x="9287931" y="5948436"/>
              <a:ext cx="152400" cy="152400"/>
            </a:xfrm>
            <a:prstGeom prst="rect">
              <a:avLst/>
            </a:prstGeom>
          </p:spPr>
        </p:pic>
        <p:pic>
          <p:nvPicPr>
            <p:cNvPr id="32" name="!! 电池">
              <a:extLst>
                <a:ext uri="{FF2B5EF4-FFF2-40B4-BE49-F238E27FC236}">
                  <a16:creationId xmlns:a16="http://schemas.microsoft.com/office/drawing/2014/main" id="{70B7A337-8D2F-E780-C0C1-5FDFB5A70447}"/>
                </a:ext>
              </a:extLst>
            </p:cNvPr>
            <p:cNvPicPr>
              <a:picLocks noChangeAspect="1"/>
            </p:cNvPicPr>
            <p:nvPr/>
          </p:nvPicPr>
          <p:blipFill>
            <a:blip r:embed="rId2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/>
            </a:stretch>
          </p:blipFill>
          <p:spPr>
            <a:xfrm>
              <a:off x="7637460" y="6171965"/>
              <a:ext cx="191558" cy="191558"/>
            </a:xfrm>
            <a:prstGeom prst="rect">
              <a:avLst/>
            </a:prstGeom>
          </p:spPr>
        </p:pic>
        <p:sp>
          <p:nvSpPr>
            <p:cNvPr id="33" name="!! 时间">
              <a:extLst>
                <a:ext uri="{FF2B5EF4-FFF2-40B4-BE49-F238E27FC236}">
                  <a16:creationId xmlns:a16="http://schemas.microsoft.com/office/drawing/2014/main" id="{EF65A988-7416-D1D2-1B0F-347CAEB759B0}"/>
                </a:ext>
              </a:extLst>
            </p:cNvPr>
            <p:cNvSpPr txBox="1"/>
            <p:nvPr/>
          </p:nvSpPr>
          <p:spPr>
            <a:xfrm>
              <a:off x="8982607" y="6148520"/>
              <a:ext cx="773641" cy="3114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4571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1" b="0" i="0" u="none" strike="noStrike" kern="1200" cap="none" spc="0" normalizeH="0" baseline="0" noProof="0" dirty="0">
                  <a:ln>
                    <a:noFill/>
                  </a:ln>
                  <a:solidFill>
                    <a:srgbClr val="181818"/>
                  </a:solidFill>
                  <a:effectLst/>
                  <a:uLnTx/>
                  <a:uFillTx/>
                  <a:latin typeface="OPPOSans R"/>
                  <a:ea typeface="OPPOSans R"/>
                  <a:cs typeface="+mn-cs"/>
                </a:rPr>
                <a:t>16:34</a:t>
              </a:r>
              <a:endParaRPr kumimoji="0" lang="zh-CN" altLang="en-US" sz="1051" b="0" i="0" u="none" strike="noStrike" kern="1200" cap="none" spc="0" normalizeH="0" baseline="0" noProof="0" dirty="0">
                <a:ln>
                  <a:noFill/>
                </a:ln>
                <a:solidFill>
                  <a:srgbClr val="181818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sp>
          <p:nvSpPr>
            <p:cNvPr id="34" name="!! AC">
              <a:extLst>
                <a:ext uri="{FF2B5EF4-FFF2-40B4-BE49-F238E27FC236}">
                  <a16:creationId xmlns:a16="http://schemas.microsoft.com/office/drawing/2014/main" id="{92F0CEC0-F6EA-87BA-430A-191A8B424593}"/>
                </a:ext>
              </a:extLst>
            </p:cNvPr>
            <p:cNvSpPr txBox="1"/>
            <p:nvPr/>
          </p:nvSpPr>
          <p:spPr>
            <a:xfrm>
              <a:off x="7766842" y="6152328"/>
              <a:ext cx="434183" cy="2830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1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181818"/>
                  </a:solidFill>
                  <a:effectLst/>
                  <a:uLnTx/>
                  <a:uFillTx/>
                  <a:latin typeface="OPPOSans R"/>
                  <a:ea typeface="OPPOSans R"/>
                  <a:cs typeface="+mn-cs"/>
                </a:rPr>
                <a:t>49%</a:t>
              </a:r>
              <a:endPara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181818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pic>
          <p:nvPicPr>
            <p:cNvPr id="35" name="!! 声音">
              <a:extLst>
                <a:ext uri="{FF2B5EF4-FFF2-40B4-BE49-F238E27FC236}">
                  <a16:creationId xmlns:a16="http://schemas.microsoft.com/office/drawing/2014/main" id="{3E3E805E-9603-A343-A86B-1BC4A2EA2FE6}"/>
                </a:ext>
              </a:extLst>
            </p:cNvPr>
            <p:cNvPicPr>
              <a:picLocks noChangeAspect="1"/>
            </p:cNvPicPr>
            <p:nvPr/>
          </p:nvPicPr>
          <p:blipFill>
            <a:blip r:embed="rId3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tretch>
              <a:fillRect/>
            </a:stretch>
          </p:blipFill>
          <p:spPr>
            <a:xfrm>
              <a:off x="9048732" y="5934670"/>
              <a:ext cx="179932" cy="179932"/>
            </a:xfrm>
            <a:prstGeom prst="rect">
              <a:avLst/>
            </a:prstGeom>
          </p:spPr>
        </p:pic>
        <p:pic>
          <p:nvPicPr>
            <p:cNvPr id="36" name="!! 电源">
              <a:hlinkClick r:id="rId11" action="ppaction://hlinksldjump"/>
              <a:extLst>
                <a:ext uri="{FF2B5EF4-FFF2-40B4-BE49-F238E27FC236}">
                  <a16:creationId xmlns:a16="http://schemas.microsoft.com/office/drawing/2014/main" id="{1459133F-B3E6-A70C-9CBD-399622C1BC0A}"/>
                </a:ext>
              </a:extLst>
            </p:cNvPr>
            <p:cNvPicPr>
              <a:picLocks noChangeAspect="1"/>
            </p:cNvPicPr>
            <p:nvPr/>
          </p:nvPicPr>
          <p:blipFill>
            <a:blip r:embed="rId32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3"/>
                </a:ext>
              </a:extLst>
            </a:blip>
            <a:stretch>
              <a:fillRect/>
            </a:stretch>
          </p:blipFill>
          <p:spPr>
            <a:xfrm>
              <a:off x="9489000" y="5925331"/>
              <a:ext cx="208372" cy="208370"/>
            </a:xfrm>
            <a:prstGeom prst="rect">
              <a:avLst/>
            </a:prstGeom>
          </p:spPr>
        </p:pic>
      </p:grpSp>
      <p:sp>
        <p:nvSpPr>
          <p:cNvPr id="37" name="!! 小白条">
            <a:hlinkClick r:id="rId34" action="ppaction://hlinksldjump"/>
            <a:extLst>
              <a:ext uri="{FF2B5EF4-FFF2-40B4-BE49-F238E27FC236}">
                <a16:creationId xmlns:a16="http://schemas.microsoft.com/office/drawing/2014/main" id="{88D18E90-2DD4-1D57-EF80-73239C4F117C}"/>
              </a:ext>
            </a:extLst>
          </p:cNvPr>
          <p:cNvSpPr/>
          <p:nvPr/>
        </p:nvSpPr>
        <p:spPr>
          <a:xfrm>
            <a:off x="5177623" y="6706376"/>
            <a:ext cx="1836752" cy="45719"/>
          </a:xfrm>
          <a:prstGeom prst="roundRect">
            <a:avLst>
              <a:gd name="adj" fmla="val 50000"/>
            </a:avLst>
          </a:prstGeom>
          <a:solidFill>
            <a:schemeClr val="bg2">
              <a:alpha val="90000"/>
            </a:schemeClr>
          </a:solidFill>
          <a:ln>
            <a:noFill/>
          </a:ln>
          <a:effectLst>
            <a:outerShdw blurRad="1016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666925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med" p14:dur="660" advClick="0" advTm="0">
        <p159:morph option="byObject"/>
      </p:transition>
    </mc:Choice>
    <mc:Fallback>
      <p:transition spd="med" advClick="0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3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3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08333E-7 -1.85185E-6 L 0.02174 -1.85185E-6 " pathEditMode="relative" rAng="0" ptsTypes="AA">
                                      <p:cBhvr>
                                        <p:cTn id="9" dur="500" spd="-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81" y="0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1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3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63" presetClass="path" presetSubtype="0" decel="10000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animMotion origin="layout" path="M 4.16667E-7 -4.81481E-6 L 0.02174 -4.81481E-6 " pathEditMode="relative" rAng="0" ptsTypes="AA">
                                      <p:cBhvr>
                                        <p:cTn id="14" dur="500" spd="-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81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</p:bld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FEC19D-856A-2598-F0A6-F991EDA7A9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!! dock右">
            <a:extLst>
              <a:ext uri="{FF2B5EF4-FFF2-40B4-BE49-F238E27FC236}">
                <a16:creationId xmlns:a16="http://schemas.microsoft.com/office/drawing/2014/main" id="{8AA7C4D7-9079-3627-ACDC-8E81CCAFC37B}"/>
              </a:ext>
            </a:extLst>
          </p:cNvPr>
          <p:cNvGrpSpPr/>
          <p:nvPr/>
        </p:nvGrpSpPr>
        <p:grpSpPr>
          <a:xfrm>
            <a:off x="4869924" y="5917019"/>
            <a:ext cx="2452159" cy="704839"/>
            <a:chOff x="7408333" y="5780624"/>
            <a:chExt cx="2452159" cy="704838"/>
          </a:xfrm>
        </p:grpSpPr>
        <p:sp useBgFill="1">
          <p:nvSpPr>
            <p:cNvPr id="6" name="!! 模糊">
              <a:extLst>
                <a:ext uri="{FF2B5EF4-FFF2-40B4-BE49-F238E27FC236}">
                  <a16:creationId xmlns:a16="http://schemas.microsoft.com/office/drawing/2014/main" id="{77C94503-6E4F-FFBD-23CE-C9B1620237E5}"/>
                </a:ext>
              </a:extLst>
            </p:cNvPr>
            <p:cNvSpPr>
              <a:spLocks/>
            </p:cNvSpPr>
            <p:nvPr/>
          </p:nvSpPr>
          <p:spPr>
            <a:xfrm>
              <a:off x="7408333" y="5780624"/>
              <a:ext cx="2452159" cy="704838"/>
            </a:xfrm>
            <a:prstGeom prst="roundRect">
              <a:avLst>
                <a:gd name="adj" fmla="val 15000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1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sp>
          <p:nvSpPr>
            <p:cNvPr id="7" name="!! 颜色遮罩">
              <a:extLst>
                <a:ext uri="{FF2B5EF4-FFF2-40B4-BE49-F238E27FC236}">
                  <a16:creationId xmlns:a16="http://schemas.microsoft.com/office/drawing/2014/main" id="{748F95ED-F9C3-56AB-7227-ADEDFC3DA42F}"/>
                </a:ext>
              </a:extLst>
            </p:cNvPr>
            <p:cNvSpPr>
              <a:spLocks/>
            </p:cNvSpPr>
            <p:nvPr/>
          </p:nvSpPr>
          <p:spPr>
            <a:xfrm>
              <a:off x="7408333" y="5780624"/>
              <a:ext cx="2452159" cy="704838"/>
            </a:xfrm>
            <a:prstGeom prst="roundRect">
              <a:avLst>
                <a:gd name="adj" fmla="val 15000"/>
              </a:avLst>
            </a:prstGeom>
            <a:solidFill>
              <a:schemeClr val="tx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1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pic>
          <p:nvPicPr>
            <p:cNvPr id="8" name="!! 信号">
              <a:extLst>
                <a:ext uri="{FF2B5EF4-FFF2-40B4-BE49-F238E27FC236}">
                  <a16:creationId xmlns:a16="http://schemas.microsoft.com/office/drawing/2014/main" id="{0FF08564-8C3D-EC7C-0918-D2EE2E8CF7C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7638254" y="5893986"/>
              <a:ext cx="221460" cy="221458"/>
            </a:xfrm>
            <a:prstGeom prst="rect">
              <a:avLst/>
            </a:prstGeom>
          </p:spPr>
        </p:pic>
        <p:sp>
          <p:nvSpPr>
            <p:cNvPr id="9" name="!! 运营商">
              <a:extLst>
                <a:ext uri="{FF2B5EF4-FFF2-40B4-BE49-F238E27FC236}">
                  <a16:creationId xmlns:a16="http://schemas.microsoft.com/office/drawing/2014/main" id="{B06F9889-E783-4CC2-B5DB-8CD16211CBA1}"/>
                </a:ext>
              </a:extLst>
            </p:cNvPr>
            <p:cNvSpPr txBox="1"/>
            <p:nvPr/>
          </p:nvSpPr>
          <p:spPr>
            <a:xfrm>
              <a:off x="7813676" y="5913455"/>
              <a:ext cx="1114424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1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POSans M"/>
                  <a:ea typeface="OPPOSans M"/>
                  <a:cs typeface="+mn-cs"/>
                </a:rPr>
                <a:t>Virtual Net</a:t>
              </a:r>
              <a:endPara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M"/>
                <a:ea typeface="OPPOSans M"/>
                <a:cs typeface="+mn-cs"/>
              </a:endParaRPr>
            </a:p>
          </p:txBody>
        </p:sp>
        <p:pic>
          <p:nvPicPr>
            <p:cNvPr id="10" name="!! 通知">
              <a:extLst>
                <a:ext uri="{FF2B5EF4-FFF2-40B4-BE49-F238E27FC236}">
                  <a16:creationId xmlns:a16="http://schemas.microsoft.com/office/drawing/2014/main" id="{46873093-A0E9-854A-4FA1-4379C226551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9287931" y="5948436"/>
              <a:ext cx="152400" cy="152400"/>
            </a:xfrm>
            <a:prstGeom prst="rect">
              <a:avLst/>
            </a:prstGeom>
          </p:spPr>
        </p:pic>
        <p:pic>
          <p:nvPicPr>
            <p:cNvPr id="11" name="!! 电池">
              <a:extLst>
                <a:ext uri="{FF2B5EF4-FFF2-40B4-BE49-F238E27FC236}">
                  <a16:creationId xmlns:a16="http://schemas.microsoft.com/office/drawing/2014/main" id="{74731D6B-3D00-AB9D-542E-7FEA30A7CC3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7637460" y="6171965"/>
              <a:ext cx="191558" cy="191558"/>
            </a:xfrm>
            <a:prstGeom prst="rect">
              <a:avLst/>
            </a:prstGeom>
          </p:spPr>
        </p:pic>
        <p:sp>
          <p:nvSpPr>
            <p:cNvPr id="12" name="!! 时间">
              <a:extLst>
                <a:ext uri="{FF2B5EF4-FFF2-40B4-BE49-F238E27FC236}">
                  <a16:creationId xmlns:a16="http://schemas.microsoft.com/office/drawing/2014/main" id="{26C3B29C-65D4-19D1-3771-89AB2180160E}"/>
                </a:ext>
              </a:extLst>
            </p:cNvPr>
            <p:cNvSpPr txBox="1"/>
            <p:nvPr/>
          </p:nvSpPr>
          <p:spPr>
            <a:xfrm>
              <a:off x="8982607" y="6148520"/>
              <a:ext cx="773641" cy="2540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4571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1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POSans R"/>
                  <a:ea typeface="OPPOSans R"/>
                  <a:cs typeface="+mn-cs"/>
                </a:rPr>
                <a:t>16:34</a:t>
              </a:r>
              <a:endParaRPr kumimoji="0" lang="zh-CN" altLang="en-US" sz="1051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sp>
          <p:nvSpPr>
            <p:cNvPr id="13" name="!! AC">
              <a:extLst>
                <a:ext uri="{FF2B5EF4-FFF2-40B4-BE49-F238E27FC236}">
                  <a16:creationId xmlns:a16="http://schemas.microsoft.com/office/drawing/2014/main" id="{9518ED4A-F195-7534-252D-6ED2674197A2}"/>
                </a:ext>
              </a:extLst>
            </p:cNvPr>
            <p:cNvSpPr txBox="1"/>
            <p:nvPr/>
          </p:nvSpPr>
          <p:spPr>
            <a:xfrm>
              <a:off x="7766842" y="6152328"/>
              <a:ext cx="434183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1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POSans R"/>
                  <a:ea typeface="OPPOSans R"/>
                  <a:cs typeface="+mn-cs"/>
                </a:rPr>
                <a:t>49%</a:t>
              </a:r>
              <a:endPara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pic>
          <p:nvPicPr>
            <p:cNvPr id="14" name="!! 声音">
              <a:extLst>
                <a:ext uri="{FF2B5EF4-FFF2-40B4-BE49-F238E27FC236}">
                  <a16:creationId xmlns:a16="http://schemas.microsoft.com/office/drawing/2014/main" id="{B33EAF3E-B1A6-6454-2771-91517C284007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9048732" y="5934670"/>
              <a:ext cx="179932" cy="179932"/>
            </a:xfrm>
            <a:prstGeom prst="rect">
              <a:avLst/>
            </a:prstGeom>
          </p:spPr>
        </p:pic>
        <p:pic>
          <p:nvPicPr>
            <p:cNvPr id="15" name="!! 电源">
              <a:hlinkClick r:id="rId11" action="ppaction://hlinksldjump"/>
              <a:extLst>
                <a:ext uri="{FF2B5EF4-FFF2-40B4-BE49-F238E27FC236}">
                  <a16:creationId xmlns:a16="http://schemas.microsoft.com/office/drawing/2014/main" id="{7A4586FB-370C-CEA0-2B50-7E6C43CE41BF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9489000" y="5925331"/>
              <a:ext cx="208372" cy="208370"/>
            </a:xfrm>
            <a:prstGeom prst="rect">
              <a:avLst/>
            </a:prstGeom>
          </p:spPr>
        </p:pic>
      </p:grp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908FA6B0-360B-EFD6-6FD0-9F7501EDBF5F}"/>
              </a:ext>
            </a:extLst>
          </p:cNvPr>
          <p:cNvGrpSpPr/>
          <p:nvPr/>
        </p:nvGrpSpPr>
        <p:grpSpPr>
          <a:xfrm>
            <a:off x="1659675" y="933567"/>
            <a:ext cx="658299" cy="967680"/>
            <a:chOff x="2726128" y="2691285"/>
            <a:chExt cx="527312" cy="775134"/>
          </a:xfrm>
          <a:effectLst/>
        </p:grpSpPr>
        <p:grpSp>
          <p:nvGrpSpPr>
            <p:cNvPr id="17" name="!! 设置">
              <a:extLst>
                <a:ext uri="{FF2B5EF4-FFF2-40B4-BE49-F238E27FC236}">
                  <a16:creationId xmlns:a16="http://schemas.microsoft.com/office/drawing/2014/main" id="{A9146889-1306-2807-9574-0E3743D22283}"/>
                </a:ext>
              </a:extLst>
            </p:cNvPr>
            <p:cNvGrpSpPr/>
            <p:nvPr/>
          </p:nvGrpSpPr>
          <p:grpSpPr>
            <a:xfrm>
              <a:off x="2726128" y="2691285"/>
              <a:ext cx="527312" cy="527312"/>
              <a:chOff x="4725145" y="3205535"/>
              <a:chExt cx="446930" cy="446930"/>
            </a:xfrm>
          </p:grpSpPr>
          <p:sp>
            <p:nvSpPr>
              <p:cNvPr id="19" name="背景">
                <a:hlinkClick r:id="rId14" action="ppaction://hlinksldjump"/>
                <a:extLst>
                  <a:ext uri="{FF2B5EF4-FFF2-40B4-BE49-F238E27FC236}">
                    <a16:creationId xmlns:a16="http://schemas.microsoft.com/office/drawing/2014/main" id="{5CDD1CC8-F7AB-630D-8811-61A8E365B716}"/>
                  </a:ext>
                </a:extLst>
              </p:cNvPr>
              <p:cNvSpPr/>
              <p:nvPr/>
            </p:nvSpPr>
            <p:spPr>
              <a:xfrm>
                <a:off x="4725145" y="3205535"/>
                <a:ext cx="446930" cy="446930"/>
              </a:xfrm>
              <a:prstGeom prst="roundRect">
                <a:avLst/>
              </a:prstGeom>
              <a:solidFill>
                <a:schemeClr val="accent4">
                  <a:lumMod val="50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189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POSans R"/>
                  <a:ea typeface="OPPOSans R"/>
                  <a:cs typeface="+mn-cs"/>
                </a:endParaRPr>
              </a:p>
            </p:txBody>
          </p:sp>
          <p:pic>
            <p:nvPicPr>
              <p:cNvPr id="20" name="齿轮" descr="单级齿轮 轮廓">
                <a:extLst>
                  <a:ext uri="{FF2B5EF4-FFF2-40B4-BE49-F238E27FC236}">
                    <a16:creationId xmlns:a16="http://schemas.microsoft.com/office/drawing/2014/main" id="{E17FD1E5-F4EC-0769-54B3-26B74F8107D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6"/>
                  </a:ext>
                </a:extLst>
              </a:blip>
              <a:stretch>
                <a:fillRect/>
              </a:stretch>
            </p:blipFill>
            <p:spPr>
              <a:xfrm>
                <a:off x="4772763" y="3253153"/>
                <a:ext cx="351694" cy="351694"/>
              </a:xfrm>
              <a:prstGeom prst="rect">
                <a:avLst/>
              </a:prstGeom>
            </p:spPr>
          </p:pic>
        </p:grp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0EC50FEC-A4E4-6981-7F2A-0ACD5D88A682}"/>
                </a:ext>
              </a:extLst>
            </p:cNvPr>
            <p:cNvSpPr txBox="1"/>
            <p:nvPr/>
          </p:nvSpPr>
          <p:spPr>
            <a:xfrm>
              <a:off x="2726128" y="3244536"/>
              <a:ext cx="527312" cy="2218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>
                    <a:outerShdw blurRad="63500" sx="102000" sy="102000" algn="ctr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vivo Sans"/>
                  <a:ea typeface="vivo Sans"/>
                  <a:cs typeface="+mn-cs"/>
                </a:rPr>
                <a:t>设置</a:t>
              </a:r>
            </a:p>
          </p:txBody>
        </p:sp>
      </p:grpSp>
      <p:grpSp>
        <p:nvGrpSpPr>
          <p:cNvPr id="21" name="相机">
            <a:extLst>
              <a:ext uri="{FF2B5EF4-FFF2-40B4-BE49-F238E27FC236}">
                <a16:creationId xmlns:a16="http://schemas.microsoft.com/office/drawing/2014/main" id="{3E2F284B-5AFE-B4A9-54C0-E48DA4907548}"/>
              </a:ext>
            </a:extLst>
          </p:cNvPr>
          <p:cNvGrpSpPr/>
          <p:nvPr/>
        </p:nvGrpSpPr>
        <p:grpSpPr>
          <a:xfrm>
            <a:off x="3189538" y="933569"/>
            <a:ext cx="658299" cy="967679"/>
            <a:chOff x="3189536" y="933566"/>
            <a:chExt cx="658298" cy="967679"/>
          </a:xfrm>
        </p:grpSpPr>
        <p:sp>
          <p:nvSpPr>
            <p:cNvPr id="22" name="背景">
              <a:extLst>
                <a:ext uri="{FF2B5EF4-FFF2-40B4-BE49-F238E27FC236}">
                  <a16:creationId xmlns:a16="http://schemas.microsoft.com/office/drawing/2014/main" id="{E7C1D452-3336-7BD4-B651-8DA14E4D4F02}"/>
                </a:ext>
              </a:extLst>
            </p:cNvPr>
            <p:cNvSpPr/>
            <p:nvPr/>
          </p:nvSpPr>
          <p:spPr>
            <a:xfrm>
              <a:off x="3189536" y="933566"/>
              <a:ext cx="658298" cy="658298"/>
            </a:xfrm>
            <a:prstGeom prst="roundRect">
              <a:avLst/>
            </a:prstGeom>
            <a:solidFill>
              <a:srgbClr val="547A9C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1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pic>
          <p:nvPicPr>
            <p:cNvPr id="23" name="icon">
              <a:extLst>
                <a:ext uri="{FF2B5EF4-FFF2-40B4-BE49-F238E27FC236}">
                  <a16:creationId xmlns:a16="http://schemas.microsoft.com/office/drawing/2014/main" id="{8C9F2264-AECA-CB90-9760-3B0E5A78A9F2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rcRect/>
            <a:stretch/>
          </p:blipFill>
          <p:spPr>
            <a:xfrm>
              <a:off x="3328520" y="1072550"/>
              <a:ext cx="380330" cy="380330"/>
            </a:xfrm>
            <a:prstGeom prst="rect">
              <a:avLst/>
            </a:prstGeom>
          </p:spPr>
        </p:pic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F4D9E8EC-3861-B37D-7A42-C286CF97B36E}"/>
                </a:ext>
              </a:extLst>
            </p:cNvPr>
            <p:cNvSpPr txBox="1"/>
            <p:nvPr/>
          </p:nvSpPr>
          <p:spPr>
            <a:xfrm>
              <a:off x="3189536" y="1624246"/>
              <a:ext cx="65829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>
                    <a:outerShdw blurRad="63500" sx="102000" sy="102000" algn="ctr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vivo Sans"/>
                  <a:ea typeface="vivo Sans"/>
                  <a:cs typeface="+mn-cs"/>
                </a:rPr>
                <a:t>相机</a:t>
              </a:r>
            </a:p>
          </p:txBody>
        </p:sp>
      </p:grpSp>
      <p:sp>
        <p:nvSpPr>
          <p:cNvPr id="2" name="!! 背景板">
            <a:hlinkClick r:id="rId19" action="ppaction://hlinksldjump"/>
            <a:extLst>
              <a:ext uri="{FF2B5EF4-FFF2-40B4-BE49-F238E27FC236}">
                <a16:creationId xmlns:a16="http://schemas.microsoft.com/office/drawing/2014/main" id="{E992CBF5-8733-EB13-19F3-850811BAFCB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noFill/>
          </a:ln>
          <a:effectLst>
            <a:glow rad="2286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POSans R"/>
              <a:ea typeface="OPPOSans R"/>
              <a:cs typeface="+mn-cs"/>
            </a:endParaRPr>
          </a:p>
        </p:txBody>
      </p:sp>
      <p:pic>
        <p:nvPicPr>
          <p:cNvPr id="26" name="!! 图标">
            <a:extLst>
              <a:ext uri="{FF2B5EF4-FFF2-40B4-BE49-F238E27FC236}">
                <a16:creationId xmlns:a16="http://schemas.microsoft.com/office/drawing/2014/main" id="{7BEFA9D4-567E-6BCE-888F-69B0302824A4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rcRect/>
          <a:stretch/>
        </p:blipFill>
        <p:spPr>
          <a:xfrm>
            <a:off x="5745880" y="3080809"/>
            <a:ext cx="696384" cy="696382"/>
          </a:xfrm>
          <a:prstGeom prst="rect">
            <a:avLst/>
          </a:prstGeom>
          <a:effectLst>
            <a:glow rad="63500">
              <a:schemeClr val="bg2">
                <a:alpha val="10000"/>
              </a:schemeClr>
            </a:glow>
          </a:effectLst>
        </p:spPr>
      </p:pic>
      <p:pic>
        <p:nvPicPr>
          <p:cNvPr id="3" name="!! icon">
            <a:extLst>
              <a:ext uri="{FF2B5EF4-FFF2-40B4-BE49-F238E27FC236}">
                <a16:creationId xmlns:a16="http://schemas.microsoft.com/office/drawing/2014/main" id="{7C5EE95D-4494-6F53-3E77-761E34863ED9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rcRect/>
          <a:stretch/>
        </p:blipFill>
        <p:spPr>
          <a:xfrm>
            <a:off x="4483239" y="1818169"/>
            <a:ext cx="3221667" cy="3221667"/>
          </a:xfrm>
          <a:prstGeom prst="rect">
            <a:avLst/>
          </a:prstGeom>
        </p:spPr>
      </p:pic>
      <p:grpSp>
        <p:nvGrpSpPr>
          <p:cNvPr id="25" name="!! dock右">
            <a:extLst>
              <a:ext uri="{FF2B5EF4-FFF2-40B4-BE49-F238E27FC236}">
                <a16:creationId xmlns:a16="http://schemas.microsoft.com/office/drawing/2014/main" id="{BFC00C2A-F946-F9A0-BB72-1B8AC9FB55F3}"/>
              </a:ext>
            </a:extLst>
          </p:cNvPr>
          <p:cNvGrpSpPr/>
          <p:nvPr/>
        </p:nvGrpSpPr>
        <p:grpSpPr>
          <a:xfrm>
            <a:off x="4869920" y="7119572"/>
            <a:ext cx="2452159" cy="574899"/>
            <a:chOff x="7408333" y="5780624"/>
            <a:chExt cx="2452159" cy="704838"/>
          </a:xfrm>
        </p:grpSpPr>
        <p:sp useBgFill="1">
          <p:nvSpPr>
            <p:cNvPr id="27" name="!! 模糊">
              <a:extLst>
                <a:ext uri="{FF2B5EF4-FFF2-40B4-BE49-F238E27FC236}">
                  <a16:creationId xmlns:a16="http://schemas.microsoft.com/office/drawing/2014/main" id="{C7AB1984-B223-3034-2D9C-1324E066D3E0}"/>
                </a:ext>
              </a:extLst>
            </p:cNvPr>
            <p:cNvSpPr>
              <a:spLocks/>
            </p:cNvSpPr>
            <p:nvPr/>
          </p:nvSpPr>
          <p:spPr>
            <a:xfrm>
              <a:off x="7408333" y="5780624"/>
              <a:ext cx="2452159" cy="704838"/>
            </a:xfrm>
            <a:prstGeom prst="roundRect">
              <a:avLst>
                <a:gd name="adj" fmla="val 15000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1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sp>
          <p:nvSpPr>
            <p:cNvPr id="28" name="!! 颜色遮罩">
              <a:extLst>
                <a:ext uri="{FF2B5EF4-FFF2-40B4-BE49-F238E27FC236}">
                  <a16:creationId xmlns:a16="http://schemas.microsoft.com/office/drawing/2014/main" id="{9FD596DC-BFB5-A895-5216-ABFFD83D2F48}"/>
                </a:ext>
              </a:extLst>
            </p:cNvPr>
            <p:cNvSpPr>
              <a:spLocks/>
            </p:cNvSpPr>
            <p:nvPr/>
          </p:nvSpPr>
          <p:spPr>
            <a:xfrm>
              <a:off x="7408333" y="5780624"/>
              <a:ext cx="2452159" cy="704838"/>
            </a:xfrm>
            <a:prstGeom prst="roundRect">
              <a:avLst>
                <a:gd name="adj" fmla="val 15000"/>
              </a:avLst>
            </a:prstGeom>
            <a:solidFill>
              <a:schemeClr val="bg2">
                <a:alpha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1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pic>
          <p:nvPicPr>
            <p:cNvPr id="29" name="!! 信号">
              <a:extLst>
                <a:ext uri="{FF2B5EF4-FFF2-40B4-BE49-F238E27FC236}">
                  <a16:creationId xmlns:a16="http://schemas.microsoft.com/office/drawing/2014/main" id="{7C74D876-3C93-D60C-C844-59BB97EB17F6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/>
            </a:stretch>
          </p:blipFill>
          <p:spPr>
            <a:xfrm>
              <a:off x="7638254" y="5893986"/>
              <a:ext cx="221460" cy="221458"/>
            </a:xfrm>
            <a:prstGeom prst="rect">
              <a:avLst/>
            </a:prstGeom>
          </p:spPr>
        </p:pic>
        <p:sp>
          <p:nvSpPr>
            <p:cNvPr id="30" name="!! 运营商">
              <a:extLst>
                <a:ext uri="{FF2B5EF4-FFF2-40B4-BE49-F238E27FC236}">
                  <a16:creationId xmlns:a16="http://schemas.microsoft.com/office/drawing/2014/main" id="{9C5A2612-8C92-754C-6C28-AB1457E488FD}"/>
                </a:ext>
              </a:extLst>
            </p:cNvPr>
            <p:cNvSpPr txBox="1"/>
            <p:nvPr/>
          </p:nvSpPr>
          <p:spPr>
            <a:xfrm>
              <a:off x="7813676" y="5913455"/>
              <a:ext cx="1114424" cy="2830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1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181818"/>
                  </a:solidFill>
                  <a:effectLst/>
                  <a:uLnTx/>
                  <a:uFillTx/>
                  <a:latin typeface="OPPOSans M"/>
                  <a:ea typeface="OPPOSans M"/>
                  <a:cs typeface="+mn-cs"/>
                </a:rPr>
                <a:t>Virtual Net</a:t>
              </a:r>
              <a:endPara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181818"/>
                </a:solidFill>
                <a:effectLst/>
                <a:uLnTx/>
                <a:uFillTx/>
                <a:latin typeface="OPPOSans M"/>
                <a:ea typeface="OPPOSans M"/>
                <a:cs typeface="+mn-cs"/>
              </a:endParaRPr>
            </a:p>
          </p:txBody>
        </p:sp>
        <p:pic>
          <p:nvPicPr>
            <p:cNvPr id="31" name="!! 通知">
              <a:extLst>
                <a:ext uri="{FF2B5EF4-FFF2-40B4-BE49-F238E27FC236}">
                  <a16:creationId xmlns:a16="http://schemas.microsoft.com/office/drawing/2014/main" id="{93D3BA62-133F-60E4-1D14-2A10BEF15C0D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/>
            </a:stretch>
          </p:blipFill>
          <p:spPr>
            <a:xfrm>
              <a:off x="9287931" y="5948436"/>
              <a:ext cx="152400" cy="152400"/>
            </a:xfrm>
            <a:prstGeom prst="rect">
              <a:avLst/>
            </a:prstGeom>
          </p:spPr>
        </p:pic>
        <p:pic>
          <p:nvPicPr>
            <p:cNvPr id="32" name="!! 电池">
              <a:extLst>
                <a:ext uri="{FF2B5EF4-FFF2-40B4-BE49-F238E27FC236}">
                  <a16:creationId xmlns:a16="http://schemas.microsoft.com/office/drawing/2014/main" id="{AD039C33-2824-18C1-42B8-E81A45F17036}"/>
                </a:ext>
              </a:extLst>
            </p:cNvPr>
            <p:cNvPicPr>
              <a:picLocks noChangeAspect="1"/>
            </p:cNvPicPr>
            <p:nvPr/>
          </p:nvPicPr>
          <p:blipFill>
            <a:blip r:embed="rId2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/>
            </a:stretch>
          </p:blipFill>
          <p:spPr>
            <a:xfrm>
              <a:off x="7637460" y="6171965"/>
              <a:ext cx="191558" cy="191558"/>
            </a:xfrm>
            <a:prstGeom prst="rect">
              <a:avLst/>
            </a:prstGeom>
          </p:spPr>
        </p:pic>
        <p:sp>
          <p:nvSpPr>
            <p:cNvPr id="33" name="!! 时间">
              <a:extLst>
                <a:ext uri="{FF2B5EF4-FFF2-40B4-BE49-F238E27FC236}">
                  <a16:creationId xmlns:a16="http://schemas.microsoft.com/office/drawing/2014/main" id="{A1F30DEF-4928-E050-E453-AFA67B56CAAF}"/>
                </a:ext>
              </a:extLst>
            </p:cNvPr>
            <p:cNvSpPr txBox="1"/>
            <p:nvPr/>
          </p:nvSpPr>
          <p:spPr>
            <a:xfrm>
              <a:off x="8982607" y="6148520"/>
              <a:ext cx="773641" cy="3114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4571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1" b="0" i="0" u="none" strike="noStrike" kern="1200" cap="none" spc="0" normalizeH="0" baseline="0" noProof="0" dirty="0">
                  <a:ln>
                    <a:noFill/>
                  </a:ln>
                  <a:solidFill>
                    <a:srgbClr val="181818"/>
                  </a:solidFill>
                  <a:effectLst/>
                  <a:uLnTx/>
                  <a:uFillTx/>
                  <a:latin typeface="OPPOSans R"/>
                  <a:ea typeface="OPPOSans R"/>
                  <a:cs typeface="+mn-cs"/>
                </a:rPr>
                <a:t>16:34</a:t>
              </a:r>
              <a:endParaRPr kumimoji="0" lang="zh-CN" altLang="en-US" sz="1051" b="0" i="0" u="none" strike="noStrike" kern="1200" cap="none" spc="0" normalizeH="0" baseline="0" noProof="0" dirty="0">
                <a:ln>
                  <a:noFill/>
                </a:ln>
                <a:solidFill>
                  <a:srgbClr val="181818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sp>
          <p:nvSpPr>
            <p:cNvPr id="34" name="!! AC">
              <a:extLst>
                <a:ext uri="{FF2B5EF4-FFF2-40B4-BE49-F238E27FC236}">
                  <a16:creationId xmlns:a16="http://schemas.microsoft.com/office/drawing/2014/main" id="{E884BCD8-FBB1-D6D5-7A11-73FFA97EA60C}"/>
                </a:ext>
              </a:extLst>
            </p:cNvPr>
            <p:cNvSpPr txBox="1"/>
            <p:nvPr/>
          </p:nvSpPr>
          <p:spPr>
            <a:xfrm>
              <a:off x="7766842" y="6152328"/>
              <a:ext cx="434183" cy="2830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1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181818"/>
                  </a:solidFill>
                  <a:effectLst/>
                  <a:uLnTx/>
                  <a:uFillTx/>
                  <a:latin typeface="OPPOSans R"/>
                  <a:ea typeface="OPPOSans R"/>
                  <a:cs typeface="+mn-cs"/>
                </a:rPr>
                <a:t>49%</a:t>
              </a:r>
              <a:endPara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181818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pic>
          <p:nvPicPr>
            <p:cNvPr id="35" name="!! 声音">
              <a:extLst>
                <a:ext uri="{FF2B5EF4-FFF2-40B4-BE49-F238E27FC236}">
                  <a16:creationId xmlns:a16="http://schemas.microsoft.com/office/drawing/2014/main" id="{14153FE5-316B-7D71-8CA7-634825EB6082}"/>
                </a:ext>
              </a:extLst>
            </p:cNvPr>
            <p:cNvPicPr>
              <a:picLocks noChangeAspect="1"/>
            </p:cNvPicPr>
            <p:nvPr/>
          </p:nvPicPr>
          <p:blipFill>
            <a:blip r:embed="rId3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tretch>
              <a:fillRect/>
            </a:stretch>
          </p:blipFill>
          <p:spPr>
            <a:xfrm>
              <a:off x="9048732" y="5934670"/>
              <a:ext cx="179932" cy="179932"/>
            </a:xfrm>
            <a:prstGeom prst="rect">
              <a:avLst/>
            </a:prstGeom>
          </p:spPr>
        </p:pic>
        <p:pic>
          <p:nvPicPr>
            <p:cNvPr id="36" name="!! 电源">
              <a:hlinkClick r:id="rId11" action="ppaction://hlinksldjump"/>
              <a:extLst>
                <a:ext uri="{FF2B5EF4-FFF2-40B4-BE49-F238E27FC236}">
                  <a16:creationId xmlns:a16="http://schemas.microsoft.com/office/drawing/2014/main" id="{FCF0B214-1FE5-F26C-C627-AD28927853A4}"/>
                </a:ext>
              </a:extLst>
            </p:cNvPr>
            <p:cNvPicPr>
              <a:picLocks noChangeAspect="1"/>
            </p:cNvPicPr>
            <p:nvPr/>
          </p:nvPicPr>
          <p:blipFill>
            <a:blip r:embed="rId32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3"/>
                </a:ext>
              </a:extLst>
            </a:blip>
            <a:stretch>
              <a:fillRect/>
            </a:stretch>
          </p:blipFill>
          <p:spPr>
            <a:xfrm>
              <a:off x="9489000" y="5925331"/>
              <a:ext cx="208372" cy="208370"/>
            </a:xfrm>
            <a:prstGeom prst="rect">
              <a:avLst/>
            </a:prstGeom>
          </p:spPr>
        </p:pic>
      </p:grpSp>
      <p:sp>
        <p:nvSpPr>
          <p:cNvPr id="37" name="!! 小白条">
            <a:hlinkClick r:id="rId34" action="ppaction://hlinksldjump"/>
            <a:extLst>
              <a:ext uri="{FF2B5EF4-FFF2-40B4-BE49-F238E27FC236}">
                <a16:creationId xmlns:a16="http://schemas.microsoft.com/office/drawing/2014/main" id="{DFF75C8B-B811-9428-CE0F-8E6FF1FDD02B}"/>
              </a:ext>
            </a:extLst>
          </p:cNvPr>
          <p:cNvSpPr/>
          <p:nvPr/>
        </p:nvSpPr>
        <p:spPr>
          <a:xfrm>
            <a:off x="5177623" y="6706376"/>
            <a:ext cx="1836752" cy="45719"/>
          </a:xfrm>
          <a:prstGeom prst="roundRect">
            <a:avLst>
              <a:gd name="adj" fmla="val 50000"/>
            </a:avLst>
          </a:prstGeom>
          <a:solidFill>
            <a:schemeClr val="bg2">
              <a:alpha val="90000"/>
            </a:schemeClr>
          </a:solidFill>
          <a:ln>
            <a:noFill/>
          </a:ln>
          <a:effectLst>
            <a:outerShdw blurRad="1016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5F5F5"/>
              </a:solidFill>
              <a:effectLst/>
              <a:uLnTx/>
              <a:uFillTx/>
              <a:latin typeface="vivo Sans"/>
              <a:ea typeface="vivo Sans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6597978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 advClick="0">
        <p:fade/>
      </p:transition>
    </mc:Choice>
    <mc:Fallback>
      <p:transition advClick="0">
        <p:fade/>
      </p:transition>
    </mc:Fallback>
  </mc:AlternateContent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DC3CF4-DB86-66AA-A1EC-47CA683E62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!! dock右">
            <a:extLst>
              <a:ext uri="{FF2B5EF4-FFF2-40B4-BE49-F238E27FC236}">
                <a16:creationId xmlns:a16="http://schemas.microsoft.com/office/drawing/2014/main" id="{45FE001E-8F13-CCCF-4642-7B09D6F423DF}"/>
              </a:ext>
            </a:extLst>
          </p:cNvPr>
          <p:cNvGrpSpPr/>
          <p:nvPr/>
        </p:nvGrpSpPr>
        <p:grpSpPr>
          <a:xfrm>
            <a:off x="4869924" y="5917019"/>
            <a:ext cx="2452159" cy="704839"/>
            <a:chOff x="7408333" y="5780624"/>
            <a:chExt cx="2452159" cy="704838"/>
          </a:xfrm>
        </p:grpSpPr>
        <p:sp useBgFill="1">
          <p:nvSpPr>
            <p:cNvPr id="6" name="!! 模糊">
              <a:extLst>
                <a:ext uri="{FF2B5EF4-FFF2-40B4-BE49-F238E27FC236}">
                  <a16:creationId xmlns:a16="http://schemas.microsoft.com/office/drawing/2014/main" id="{352975CB-0AAD-F693-C8C9-B0210AC27CAE}"/>
                </a:ext>
              </a:extLst>
            </p:cNvPr>
            <p:cNvSpPr>
              <a:spLocks/>
            </p:cNvSpPr>
            <p:nvPr/>
          </p:nvSpPr>
          <p:spPr>
            <a:xfrm>
              <a:off x="7408333" y="5780624"/>
              <a:ext cx="2452159" cy="704838"/>
            </a:xfrm>
            <a:prstGeom prst="roundRect">
              <a:avLst>
                <a:gd name="adj" fmla="val 15000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1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sp>
          <p:nvSpPr>
            <p:cNvPr id="7" name="!! 颜色遮罩">
              <a:extLst>
                <a:ext uri="{FF2B5EF4-FFF2-40B4-BE49-F238E27FC236}">
                  <a16:creationId xmlns:a16="http://schemas.microsoft.com/office/drawing/2014/main" id="{C71B34F1-BDED-C3CB-E9E1-3CB51443833C}"/>
                </a:ext>
              </a:extLst>
            </p:cNvPr>
            <p:cNvSpPr>
              <a:spLocks/>
            </p:cNvSpPr>
            <p:nvPr/>
          </p:nvSpPr>
          <p:spPr>
            <a:xfrm>
              <a:off x="7408333" y="5780624"/>
              <a:ext cx="2452159" cy="704838"/>
            </a:xfrm>
            <a:prstGeom prst="roundRect">
              <a:avLst>
                <a:gd name="adj" fmla="val 15000"/>
              </a:avLst>
            </a:prstGeom>
            <a:solidFill>
              <a:schemeClr val="tx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1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pic>
          <p:nvPicPr>
            <p:cNvPr id="8" name="!! 信号">
              <a:extLst>
                <a:ext uri="{FF2B5EF4-FFF2-40B4-BE49-F238E27FC236}">
                  <a16:creationId xmlns:a16="http://schemas.microsoft.com/office/drawing/2014/main" id="{02E4D980-C92F-B4CC-1EAA-A545E1A1E13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7638254" y="5893986"/>
              <a:ext cx="221460" cy="221458"/>
            </a:xfrm>
            <a:prstGeom prst="rect">
              <a:avLst/>
            </a:prstGeom>
          </p:spPr>
        </p:pic>
        <p:sp>
          <p:nvSpPr>
            <p:cNvPr id="9" name="!! 运营商">
              <a:extLst>
                <a:ext uri="{FF2B5EF4-FFF2-40B4-BE49-F238E27FC236}">
                  <a16:creationId xmlns:a16="http://schemas.microsoft.com/office/drawing/2014/main" id="{3E032B94-7A20-20D1-1E18-B88CE8EEA139}"/>
                </a:ext>
              </a:extLst>
            </p:cNvPr>
            <p:cNvSpPr txBox="1"/>
            <p:nvPr/>
          </p:nvSpPr>
          <p:spPr>
            <a:xfrm>
              <a:off x="7813676" y="5913455"/>
              <a:ext cx="1114424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1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POSans M"/>
                  <a:ea typeface="OPPOSans M"/>
                  <a:cs typeface="+mn-cs"/>
                </a:rPr>
                <a:t>Virtual Net</a:t>
              </a:r>
              <a:endPara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M"/>
                <a:ea typeface="OPPOSans M"/>
                <a:cs typeface="+mn-cs"/>
              </a:endParaRPr>
            </a:p>
          </p:txBody>
        </p:sp>
        <p:pic>
          <p:nvPicPr>
            <p:cNvPr id="10" name="!! 通知">
              <a:extLst>
                <a:ext uri="{FF2B5EF4-FFF2-40B4-BE49-F238E27FC236}">
                  <a16:creationId xmlns:a16="http://schemas.microsoft.com/office/drawing/2014/main" id="{FC180889-8928-094E-24CC-FBAFDE41E94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9287931" y="5948436"/>
              <a:ext cx="152400" cy="152400"/>
            </a:xfrm>
            <a:prstGeom prst="rect">
              <a:avLst/>
            </a:prstGeom>
          </p:spPr>
        </p:pic>
        <p:pic>
          <p:nvPicPr>
            <p:cNvPr id="11" name="!! 电池">
              <a:extLst>
                <a:ext uri="{FF2B5EF4-FFF2-40B4-BE49-F238E27FC236}">
                  <a16:creationId xmlns:a16="http://schemas.microsoft.com/office/drawing/2014/main" id="{4F32F521-7DD2-0CF7-3D73-A7143BDB471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7637460" y="6171965"/>
              <a:ext cx="191558" cy="191558"/>
            </a:xfrm>
            <a:prstGeom prst="rect">
              <a:avLst/>
            </a:prstGeom>
          </p:spPr>
        </p:pic>
        <p:sp>
          <p:nvSpPr>
            <p:cNvPr id="12" name="!! 时间">
              <a:extLst>
                <a:ext uri="{FF2B5EF4-FFF2-40B4-BE49-F238E27FC236}">
                  <a16:creationId xmlns:a16="http://schemas.microsoft.com/office/drawing/2014/main" id="{802CCCDF-4D7F-B9F3-C0F4-1E47D273B9ED}"/>
                </a:ext>
              </a:extLst>
            </p:cNvPr>
            <p:cNvSpPr txBox="1"/>
            <p:nvPr/>
          </p:nvSpPr>
          <p:spPr>
            <a:xfrm>
              <a:off x="8982607" y="6148520"/>
              <a:ext cx="773641" cy="2540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4571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1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POSans R"/>
                  <a:ea typeface="OPPOSans R"/>
                  <a:cs typeface="+mn-cs"/>
                </a:rPr>
                <a:t>16:34</a:t>
              </a:r>
              <a:endParaRPr kumimoji="0" lang="zh-CN" altLang="en-US" sz="1051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sp>
          <p:nvSpPr>
            <p:cNvPr id="13" name="!! AC">
              <a:extLst>
                <a:ext uri="{FF2B5EF4-FFF2-40B4-BE49-F238E27FC236}">
                  <a16:creationId xmlns:a16="http://schemas.microsoft.com/office/drawing/2014/main" id="{3DE76E5D-FBFF-CD59-D3AE-E1B0563CC4C6}"/>
                </a:ext>
              </a:extLst>
            </p:cNvPr>
            <p:cNvSpPr txBox="1"/>
            <p:nvPr/>
          </p:nvSpPr>
          <p:spPr>
            <a:xfrm>
              <a:off x="7766842" y="6152328"/>
              <a:ext cx="434183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1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POSans R"/>
                  <a:ea typeface="OPPOSans R"/>
                  <a:cs typeface="+mn-cs"/>
                </a:rPr>
                <a:t>49%</a:t>
              </a:r>
              <a:endPara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pic>
          <p:nvPicPr>
            <p:cNvPr id="14" name="!! 声音">
              <a:extLst>
                <a:ext uri="{FF2B5EF4-FFF2-40B4-BE49-F238E27FC236}">
                  <a16:creationId xmlns:a16="http://schemas.microsoft.com/office/drawing/2014/main" id="{36EF921B-0544-E0DD-B8E9-E68AC7C950D0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9048732" y="5934670"/>
              <a:ext cx="179932" cy="179932"/>
            </a:xfrm>
            <a:prstGeom prst="rect">
              <a:avLst/>
            </a:prstGeom>
          </p:spPr>
        </p:pic>
        <p:pic>
          <p:nvPicPr>
            <p:cNvPr id="15" name="!! 电源">
              <a:hlinkClick r:id="rId11" action="ppaction://hlinksldjump"/>
              <a:extLst>
                <a:ext uri="{FF2B5EF4-FFF2-40B4-BE49-F238E27FC236}">
                  <a16:creationId xmlns:a16="http://schemas.microsoft.com/office/drawing/2014/main" id="{F99C0EEE-A7A2-CB7F-1599-0CDA219A2AEE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9489000" y="5925331"/>
              <a:ext cx="208372" cy="208370"/>
            </a:xfrm>
            <a:prstGeom prst="rect">
              <a:avLst/>
            </a:prstGeom>
          </p:spPr>
        </p:pic>
      </p:grp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AE93A36B-5EF6-6AAA-0222-34F14844F3A1}"/>
              </a:ext>
            </a:extLst>
          </p:cNvPr>
          <p:cNvGrpSpPr/>
          <p:nvPr/>
        </p:nvGrpSpPr>
        <p:grpSpPr>
          <a:xfrm>
            <a:off x="1659675" y="933567"/>
            <a:ext cx="658299" cy="967680"/>
            <a:chOff x="2726128" y="2691285"/>
            <a:chExt cx="527312" cy="775134"/>
          </a:xfrm>
          <a:effectLst/>
        </p:grpSpPr>
        <p:grpSp>
          <p:nvGrpSpPr>
            <p:cNvPr id="17" name="!! 设置">
              <a:extLst>
                <a:ext uri="{FF2B5EF4-FFF2-40B4-BE49-F238E27FC236}">
                  <a16:creationId xmlns:a16="http://schemas.microsoft.com/office/drawing/2014/main" id="{6FAF9D26-8889-8AF0-972B-E47A16CBA45A}"/>
                </a:ext>
              </a:extLst>
            </p:cNvPr>
            <p:cNvGrpSpPr/>
            <p:nvPr/>
          </p:nvGrpSpPr>
          <p:grpSpPr>
            <a:xfrm>
              <a:off x="2726128" y="2691285"/>
              <a:ext cx="527312" cy="527312"/>
              <a:chOff x="4725145" y="3205535"/>
              <a:chExt cx="446930" cy="446930"/>
            </a:xfrm>
          </p:grpSpPr>
          <p:sp>
            <p:nvSpPr>
              <p:cNvPr id="19" name="背景">
                <a:hlinkClick r:id="rId14" action="ppaction://hlinksldjump"/>
                <a:extLst>
                  <a:ext uri="{FF2B5EF4-FFF2-40B4-BE49-F238E27FC236}">
                    <a16:creationId xmlns:a16="http://schemas.microsoft.com/office/drawing/2014/main" id="{2EAC5081-93DF-E085-9161-BD9F05627682}"/>
                  </a:ext>
                </a:extLst>
              </p:cNvPr>
              <p:cNvSpPr/>
              <p:nvPr/>
            </p:nvSpPr>
            <p:spPr>
              <a:xfrm>
                <a:off x="4725145" y="3205535"/>
                <a:ext cx="446930" cy="446930"/>
              </a:xfrm>
              <a:prstGeom prst="roundRect">
                <a:avLst/>
              </a:prstGeom>
              <a:solidFill>
                <a:schemeClr val="accent4">
                  <a:lumMod val="50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189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POSans R"/>
                  <a:ea typeface="OPPOSans R"/>
                  <a:cs typeface="+mn-cs"/>
                </a:endParaRPr>
              </a:p>
            </p:txBody>
          </p:sp>
          <p:pic>
            <p:nvPicPr>
              <p:cNvPr id="20" name="齿轮" descr="单级齿轮 轮廓">
                <a:extLst>
                  <a:ext uri="{FF2B5EF4-FFF2-40B4-BE49-F238E27FC236}">
                    <a16:creationId xmlns:a16="http://schemas.microsoft.com/office/drawing/2014/main" id="{F57C5038-9958-89D4-0C8B-4301A8116A9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6"/>
                  </a:ext>
                </a:extLst>
              </a:blip>
              <a:stretch>
                <a:fillRect/>
              </a:stretch>
            </p:blipFill>
            <p:spPr>
              <a:xfrm>
                <a:off x="4772763" y="3253153"/>
                <a:ext cx="351694" cy="351694"/>
              </a:xfrm>
              <a:prstGeom prst="rect">
                <a:avLst/>
              </a:prstGeom>
            </p:spPr>
          </p:pic>
        </p:grp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9C62709-E408-2339-5258-543CE206A549}"/>
                </a:ext>
              </a:extLst>
            </p:cNvPr>
            <p:cNvSpPr txBox="1"/>
            <p:nvPr/>
          </p:nvSpPr>
          <p:spPr>
            <a:xfrm>
              <a:off x="2726128" y="3244536"/>
              <a:ext cx="527312" cy="2218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>
                    <a:outerShdw blurRad="63500" sx="102000" sy="102000" algn="ctr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vivo Sans"/>
                  <a:ea typeface="vivo Sans"/>
                  <a:cs typeface="+mn-cs"/>
                </a:rPr>
                <a:t>设置</a:t>
              </a:r>
            </a:p>
          </p:txBody>
        </p:sp>
      </p:grpSp>
      <p:grpSp>
        <p:nvGrpSpPr>
          <p:cNvPr id="21" name="相机">
            <a:extLst>
              <a:ext uri="{FF2B5EF4-FFF2-40B4-BE49-F238E27FC236}">
                <a16:creationId xmlns:a16="http://schemas.microsoft.com/office/drawing/2014/main" id="{1967E5C3-68AD-24CA-7A30-9741F09E5388}"/>
              </a:ext>
            </a:extLst>
          </p:cNvPr>
          <p:cNvGrpSpPr/>
          <p:nvPr/>
        </p:nvGrpSpPr>
        <p:grpSpPr>
          <a:xfrm>
            <a:off x="3189538" y="933569"/>
            <a:ext cx="658299" cy="967679"/>
            <a:chOff x="3189536" y="933566"/>
            <a:chExt cx="658298" cy="967679"/>
          </a:xfrm>
        </p:grpSpPr>
        <p:sp>
          <p:nvSpPr>
            <p:cNvPr id="22" name="背景">
              <a:extLst>
                <a:ext uri="{FF2B5EF4-FFF2-40B4-BE49-F238E27FC236}">
                  <a16:creationId xmlns:a16="http://schemas.microsoft.com/office/drawing/2014/main" id="{AB82FD85-8155-7645-1071-D5C307A6A643}"/>
                </a:ext>
              </a:extLst>
            </p:cNvPr>
            <p:cNvSpPr/>
            <p:nvPr/>
          </p:nvSpPr>
          <p:spPr>
            <a:xfrm>
              <a:off x="3189536" y="933566"/>
              <a:ext cx="658298" cy="658298"/>
            </a:xfrm>
            <a:prstGeom prst="roundRect">
              <a:avLst/>
            </a:prstGeom>
            <a:solidFill>
              <a:srgbClr val="547A9C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1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pic>
          <p:nvPicPr>
            <p:cNvPr id="23" name="icon">
              <a:extLst>
                <a:ext uri="{FF2B5EF4-FFF2-40B4-BE49-F238E27FC236}">
                  <a16:creationId xmlns:a16="http://schemas.microsoft.com/office/drawing/2014/main" id="{D1C64C34-C06C-A6D4-07AB-0833D52FBF4E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rcRect/>
            <a:stretch/>
          </p:blipFill>
          <p:spPr>
            <a:xfrm>
              <a:off x="3328520" y="1072550"/>
              <a:ext cx="380330" cy="380330"/>
            </a:xfrm>
            <a:prstGeom prst="rect">
              <a:avLst/>
            </a:prstGeom>
          </p:spPr>
        </p:pic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381D85AD-1197-E313-0646-61A010974805}"/>
                </a:ext>
              </a:extLst>
            </p:cNvPr>
            <p:cNvSpPr txBox="1"/>
            <p:nvPr/>
          </p:nvSpPr>
          <p:spPr>
            <a:xfrm>
              <a:off x="3189536" y="1624246"/>
              <a:ext cx="65829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>
                    <a:outerShdw blurRad="63500" sx="102000" sy="102000" algn="ctr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vivo Sans"/>
                  <a:ea typeface="vivo Sans"/>
                  <a:cs typeface="+mn-cs"/>
                </a:rPr>
                <a:t>相机</a:t>
              </a:r>
            </a:p>
          </p:txBody>
        </p:sp>
      </p:grpSp>
      <p:sp>
        <p:nvSpPr>
          <p:cNvPr id="2" name="!! 背景板">
            <a:hlinkClick r:id="rId19" action="ppaction://hlinksldjump"/>
            <a:extLst>
              <a:ext uri="{FF2B5EF4-FFF2-40B4-BE49-F238E27FC236}">
                <a16:creationId xmlns:a16="http://schemas.microsoft.com/office/drawing/2014/main" id="{9C5B6456-F79C-80BD-978D-E4306CE5390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chemeClr val="bg2"/>
          </a:solidFill>
          <a:ln>
            <a:noFill/>
          </a:ln>
          <a:effectLst>
            <a:glow rad="2286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POSans R"/>
              <a:ea typeface="OPPOSans R"/>
              <a:cs typeface="+mn-cs"/>
            </a:endParaRPr>
          </a:p>
        </p:txBody>
      </p:sp>
      <p:pic>
        <p:nvPicPr>
          <p:cNvPr id="3" name="!! icon">
            <a:extLst>
              <a:ext uri="{FF2B5EF4-FFF2-40B4-BE49-F238E27FC236}">
                <a16:creationId xmlns:a16="http://schemas.microsoft.com/office/drawing/2014/main" id="{68370B42-E2D9-3897-8418-C3C2071AE6AC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rcRect/>
          <a:stretch/>
        </p:blipFill>
        <p:spPr>
          <a:xfrm>
            <a:off x="4483239" y="1818169"/>
            <a:ext cx="3221667" cy="3221667"/>
          </a:xfrm>
          <a:prstGeom prst="rect">
            <a:avLst/>
          </a:prstGeom>
        </p:spPr>
      </p:pic>
      <p:grpSp>
        <p:nvGrpSpPr>
          <p:cNvPr id="25" name="!! dock右">
            <a:extLst>
              <a:ext uri="{FF2B5EF4-FFF2-40B4-BE49-F238E27FC236}">
                <a16:creationId xmlns:a16="http://schemas.microsoft.com/office/drawing/2014/main" id="{4475210D-B22A-ADE2-D56A-A220E0859CF4}"/>
              </a:ext>
            </a:extLst>
          </p:cNvPr>
          <p:cNvGrpSpPr/>
          <p:nvPr/>
        </p:nvGrpSpPr>
        <p:grpSpPr>
          <a:xfrm>
            <a:off x="4869920" y="7119572"/>
            <a:ext cx="2452159" cy="574899"/>
            <a:chOff x="7408333" y="5780624"/>
            <a:chExt cx="2452159" cy="704838"/>
          </a:xfrm>
        </p:grpSpPr>
        <p:sp useBgFill="1">
          <p:nvSpPr>
            <p:cNvPr id="27" name="!! 模糊">
              <a:extLst>
                <a:ext uri="{FF2B5EF4-FFF2-40B4-BE49-F238E27FC236}">
                  <a16:creationId xmlns:a16="http://schemas.microsoft.com/office/drawing/2014/main" id="{CC36C68D-5C67-B88C-6EEE-7CEE10204C04}"/>
                </a:ext>
              </a:extLst>
            </p:cNvPr>
            <p:cNvSpPr>
              <a:spLocks/>
            </p:cNvSpPr>
            <p:nvPr/>
          </p:nvSpPr>
          <p:spPr>
            <a:xfrm>
              <a:off x="7408333" y="5780624"/>
              <a:ext cx="2452159" cy="704838"/>
            </a:xfrm>
            <a:prstGeom prst="roundRect">
              <a:avLst>
                <a:gd name="adj" fmla="val 15000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1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sp>
          <p:nvSpPr>
            <p:cNvPr id="28" name="!! 颜色遮罩">
              <a:extLst>
                <a:ext uri="{FF2B5EF4-FFF2-40B4-BE49-F238E27FC236}">
                  <a16:creationId xmlns:a16="http://schemas.microsoft.com/office/drawing/2014/main" id="{F814D53C-C8A8-F6C7-D625-1C56D130FEC8}"/>
                </a:ext>
              </a:extLst>
            </p:cNvPr>
            <p:cNvSpPr>
              <a:spLocks/>
            </p:cNvSpPr>
            <p:nvPr/>
          </p:nvSpPr>
          <p:spPr>
            <a:xfrm>
              <a:off x="7408333" y="5780624"/>
              <a:ext cx="2452159" cy="704838"/>
            </a:xfrm>
            <a:prstGeom prst="roundRect">
              <a:avLst>
                <a:gd name="adj" fmla="val 15000"/>
              </a:avLst>
            </a:prstGeom>
            <a:solidFill>
              <a:schemeClr val="bg2">
                <a:alpha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1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pic>
          <p:nvPicPr>
            <p:cNvPr id="29" name="!! 信号">
              <a:extLst>
                <a:ext uri="{FF2B5EF4-FFF2-40B4-BE49-F238E27FC236}">
                  <a16:creationId xmlns:a16="http://schemas.microsoft.com/office/drawing/2014/main" id="{23F1B004-DCC6-8356-6198-B3C2BD4DA42B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p:blipFill>
          <p:spPr>
            <a:xfrm>
              <a:off x="7638254" y="5893986"/>
              <a:ext cx="221460" cy="221458"/>
            </a:xfrm>
            <a:prstGeom prst="rect">
              <a:avLst/>
            </a:prstGeom>
          </p:spPr>
        </p:pic>
        <p:sp>
          <p:nvSpPr>
            <p:cNvPr id="30" name="!! 运营商">
              <a:extLst>
                <a:ext uri="{FF2B5EF4-FFF2-40B4-BE49-F238E27FC236}">
                  <a16:creationId xmlns:a16="http://schemas.microsoft.com/office/drawing/2014/main" id="{AF3E5397-E118-2640-9205-26CEB5EA5CF2}"/>
                </a:ext>
              </a:extLst>
            </p:cNvPr>
            <p:cNvSpPr txBox="1"/>
            <p:nvPr/>
          </p:nvSpPr>
          <p:spPr>
            <a:xfrm>
              <a:off x="7813676" y="5913455"/>
              <a:ext cx="1114424" cy="2830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1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181818"/>
                  </a:solidFill>
                  <a:effectLst/>
                  <a:uLnTx/>
                  <a:uFillTx/>
                  <a:latin typeface="OPPOSans M"/>
                  <a:ea typeface="OPPOSans M"/>
                  <a:cs typeface="+mn-cs"/>
                </a:rPr>
                <a:t>Virtual Net</a:t>
              </a:r>
              <a:endPara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181818"/>
                </a:solidFill>
                <a:effectLst/>
                <a:uLnTx/>
                <a:uFillTx/>
                <a:latin typeface="OPPOSans M"/>
                <a:ea typeface="OPPOSans M"/>
                <a:cs typeface="+mn-cs"/>
              </a:endParaRPr>
            </a:p>
          </p:txBody>
        </p:sp>
        <p:pic>
          <p:nvPicPr>
            <p:cNvPr id="31" name="!! 通知">
              <a:extLst>
                <a:ext uri="{FF2B5EF4-FFF2-40B4-BE49-F238E27FC236}">
                  <a16:creationId xmlns:a16="http://schemas.microsoft.com/office/drawing/2014/main" id="{D220D773-AB89-227E-17E8-42003085BC05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/>
            </a:stretch>
          </p:blipFill>
          <p:spPr>
            <a:xfrm>
              <a:off x="9287931" y="5948436"/>
              <a:ext cx="152400" cy="152400"/>
            </a:xfrm>
            <a:prstGeom prst="rect">
              <a:avLst/>
            </a:prstGeom>
          </p:spPr>
        </p:pic>
        <p:pic>
          <p:nvPicPr>
            <p:cNvPr id="32" name="!! 电池">
              <a:extLst>
                <a:ext uri="{FF2B5EF4-FFF2-40B4-BE49-F238E27FC236}">
                  <a16:creationId xmlns:a16="http://schemas.microsoft.com/office/drawing/2014/main" id="{5AB55349-87F3-B161-B843-C1940C451CF3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/>
            </a:stretch>
          </p:blipFill>
          <p:spPr>
            <a:xfrm>
              <a:off x="7637460" y="6171965"/>
              <a:ext cx="191558" cy="191558"/>
            </a:xfrm>
            <a:prstGeom prst="rect">
              <a:avLst/>
            </a:prstGeom>
          </p:spPr>
        </p:pic>
        <p:sp>
          <p:nvSpPr>
            <p:cNvPr id="33" name="!! 时间">
              <a:extLst>
                <a:ext uri="{FF2B5EF4-FFF2-40B4-BE49-F238E27FC236}">
                  <a16:creationId xmlns:a16="http://schemas.microsoft.com/office/drawing/2014/main" id="{5638C248-CC3F-D2D9-049E-3D0E75FE38BD}"/>
                </a:ext>
              </a:extLst>
            </p:cNvPr>
            <p:cNvSpPr txBox="1"/>
            <p:nvPr/>
          </p:nvSpPr>
          <p:spPr>
            <a:xfrm>
              <a:off x="8982607" y="6148520"/>
              <a:ext cx="773641" cy="3114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4571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1" b="0" i="0" u="none" strike="noStrike" kern="1200" cap="none" spc="0" normalizeH="0" baseline="0" noProof="0" dirty="0">
                  <a:ln>
                    <a:noFill/>
                  </a:ln>
                  <a:solidFill>
                    <a:srgbClr val="181818"/>
                  </a:solidFill>
                  <a:effectLst/>
                  <a:uLnTx/>
                  <a:uFillTx/>
                  <a:latin typeface="OPPOSans R"/>
                  <a:ea typeface="OPPOSans R"/>
                  <a:cs typeface="+mn-cs"/>
                </a:rPr>
                <a:t>16:34</a:t>
              </a:r>
              <a:endParaRPr kumimoji="0" lang="zh-CN" altLang="en-US" sz="1051" b="0" i="0" u="none" strike="noStrike" kern="1200" cap="none" spc="0" normalizeH="0" baseline="0" noProof="0" dirty="0">
                <a:ln>
                  <a:noFill/>
                </a:ln>
                <a:solidFill>
                  <a:srgbClr val="181818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sp>
          <p:nvSpPr>
            <p:cNvPr id="34" name="!! AC">
              <a:extLst>
                <a:ext uri="{FF2B5EF4-FFF2-40B4-BE49-F238E27FC236}">
                  <a16:creationId xmlns:a16="http://schemas.microsoft.com/office/drawing/2014/main" id="{8D45EF28-4581-7C5D-E193-0BC436DEF8E4}"/>
                </a:ext>
              </a:extLst>
            </p:cNvPr>
            <p:cNvSpPr txBox="1"/>
            <p:nvPr/>
          </p:nvSpPr>
          <p:spPr>
            <a:xfrm>
              <a:off x="7766842" y="6152328"/>
              <a:ext cx="434183" cy="2830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1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181818"/>
                  </a:solidFill>
                  <a:effectLst/>
                  <a:uLnTx/>
                  <a:uFillTx/>
                  <a:latin typeface="OPPOSans R"/>
                  <a:ea typeface="OPPOSans R"/>
                  <a:cs typeface="+mn-cs"/>
                </a:rPr>
                <a:t>49%</a:t>
              </a:r>
              <a:endPara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181818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pic>
          <p:nvPicPr>
            <p:cNvPr id="35" name="!! 声音">
              <a:extLst>
                <a:ext uri="{FF2B5EF4-FFF2-40B4-BE49-F238E27FC236}">
                  <a16:creationId xmlns:a16="http://schemas.microsoft.com/office/drawing/2014/main" id="{4E1E8575-8B7A-1637-6AD9-CD95580D3866}"/>
                </a:ext>
              </a:extLst>
            </p:cNvPr>
            <p:cNvPicPr>
              <a:picLocks noChangeAspect="1"/>
            </p:cNvPicPr>
            <p:nvPr/>
          </p:nvPicPr>
          <p:blipFill>
            <a:blip r:embed="rId2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/>
            </a:stretch>
          </p:blipFill>
          <p:spPr>
            <a:xfrm>
              <a:off x="9048732" y="5934670"/>
              <a:ext cx="179932" cy="179932"/>
            </a:xfrm>
            <a:prstGeom prst="rect">
              <a:avLst/>
            </a:prstGeom>
          </p:spPr>
        </p:pic>
        <p:pic>
          <p:nvPicPr>
            <p:cNvPr id="36" name="!! 电源">
              <a:hlinkClick r:id="rId11" action="ppaction://hlinksldjump"/>
              <a:extLst>
                <a:ext uri="{FF2B5EF4-FFF2-40B4-BE49-F238E27FC236}">
                  <a16:creationId xmlns:a16="http://schemas.microsoft.com/office/drawing/2014/main" id="{88D770AA-7E86-D081-AFA6-D28807C93B6B}"/>
                </a:ext>
              </a:extLst>
            </p:cNvPr>
            <p:cNvPicPr>
              <a:picLocks noChangeAspect="1"/>
            </p:cNvPicPr>
            <p:nvPr/>
          </p:nvPicPr>
          <p:blipFill>
            <a:blip r:embed="rId30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tretch>
              <a:fillRect/>
            </a:stretch>
          </p:blipFill>
          <p:spPr>
            <a:xfrm>
              <a:off x="9489000" y="5925331"/>
              <a:ext cx="208372" cy="208370"/>
            </a:xfrm>
            <a:prstGeom prst="rect">
              <a:avLst/>
            </a:prstGeom>
          </p:spPr>
        </p:pic>
      </p:grpSp>
      <p:sp>
        <p:nvSpPr>
          <p:cNvPr id="37" name="!! 小白条">
            <a:hlinkClick r:id="rId32" action="ppaction://hlinksldjump"/>
            <a:extLst>
              <a:ext uri="{FF2B5EF4-FFF2-40B4-BE49-F238E27FC236}">
                <a16:creationId xmlns:a16="http://schemas.microsoft.com/office/drawing/2014/main" id="{68D97581-E6EB-8372-D77A-A4AA17B2F47C}"/>
              </a:ext>
            </a:extLst>
          </p:cNvPr>
          <p:cNvSpPr/>
          <p:nvPr/>
        </p:nvSpPr>
        <p:spPr>
          <a:xfrm>
            <a:off x="5177623" y="6706376"/>
            <a:ext cx="1836752" cy="45719"/>
          </a:xfrm>
          <a:prstGeom prst="roundRect">
            <a:avLst>
              <a:gd name="adj" fmla="val 50000"/>
            </a:avLst>
          </a:prstGeom>
          <a:solidFill>
            <a:schemeClr val="tx1">
              <a:alpha val="90000"/>
            </a:schemeClr>
          </a:solidFill>
          <a:ln>
            <a:noFill/>
          </a:ln>
          <a:effectLst>
            <a:outerShdw blurRad="1016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8" name="!! 图标">
            <a:extLst>
              <a:ext uri="{FF2B5EF4-FFF2-40B4-BE49-F238E27FC236}">
                <a16:creationId xmlns:a16="http://schemas.microsoft.com/office/drawing/2014/main" id="{E11AF2DB-E9C4-ABE5-100E-629E6C375E7F}"/>
              </a:ext>
            </a:extLst>
          </p:cNvPr>
          <p:cNvPicPr>
            <a:picLocks noChangeAspect="1"/>
          </p:cNvPicPr>
          <p:nvPr/>
        </p:nvPicPr>
        <p:blipFill>
          <a:blip r:embed="rId33"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rcRect/>
          <a:stretch/>
        </p:blipFill>
        <p:spPr>
          <a:xfrm>
            <a:off x="5745880" y="3080809"/>
            <a:ext cx="696384" cy="696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559289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 advClick="0">
        <p:fade/>
      </p:transition>
    </mc:Choice>
    <mc:Fallback>
      <p:transition advClick="0">
        <p:fade/>
      </p:transition>
    </mc:Fallback>
  </mc:AlternateContent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187869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0"/>
    </mc:Choice>
    <mc:Fallback xmlns="">
      <p:transition advClick="0" advTm="0"/>
    </mc:Fallback>
  </mc:AlternateContent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!! 副标题">
            <a:extLst>
              <a:ext uri="{FF2B5EF4-FFF2-40B4-BE49-F238E27FC236}">
                <a16:creationId xmlns:a16="http://schemas.microsoft.com/office/drawing/2014/main" id="{0F0D2FBF-8576-C8F4-FECE-EA33AF17D3D7}"/>
              </a:ext>
            </a:extLst>
          </p:cNvPr>
          <p:cNvSpPr txBox="1"/>
          <p:nvPr/>
        </p:nvSpPr>
        <p:spPr>
          <a:xfrm>
            <a:off x="4320365" y="1679941"/>
            <a:ext cx="35512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Leaf Boot Tool</a:t>
            </a:r>
            <a:endParaRPr lang="zh-CN" altLang="en-US" dirty="0"/>
          </a:p>
        </p:txBody>
      </p:sp>
      <p:sp>
        <p:nvSpPr>
          <p:cNvPr id="5" name="!! 大标题">
            <a:extLst>
              <a:ext uri="{FF2B5EF4-FFF2-40B4-BE49-F238E27FC236}">
                <a16:creationId xmlns:a16="http://schemas.microsoft.com/office/drawing/2014/main" id="{1ABE1488-A941-5FE0-1A1A-D498747A6E00}"/>
              </a:ext>
            </a:extLst>
          </p:cNvPr>
          <p:cNvSpPr txBox="1"/>
          <p:nvPr/>
        </p:nvSpPr>
        <p:spPr>
          <a:xfrm>
            <a:off x="4320365" y="1095169"/>
            <a:ext cx="35512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dirty="0">
                <a:latin typeface="+mj-ea"/>
                <a:ea typeface="+mj-ea"/>
              </a:rPr>
              <a:t>Leaf </a:t>
            </a:r>
            <a:r>
              <a:rPr lang="zh-CN" altLang="en-US" sz="3200" dirty="0">
                <a:latin typeface="+mj-ea"/>
                <a:ea typeface="+mj-ea"/>
              </a:rPr>
              <a:t>引导工具</a:t>
            </a:r>
          </a:p>
        </p:txBody>
      </p:sp>
      <p:sp>
        <p:nvSpPr>
          <p:cNvPr id="10" name="!! 按钮1">
            <a:hlinkClick r:id="rId2" action="ppaction://hlinksldjump"/>
            <a:extLst>
              <a:ext uri="{FF2B5EF4-FFF2-40B4-BE49-F238E27FC236}">
                <a16:creationId xmlns:a16="http://schemas.microsoft.com/office/drawing/2014/main" id="{335D13F1-BCD6-265D-2188-CA91ABEB66F2}"/>
              </a:ext>
            </a:extLst>
          </p:cNvPr>
          <p:cNvSpPr/>
          <p:nvPr/>
        </p:nvSpPr>
        <p:spPr>
          <a:xfrm>
            <a:off x="4469220" y="5762837"/>
            <a:ext cx="3253567" cy="408215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accent1"/>
            </a:solidFill>
          </a:ln>
          <a:effectLst>
            <a:outerShdw blurRad="88900" sx="101000" sy="101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rgbClr val="62A8D3"/>
                </a:solidFill>
                <a:latin typeface="vivo Sans"/>
                <a:ea typeface="vivo Sans"/>
              </a:rPr>
              <a:t>关机</a:t>
            </a:r>
          </a:p>
        </p:txBody>
      </p:sp>
      <p:sp>
        <p:nvSpPr>
          <p:cNvPr id="12" name="!! 按钮3">
            <a:hlinkClick r:id="rId3" action="ppaction://hlinksldjump"/>
            <a:extLst>
              <a:ext uri="{FF2B5EF4-FFF2-40B4-BE49-F238E27FC236}">
                <a16:creationId xmlns:a16="http://schemas.microsoft.com/office/drawing/2014/main" id="{19DAE3D9-6081-DA6B-F608-FFCF4504F2EE}"/>
              </a:ext>
            </a:extLst>
          </p:cNvPr>
          <p:cNvSpPr/>
          <p:nvPr/>
        </p:nvSpPr>
        <p:spPr>
          <a:xfrm>
            <a:off x="4469220" y="4604624"/>
            <a:ext cx="3253567" cy="40821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  <a:effectLst>
            <a:outerShdw blurRad="88900" sx="101000" sy="101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bg2"/>
                </a:solidFill>
              </a:rPr>
              <a:t>启动 </a:t>
            </a:r>
            <a:r>
              <a:rPr lang="en-US" altLang="zh-CN" sz="1400" dirty="0">
                <a:solidFill>
                  <a:schemeClr val="bg2"/>
                </a:solidFill>
              </a:rPr>
              <a:t>Leaf OS</a:t>
            </a:r>
            <a:endParaRPr lang="zh-CN" altLang="en-US" sz="1400" dirty="0">
              <a:solidFill>
                <a:schemeClr val="bg2"/>
              </a:solidFill>
            </a:endParaRPr>
          </a:p>
        </p:txBody>
      </p:sp>
      <p:sp>
        <p:nvSpPr>
          <p:cNvPr id="13" name="!! 按钮2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5DD3B30E-CF9B-D205-299B-93885D5409A8}"/>
              </a:ext>
            </a:extLst>
          </p:cNvPr>
          <p:cNvSpPr/>
          <p:nvPr/>
        </p:nvSpPr>
        <p:spPr>
          <a:xfrm>
            <a:off x="4469220" y="5178063"/>
            <a:ext cx="3253567" cy="408215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accent1"/>
            </a:solidFill>
          </a:ln>
          <a:effectLst>
            <a:outerShdw blurRad="88900" sx="101000" sy="101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rgbClr val="62A8D3"/>
                </a:solidFill>
                <a:latin typeface="vivo Sans"/>
                <a:ea typeface="vivo Sans"/>
              </a:rPr>
              <a:t>更多工具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814C055A-3173-1D71-C9EB-3823D1663E83}"/>
              </a:ext>
            </a:extLst>
          </p:cNvPr>
          <p:cNvSpPr txBox="1"/>
          <p:nvPr/>
        </p:nvSpPr>
        <p:spPr>
          <a:xfrm>
            <a:off x="9973342" y="159490"/>
            <a:ext cx="200955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600" dirty="0">
                <a:solidFill>
                  <a:schemeClr val="bg1">
                    <a:lumMod val="75000"/>
                  </a:schemeClr>
                </a:solidFill>
              </a:rPr>
              <a:t>3.0.1</a:t>
            </a:r>
            <a:endParaRPr lang="zh-CN" altLang="en-US" sz="1600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32259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 advClick="0">
        <p159:morph option="byObject"/>
      </p:transition>
    </mc:Choice>
    <mc:Fallback xmlns="">
      <p:transition advClick="0">
        <p:fade/>
      </p:transition>
    </mc:Fallback>
  </mc:AlternateContent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05E983B-909B-66CC-29A8-55A864222D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文本框 13">
            <a:extLst>
              <a:ext uri="{FF2B5EF4-FFF2-40B4-BE49-F238E27FC236}">
                <a16:creationId xmlns:a16="http://schemas.microsoft.com/office/drawing/2014/main" id="{7F7A6719-948D-0C3F-5BB1-BB32507726CF}"/>
              </a:ext>
            </a:extLst>
          </p:cNvPr>
          <p:cNvSpPr txBox="1"/>
          <p:nvPr/>
        </p:nvSpPr>
        <p:spPr>
          <a:xfrm>
            <a:off x="9973342" y="159490"/>
            <a:ext cx="200955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914377">
              <a:defRPr/>
            </a:pPr>
            <a:r>
              <a:rPr lang="en-US" altLang="zh-CN" sz="1600" dirty="0">
                <a:solidFill>
                  <a:srgbClr val="F5F5F5">
                    <a:lumMod val="75000"/>
                  </a:srgbClr>
                </a:solidFill>
                <a:latin typeface="vivo Sans"/>
                <a:ea typeface="vivo Sans"/>
              </a:rPr>
              <a:t>3.0.1</a:t>
            </a:r>
            <a:endParaRPr lang="zh-CN" altLang="en-US" sz="1600" dirty="0">
              <a:solidFill>
                <a:srgbClr val="F5F5F5">
                  <a:lumMod val="75000"/>
                </a:srgbClr>
              </a:solidFill>
              <a:latin typeface="vivo Sans"/>
              <a:ea typeface="vivo Sans"/>
            </a:endParaRPr>
          </a:p>
        </p:txBody>
      </p:sp>
      <p:sp>
        <p:nvSpPr>
          <p:cNvPr id="6" name="!! 按钮3">
            <a:hlinkClick r:id="rId2" action="ppaction://hlinksldjump"/>
            <a:extLst>
              <a:ext uri="{FF2B5EF4-FFF2-40B4-BE49-F238E27FC236}">
                <a16:creationId xmlns:a16="http://schemas.microsoft.com/office/drawing/2014/main" id="{E9A70B71-1D29-4057-0D8A-9A5388CA92E2}"/>
              </a:ext>
            </a:extLst>
          </p:cNvPr>
          <p:cNvSpPr/>
          <p:nvPr/>
        </p:nvSpPr>
        <p:spPr>
          <a:xfrm>
            <a:off x="4469220" y="4601649"/>
            <a:ext cx="3253567" cy="408215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accent1"/>
            </a:solidFill>
          </a:ln>
          <a:effectLst>
            <a:outerShdw blurRad="88900" sx="101000" sy="101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rgbClr val="62A8D3"/>
                </a:solidFill>
                <a:latin typeface="vivo Sans"/>
                <a:ea typeface="vivo Sans"/>
              </a:rPr>
              <a:t>启动选项</a:t>
            </a:r>
          </a:p>
        </p:txBody>
      </p:sp>
      <p:sp>
        <p:nvSpPr>
          <p:cNvPr id="7" name="!! 按钮4">
            <a:hlinkClick r:id="rId3" action="ppaction://hlinksldjump"/>
            <a:extLst>
              <a:ext uri="{FF2B5EF4-FFF2-40B4-BE49-F238E27FC236}">
                <a16:creationId xmlns:a16="http://schemas.microsoft.com/office/drawing/2014/main" id="{88D77976-F6D2-5E3E-92B9-7A8FA94F8CD2}"/>
              </a:ext>
            </a:extLst>
          </p:cNvPr>
          <p:cNvSpPr/>
          <p:nvPr/>
        </p:nvSpPr>
        <p:spPr>
          <a:xfrm>
            <a:off x="4469220" y="4021056"/>
            <a:ext cx="3253567" cy="408215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accent1"/>
            </a:solidFill>
          </a:ln>
          <a:effectLst>
            <a:outerShdw blurRad="88900" sx="101000" sy="101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rgbClr val="62A8D3"/>
                </a:solidFill>
                <a:latin typeface="vivo Sans"/>
                <a:ea typeface="vivo Sans"/>
              </a:rPr>
              <a:t>系统工具</a:t>
            </a:r>
          </a:p>
        </p:txBody>
      </p:sp>
      <p:sp>
        <p:nvSpPr>
          <p:cNvPr id="8" name="!! 按钮2">
            <a:hlinkClick r:id="rId4" action="ppaction://hlinksldjump"/>
            <a:extLst>
              <a:ext uri="{FF2B5EF4-FFF2-40B4-BE49-F238E27FC236}">
                <a16:creationId xmlns:a16="http://schemas.microsoft.com/office/drawing/2014/main" id="{E4C79BB4-F139-2918-5FA7-E2DD15BE2675}"/>
              </a:ext>
            </a:extLst>
          </p:cNvPr>
          <p:cNvSpPr/>
          <p:nvPr/>
        </p:nvSpPr>
        <p:spPr>
          <a:xfrm>
            <a:off x="4469220" y="5182244"/>
            <a:ext cx="3253567" cy="408215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accent1"/>
            </a:solidFill>
          </a:ln>
          <a:effectLst>
            <a:outerShdw blurRad="88900" sx="101000" sy="101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rgbClr val="62A8D3"/>
                </a:solidFill>
                <a:latin typeface="vivo Sans"/>
                <a:ea typeface="vivo Sans"/>
              </a:rPr>
              <a:t>其它工具</a:t>
            </a:r>
          </a:p>
        </p:txBody>
      </p:sp>
      <p:sp>
        <p:nvSpPr>
          <p:cNvPr id="9" name="!! 按钮1">
            <a:hlinkClick r:id="rId5" action="ppaction://hlinksldjump"/>
            <a:extLst>
              <a:ext uri="{FF2B5EF4-FFF2-40B4-BE49-F238E27FC236}">
                <a16:creationId xmlns:a16="http://schemas.microsoft.com/office/drawing/2014/main" id="{F5B2D0DD-2560-654B-D948-87EC2D72D416}"/>
              </a:ext>
            </a:extLst>
          </p:cNvPr>
          <p:cNvSpPr/>
          <p:nvPr/>
        </p:nvSpPr>
        <p:spPr>
          <a:xfrm>
            <a:off x="4469220" y="5762837"/>
            <a:ext cx="3253567" cy="40821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  <a:effectLst>
            <a:outerShdw blurRad="88900" sx="101000" sy="101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bg2"/>
                </a:solidFill>
              </a:rPr>
              <a:t>返回</a:t>
            </a:r>
          </a:p>
        </p:txBody>
      </p:sp>
      <p:sp>
        <p:nvSpPr>
          <p:cNvPr id="11" name="!! 副标题">
            <a:extLst>
              <a:ext uri="{FF2B5EF4-FFF2-40B4-BE49-F238E27FC236}">
                <a16:creationId xmlns:a16="http://schemas.microsoft.com/office/drawing/2014/main" id="{AC9B8696-F4D5-7EFB-6067-5BCF41BAAAA4}"/>
              </a:ext>
            </a:extLst>
          </p:cNvPr>
          <p:cNvSpPr txBox="1"/>
          <p:nvPr/>
        </p:nvSpPr>
        <p:spPr>
          <a:xfrm>
            <a:off x="4320365" y="1679941"/>
            <a:ext cx="35512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Leaf Boot Tool</a:t>
            </a:r>
            <a:endParaRPr lang="zh-CN" altLang="en-US" dirty="0"/>
          </a:p>
        </p:txBody>
      </p:sp>
      <p:sp>
        <p:nvSpPr>
          <p:cNvPr id="15" name="!! 大标题">
            <a:extLst>
              <a:ext uri="{FF2B5EF4-FFF2-40B4-BE49-F238E27FC236}">
                <a16:creationId xmlns:a16="http://schemas.microsoft.com/office/drawing/2014/main" id="{634C2CA9-084D-D447-1B1E-A66E1B55A67E}"/>
              </a:ext>
            </a:extLst>
          </p:cNvPr>
          <p:cNvSpPr txBox="1"/>
          <p:nvPr/>
        </p:nvSpPr>
        <p:spPr>
          <a:xfrm>
            <a:off x="4320365" y="1095169"/>
            <a:ext cx="35512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dirty="0">
                <a:latin typeface="+mj-ea"/>
                <a:ea typeface="+mj-ea"/>
              </a:rPr>
              <a:t>Leaf </a:t>
            </a:r>
            <a:r>
              <a:rPr lang="zh-CN" altLang="en-US" sz="3200" dirty="0">
                <a:latin typeface="+mj-ea"/>
                <a:ea typeface="+mj-ea"/>
              </a:rPr>
              <a:t>引导工具</a:t>
            </a:r>
          </a:p>
        </p:txBody>
      </p:sp>
    </p:spTree>
    <p:extLst>
      <p:ext uri="{BB962C8B-B14F-4D97-AF65-F5344CB8AC3E}">
        <p14:creationId xmlns:p14="http://schemas.microsoft.com/office/powerpoint/2010/main" val="7044620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230834D-2B15-D23A-B3C2-560765B20A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文本框 13">
            <a:extLst>
              <a:ext uri="{FF2B5EF4-FFF2-40B4-BE49-F238E27FC236}">
                <a16:creationId xmlns:a16="http://schemas.microsoft.com/office/drawing/2014/main" id="{B4815A4C-AB6D-13F4-B226-D878A91D5ADE}"/>
              </a:ext>
            </a:extLst>
          </p:cNvPr>
          <p:cNvSpPr txBox="1"/>
          <p:nvPr/>
        </p:nvSpPr>
        <p:spPr>
          <a:xfrm>
            <a:off x="9973342" y="159490"/>
            <a:ext cx="200955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914377">
              <a:defRPr/>
            </a:pPr>
            <a:r>
              <a:rPr lang="en-US" altLang="zh-CN" sz="1600" dirty="0">
                <a:solidFill>
                  <a:srgbClr val="F5F5F5">
                    <a:lumMod val="75000"/>
                  </a:srgbClr>
                </a:solidFill>
                <a:latin typeface="vivo Sans"/>
                <a:ea typeface="vivo Sans"/>
              </a:rPr>
              <a:t>3.0.1</a:t>
            </a:r>
            <a:endParaRPr lang="zh-CN" altLang="en-US" sz="1600" dirty="0">
              <a:solidFill>
                <a:srgbClr val="F5F5F5">
                  <a:lumMod val="75000"/>
                </a:srgbClr>
              </a:solidFill>
              <a:latin typeface="vivo Sans"/>
              <a:ea typeface="vivo Sans"/>
            </a:endParaRPr>
          </a:p>
        </p:txBody>
      </p:sp>
      <p:sp>
        <p:nvSpPr>
          <p:cNvPr id="6" name="!! 按钮3">
            <a:extLst>
              <a:ext uri="{FF2B5EF4-FFF2-40B4-BE49-F238E27FC236}">
                <a16:creationId xmlns:a16="http://schemas.microsoft.com/office/drawing/2014/main" id="{A075C98A-6345-DBF9-F574-7DA840E95261}"/>
              </a:ext>
            </a:extLst>
          </p:cNvPr>
          <p:cNvSpPr/>
          <p:nvPr/>
        </p:nvSpPr>
        <p:spPr>
          <a:xfrm>
            <a:off x="4469220" y="4601649"/>
            <a:ext cx="3253567" cy="408215"/>
          </a:xfrm>
          <a:prstGeom prst="roundRect">
            <a:avLst>
              <a:gd name="adj" fmla="val 50000"/>
            </a:avLst>
          </a:prstGeom>
          <a:solidFill>
            <a:schemeClr val="bg2">
              <a:lumMod val="95000"/>
            </a:schemeClr>
          </a:solidFill>
          <a:ln w="12700">
            <a:solidFill>
              <a:schemeClr val="bg1">
                <a:lumMod val="75000"/>
              </a:schemeClr>
            </a:solidFill>
          </a:ln>
          <a:effectLst>
            <a:outerShdw blurRad="88900" sx="101000" sy="101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vivo Sans"/>
                <a:ea typeface="vivo Sans"/>
              </a:rPr>
              <a:t>系统自检</a:t>
            </a:r>
          </a:p>
        </p:txBody>
      </p:sp>
      <p:sp>
        <p:nvSpPr>
          <p:cNvPr id="8" name="!! 按钮2">
            <a:hlinkClick r:id="rId2" action="ppaction://hlinksldjump"/>
            <a:extLst>
              <a:ext uri="{FF2B5EF4-FFF2-40B4-BE49-F238E27FC236}">
                <a16:creationId xmlns:a16="http://schemas.microsoft.com/office/drawing/2014/main" id="{76182174-2E16-423C-5D74-7078843E44C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469220" y="5182244"/>
            <a:ext cx="3253567" cy="408215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accent1"/>
            </a:solidFill>
          </a:ln>
          <a:effectLst>
            <a:outerShdw blurRad="88900" sx="101000" sy="101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>
              <a:defRPr/>
            </a:pPr>
            <a:r>
              <a:rPr lang="zh-CN" altLang="en-US" sz="1400" dirty="0">
                <a:solidFill>
                  <a:srgbClr val="62A8D3"/>
                </a:solidFill>
                <a:latin typeface="vivo Sans"/>
                <a:ea typeface="vivo Sans"/>
              </a:rPr>
              <a:t>重置此系统</a:t>
            </a:r>
          </a:p>
        </p:txBody>
      </p:sp>
      <p:sp>
        <p:nvSpPr>
          <p:cNvPr id="9" name="!! 按钮1">
            <a:hlinkClick r:id="rId3" action="ppaction://hlinksldjump"/>
            <a:extLst>
              <a:ext uri="{FF2B5EF4-FFF2-40B4-BE49-F238E27FC236}">
                <a16:creationId xmlns:a16="http://schemas.microsoft.com/office/drawing/2014/main" id="{C03BFAAA-CB15-1ADE-B9CA-846B0D9D85F7}"/>
              </a:ext>
            </a:extLst>
          </p:cNvPr>
          <p:cNvSpPr/>
          <p:nvPr/>
        </p:nvSpPr>
        <p:spPr>
          <a:xfrm>
            <a:off x="4469220" y="5762837"/>
            <a:ext cx="3253567" cy="40821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  <a:effectLst>
            <a:outerShdw blurRad="88900" sx="101000" sy="101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>
              <a:defRPr/>
            </a:pPr>
            <a:r>
              <a:rPr lang="zh-CN" altLang="en-US" sz="1400" dirty="0">
                <a:solidFill>
                  <a:srgbClr val="FFFFFF"/>
                </a:solidFill>
                <a:latin typeface="vivo Sans"/>
                <a:ea typeface="vivo Sans"/>
              </a:rPr>
              <a:t>返回</a:t>
            </a:r>
          </a:p>
        </p:txBody>
      </p:sp>
      <p:sp>
        <p:nvSpPr>
          <p:cNvPr id="2" name="!! 按钮4">
            <a:extLst>
              <a:ext uri="{FF2B5EF4-FFF2-40B4-BE49-F238E27FC236}">
                <a16:creationId xmlns:a16="http://schemas.microsoft.com/office/drawing/2014/main" id="{F6FBD3F8-6B98-7C8E-0107-1C8F1F54CC35}"/>
              </a:ext>
            </a:extLst>
          </p:cNvPr>
          <p:cNvSpPr/>
          <p:nvPr/>
        </p:nvSpPr>
        <p:spPr>
          <a:xfrm>
            <a:off x="4469220" y="4021056"/>
            <a:ext cx="3253567" cy="408215"/>
          </a:xfrm>
          <a:prstGeom prst="roundRect">
            <a:avLst>
              <a:gd name="adj" fmla="val 50000"/>
            </a:avLst>
          </a:prstGeom>
          <a:solidFill>
            <a:schemeClr val="bg2">
              <a:lumMod val="95000"/>
            </a:schemeClr>
          </a:solidFill>
          <a:ln w="12700">
            <a:solidFill>
              <a:schemeClr val="bg1">
                <a:lumMod val="75000"/>
              </a:schemeClr>
            </a:solidFill>
          </a:ln>
          <a:effectLst>
            <a:outerShdw blurRad="88900" sx="101000" sy="101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vivo Sans"/>
                <a:ea typeface="vivo Sans"/>
              </a:rPr>
              <a:t>升级系统</a:t>
            </a:r>
          </a:p>
        </p:txBody>
      </p:sp>
      <p:sp>
        <p:nvSpPr>
          <p:cNvPr id="3" name="!! 副标题">
            <a:extLst>
              <a:ext uri="{FF2B5EF4-FFF2-40B4-BE49-F238E27FC236}">
                <a16:creationId xmlns:a16="http://schemas.microsoft.com/office/drawing/2014/main" id="{0495EC1F-47E1-5BA2-E06C-85303A7B2401}"/>
              </a:ext>
            </a:extLst>
          </p:cNvPr>
          <p:cNvSpPr txBox="1"/>
          <p:nvPr/>
        </p:nvSpPr>
        <p:spPr>
          <a:xfrm>
            <a:off x="4320365" y="1679941"/>
            <a:ext cx="35512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Leaf Boot Tool</a:t>
            </a:r>
            <a:endParaRPr lang="zh-CN" altLang="en-US" dirty="0"/>
          </a:p>
        </p:txBody>
      </p:sp>
      <p:sp>
        <p:nvSpPr>
          <p:cNvPr id="10" name="!! 大标题">
            <a:extLst>
              <a:ext uri="{FF2B5EF4-FFF2-40B4-BE49-F238E27FC236}">
                <a16:creationId xmlns:a16="http://schemas.microsoft.com/office/drawing/2014/main" id="{B35CE1D8-63BD-82DD-2DE8-FC32A29E53A1}"/>
              </a:ext>
            </a:extLst>
          </p:cNvPr>
          <p:cNvSpPr txBox="1"/>
          <p:nvPr/>
        </p:nvSpPr>
        <p:spPr>
          <a:xfrm>
            <a:off x="4320365" y="1095169"/>
            <a:ext cx="35512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dirty="0">
                <a:latin typeface="+mj-ea"/>
                <a:ea typeface="+mj-ea"/>
              </a:rPr>
              <a:t>Leaf </a:t>
            </a:r>
            <a:r>
              <a:rPr lang="zh-CN" altLang="en-US" sz="3200" dirty="0">
                <a:latin typeface="+mj-ea"/>
                <a:ea typeface="+mj-ea"/>
              </a:rPr>
              <a:t>引导工具</a:t>
            </a:r>
          </a:p>
        </p:txBody>
      </p:sp>
    </p:spTree>
    <p:extLst>
      <p:ext uri="{BB962C8B-B14F-4D97-AF65-F5344CB8AC3E}">
        <p14:creationId xmlns:p14="http://schemas.microsoft.com/office/powerpoint/2010/main" val="829120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95858F6-8ED7-514B-0A11-5E951538B1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文本框 13">
            <a:extLst>
              <a:ext uri="{FF2B5EF4-FFF2-40B4-BE49-F238E27FC236}">
                <a16:creationId xmlns:a16="http://schemas.microsoft.com/office/drawing/2014/main" id="{D94B0639-D926-0F20-69D9-FF34A3774004}"/>
              </a:ext>
            </a:extLst>
          </p:cNvPr>
          <p:cNvSpPr txBox="1"/>
          <p:nvPr/>
        </p:nvSpPr>
        <p:spPr>
          <a:xfrm>
            <a:off x="9973342" y="159490"/>
            <a:ext cx="200955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914377">
              <a:defRPr/>
            </a:pPr>
            <a:r>
              <a:rPr lang="en-US" altLang="zh-CN" sz="1600" dirty="0">
                <a:solidFill>
                  <a:srgbClr val="F5F5F5">
                    <a:lumMod val="75000"/>
                  </a:srgbClr>
                </a:solidFill>
                <a:latin typeface="vivo Sans"/>
                <a:ea typeface="vivo Sans"/>
              </a:rPr>
              <a:t>3.0.1</a:t>
            </a:r>
            <a:endParaRPr lang="zh-CN" altLang="en-US" sz="1600" dirty="0">
              <a:solidFill>
                <a:srgbClr val="F5F5F5">
                  <a:lumMod val="75000"/>
                </a:srgbClr>
              </a:solidFill>
              <a:latin typeface="vivo Sans"/>
              <a:ea typeface="vivo Sans"/>
            </a:endParaRPr>
          </a:p>
        </p:txBody>
      </p:sp>
      <p:sp>
        <p:nvSpPr>
          <p:cNvPr id="6" name="!! 按钮3">
            <a:hlinkClick r:id="rId2" action="ppaction://hlinksldjump"/>
            <a:extLst>
              <a:ext uri="{FF2B5EF4-FFF2-40B4-BE49-F238E27FC236}">
                <a16:creationId xmlns:a16="http://schemas.microsoft.com/office/drawing/2014/main" id="{363D5FE6-C930-AC82-B6DB-8E7A3E90F547}"/>
              </a:ext>
            </a:extLst>
          </p:cNvPr>
          <p:cNvSpPr/>
          <p:nvPr/>
        </p:nvSpPr>
        <p:spPr>
          <a:xfrm>
            <a:off x="4469220" y="4601649"/>
            <a:ext cx="3253567" cy="408215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accent1"/>
            </a:solidFill>
          </a:ln>
          <a:effectLst>
            <a:outerShdw blurRad="88900" sx="101000" sy="101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>
              <a:defRPr/>
            </a:pPr>
            <a:r>
              <a:rPr lang="zh-CN" altLang="en-US" sz="1400" dirty="0">
                <a:solidFill>
                  <a:srgbClr val="62A8D3"/>
                </a:solidFill>
                <a:latin typeface="vivo Sans"/>
                <a:ea typeface="vivo Sans"/>
              </a:rPr>
              <a:t>从 本地文件 启动</a:t>
            </a:r>
          </a:p>
        </p:txBody>
      </p:sp>
      <p:sp>
        <p:nvSpPr>
          <p:cNvPr id="7" name="!! 按钮4">
            <a:hlinkClick r:id="rId3" action="ppaction://hlinksldjump"/>
            <a:extLst>
              <a:ext uri="{FF2B5EF4-FFF2-40B4-BE49-F238E27FC236}">
                <a16:creationId xmlns:a16="http://schemas.microsoft.com/office/drawing/2014/main" id="{4A553BEF-E52B-8B87-BB38-01D5B1A3F46C}"/>
              </a:ext>
            </a:extLst>
          </p:cNvPr>
          <p:cNvSpPr/>
          <p:nvPr/>
        </p:nvSpPr>
        <p:spPr>
          <a:xfrm>
            <a:off x="4469220" y="4021056"/>
            <a:ext cx="3253567" cy="408215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accent1"/>
            </a:solidFill>
          </a:ln>
          <a:effectLst>
            <a:outerShdw blurRad="88900" sx="101000" sy="101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rgbClr val="62A8D3"/>
                </a:solidFill>
                <a:latin typeface="vivo Sans"/>
                <a:ea typeface="vivo Sans"/>
              </a:rPr>
              <a:t>修改启动顺序</a:t>
            </a:r>
          </a:p>
        </p:txBody>
      </p:sp>
      <p:sp>
        <p:nvSpPr>
          <p:cNvPr id="8" name="!! 按钮2">
            <a:extLst>
              <a:ext uri="{FF2B5EF4-FFF2-40B4-BE49-F238E27FC236}">
                <a16:creationId xmlns:a16="http://schemas.microsoft.com/office/drawing/2014/main" id="{4041D3CF-D50C-889E-1451-DA24189DFE50}"/>
              </a:ext>
            </a:extLst>
          </p:cNvPr>
          <p:cNvSpPr/>
          <p:nvPr/>
        </p:nvSpPr>
        <p:spPr>
          <a:xfrm>
            <a:off x="4469220" y="5182244"/>
            <a:ext cx="3253567" cy="408215"/>
          </a:xfrm>
          <a:prstGeom prst="roundRect">
            <a:avLst>
              <a:gd name="adj" fmla="val 50000"/>
            </a:avLst>
          </a:prstGeom>
          <a:solidFill>
            <a:schemeClr val="bg2">
              <a:lumMod val="95000"/>
            </a:schemeClr>
          </a:solidFill>
          <a:ln w="12700">
            <a:solidFill>
              <a:schemeClr val="bg1">
                <a:lumMod val="75000"/>
              </a:schemeClr>
            </a:solidFill>
          </a:ln>
          <a:effectLst>
            <a:outerShdw blurRad="88900" sx="101000" sy="101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vivo Sans"/>
                <a:ea typeface="vivo Sans"/>
              </a:rPr>
              <a:t>从 其它介质 启动</a:t>
            </a:r>
          </a:p>
        </p:txBody>
      </p:sp>
      <p:sp>
        <p:nvSpPr>
          <p:cNvPr id="2" name="!! 按钮5">
            <a:extLst>
              <a:ext uri="{FF2B5EF4-FFF2-40B4-BE49-F238E27FC236}">
                <a16:creationId xmlns:a16="http://schemas.microsoft.com/office/drawing/2014/main" id="{E0497706-FDF0-6B7B-A62D-156974192C97}"/>
              </a:ext>
            </a:extLst>
          </p:cNvPr>
          <p:cNvSpPr/>
          <p:nvPr/>
        </p:nvSpPr>
        <p:spPr>
          <a:xfrm>
            <a:off x="4469220" y="3440461"/>
            <a:ext cx="3253567" cy="408215"/>
          </a:xfrm>
          <a:prstGeom prst="roundRect">
            <a:avLst>
              <a:gd name="adj" fmla="val 50000"/>
            </a:avLst>
          </a:prstGeom>
          <a:solidFill>
            <a:schemeClr val="bg2">
              <a:lumMod val="95000"/>
            </a:schemeClr>
          </a:solidFill>
          <a:ln w="12700">
            <a:solidFill>
              <a:schemeClr val="bg1">
                <a:lumMod val="75000"/>
              </a:schemeClr>
            </a:solidFill>
          </a:ln>
          <a:effectLst>
            <a:outerShdw blurRad="88900" sx="101000" sy="101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vivo Sans"/>
                <a:ea typeface="vivo Sans"/>
              </a:rPr>
              <a:t>启动安全模式</a:t>
            </a:r>
          </a:p>
        </p:txBody>
      </p:sp>
      <p:sp>
        <p:nvSpPr>
          <p:cNvPr id="3" name="!! 副标题">
            <a:extLst>
              <a:ext uri="{FF2B5EF4-FFF2-40B4-BE49-F238E27FC236}">
                <a16:creationId xmlns:a16="http://schemas.microsoft.com/office/drawing/2014/main" id="{2E8C25E8-0B48-36A6-9382-2426ABF3C3A2}"/>
              </a:ext>
            </a:extLst>
          </p:cNvPr>
          <p:cNvSpPr txBox="1"/>
          <p:nvPr/>
        </p:nvSpPr>
        <p:spPr>
          <a:xfrm>
            <a:off x="4320365" y="1679941"/>
            <a:ext cx="35512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Leaf Boot Tool</a:t>
            </a:r>
            <a:endParaRPr lang="zh-CN" altLang="en-US" dirty="0"/>
          </a:p>
        </p:txBody>
      </p:sp>
      <p:sp>
        <p:nvSpPr>
          <p:cNvPr id="10" name="!! 大标题">
            <a:extLst>
              <a:ext uri="{FF2B5EF4-FFF2-40B4-BE49-F238E27FC236}">
                <a16:creationId xmlns:a16="http://schemas.microsoft.com/office/drawing/2014/main" id="{431E894D-2C0B-1F70-6B5F-417E3B8CB460}"/>
              </a:ext>
            </a:extLst>
          </p:cNvPr>
          <p:cNvSpPr txBox="1"/>
          <p:nvPr/>
        </p:nvSpPr>
        <p:spPr>
          <a:xfrm>
            <a:off x="4320365" y="1095169"/>
            <a:ext cx="35512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dirty="0">
                <a:latin typeface="+mj-ea"/>
                <a:ea typeface="+mj-ea"/>
              </a:rPr>
              <a:t>Leaf </a:t>
            </a:r>
            <a:r>
              <a:rPr lang="zh-CN" altLang="en-US" sz="3200" dirty="0">
                <a:latin typeface="+mj-ea"/>
                <a:ea typeface="+mj-ea"/>
              </a:rPr>
              <a:t>引导工具</a:t>
            </a:r>
          </a:p>
        </p:txBody>
      </p:sp>
      <p:sp>
        <p:nvSpPr>
          <p:cNvPr id="5" name="!! 按钮1">
            <a:hlinkClick r:id="rId4" action="ppaction://hlinksldjump"/>
            <a:extLst>
              <a:ext uri="{FF2B5EF4-FFF2-40B4-BE49-F238E27FC236}">
                <a16:creationId xmlns:a16="http://schemas.microsoft.com/office/drawing/2014/main" id="{9FF65A33-F71A-E227-5E11-E3D31B362829}"/>
              </a:ext>
            </a:extLst>
          </p:cNvPr>
          <p:cNvSpPr/>
          <p:nvPr/>
        </p:nvSpPr>
        <p:spPr>
          <a:xfrm>
            <a:off x="4469220" y="5762837"/>
            <a:ext cx="3253567" cy="40821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  <a:effectLst>
            <a:outerShdw blurRad="88900" sx="101000" sy="101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>
              <a:defRPr/>
            </a:pPr>
            <a:r>
              <a:rPr lang="zh-CN" altLang="en-US" sz="1400" dirty="0">
                <a:solidFill>
                  <a:srgbClr val="FFFFFF"/>
                </a:solidFill>
                <a:latin typeface="vivo Sans"/>
                <a:ea typeface="vivo Sans"/>
              </a:rPr>
              <a:t>返回</a:t>
            </a:r>
          </a:p>
        </p:txBody>
      </p:sp>
    </p:spTree>
    <p:extLst>
      <p:ext uri="{BB962C8B-B14F-4D97-AF65-F5344CB8AC3E}">
        <p14:creationId xmlns:p14="http://schemas.microsoft.com/office/powerpoint/2010/main" val="3865575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C92B3DA-5F92-7D02-6133-0306B0DF78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文本框 13">
            <a:extLst>
              <a:ext uri="{FF2B5EF4-FFF2-40B4-BE49-F238E27FC236}">
                <a16:creationId xmlns:a16="http://schemas.microsoft.com/office/drawing/2014/main" id="{996A5E80-6759-E820-7489-0A9AAB9BD3CF}"/>
              </a:ext>
            </a:extLst>
          </p:cNvPr>
          <p:cNvSpPr txBox="1"/>
          <p:nvPr/>
        </p:nvSpPr>
        <p:spPr>
          <a:xfrm>
            <a:off x="9973342" y="159490"/>
            <a:ext cx="200955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914377">
              <a:defRPr/>
            </a:pPr>
            <a:r>
              <a:rPr lang="en-US" altLang="zh-CN" sz="1600" dirty="0">
                <a:solidFill>
                  <a:srgbClr val="F5F5F5">
                    <a:lumMod val="75000"/>
                  </a:srgbClr>
                </a:solidFill>
                <a:latin typeface="vivo Sans"/>
                <a:ea typeface="vivo Sans"/>
              </a:rPr>
              <a:t>3.0.1</a:t>
            </a:r>
            <a:endParaRPr lang="zh-CN" altLang="en-US" sz="1600" dirty="0">
              <a:solidFill>
                <a:srgbClr val="F5F5F5">
                  <a:lumMod val="75000"/>
                </a:srgbClr>
              </a:solidFill>
              <a:latin typeface="vivo Sans"/>
              <a:ea typeface="vivo Sans"/>
            </a:endParaRPr>
          </a:p>
        </p:txBody>
      </p:sp>
      <p:sp>
        <p:nvSpPr>
          <p:cNvPr id="6" name="!! 按钮3">
            <a:hlinkClick r:id="rId2" action="ppaction://hlinksldjump"/>
            <a:extLst>
              <a:ext uri="{FF2B5EF4-FFF2-40B4-BE49-F238E27FC236}">
                <a16:creationId xmlns:a16="http://schemas.microsoft.com/office/drawing/2014/main" id="{4A766E85-F0EB-C42A-DE49-8B85A5F160E7}"/>
              </a:ext>
            </a:extLst>
          </p:cNvPr>
          <p:cNvSpPr/>
          <p:nvPr/>
        </p:nvSpPr>
        <p:spPr>
          <a:xfrm>
            <a:off x="4469220" y="4601649"/>
            <a:ext cx="3253567" cy="408215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accent1"/>
            </a:solidFill>
          </a:ln>
          <a:effectLst>
            <a:outerShdw blurRad="88900" sx="101000" sy="101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>
              <a:defRPr/>
            </a:pPr>
            <a:r>
              <a:rPr lang="zh-CN" altLang="en-US" sz="1400" dirty="0">
                <a:solidFill>
                  <a:srgbClr val="62A8D3"/>
                </a:solidFill>
                <a:latin typeface="vivo Sans"/>
                <a:ea typeface="vivo Sans"/>
              </a:rPr>
              <a:t>浏览器（</a:t>
            </a:r>
            <a:r>
              <a:rPr lang="en-US" altLang="zh-CN" sz="1400" dirty="0" err="1">
                <a:solidFill>
                  <a:srgbClr val="62A8D3"/>
                </a:solidFill>
                <a:latin typeface="vivo Sans"/>
                <a:ea typeface="vivo Sans"/>
              </a:rPr>
              <a:t>Webview</a:t>
            </a:r>
            <a:r>
              <a:rPr lang="zh-CN" altLang="en-US" sz="1400" dirty="0">
                <a:solidFill>
                  <a:srgbClr val="62A8D3"/>
                </a:solidFill>
                <a:latin typeface="vivo Sans"/>
                <a:ea typeface="vivo Sans"/>
              </a:rPr>
              <a:t>）</a:t>
            </a:r>
          </a:p>
        </p:txBody>
      </p:sp>
      <p:sp>
        <p:nvSpPr>
          <p:cNvPr id="8" name="!! 按钮2">
            <a:hlinkClick r:id="rId3" action="ppaction://hlinksldjump"/>
            <a:extLst>
              <a:ext uri="{FF2B5EF4-FFF2-40B4-BE49-F238E27FC236}">
                <a16:creationId xmlns:a16="http://schemas.microsoft.com/office/drawing/2014/main" id="{24B65B9F-1A56-E103-8B32-B596D40488C4}"/>
              </a:ext>
            </a:extLst>
          </p:cNvPr>
          <p:cNvSpPr/>
          <p:nvPr/>
        </p:nvSpPr>
        <p:spPr>
          <a:xfrm>
            <a:off x="4469220" y="5182244"/>
            <a:ext cx="3253567" cy="408215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accent1"/>
            </a:solidFill>
          </a:ln>
          <a:effectLst>
            <a:outerShdw blurRad="88900" sx="101000" sy="101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>
              <a:defRPr/>
            </a:pPr>
            <a:r>
              <a:rPr lang="zh-CN" altLang="en-US" sz="1400" dirty="0">
                <a:solidFill>
                  <a:srgbClr val="62A8D3"/>
                </a:solidFill>
                <a:latin typeface="vivo Sans"/>
                <a:ea typeface="vivo Sans"/>
              </a:rPr>
              <a:t>关于</a:t>
            </a:r>
            <a:r>
              <a:rPr lang="en-US" altLang="zh-CN" sz="1400" dirty="0">
                <a:solidFill>
                  <a:srgbClr val="62A8D3"/>
                </a:solidFill>
                <a:latin typeface="vivo Sans"/>
                <a:ea typeface="vivo Sans"/>
              </a:rPr>
              <a:t>LBT</a:t>
            </a:r>
            <a:endParaRPr lang="zh-CN" altLang="en-US" sz="1400" dirty="0">
              <a:solidFill>
                <a:srgbClr val="62A8D3"/>
              </a:solidFill>
              <a:latin typeface="vivo Sans"/>
              <a:ea typeface="vivo Sans"/>
            </a:endParaRPr>
          </a:p>
        </p:txBody>
      </p:sp>
      <p:sp>
        <p:nvSpPr>
          <p:cNvPr id="3" name="!! 副标题">
            <a:extLst>
              <a:ext uri="{FF2B5EF4-FFF2-40B4-BE49-F238E27FC236}">
                <a16:creationId xmlns:a16="http://schemas.microsoft.com/office/drawing/2014/main" id="{4E2AD17F-7FEA-7E80-F888-8AF7C5363F84}"/>
              </a:ext>
            </a:extLst>
          </p:cNvPr>
          <p:cNvSpPr txBox="1"/>
          <p:nvPr/>
        </p:nvSpPr>
        <p:spPr>
          <a:xfrm>
            <a:off x="4320365" y="1679941"/>
            <a:ext cx="35512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Leaf Boot Tool</a:t>
            </a:r>
            <a:endParaRPr lang="zh-CN" altLang="en-US" dirty="0"/>
          </a:p>
        </p:txBody>
      </p:sp>
      <p:sp>
        <p:nvSpPr>
          <p:cNvPr id="10" name="!! 大标题">
            <a:extLst>
              <a:ext uri="{FF2B5EF4-FFF2-40B4-BE49-F238E27FC236}">
                <a16:creationId xmlns:a16="http://schemas.microsoft.com/office/drawing/2014/main" id="{24C05C53-8DB3-8BEF-8604-5C8C331CD8D9}"/>
              </a:ext>
            </a:extLst>
          </p:cNvPr>
          <p:cNvSpPr txBox="1"/>
          <p:nvPr/>
        </p:nvSpPr>
        <p:spPr>
          <a:xfrm>
            <a:off x="4320365" y="1095169"/>
            <a:ext cx="35512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dirty="0">
                <a:latin typeface="+mj-ea"/>
                <a:ea typeface="+mj-ea"/>
              </a:rPr>
              <a:t>Leaf </a:t>
            </a:r>
            <a:r>
              <a:rPr lang="zh-CN" altLang="en-US" sz="3200" dirty="0">
                <a:latin typeface="+mj-ea"/>
                <a:ea typeface="+mj-ea"/>
              </a:rPr>
              <a:t>引导工具</a:t>
            </a:r>
          </a:p>
        </p:txBody>
      </p:sp>
      <p:sp>
        <p:nvSpPr>
          <p:cNvPr id="4" name="!! 按钮1">
            <a:hlinkClick r:id="rId4" action="ppaction://hlinksldjump"/>
            <a:extLst>
              <a:ext uri="{FF2B5EF4-FFF2-40B4-BE49-F238E27FC236}">
                <a16:creationId xmlns:a16="http://schemas.microsoft.com/office/drawing/2014/main" id="{B9B14D3E-7B68-7C59-4E44-4CFBA1D3B65A}"/>
              </a:ext>
            </a:extLst>
          </p:cNvPr>
          <p:cNvSpPr/>
          <p:nvPr/>
        </p:nvSpPr>
        <p:spPr>
          <a:xfrm>
            <a:off x="4469220" y="5762837"/>
            <a:ext cx="3253567" cy="40821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  <a:effectLst>
            <a:outerShdw blurRad="88900" sx="101000" sy="101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>
              <a:defRPr/>
            </a:pPr>
            <a:r>
              <a:rPr lang="zh-CN" altLang="en-US" sz="1400" dirty="0">
                <a:solidFill>
                  <a:srgbClr val="FFFFFF"/>
                </a:solidFill>
                <a:latin typeface="vivo Sans"/>
                <a:ea typeface="vivo Sans"/>
              </a:rPr>
              <a:t>返回</a:t>
            </a:r>
          </a:p>
        </p:txBody>
      </p:sp>
    </p:spTree>
    <p:extLst>
      <p:ext uri="{BB962C8B-B14F-4D97-AF65-F5344CB8AC3E}">
        <p14:creationId xmlns:p14="http://schemas.microsoft.com/office/powerpoint/2010/main" val="34212032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800089F-AB7A-BBD2-BFD5-4EC4D09710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文本框 13">
            <a:extLst>
              <a:ext uri="{FF2B5EF4-FFF2-40B4-BE49-F238E27FC236}">
                <a16:creationId xmlns:a16="http://schemas.microsoft.com/office/drawing/2014/main" id="{F90A3772-0AF9-3636-9F2F-012D0E709FE9}"/>
              </a:ext>
            </a:extLst>
          </p:cNvPr>
          <p:cNvSpPr txBox="1"/>
          <p:nvPr/>
        </p:nvSpPr>
        <p:spPr>
          <a:xfrm>
            <a:off x="9973342" y="159492"/>
            <a:ext cx="200955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914377">
              <a:defRPr/>
            </a:pPr>
            <a:r>
              <a:rPr lang="en-US" altLang="zh-CN" sz="1600" dirty="0">
                <a:solidFill>
                  <a:srgbClr val="F5F5F5">
                    <a:lumMod val="75000"/>
                  </a:srgbClr>
                </a:solidFill>
                <a:latin typeface="vivo Sans"/>
                <a:ea typeface="vivo Sans"/>
              </a:rPr>
              <a:t>3.0.1</a:t>
            </a:r>
          </a:p>
          <a:p>
            <a:pPr algn="r" defTabSz="914377">
              <a:defRPr/>
            </a:pPr>
            <a:endParaRPr lang="en-US" altLang="zh-CN" sz="1600" dirty="0">
              <a:solidFill>
                <a:srgbClr val="F5F5F5">
                  <a:lumMod val="75000"/>
                </a:srgbClr>
              </a:solidFill>
              <a:latin typeface="vivo Sans"/>
              <a:ea typeface="vivo Sans"/>
            </a:endParaRPr>
          </a:p>
          <a:p>
            <a:pPr algn="r" defTabSz="914377">
              <a:defRPr/>
            </a:pPr>
            <a:endParaRPr lang="zh-CN" altLang="en-US" sz="1600" dirty="0">
              <a:solidFill>
                <a:srgbClr val="F5F5F5">
                  <a:lumMod val="75000"/>
                </a:srgbClr>
              </a:solidFill>
              <a:latin typeface="vivo Sans"/>
              <a:ea typeface="vivo Sans"/>
            </a:endParaRPr>
          </a:p>
        </p:txBody>
      </p:sp>
      <p:sp>
        <p:nvSpPr>
          <p:cNvPr id="7" name="!! 按钮3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F46AC317-BFE3-08EA-0633-F215645826AD}"/>
              </a:ext>
            </a:extLst>
          </p:cNvPr>
          <p:cNvSpPr/>
          <p:nvPr/>
        </p:nvSpPr>
        <p:spPr>
          <a:xfrm>
            <a:off x="4288463" y="4601649"/>
            <a:ext cx="3253567" cy="408215"/>
          </a:xfrm>
          <a:prstGeom prst="roundRect">
            <a:avLst>
              <a:gd name="adj" fmla="val 50000"/>
            </a:avLst>
          </a:prstGeom>
          <a:noFill/>
          <a:ln w="12700">
            <a:noFill/>
          </a:ln>
          <a:effectLst>
            <a:outerShdw blurRad="88900" sx="101000" sy="101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>
              <a:defRPr/>
            </a:pPr>
            <a:r>
              <a:rPr lang="zh-CN" altLang="en-US" sz="1400" dirty="0">
                <a:noFill/>
                <a:latin typeface="vivo Sans"/>
                <a:ea typeface="vivo Sans"/>
              </a:rPr>
              <a:t>从 本地文件 启动</a:t>
            </a:r>
          </a:p>
        </p:txBody>
      </p:sp>
      <p:sp>
        <p:nvSpPr>
          <p:cNvPr id="10" name="!! 按钮4">
            <a:hlinkClick r:id="rId2" action="ppaction://hlinksldjump"/>
            <a:extLst>
              <a:ext uri="{FF2B5EF4-FFF2-40B4-BE49-F238E27FC236}">
                <a16:creationId xmlns:a16="http://schemas.microsoft.com/office/drawing/2014/main" id="{3E40676C-D217-D61C-6146-ABD66195C422}"/>
              </a:ext>
            </a:extLst>
          </p:cNvPr>
          <p:cNvSpPr/>
          <p:nvPr/>
        </p:nvSpPr>
        <p:spPr>
          <a:xfrm>
            <a:off x="4288463" y="4021056"/>
            <a:ext cx="3253567" cy="408215"/>
          </a:xfrm>
          <a:prstGeom prst="roundRect">
            <a:avLst>
              <a:gd name="adj" fmla="val 50000"/>
            </a:avLst>
          </a:prstGeom>
          <a:noFill/>
          <a:ln w="12700">
            <a:noFill/>
          </a:ln>
          <a:effectLst>
            <a:outerShdw blurRad="88900" sx="101000" sy="101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>
              <a:defRPr/>
            </a:pPr>
            <a:r>
              <a:rPr lang="zh-CN" altLang="en-US" sz="1400" dirty="0">
                <a:noFill/>
                <a:latin typeface="vivo Sans"/>
                <a:ea typeface="vivo Sans"/>
              </a:rPr>
              <a:t>修改启动顺序</a:t>
            </a:r>
          </a:p>
        </p:txBody>
      </p:sp>
      <p:sp>
        <p:nvSpPr>
          <p:cNvPr id="11" name="!! 按钮2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BF84C267-B076-6195-FFC9-997D8A6BC0BC}"/>
              </a:ext>
            </a:extLst>
          </p:cNvPr>
          <p:cNvSpPr/>
          <p:nvPr/>
        </p:nvSpPr>
        <p:spPr>
          <a:xfrm>
            <a:off x="4288463" y="5182244"/>
            <a:ext cx="3253567" cy="408215"/>
          </a:xfrm>
          <a:prstGeom prst="roundRect">
            <a:avLst>
              <a:gd name="adj" fmla="val 50000"/>
            </a:avLst>
          </a:prstGeom>
          <a:noFill/>
          <a:ln w="12700">
            <a:noFill/>
          </a:ln>
          <a:effectLst>
            <a:outerShdw blurRad="88900" sx="101000" sy="101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>
              <a:defRPr/>
            </a:pPr>
            <a:r>
              <a:rPr lang="zh-CN" altLang="en-US" sz="1400" dirty="0">
                <a:noFill/>
                <a:latin typeface="vivo Sans"/>
                <a:ea typeface="vivo Sans"/>
              </a:rPr>
              <a:t>从 其它介质 启动</a:t>
            </a:r>
          </a:p>
        </p:txBody>
      </p:sp>
      <p:sp>
        <p:nvSpPr>
          <p:cNvPr id="12" name="!! 按钮1">
            <a:hlinkClick r:id="rId3" action="ppaction://hlinksldjump"/>
            <a:extLst>
              <a:ext uri="{FF2B5EF4-FFF2-40B4-BE49-F238E27FC236}">
                <a16:creationId xmlns:a16="http://schemas.microsoft.com/office/drawing/2014/main" id="{0E6D0968-441C-FC23-C1AD-4ECFCEC11796}"/>
              </a:ext>
            </a:extLst>
          </p:cNvPr>
          <p:cNvSpPr/>
          <p:nvPr/>
        </p:nvSpPr>
        <p:spPr>
          <a:xfrm>
            <a:off x="4288463" y="5762837"/>
            <a:ext cx="3253567" cy="408215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>
            <a:outerShdw blurRad="88900" sx="101000" sy="101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>
              <a:defRPr/>
            </a:pPr>
            <a:r>
              <a:rPr lang="zh-CN" altLang="en-US" sz="1400" dirty="0">
                <a:noFill/>
                <a:latin typeface="vivo Sans"/>
                <a:ea typeface="vivo Sans"/>
              </a:rPr>
              <a:t>返回</a:t>
            </a:r>
          </a:p>
        </p:txBody>
      </p:sp>
      <p:sp>
        <p:nvSpPr>
          <p:cNvPr id="13" name="!! 按钮5">
            <a:hlinkClick r:id="rId2" action="ppaction://hlinksldjump"/>
            <a:extLst>
              <a:ext uri="{FF2B5EF4-FFF2-40B4-BE49-F238E27FC236}">
                <a16:creationId xmlns:a16="http://schemas.microsoft.com/office/drawing/2014/main" id="{CEACB5B2-83EC-C048-CE96-42835F9DB074}"/>
              </a:ext>
            </a:extLst>
          </p:cNvPr>
          <p:cNvSpPr/>
          <p:nvPr/>
        </p:nvSpPr>
        <p:spPr>
          <a:xfrm>
            <a:off x="4288463" y="3440461"/>
            <a:ext cx="3253567" cy="408215"/>
          </a:xfrm>
          <a:prstGeom prst="roundRect">
            <a:avLst>
              <a:gd name="adj" fmla="val 50000"/>
            </a:avLst>
          </a:prstGeom>
          <a:noFill/>
          <a:ln w="12700">
            <a:noFill/>
          </a:ln>
          <a:effectLst>
            <a:outerShdw blurRad="88900" sx="101000" sy="101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>
              <a:defRPr/>
            </a:pPr>
            <a:r>
              <a:rPr lang="zh-CN" altLang="en-US" sz="1400" dirty="0">
                <a:noFill/>
                <a:latin typeface="vivo Sans"/>
                <a:ea typeface="vivo Sans"/>
              </a:rPr>
              <a:t>启动安全模式</a:t>
            </a:r>
          </a:p>
        </p:txBody>
      </p:sp>
      <p:sp>
        <p:nvSpPr>
          <p:cNvPr id="15" name="!! 副标题">
            <a:extLst>
              <a:ext uri="{FF2B5EF4-FFF2-40B4-BE49-F238E27FC236}">
                <a16:creationId xmlns:a16="http://schemas.microsoft.com/office/drawing/2014/main" id="{56B06406-DF38-4EE6-A007-C9D0D1A6B43F}"/>
              </a:ext>
            </a:extLst>
          </p:cNvPr>
          <p:cNvSpPr txBox="1"/>
          <p:nvPr/>
        </p:nvSpPr>
        <p:spPr>
          <a:xfrm>
            <a:off x="4139607" y="1679941"/>
            <a:ext cx="3551275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noFill/>
              </a:rPr>
              <a:t>Leaf Boot Tool</a:t>
            </a:r>
            <a:endParaRPr lang="zh-CN" altLang="en-US" dirty="0">
              <a:noFill/>
            </a:endParaRPr>
          </a:p>
        </p:txBody>
      </p:sp>
      <p:sp>
        <p:nvSpPr>
          <p:cNvPr id="16" name="!! 大标题">
            <a:extLst>
              <a:ext uri="{FF2B5EF4-FFF2-40B4-BE49-F238E27FC236}">
                <a16:creationId xmlns:a16="http://schemas.microsoft.com/office/drawing/2014/main" id="{399DB15A-837A-60C1-A82C-1018D4520703}"/>
              </a:ext>
            </a:extLst>
          </p:cNvPr>
          <p:cNvSpPr txBox="1"/>
          <p:nvPr/>
        </p:nvSpPr>
        <p:spPr>
          <a:xfrm>
            <a:off x="4139607" y="1095169"/>
            <a:ext cx="3551275" cy="5847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dirty="0">
                <a:noFill/>
                <a:latin typeface="+mj-ea"/>
                <a:ea typeface="+mj-ea"/>
              </a:rPr>
              <a:t>Leaf </a:t>
            </a:r>
            <a:r>
              <a:rPr lang="zh-CN" altLang="en-US" sz="3200" dirty="0">
                <a:noFill/>
                <a:latin typeface="+mj-ea"/>
                <a:ea typeface="+mj-ea"/>
              </a:rPr>
              <a:t>引导工具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F7935908-46C6-1774-6309-386FD2662C0C}"/>
              </a:ext>
            </a:extLst>
          </p:cNvPr>
          <p:cNvSpPr txBox="1"/>
          <p:nvPr/>
        </p:nvSpPr>
        <p:spPr>
          <a:xfrm>
            <a:off x="1360967" y="996957"/>
            <a:ext cx="243485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latin typeface="+mj-ea"/>
                <a:ea typeface="+mj-ea"/>
              </a:rPr>
              <a:t>系统重置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93CD3470-7902-8336-A124-618E803DBCE5}"/>
              </a:ext>
            </a:extLst>
          </p:cNvPr>
          <p:cNvSpPr/>
          <p:nvPr/>
        </p:nvSpPr>
        <p:spPr>
          <a:xfrm>
            <a:off x="-1152646" y="1687561"/>
            <a:ext cx="2520000" cy="4571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8FBEFF69-8810-9867-8057-E2BD6A935FBA}"/>
              </a:ext>
            </a:extLst>
          </p:cNvPr>
          <p:cNvSpPr/>
          <p:nvPr/>
        </p:nvSpPr>
        <p:spPr>
          <a:xfrm>
            <a:off x="2" y="0"/>
            <a:ext cx="1360967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B3544703-EAF9-F22B-3BA9-AD0F9A2AAE15}"/>
              </a:ext>
            </a:extLst>
          </p:cNvPr>
          <p:cNvSpPr/>
          <p:nvPr/>
        </p:nvSpPr>
        <p:spPr>
          <a:xfrm>
            <a:off x="10708817" y="0"/>
            <a:ext cx="1475019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530674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 advClick="0" advTm="3000">
        <p159:morph option="byObject"/>
      </p:transition>
    </mc:Choice>
    <mc:Fallback xmlns="">
      <p:transition advClick="0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3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-2.96296E-6 L 0.02526 -0.00023 " pathEditMode="relative" rAng="0" ptsTypes="AA">
                                      <p:cBhvr>
                                        <p:cTn id="9" dur="250" spd="-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63" y="-23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63" presetClass="path" presetSubtype="0" repeatCount="indefinite" accel="50000" decel="50000" fill="remove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375E-6 4.44444E-6 L 1.06967 4.44444E-6 " pathEditMode="relative" rAng="0" ptsTypes="AA">
                                      <p:cBhvr>
                                        <p:cTn id="14" dur="1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3477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7" grpId="1"/>
      <p:bldP spid="24" grpId="0" animBg="1"/>
      <p:bldP spid="24" grpId="1" animBg="1"/>
    </p:bld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BE2D8B3-55F5-5C23-0CA8-0408BBF1C0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839933C7-FD21-5F5D-936E-9123E57D2657}"/>
              </a:ext>
            </a:extLst>
          </p:cNvPr>
          <p:cNvSpPr txBox="1"/>
          <p:nvPr/>
        </p:nvSpPr>
        <p:spPr>
          <a:xfrm>
            <a:off x="1360967" y="996957"/>
            <a:ext cx="243485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latin typeface="+mj-ea"/>
                <a:ea typeface="+mj-ea"/>
              </a:rPr>
              <a:t>系统重置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E111D74-1496-C7BF-8052-CA0335AF9768}"/>
              </a:ext>
            </a:extLst>
          </p:cNvPr>
          <p:cNvSpPr/>
          <p:nvPr/>
        </p:nvSpPr>
        <p:spPr>
          <a:xfrm>
            <a:off x="2" y="0"/>
            <a:ext cx="1360967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C0F6C6D-FDC5-9CC7-5878-799F0F082786}"/>
              </a:ext>
            </a:extLst>
          </p:cNvPr>
          <p:cNvSpPr/>
          <p:nvPr/>
        </p:nvSpPr>
        <p:spPr>
          <a:xfrm>
            <a:off x="10708817" y="0"/>
            <a:ext cx="1475019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3B2AEEC-B91B-48B0-384E-9AA3BDB1F69B}"/>
              </a:ext>
            </a:extLst>
          </p:cNvPr>
          <p:cNvSpPr txBox="1"/>
          <p:nvPr/>
        </p:nvSpPr>
        <p:spPr>
          <a:xfrm>
            <a:off x="1360967" y="1581732"/>
            <a:ext cx="5113867" cy="22815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4000"/>
              </a:lnSpc>
            </a:pPr>
            <a:r>
              <a:rPr lang="zh-CN" altLang="en-US" dirty="0"/>
              <a:t>重置系统后，以下资料将会丢失：</a:t>
            </a:r>
            <a:endParaRPr lang="en-US" altLang="zh-CN" dirty="0"/>
          </a:p>
          <a:p>
            <a:pPr marL="285744" indent="-285744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所有系统设置项</a:t>
            </a:r>
            <a:endParaRPr lang="en-US" altLang="zh-CN" dirty="0"/>
          </a:p>
          <a:p>
            <a:pPr marL="285744" indent="-285744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本机上的文档、照片、视频、应用程序数据等</a:t>
            </a:r>
            <a:endParaRPr lang="en-US" altLang="zh-CN" dirty="0"/>
          </a:p>
          <a:p>
            <a:pPr marL="285744" indent="-285744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个性化内容</a:t>
            </a:r>
            <a:endParaRPr lang="en-US" altLang="zh-CN" dirty="0"/>
          </a:p>
          <a:p>
            <a:pPr marL="285744" indent="-285744">
              <a:lnSpc>
                <a:spcPct val="114000"/>
              </a:lnSpc>
              <a:buFont typeface="Arial" panose="020B0604020202020204" pitchFamily="34" charset="0"/>
              <a:buChar char="•"/>
            </a:pPr>
            <a:endParaRPr lang="en-US" altLang="zh-CN" dirty="0"/>
          </a:p>
          <a:p>
            <a:pPr>
              <a:lnSpc>
                <a:spcPct val="114000"/>
              </a:lnSpc>
            </a:pPr>
            <a:r>
              <a:rPr lang="zh-CN" altLang="en-US" dirty="0">
                <a:solidFill>
                  <a:schemeClr val="accent5"/>
                </a:solidFill>
                <a:latin typeface="vivo Sans"/>
                <a:ea typeface="vivo Sans"/>
              </a:rPr>
              <a:t>请确保您已备份以上这些资料</a:t>
            </a:r>
            <a:endParaRPr lang="en-US" altLang="zh-CN" dirty="0">
              <a:solidFill>
                <a:schemeClr val="accent5"/>
              </a:solidFill>
              <a:latin typeface="vivo Sans"/>
              <a:ea typeface="vivo Sans"/>
            </a:endParaRPr>
          </a:p>
          <a:p>
            <a:pPr>
              <a:lnSpc>
                <a:spcPct val="114000"/>
              </a:lnSpc>
            </a:pPr>
            <a:endParaRPr lang="zh-CN" altLang="en-US" dirty="0"/>
          </a:p>
        </p:txBody>
      </p:sp>
      <p:sp>
        <p:nvSpPr>
          <p:cNvPr id="9" name="!! 按钮1">
            <a:hlinkClick r:id="rId2" action="ppaction://hlinksldjump"/>
            <a:extLst>
              <a:ext uri="{FF2B5EF4-FFF2-40B4-BE49-F238E27FC236}">
                <a16:creationId xmlns:a16="http://schemas.microsoft.com/office/drawing/2014/main" id="{149AB3DD-196C-AD52-159B-EC958D0BAA34}"/>
              </a:ext>
            </a:extLst>
          </p:cNvPr>
          <p:cNvSpPr/>
          <p:nvPr/>
        </p:nvSpPr>
        <p:spPr>
          <a:xfrm>
            <a:off x="7495825" y="5510184"/>
            <a:ext cx="1817511" cy="40821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  <a:effectLst>
            <a:outerShdw blurRad="88900" sx="101000" sy="101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>
              <a:defRPr/>
            </a:pPr>
            <a:r>
              <a:rPr lang="zh-CN" altLang="en-US" sz="1400" dirty="0">
                <a:solidFill>
                  <a:srgbClr val="FFFFFF"/>
                </a:solidFill>
                <a:latin typeface="vivo Sans"/>
                <a:ea typeface="vivo Sans"/>
              </a:rPr>
              <a:t>返回</a:t>
            </a:r>
          </a:p>
        </p:txBody>
      </p:sp>
      <p:sp>
        <p:nvSpPr>
          <p:cNvPr id="10" name="!! 按钮2">
            <a:hlinkClick r:id="rId3" action="ppaction://hlinksldjump"/>
            <a:extLst>
              <a:ext uri="{FF2B5EF4-FFF2-40B4-BE49-F238E27FC236}">
                <a16:creationId xmlns:a16="http://schemas.microsoft.com/office/drawing/2014/main" id="{A5A9E3EA-868D-068A-D93E-018C4F240AE7}"/>
              </a:ext>
            </a:extLst>
          </p:cNvPr>
          <p:cNvSpPr/>
          <p:nvPr/>
        </p:nvSpPr>
        <p:spPr>
          <a:xfrm>
            <a:off x="9490809" y="5510184"/>
            <a:ext cx="1218011" cy="408215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accent1"/>
            </a:solidFill>
          </a:ln>
          <a:effectLst>
            <a:outerShdw blurRad="88900" sx="101000" sy="101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>
              <a:defRPr/>
            </a:pPr>
            <a:r>
              <a:rPr lang="zh-CN" altLang="en-US" sz="1400" dirty="0">
                <a:solidFill>
                  <a:srgbClr val="62A8D3"/>
                </a:solidFill>
                <a:latin typeface="vivo Sans"/>
                <a:ea typeface="vivo Sans"/>
              </a:rPr>
              <a:t>继续</a:t>
            </a:r>
          </a:p>
        </p:txBody>
      </p:sp>
    </p:spTree>
    <p:extLst>
      <p:ext uri="{BB962C8B-B14F-4D97-AF65-F5344CB8AC3E}">
        <p14:creationId xmlns:p14="http://schemas.microsoft.com/office/powerpoint/2010/main" val="11933766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2FEC501-A630-3EBA-DEDE-E7519381C2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3BBFAB0D-E17A-1DD9-A08E-9A9FC88C3FFE}"/>
              </a:ext>
            </a:extLst>
          </p:cNvPr>
          <p:cNvSpPr txBox="1"/>
          <p:nvPr/>
        </p:nvSpPr>
        <p:spPr>
          <a:xfrm>
            <a:off x="1360967" y="996957"/>
            <a:ext cx="243485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377">
              <a:defRPr/>
            </a:pPr>
            <a:r>
              <a:rPr lang="zh-CN" altLang="en-US" sz="3200" dirty="0">
                <a:solidFill>
                  <a:srgbClr val="181818"/>
                </a:solidFill>
                <a:latin typeface="vivo Sans Medium"/>
                <a:ea typeface="vivo Sans Medium"/>
              </a:rPr>
              <a:t>二次确认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A44BFC6-BCCA-51D0-3B10-072864F2CD9A}"/>
              </a:ext>
            </a:extLst>
          </p:cNvPr>
          <p:cNvSpPr/>
          <p:nvPr/>
        </p:nvSpPr>
        <p:spPr>
          <a:xfrm>
            <a:off x="2" y="0"/>
            <a:ext cx="1360967" cy="6858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>
              <a:defRPr/>
            </a:pPr>
            <a:endParaRPr lang="zh-CN" altLang="en-US">
              <a:solidFill>
                <a:srgbClr val="F5F5F5"/>
              </a:solidFill>
              <a:latin typeface="vivo Sans"/>
              <a:ea typeface="vivo Sans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69C3657-9E67-E0C1-FE90-2CC0D36DB6B1}"/>
              </a:ext>
            </a:extLst>
          </p:cNvPr>
          <p:cNvSpPr/>
          <p:nvPr/>
        </p:nvSpPr>
        <p:spPr>
          <a:xfrm>
            <a:off x="10708817" y="0"/>
            <a:ext cx="1475019" cy="6858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>
              <a:defRPr/>
            </a:pPr>
            <a:endParaRPr lang="zh-CN" altLang="en-US">
              <a:solidFill>
                <a:srgbClr val="F5F5F5"/>
              </a:solidFill>
              <a:latin typeface="vivo Sans"/>
              <a:ea typeface="vivo Sans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FE0AFAA-B024-B028-0663-53EDC250418F}"/>
              </a:ext>
            </a:extLst>
          </p:cNvPr>
          <p:cNvSpPr txBox="1"/>
          <p:nvPr/>
        </p:nvSpPr>
        <p:spPr>
          <a:xfrm>
            <a:off x="1360967" y="1581731"/>
            <a:ext cx="9305844" cy="13342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377">
              <a:lnSpc>
                <a:spcPct val="114000"/>
              </a:lnSpc>
              <a:defRPr/>
            </a:pPr>
            <a:r>
              <a:rPr lang="zh-CN" altLang="en-US" dirty="0">
                <a:solidFill>
                  <a:srgbClr val="181818"/>
                </a:solidFill>
                <a:latin typeface="vivo Sans"/>
                <a:ea typeface="vivo Sans"/>
              </a:rPr>
              <a:t>真的要重置系统吗？</a:t>
            </a:r>
            <a:endParaRPr lang="en-US" altLang="zh-CN" dirty="0">
              <a:solidFill>
                <a:srgbClr val="181818"/>
              </a:solidFill>
              <a:latin typeface="vivo Sans"/>
              <a:ea typeface="vivo Sans"/>
            </a:endParaRPr>
          </a:p>
          <a:p>
            <a:pPr defTabSz="914377">
              <a:lnSpc>
                <a:spcPct val="114000"/>
              </a:lnSpc>
              <a:defRPr/>
            </a:pPr>
            <a:r>
              <a:rPr lang="zh-CN" altLang="en-US" dirty="0">
                <a:solidFill>
                  <a:srgbClr val="181818"/>
                </a:solidFill>
                <a:latin typeface="vivo Sans"/>
                <a:ea typeface="vivo Sans"/>
              </a:rPr>
              <a:t>一旦开始，您设备中所有未备份的资料，包括但不限于文档、照片、视频、应用程序数据等，将被永久清除，且此过程</a:t>
            </a:r>
            <a:r>
              <a:rPr lang="zh-CN" altLang="en-US" dirty="0">
                <a:solidFill>
                  <a:schemeClr val="accent5"/>
                </a:solidFill>
                <a:latin typeface="vivo Sans"/>
                <a:ea typeface="vivo Sans"/>
              </a:rPr>
              <a:t>不可逆</a:t>
            </a:r>
            <a:r>
              <a:rPr lang="zh-CN" altLang="en-US" dirty="0">
                <a:solidFill>
                  <a:srgbClr val="181818"/>
                </a:solidFill>
                <a:latin typeface="vivo Sans"/>
                <a:ea typeface="vivo Sans"/>
              </a:rPr>
              <a:t>。</a:t>
            </a:r>
            <a:endParaRPr lang="en-US" altLang="zh-CN" dirty="0">
              <a:solidFill>
                <a:srgbClr val="181818"/>
              </a:solidFill>
              <a:latin typeface="vivo Sans"/>
              <a:ea typeface="vivo Sans"/>
            </a:endParaRPr>
          </a:p>
          <a:p>
            <a:pPr defTabSz="914377">
              <a:lnSpc>
                <a:spcPct val="114000"/>
              </a:lnSpc>
              <a:defRPr/>
            </a:pPr>
            <a:r>
              <a:rPr lang="zh-CN" altLang="en-US" dirty="0">
                <a:solidFill>
                  <a:srgbClr val="181818"/>
                </a:solidFill>
                <a:latin typeface="vivo Sans"/>
                <a:ea typeface="vivo Sans"/>
              </a:rPr>
              <a:t>请确保您已备份好这些资料</a:t>
            </a:r>
            <a:endParaRPr lang="en-US" altLang="zh-CN" dirty="0">
              <a:solidFill>
                <a:srgbClr val="181818"/>
              </a:solidFill>
              <a:latin typeface="vivo Sans"/>
              <a:ea typeface="vivo Sans"/>
            </a:endParaRPr>
          </a:p>
        </p:txBody>
      </p:sp>
      <p:pic>
        <p:nvPicPr>
          <p:cNvPr id="7" name="图形 6">
            <a:extLst>
              <a:ext uri="{FF2B5EF4-FFF2-40B4-BE49-F238E27FC236}">
                <a16:creationId xmlns:a16="http://schemas.microsoft.com/office/drawing/2014/main" id="{E1E9BFA2-2597-284D-9F17-E8C1D435BA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355923" y="3084034"/>
            <a:ext cx="1480156" cy="1480156"/>
          </a:xfrm>
          <a:prstGeom prst="rect">
            <a:avLst/>
          </a:prstGeom>
        </p:spPr>
      </p:pic>
      <p:sp>
        <p:nvSpPr>
          <p:cNvPr id="9" name="!! 按钮1">
            <a:hlinkClick r:id="rId4" action="ppaction://hlinksldjump"/>
            <a:extLst>
              <a:ext uri="{FF2B5EF4-FFF2-40B4-BE49-F238E27FC236}">
                <a16:creationId xmlns:a16="http://schemas.microsoft.com/office/drawing/2014/main" id="{C804E307-B5FC-178D-16EC-4A5E35B8810D}"/>
              </a:ext>
            </a:extLst>
          </p:cNvPr>
          <p:cNvSpPr/>
          <p:nvPr/>
        </p:nvSpPr>
        <p:spPr>
          <a:xfrm>
            <a:off x="8891309" y="5503253"/>
            <a:ext cx="1817511" cy="408215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>
            <a:noFill/>
          </a:ln>
          <a:effectLst>
            <a:outerShdw blurRad="88900" sx="101000" sy="101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>
              <a:defRPr/>
            </a:pPr>
            <a:r>
              <a:rPr lang="zh-CN" altLang="en-US" sz="1400" dirty="0">
                <a:solidFill>
                  <a:srgbClr val="FFFFFF"/>
                </a:solidFill>
                <a:latin typeface="vivo Sans"/>
                <a:ea typeface="vivo Sans"/>
              </a:rPr>
              <a:t>返回</a:t>
            </a:r>
          </a:p>
        </p:txBody>
      </p:sp>
      <p:sp>
        <p:nvSpPr>
          <p:cNvPr id="8" name="!! 按钮2">
            <a:hlinkClick r:id="rId5" action="ppaction://hlinksldjump"/>
            <a:extLst>
              <a:ext uri="{FF2B5EF4-FFF2-40B4-BE49-F238E27FC236}">
                <a16:creationId xmlns:a16="http://schemas.microsoft.com/office/drawing/2014/main" id="{480D24E6-1717-9C8C-3585-DEFD3414E544}"/>
              </a:ext>
            </a:extLst>
          </p:cNvPr>
          <p:cNvSpPr/>
          <p:nvPr/>
        </p:nvSpPr>
        <p:spPr>
          <a:xfrm>
            <a:off x="7515247" y="5510184"/>
            <a:ext cx="1218011" cy="408215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accent5"/>
            </a:solidFill>
          </a:ln>
          <a:effectLst>
            <a:outerShdw blurRad="88900" sx="101000" sy="101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>
              <a:defRPr/>
            </a:pPr>
            <a:r>
              <a:rPr lang="zh-CN" altLang="en-US" sz="1400" dirty="0">
                <a:solidFill>
                  <a:schemeClr val="accent5"/>
                </a:solidFill>
                <a:latin typeface="vivo Sans"/>
                <a:ea typeface="vivo Sans"/>
              </a:rPr>
              <a:t>重置</a:t>
            </a:r>
          </a:p>
        </p:txBody>
      </p:sp>
    </p:spTree>
    <p:extLst>
      <p:ext uri="{BB962C8B-B14F-4D97-AF65-F5344CB8AC3E}">
        <p14:creationId xmlns:p14="http://schemas.microsoft.com/office/powerpoint/2010/main" val="30903164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61A84F9-B9C5-631E-5812-15A3BA08F3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文本框 13">
            <a:extLst>
              <a:ext uri="{FF2B5EF4-FFF2-40B4-BE49-F238E27FC236}">
                <a16:creationId xmlns:a16="http://schemas.microsoft.com/office/drawing/2014/main" id="{3A445EB7-EA59-3561-D794-373AD2AC97F1}"/>
              </a:ext>
            </a:extLst>
          </p:cNvPr>
          <p:cNvSpPr txBox="1"/>
          <p:nvPr/>
        </p:nvSpPr>
        <p:spPr>
          <a:xfrm>
            <a:off x="9973342" y="159492"/>
            <a:ext cx="200955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914377">
              <a:defRPr/>
            </a:pPr>
            <a:r>
              <a:rPr lang="en-US" altLang="zh-CN" sz="1600" dirty="0">
                <a:solidFill>
                  <a:srgbClr val="F5F5F5">
                    <a:lumMod val="75000"/>
                  </a:srgbClr>
                </a:solidFill>
                <a:latin typeface="vivo Sans"/>
                <a:ea typeface="vivo Sans"/>
              </a:rPr>
              <a:t>3.0.1</a:t>
            </a:r>
          </a:p>
          <a:p>
            <a:pPr algn="r" defTabSz="914377">
              <a:defRPr/>
            </a:pPr>
            <a:endParaRPr lang="en-US" altLang="zh-CN" sz="1600" dirty="0">
              <a:solidFill>
                <a:srgbClr val="F5F5F5">
                  <a:lumMod val="75000"/>
                </a:srgbClr>
              </a:solidFill>
              <a:latin typeface="vivo Sans"/>
              <a:ea typeface="vivo Sans"/>
            </a:endParaRPr>
          </a:p>
          <a:p>
            <a:pPr algn="r" defTabSz="914377">
              <a:defRPr/>
            </a:pPr>
            <a:endParaRPr lang="zh-CN" altLang="en-US" sz="1600" dirty="0">
              <a:solidFill>
                <a:srgbClr val="F5F5F5">
                  <a:lumMod val="75000"/>
                </a:srgbClr>
              </a:solidFill>
              <a:latin typeface="vivo Sans"/>
              <a:ea typeface="vivo Sans"/>
            </a:endParaRPr>
          </a:p>
        </p:txBody>
      </p:sp>
      <p:sp>
        <p:nvSpPr>
          <p:cNvPr id="7" name="!! 按钮3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75C40A51-736D-EF0A-EB24-18D3CC668971}"/>
              </a:ext>
            </a:extLst>
          </p:cNvPr>
          <p:cNvSpPr/>
          <p:nvPr/>
        </p:nvSpPr>
        <p:spPr>
          <a:xfrm>
            <a:off x="4288463" y="4601649"/>
            <a:ext cx="3253567" cy="408215"/>
          </a:xfrm>
          <a:prstGeom prst="roundRect">
            <a:avLst>
              <a:gd name="adj" fmla="val 50000"/>
            </a:avLst>
          </a:prstGeom>
          <a:noFill/>
          <a:ln w="12700">
            <a:noFill/>
          </a:ln>
          <a:effectLst>
            <a:outerShdw blurRad="88900" sx="101000" sy="101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>
              <a:defRPr/>
            </a:pPr>
            <a:r>
              <a:rPr lang="zh-CN" altLang="en-US" sz="1400" dirty="0">
                <a:noFill/>
                <a:latin typeface="vivo Sans"/>
                <a:ea typeface="vivo Sans"/>
              </a:rPr>
              <a:t>从 本地文件 启动</a:t>
            </a:r>
          </a:p>
        </p:txBody>
      </p:sp>
      <p:sp>
        <p:nvSpPr>
          <p:cNvPr id="10" name="!! 按钮4">
            <a:hlinkClick r:id="rId2" action="ppaction://hlinksldjump"/>
            <a:extLst>
              <a:ext uri="{FF2B5EF4-FFF2-40B4-BE49-F238E27FC236}">
                <a16:creationId xmlns:a16="http://schemas.microsoft.com/office/drawing/2014/main" id="{9822DD43-9665-C4C8-8F70-0C72EEB6A127}"/>
              </a:ext>
            </a:extLst>
          </p:cNvPr>
          <p:cNvSpPr/>
          <p:nvPr/>
        </p:nvSpPr>
        <p:spPr>
          <a:xfrm>
            <a:off x="4288463" y="4021056"/>
            <a:ext cx="3253567" cy="408215"/>
          </a:xfrm>
          <a:prstGeom prst="roundRect">
            <a:avLst>
              <a:gd name="adj" fmla="val 50000"/>
            </a:avLst>
          </a:prstGeom>
          <a:noFill/>
          <a:ln w="12700">
            <a:noFill/>
          </a:ln>
          <a:effectLst>
            <a:outerShdw blurRad="88900" sx="101000" sy="101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>
              <a:defRPr/>
            </a:pPr>
            <a:r>
              <a:rPr lang="zh-CN" altLang="en-US" sz="1400" dirty="0">
                <a:noFill/>
                <a:latin typeface="vivo Sans"/>
                <a:ea typeface="vivo Sans"/>
              </a:rPr>
              <a:t>修改启动顺序</a:t>
            </a:r>
          </a:p>
        </p:txBody>
      </p:sp>
      <p:sp>
        <p:nvSpPr>
          <p:cNvPr id="11" name="!! 按钮2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D3E65617-FCD5-CC9F-BCBB-A100A1A893C5}"/>
              </a:ext>
            </a:extLst>
          </p:cNvPr>
          <p:cNvSpPr/>
          <p:nvPr/>
        </p:nvSpPr>
        <p:spPr>
          <a:xfrm>
            <a:off x="4288463" y="5182244"/>
            <a:ext cx="3253567" cy="408215"/>
          </a:xfrm>
          <a:prstGeom prst="roundRect">
            <a:avLst>
              <a:gd name="adj" fmla="val 50000"/>
            </a:avLst>
          </a:prstGeom>
          <a:noFill/>
          <a:ln w="12700">
            <a:noFill/>
          </a:ln>
          <a:effectLst>
            <a:outerShdw blurRad="88900" sx="101000" sy="101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>
              <a:defRPr/>
            </a:pPr>
            <a:r>
              <a:rPr lang="zh-CN" altLang="en-US" sz="1400" dirty="0">
                <a:noFill/>
                <a:latin typeface="vivo Sans"/>
                <a:ea typeface="vivo Sans"/>
              </a:rPr>
              <a:t>从 其它介质 启动</a:t>
            </a:r>
          </a:p>
        </p:txBody>
      </p:sp>
      <p:sp>
        <p:nvSpPr>
          <p:cNvPr id="12" name="!! 按钮1">
            <a:hlinkClick r:id="rId3" action="ppaction://hlinksldjump"/>
            <a:extLst>
              <a:ext uri="{FF2B5EF4-FFF2-40B4-BE49-F238E27FC236}">
                <a16:creationId xmlns:a16="http://schemas.microsoft.com/office/drawing/2014/main" id="{DC5E81F0-E306-AB80-1915-442A17C0F54B}"/>
              </a:ext>
            </a:extLst>
          </p:cNvPr>
          <p:cNvSpPr/>
          <p:nvPr/>
        </p:nvSpPr>
        <p:spPr>
          <a:xfrm>
            <a:off x="4288463" y="5762837"/>
            <a:ext cx="3253567" cy="408215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>
            <a:outerShdw blurRad="88900" sx="101000" sy="101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>
              <a:defRPr/>
            </a:pPr>
            <a:r>
              <a:rPr lang="zh-CN" altLang="en-US" sz="1400" dirty="0">
                <a:noFill/>
                <a:latin typeface="vivo Sans"/>
                <a:ea typeface="vivo Sans"/>
              </a:rPr>
              <a:t>返回</a:t>
            </a:r>
          </a:p>
        </p:txBody>
      </p:sp>
      <p:sp>
        <p:nvSpPr>
          <p:cNvPr id="13" name="!! 按钮5">
            <a:hlinkClick r:id="rId2" action="ppaction://hlinksldjump"/>
            <a:extLst>
              <a:ext uri="{FF2B5EF4-FFF2-40B4-BE49-F238E27FC236}">
                <a16:creationId xmlns:a16="http://schemas.microsoft.com/office/drawing/2014/main" id="{6B6DD88A-6879-1593-6D77-63516131EC62}"/>
              </a:ext>
            </a:extLst>
          </p:cNvPr>
          <p:cNvSpPr/>
          <p:nvPr/>
        </p:nvSpPr>
        <p:spPr>
          <a:xfrm>
            <a:off x="4288463" y="3440461"/>
            <a:ext cx="3253567" cy="408215"/>
          </a:xfrm>
          <a:prstGeom prst="roundRect">
            <a:avLst>
              <a:gd name="adj" fmla="val 50000"/>
            </a:avLst>
          </a:prstGeom>
          <a:noFill/>
          <a:ln w="12700">
            <a:noFill/>
          </a:ln>
          <a:effectLst>
            <a:outerShdw blurRad="88900" sx="101000" sy="101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>
              <a:defRPr/>
            </a:pPr>
            <a:r>
              <a:rPr lang="zh-CN" altLang="en-US" sz="1400" dirty="0">
                <a:noFill/>
                <a:latin typeface="vivo Sans"/>
                <a:ea typeface="vivo Sans"/>
              </a:rPr>
              <a:t>启动安全模式</a:t>
            </a:r>
          </a:p>
        </p:txBody>
      </p:sp>
      <p:sp>
        <p:nvSpPr>
          <p:cNvPr id="15" name="!! 副标题">
            <a:extLst>
              <a:ext uri="{FF2B5EF4-FFF2-40B4-BE49-F238E27FC236}">
                <a16:creationId xmlns:a16="http://schemas.microsoft.com/office/drawing/2014/main" id="{DCB37E0A-6BB0-3407-C452-005B424FF613}"/>
              </a:ext>
            </a:extLst>
          </p:cNvPr>
          <p:cNvSpPr txBox="1"/>
          <p:nvPr/>
        </p:nvSpPr>
        <p:spPr>
          <a:xfrm>
            <a:off x="4139607" y="1679941"/>
            <a:ext cx="3551275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 defTabSz="914377">
              <a:defRPr/>
            </a:pPr>
            <a:r>
              <a:rPr lang="en-US" altLang="zh-CN" dirty="0">
                <a:noFill/>
                <a:latin typeface="vivo Sans"/>
                <a:ea typeface="vivo Sans"/>
              </a:rPr>
              <a:t>Leaf Boot Tool</a:t>
            </a:r>
            <a:endParaRPr lang="zh-CN" altLang="en-US" dirty="0">
              <a:noFill/>
              <a:latin typeface="vivo Sans"/>
              <a:ea typeface="vivo Sans"/>
            </a:endParaRPr>
          </a:p>
        </p:txBody>
      </p:sp>
      <p:sp>
        <p:nvSpPr>
          <p:cNvPr id="16" name="!! 大标题">
            <a:extLst>
              <a:ext uri="{FF2B5EF4-FFF2-40B4-BE49-F238E27FC236}">
                <a16:creationId xmlns:a16="http://schemas.microsoft.com/office/drawing/2014/main" id="{D99FCF6C-E18E-C1C0-0168-1FC5B8BA638E}"/>
              </a:ext>
            </a:extLst>
          </p:cNvPr>
          <p:cNvSpPr txBox="1"/>
          <p:nvPr/>
        </p:nvSpPr>
        <p:spPr>
          <a:xfrm>
            <a:off x="4139607" y="1095169"/>
            <a:ext cx="3551275" cy="5847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 defTabSz="914377">
              <a:defRPr/>
            </a:pPr>
            <a:r>
              <a:rPr lang="en-US" altLang="zh-CN" sz="3200" dirty="0">
                <a:noFill/>
                <a:latin typeface="vivo Sans Medium"/>
                <a:ea typeface="vivo Sans Medium"/>
              </a:rPr>
              <a:t>Leaf </a:t>
            </a:r>
            <a:r>
              <a:rPr lang="zh-CN" altLang="en-US" sz="3200" dirty="0">
                <a:noFill/>
                <a:latin typeface="vivo Sans Medium"/>
                <a:ea typeface="vivo Sans Medium"/>
              </a:rPr>
              <a:t>引导工具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F835109A-EBF2-CFAC-1AB0-7BCABC65B8AE}"/>
              </a:ext>
            </a:extLst>
          </p:cNvPr>
          <p:cNvSpPr txBox="1"/>
          <p:nvPr/>
        </p:nvSpPr>
        <p:spPr>
          <a:xfrm>
            <a:off x="1360967" y="996957"/>
            <a:ext cx="243485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377">
              <a:defRPr/>
            </a:pPr>
            <a:r>
              <a:rPr lang="zh-CN" altLang="en-US" sz="3200" dirty="0">
                <a:solidFill>
                  <a:srgbClr val="181818"/>
                </a:solidFill>
                <a:latin typeface="vivo Sans Medium"/>
                <a:ea typeface="vivo Sans Medium"/>
              </a:rPr>
              <a:t>启动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5E1C40BC-581C-38DB-7F3E-A3197B647666}"/>
              </a:ext>
            </a:extLst>
          </p:cNvPr>
          <p:cNvSpPr/>
          <p:nvPr/>
        </p:nvSpPr>
        <p:spPr>
          <a:xfrm>
            <a:off x="-1152646" y="1687561"/>
            <a:ext cx="2520000" cy="4571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>
              <a:defRPr/>
            </a:pPr>
            <a:endParaRPr lang="zh-CN" altLang="en-US">
              <a:solidFill>
                <a:srgbClr val="F5F5F5"/>
              </a:solidFill>
              <a:latin typeface="vivo Sans"/>
              <a:ea typeface="vivo Sans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EDA39C6E-DBB9-CABF-8B70-BF2983697451}"/>
              </a:ext>
            </a:extLst>
          </p:cNvPr>
          <p:cNvSpPr/>
          <p:nvPr/>
        </p:nvSpPr>
        <p:spPr>
          <a:xfrm>
            <a:off x="2" y="0"/>
            <a:ext cx="1360967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>
              <a:defRPr/>
            </a:pPr>
            <a:endParaRPr lang="zh-CN" altLang="en-US">
              <a:solidFill>
                <a:srgbClr val="F5F5F5"/>
              </a:solidFill>
              <a:latin typeface="vivo Sans"/>
              <a:ea typeface="vivo Sans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1238DB75-AF6C-55BB-523E-50204209A510}"/>
              </a:ext>
            </a:extLst>
          </p:cNvPr>
          <p:cNvSpPr/>
          <p:nvPr/>
        </p:nvSpPr>
        <p:spPr>
          <a:xfrm>
            <a:off x="10708817" y="0"/>
            <a:ext cx="1475019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>
              <a:defRPr/>
            </a:pPr>
            <a:endParaRPr lang="zh-CN" altLang="en-US">
              <a:solidFill>
                <a:srgbClr val="F5F5F5"/>
              </a:solidFill>
              <a:latin typeface="vivo Sans"/>
              <a:ea typeface="vivo Sans"/>
            </a:endParaRPr>
          </a:p>
        </p:txBody>
      </p:sp>
    </p:spTree>
    <p:extLst>
      <p:ext uri="{BB962C8B-B14F-4D97-AF65-F5344CB8AC3E}">
        <p14:creationId xmlns:p14="http://schemas.microsoft.com/office/powerpoint/2010/main" val="16470383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 advClick="0" advTm="3000">
        <p159:morph option="byObject"/>
      </p:transition>
    </mc:Choice>
    <mc:Fallback xmlns="">
      <p:transition advClick="0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3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-2.96296E-6 L 0.02526 -0.00023 " pathEditMode="relative" rAng="0" ptsTypes="AA">
                                      <p:cBhvr>
                                        <p:cTn id="9" dur="250" spd="-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63" y="-23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63" presetClass="path" presetSubtype="0" repeatCount="indefinite" accel="50000" decel="50000" fill="remove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375E-6 4.44444E-6 L 1.06967 4.44444E-6 " pathEditMode="relative" rAng="0" ptsTypes="AA">
                                      <p:cBhvr>
                                        <p:cTn id="14" dur="1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3477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7" grpId="1"/>
      <p:bldP spid="24" grpId="0" animBg="1"/>
      <p:bldP spid="24" grpId="1" animBg="1"/>
    </p:bld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73A3829-A1CC-3959-A644-583D9ABFB7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文本框 13">
            <a:extLst>
              <a:ext uri="{FF2B5EF4-FFF2-40B4-BE49-F238E27FC236}">
                <a16:creationId xmlns:a16="http://schemas.microsoft.com/office/drawing/2014/main" id="{F4BFA3C1-543A-78B1-ABCE-89BD8EE946A3}"/>
              </a:ext>
            </a:extLst>
          </p:cNvPr>
          <p:cNvSpPr txBox="1"/>
          <p:nvPr/>
        </p:nvSpPr>
        <p:spPr>
          <a:xfrm>
            <a:off x="9973342" y="159492"/>
            <a:ext cx="200955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914377">
              <a:defRPr/>
            </a:pPr>
            <a:r>
              <a:rPr lang="en-US" altLang="zh-CN" sz="1600" dirty="0">
                <a:solidFill>
                  <a:srgbClr val="F5F5F5">
                    <a:lumMod val="75000"/>
                  </a:srgbClr>
                </a:solidFill>
                <a:latin typeface="vivo Sans"/>
                <a:ea typeface="vivo Sans"/>
              </a:rPr>
              <a:t>3.0.1</a:t>
            </a:r>
          </a:p>
          <a:p>
            <a:pPr algn="r" defTabSz="914377">
              <a:defRPr/>
            </a:pPr>
            <a:endParaRPr lang="en-US" altLang="zh-CN" sz="1600" dirty="0">
              <a:solidFill>
                <a:srgbClr val="F5F5F5">
                  <a:lumMod val="75000"/>
                </a:srgbClr>
              </a:solidFill>
              <a:latin typeface="vivo Sans"/>
              <a:ea typeface="vivo Sans"/>
            </a:endParaRPr>
          </a:p>
          <a:p>
            <a:pPr algn="r" defTabSz="914377">
              <a:defRPr/>
            </a:pPr>
            <a:endParaRPr lang="zh-CN" altLang="en-US" sz="1600" dirty="0">
              <a:solidFill>
                <a:srgbClr val="F5F5F5">
                  <a:lumMod val="75000"/>
                </a:srgbClr>
              </a:solidFill>
              <a:latin typeface="vivo Sans"/>
              <a:ea typeface="vivo Sans"/>
            </a:endParaRPr>
          </a:p>
        </p:txBody>
      </p:sp>
      <p:sp>
        <p:nvSpPr>
          <p:cNvPr id="7" name="!! 按钮3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5495610C-099F-5FFD-6D2A-7AFF5ADF887A}"/>
              </a:ext>
            </a:extLst>
          </p:cNvPr>
          <p:cNvSpPr/>
          <p:nvPr/>
        </p:nvSpPr>
        <p:spPr>
          <a:xfrm>
            <a:off x="4288463" y="4601649"/>
            <a:ext cx="3253567" cy="408215"/>
          </a:xfrm>
          <a:prstGeom prst="roundRect">
            <a:avLst>
              <a:gd name="adj" fmla="val 50000"/>
            </a:avLst>
          </a:prstGeom>
          <a:noFill/>
          <a:ln w="12700">
            <a:noFill/>
          </a:ln>
          <a:effectLst>
            <a:outerShdw blurRad="88900" sx="101000" sy="101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>
              <a:defRPr/>
            </a:pPr>
            <a:r>
              <a:rPr lang="zh-CN" altLang="en-US" sz="1400" dirty="0">
                <a:noFill/>
                <a:latin typeface="vivo Sans"/>
                <a:ea typeface="vivo Sans"/>
              </a:rPr>
              <a:t>从 本地文件 启动</a:t>
            </a:r>
          </a:p>
        </p:txBody>
      </p:sp>
      <p:sp>
        <p:nvSpPr>
          <p:cNvPr id="10" name="!! 按钮4">
            <a:hlinkClick r:id="rId2" action="ppaction://hlinksldjump"/>
            <a:extLst>
              <a:ext uri="{FF2B5EF4-FFF2-40B4-BE49-F238E27FC236}">
                <a16:creationId xmlns:a16="http://schemas.microsoft.com/office/drawing/2014/main" id="{9EA00471-0B0C-58F0-6944-A431ABCC6F1E}"/>
              </a:ext>
            </a:extLst>
          </p:cNvPr>
          <p:cNvSpPr/>
          <p:nvPr/>
        </p:nvSpPr>
        <p:spPr>
          <a:xfrm>
            <a:off x="4288463" y="4021056"/>
            <a:ext cx="3253567" cy="408215"/>
          </a:xfrm>
          <a:prstGeom prst="roundRect">
            <a:avLst>
              <a:gd name="adj" fmla="val 50000"/>
            </a:avLst>
          </a:prstGeom>
          <a:noFill/>
          <a:ln w="12700">
            <a:noFill/>
          </a:ln>
          <a:effectLst>
            <a:outerShdw blurRad="88900" sx="101000" sy="101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>
              <a:defRPr/>
            </a:pPr>
            <a:r>
              <a:rPr lang="zh-CN" altLang="en-US" sz="1400" dirty="0">
                <a:noFill/>
                <a:latin typeface="vivo Sans"/>
                <a:ea typeface="vivo Sans"/>
              </a:rPr>
              <a:t>修改启动顺序</a:t>
            </a:r>
          </a:p>
        </p:txBody>
      </p:sp>
      <p:sp>
        <p:nvSpPr>
          <p:cNvPr id="11" name="!! 按钮2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FA3D26D8-5157-09A4-7447-0AFFF318155F}"/>
              </a:ext>
            </a:extLst>
          </p:cNvPr>
          <p:cNvSpPr/>
          <p:nvPr/>
        </p:nvSpPr>
        <p:spPr>
          <a:xfrm>
            <a:off x="4288463" y="5182244"/>
            <a:ext cx="3253567" cy="408215"/>
          </a:xfrm>
          <a:prstGeom prst="roundRect">
            <a:avLst>
              <a:gd name="adj" fmla="val 50000"/>
            </a:avLst>
          </a:prstGeom>
          <a:noFill/>
          <a:ln w="12700">
            <a:noFill/>
          </a:ln>
          <a:effectLst>
            <a:outerShdw blurRad="88900" sx="101000" sy="101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>
              <a:defRPr/>
            </a:pPr>
            <a:r>
              <a:rPr lang="zh-CN" altLang="en-US" sz="1400" dirty="0">
                <a:noFill/>
                <a:latin typeface="vivo Sans"/>
                <a:ea typeface="vivo Sans"/>
              </a:rPr>
              <a:t>从 其它介质 启动</a:t>
            </a:r>
          </a:p>
        </p:txBody>
      </p:sp>
      <p:sp>
        <p:nvSpPr>
          <p:cNvPr id="12" name="!! 按钮1">
            <a:hlinkClick r:id="rId3" action="ppaction://hlinksldjump"/>
            <a:extLst>
              <a:ext uri="{FF2B5EF4-FFF2-40B4-BE49-F238E27FC236}">
                <a16:creationId xmlns:a16="http://schemas.microsoft.com/office/drawing/2014/main" id="{2E4D9179-87DA-6850-9DF7-E216B2AC3F2C}"/>
              </a:ext>
            </a:extLst>
          </p:cNvPr>
          <p:cNvSpPr/>
          <p:nvPr/>
        </p:nvSpPr>
        <p:spPr>
          <a:xfrm>
            <a:off x="4288463" y="5762837"/>
            <a:ext cx="3253567" cy="408215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>
            <a:outerShdw blurRad="88900" sx="101000" sy="101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>
              <a:defRPr/>
            </a:pPr>
            <a:r>
              <a:rPr lang="zh-CN" altLang="en-US" sz="1400" dirty="0">
                <a:noFill/>
                <a:latin typeface="vivo Sans"/>
                <a:ea typeface="vivo Sans"/>
              </a:rPr>
              <a:t>返回</a:t>
            </a:r>
          </a:p>
        </p:txBody>
      </p:sp>
      <p:sp>
        <p:nvSpPr>
          <p:cNvPr id="13" name="!! 按钮5">
            <a:hlinkClick r:id="rId2" action="ppaction://hlinksldjump"/>
            <a:extLst>
              <a:ext uri="{FF2B5EF4-FFF2-40B4-BE49-F238E27FC236}">
                <a16:creationId xmlns:a16="http://schemas.microsoft.com/office/drawing/2014/main" id="{50D84B93-3CCC-3E22-CC08-5B415AB35B55}"/>
              </a:ext>
            </a:extLst>
          </p:cNvPr>
          <p:cNvSpPr/>
          <p:nvPr/>
        </p:nvSpPr>
        <p:spPr>
          <a:xfrm>
            <a:off x="4288463" y="3440461"/>
            <a:ext cx="3253567" cy="408215"/>
          </a:xfrm>
          <a:prstGeom prst="roundRect">
            <a:avLst>
              <a:gd name="adj" fmla="val 50000"/>
            </a:avLst>
          </a:prstGeom>
          <a:noFill/>
          <a:ln w="12700">
            <a:noFill/>
          </a:ln>
          <a:effectLst>
            <a:outerShdw blurRad="88900" sx="101000" sy="101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>
              <a:defRPr/>
            </a:pPr>
            <a:r>
              <a:rPr lang="zh-CN" altLang="en-US" sz="1400" dirty="0">
                <a:noFill/>
                <a:latin typeface="vivo Sans"/>
                <a:ea typeface="vivo Sans"/>
              </a:rPr>
              <a:t>启动安全模式</a:t>
            </a:r>
          </a:p>
        </p:txBody>
      </p:sp>
      <p:sp>
        <p:nvSpPr>
          <p:cNvPr id="15" name="!! 副标题">
            <a:extLst>
              <a:ext uri="{FF2B5EF4-FFF2-40B4-BE49-F238E27FC236}">
                <a16:creationId xmlns:a16="http://schemas.microsoft.com/office/drawing/2014/main" id="{E1CA08B6-8D47-6557-9336-3B328D85EF24}"/>
              </a:ext>
            </a:extLst>
          </p:cNvPr>
          <p:cNvSpPr txBox="1"/>
          <p:nvPr/>
        </p:nvSpPr>
        <p:spPr>
          <a:xfrm>
            <a:off x="4139607" y="1679941"/>
            <a:ext cx="3551275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 defTabSz="914377">
              <a:defRPr/>
            </a:pPr>
            <a:r>
              <a:rPr lang="en-US" altLang="zh-CN" dirty="0">
                <a:noFill/>
                <a:latin typeface="vivo Sans"/>
                <a:ea typeface="vivo Sans"/>
              </a:rPr>
              <a:t>Leaf Boot Tool</a:t>
            </a:r>
            <a:endParaRPr lang="zh-CN" altLang="en-US" dirty="0">
              <a:noFill/>
              <a:latin typeface="vivo Sans"/>
              <a:ea typeface="vivo Sans"/>
            </a:endParaRPr>
          </a:p>
        </p:txBody>
      </p:sp>
      <p:sp>
        <p:nvSpPr>
          <p:cNvPr id="16" name="!! 大标题">
            <a:extLst>
              <a:ext uri="{FF2B5EF4-FFF2-40B4-BE49-F238E27FC236}">
                <a16:creationId xmlns:a16="http://schemas.microsoft.com/office/drawing/2014/main" id="{87A7E006-0031-7BBC-9AEC-344B9CE6FA35}"/>
              </a:ext>
            </a:extLst>
          </p:cNvPr>
          <p:cNvSpPr txBox="1"/>
          <p:nvPr/>
        </p:nvSpPr>
        <p:spPr>
          <a:xfrm>
            <a:off x="4139607" y="1095169"/>
            <a:ext cx="3551275" cy="5847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 defTabSz="914377">
              <a:defRPr/>
            </a:pPr>
            <a:r>
              <a:rPr lang="en-US" altLang="zh-CN" sz="3200" dirty="0">
                <a:noFill/>
                <a:latin typeface="vivo Sans Medium"/>
                <a:ea typeface="vivo Sans Medium"/>
              </a:rPr>
              <a:t>Leaf </a:t>
            </a:r>
            <a:r>
              <a:rPr lang="zh-CN" altLang="en-US" sz="3200" dirty="0">
                <a:noFill/>
                <a:latin typeface="vivo Sans Medium"/>
                <a:ea typeface="vivo Sans Medium"/>
              </a:rPr>
              <a:t>引导工具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BFF41EFF-17BD-164D-E9EC-4AFE4206C76C}"/>
              </a:ext>
            </a:extLst>
          </p:cNvPr>
          <p:cNvSpPr txBox="1"/>
          <p:nvPr/>
        </p:nvSpPr>
        <p:spPr>
          <a:xfrm>
            <a:off x="1360967" y="996957"/>
            <a:ext cx="243485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377">
              <a:defRPr/>
            </a:pPr>
            <a:r>
              <a:rPr lang="zh-CN" altLang="en-US" sz="3200" dirty="0">
                <a:solidFill>
                  <a:srgbClr val="181818"/>
                </a:solidFill>
                <a:latin typeface="vivo Sans Medium"/>
                <a:ea typeface="vivo Sans Medium"/>
              </a:rPr>
              <a:t>启动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D2936693-BB51-853D-2AB9-08DCFAB5F689}"/>
              </a:ext>
            </a:extLst>
          </p:cNvPr>
          <p:cNvSpPr/>
          <p:nvPr/>
        </p:nvSpPr>
        <p:spPr>
          <a:xfrm>
            <a:off x="2" y="0"/>
            <a:ext cx="1360967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>
              <a:defRPr/>
            </a:pPr>
            <a:endParaRPr lang="zh-CN" altLang="en-US">
              <a:solidFill>
                <a:srgbClr val="F5F5F5"/>
              </a:solidFill>
              <a:latin typeface="vivo Sans"/>
              <a:ea typeface="vivo Sans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CF88B84F-7528-FD99-279A-0A39A2CA1700}"/>
              </a:ext>
            </a:extLst>
          </p:cNvPr>
          <p:cNvSpPr/>
          <p:nvPr/>
        </p:nvSpPr>
        <p:spPr>
          <a:xfrm>
            <a:off x="10708817" y="0"/>
            <a:ext cx="1475019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>
              <a:defRPr/>
            </a:pPr>
            <a:endParaRPr lang="zh-CN" altLang="en-US">
              <a:solidFill>
                <a:srgbClr val="F5F5F5"/>
              </a:solidFill>
              <a:latin typeface="vivo Sans"/>
              <a:ea typeface="vivo Sans"/>
            </a:endParaRPr>
          </a:p>
        </p:txBody>
      </p:sp>
      <p:sp>
        <p:nvSpPr>
          <p:cNvPr id="2" name="!! 按钮1">
            <a:hlinkClick r:id="rId4" action="ppaction://hlinksldjump"/>
            <a:extLst>
              <a:ext uri="{FF2B5EF4-FFF2-40B4-BE49-F238E27FC236}">
                <a16:creationId xmlns:a16="http://schemas.microsoft.com/office/drawing/2014/main" id="{AA5CDBF2-B89E-8667-C179-820C17CA0399}"/>
              </a:ext>
            </a:extLst>
          </p:cNvPr>
          <p:cNvSpPr/>
          <p:nvPr/>
        </p:nvSpPr>
        <p:spPr>
          <a:xfrm>
            <a:off x="8884364" y="5510184"/>
            <a:ext cx="1817511" cy="40821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  <a:effectLst>
            <a:outerShdw blurRad="88900" sx="101000" sy="101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>
              <a:defRPr/>
            </a:pPr>
            <a:r>
              <a:rPr lang="zh-CN" altLang="en-US" sz="1400" dirty="0">
                <a:solidFill>
                  <a:srgbClr val="FFFFFF"/>
                </a:solidFill>
                <a:latin typeface="vivo Sans"/>
                <a:ea typeface="vivo Sans"/>
              </a:rPr>
              <a:t>保存并返回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78CEF62-FF90-9D20-F99B-299BB1CBF3E9}"/>
              </a:ext>
            </a:extLst>
          </p:cNvPr>
          <p:cNvSpPr txBox="1"/>
          <p:nvPr/>
        </p:nvSpPr>
        <p:spPr>
          <a:xfrm>
            <a:off x="1360967" y="1581733"/>
            <a:ext cx="5113867" cy="3868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377">
              <a:lnSpc>
                <a:spcPct val="114000"/>
              </a:lnSpc>
              <a:defRPr/>
            </a:pPr>
            <a:r>
              <a:rPr lang="zh-CN" altLang="en-US" dirty="0">
                <a:solidFill>
                  <a:srgbClr val="181818"/>
                </a:solidFill>
                <a:latin typeface="vivo Sans"/>
                <a:ea typeface="vivo Sans"/>
              </a:rPr>
              <a:t>修改启动顺序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E875AAD6-FBE6-1604-08D7-7353E0908F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6314986"/>
              </p:ext>
            </p:extLst>
          </p:nvPr>
        </p:nvGraphicFramePr>
        <p:xfrm>
          <a:off x="1484993" y="2066779"/>
          <a:ext cx="9223824" cy="3708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881204">
                  <a:extLst>
                    <a:ext uri="{9D8B030D-6E8A-4147-A177-3AD203B41FA5}">
                      <a16:colId xmlns:a16="http://schemas.microsoft.com/office/drawing/2014/main" val="1205689511"/>
                    </a:ext>
                  </a:extLst>
                </a:gridCol>
                <a:gridCol w="8342620">
                  <a:extLst>
                    <a:ext uri="{9D8B030D-6E8A-4147-A177-3AD203B41FA5}">
                      <a16:colId xmlns:a16="http://schemas.microsoft.com/office/drawing/2014/main" val="246623165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dirty="0"/>
                        <a:t>1</a:t>
                      </a:r>
                      <a:endParaRPr lang="zh-CN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dirty="0"/>
                        <a:t>Leaf OS 5 For Pad</a:t>
                      </a:r>
                      <a:endParaRPr lang="zh-CN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8933977"/>
                  </a:ext>
                </a:extLst>
              </a:tr>
            </a:tbl>
          </a:graphicData>
        </a:graphic>
      </p:graphicFrame>
      <p:sp>
        <p:nvSpPr>
          <p:cNvPr id="6" name="!! 按钮2">
            <a:hlinkClick r:id="rId4" action="ppaction://hlinksldjump"/>
            <a:extLst>
              <a:ext uri="{FF2B5EF4-FFF2-40B4-BE49-F238E27FC236}">
                <a16:creationId xmlns:a16="http://schemas.microsoft.com/office/drawing/2014/main" id="{91E6184A-2119-8F66-0F5E-58840FB3569B}"/>
              </a:ext>
            </a:extLst>
          </p:cNvPr>
          <p:cNvSpPr/>
          <p:nvPr/>
        </p:nvSpPr>
        <p:spPr>
          <a:xfrm>
            <a:off x="7539543" y="5510184"/>
            <a:ext cx="1218011" cy="408215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accent1"/>
            </a:solidFill>
          </a:ln>
          <a:effectLst>
            <a:outerShdw blurRad="88900" sx="101000" sy="101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>
              <a:defRPr/>
            </a:pPr>
            <a:r>
              <a:rPr lang="zh-CN" altLang="en-US" sz="1400" dirty="0">
                <a:solidFill>
                  <a:srgbClr val="62A8D3"/>
                </a:solidFill>
                <a:latin typeface="vivo Sans"/>
                <a:ea typeface="vivo Sans"/>
              </a:rPr>
              <a:t>取消</a:t>
            </a:r>
          </a:p>
        </p:txBody>
      </p:sp>
    </p:spTree>
    <p:extLst>
      <p:ext uri="{BB962C8B-B14F-4D97-AF65-F5344CB8AC3E}">
        <p14:creationId xmlns:p14="http://schemas.microsoft.com/office/powerpoint/2010/main" val="24417280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 advClick="0">
        <p:fade/>
      </p:transition>
    </mc:Choice>
    <mc:Fallback xmlns="">
      <p:transition advClick="0">
        <p:fade/>
      </p:transition>
    </mc:Fallback>
  </mc:AlternateContent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64EBDA8-3784-2D45-E8DB-75D638A91F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文本框 13">
            <a:extLst>
              <a:ext uri="{FF2B5EF4-FFF2-40B4-BE49-F238E27FC236}">
                <a16:creationId xmlns:a16="http://schemas.microsoft.com/office/drawing/2014/main" id="{068E5FAA-53C2-A635-6F8C-FEDB9318C516}"/>
              </a:ext>
            </a:extLst>
          </p:cNvPr>
          <p:cNvSpPr txBox="1"/>
          <p:nvPr/>
        </p:nvSpPr>
        <p:spPr>
          <a:xfrm>
            <a:off x="9973342" y="159492"/>
            <a:ext cx="200955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914377">
              <a:defRPr/>
            </a:pPr>
            <a:r>
              <a:rPr lang="en-US" altLang="zh-CN" sz="1600" dirty="0">
                <a:solidFill>
                  <a:srgbClr val="F5F5F5">
                    <a:lumMod val="75000"/>
                  </a:srgbClr>
                </a:solidFill>
                <a:latin typeface="vivo Sans"/>
                <a:ea typeface="vivo Sans"/>
              </a:rPr>
              <a:t>3.0.1</a:t>
            </a:r>
          </a:p>
          <a:p>
            <a:pPr algn="r" defTabSz="914377">
              <a:defRPr/>
            </a:pPr>
            <a:endParaRPr lang="en-US" altLang="zh-CN" sz="1600" dirty="0">
              <a:solidFill>
                <a:srgbClr val="F5F5F5">
                  <a:lumMod val="75000"/>
                </a:srgbClr>
              </a:solidFill>
              <a:latin typeface="vivo Sans"/>
              <a:ea typeface="vivo Sans"/>
            </a:endParaRPr>
          </a:p>
          <a:p>
            <a:pPr algn="r" defTabSz="914377">
              <a:defRPr/>
            </a:pPr>
            <a:endParaRPr lang="zh-CN" altLang="en-US" sz="1600" dirty="0">
              <a:solidFill>
                <a:srgbClr val="F5F5F5">
                  <a:lumMod val="75000"/>
                </a:srgbClr>
              </a:solidFill>
              <a:latin typeface="vivo Sans"/>
              <a:ea typeface="vivo Sans"/>
            </a:endParaRPr>
          </a:p>
        </p:txBody>
      </p:sp>
      <p:sp>
        <p:nvSpPr>
          <p:cNvPr id="7" name="!! 按钮3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4FD6965B-613E-98FA-0E22-929429FB9912}"/>
              </a:ext>
            </a:extLst>
          </p:cNvPr>
          <p:cNvSpPr/>
          <p:nvPr/>
        </p:nvSpPr>
        <p:spPr>
          <a:xfrm>
            <a:off x="4288463" y="4601649"/>
            <a:ext cx="3253567" cy="408215"/>
          </a:xfrm>
          <a:prstGeom prst="roundRect">
            <a:avLst>
              <a:gd name="adj" fmla="val 50000"/>
            </a:avLst>
          </a:prstGeom>
          <a:noFill/>
          <a:ln w="12700">
            <a:noFill/>
          </a:ln>
          <a:effectLst>
            <a:outerShdw blurRad="88900" sx="101000" sy="101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>
              <a:defRPr/>
            </a:pPr>
            <a:r>
              <a:rPr lang="zh-CN" altLang="en-US" sz="1400" dirty="0">
                <a:noFill/>
                <a:latin typeface="vivo Sans"/>
                <a:ea typeface="vivo Sans"/>
              </a:rPr>
              <a:t>从 本地文件 启动</a:t>
            </a:r>
          </a:p>
        </p:txBody>
      </p:sp>
      <p:sp>
        <p:nvSpPr>
          <p:cNvPr id="10" name="!! 按钮4">
            <a:hlinkClick r:id="rId2" action="ppaction://hlinksldjump"/>
            <a:extLst>
              <a:ext uri="{FF2B5EF4-FFF2-40B4-BE49-F238E27FC236}">
                <a16:creationId xmlns:a16="http://schemas.microsoft.com/office/drawing/2014/main" id="{3A0F043F-5D65-852B-E793-D0D85C70A226}"/>
              </a:ext>
            </a:extLst>
          </p:cNvPr>
          <p:cNvSpPr/>
          <p:nvPr/>
        </p:nvSpPr>
        <p:spPr>
          <a:xfrm>
            <a:off x="4288463" y="4021056"/>
            <a:ext cx="3253567" cy="408215"/>
          </a:xfrm>
          <a:prstGeom prst="roundRect">
            <a:avLst>
              <a:gd name="adj" fmla="val 50000"/>
            </a:avLst>
          </a:prstGeom>
          <a:noFill/>
          <a:ln w="12700">
            <a:noFill/>
          </a:ln>
          <a:effectLst>
            <a:outerShdw blurRad="88900" sx="101000" sy="101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>
              <a:defRPr/>
            </a:pPr>
            <a:r>
              <a:rPr lang="zh-CN" altLang="en-US" sz="1400" dirty="0">
                <a:noFill/>
                <a:latin typeface="vivo Sans"/>
                <a:ea typeface="vivo Sans"/>
              </a:rPr>
              <a:t>修改启动顺序</a:t>
            </a:r>
          </a:p>
        </p:txBody>
      </p:sp>
      <p:sp>
        <p:nvSpPr>
          <p:cNvPr id="11" name="!! 按钮2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D3FFF2DF-057D-BBB6-5063-D402E7019194}"/>
              </a:ext>
            </a:extLst>
          </p:cNvPr>
          <p:cNvSpPr/>
          <p:nvPr/>
        </p:nvSpPr>
        <p:spPr>
          <a:xfrm>
            <a:off x="4288463" y="5182244"/>
            <a:ext cx="3253567" cy="408215"/>
          </a:xfrm>
          <a:prstGeom prst="roundRect">
            <a:avLst>
              <a:gd name="adj" fmla="val 50000"/>
            </a:avLst>
          </a:prstGeom>
          <a:noFill/>
          <a:ln w="12700">
            <a:noFill/>
          </a:ln>
          <a:effectLst>
            <a:outerShdw blurRad="88900" sx="101000" sy="101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>
              <a:defRPr/>
            </a:pPr>
            <a:r>
              <a:rPr lang="zh-CN" altLang="en-US" sz="1400" dirty="0">
                <a:noFill/>
                <a:latin typeface="vivo Sans"/>
                <a:ea typeface="vivo Sans"/>
              </a:rPr>
              <a:t>从 其它介质 启动</a:t>
            </a:r>
          </a:p>
        </p:txBody>
      </p:sp>
      <p:sp>
        <p:nvSpPr>
          <p:cNvPr id="12" name="!! 按钮1">
            <a:hlinkClick r:id="rId3" action="ppaction://hlinksldjump"/>
            <a:extLst>
              <a:ext uri="{FF2B5EF4-FFF2-40B4-BE49-F238E27FC236}">
                <a16:creationId xmlns:a16="http://schemas.microsoft.com/office/drawing/2014/main" id="{45FA09AD-0BAE-B71B-BA6B-FA2048D10DBE}"/>
              </a:ext>
            </a:extLst>
          </p:cNvPr>
          <p:cNvSpPr/>
          <p:nvPr/>
        </p:nvSpPr>
        <p:spPr>
          <a:xfrm>
            <a:off x="4288463" y="5762837"/>
            <a:ext cx="3253567" cy="408215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>
            <a:outerShdw blurRad="88900" sx="101000" sy="101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>
              <a:defRPr/>
            </a:pPr>
            <a:r>
              <a:rPr lang="zh-CN" altLang="en-US" sz="1400" dirty="0">
                <a:noFill/>
                <a:latin typeface="vivo Sans"/>
                <a:ea typeface="vivo Sans"/>
              </a:rPr>
              <a:t>返回</a:t>
            </a:r>
          </a:p>
        </p:txBody>
      </p:sp>
      <p:sp>
        <p:nvSpPr>
          <p:cNvPr id="13" name="!! 按钮5">
            <a:hlinkClick r:id="rId2" action="ppaction://hlinksldjump"/>
            <a:extLst>
              <a:ext uri="{FF2B5EF4-FFF2-40B4-BE49-F238E27FC236}">
                <a16:creationId xmlns:a16="http://schemas.microsoft.com/office/drawing/2014/main" id="{0EAA24AD-9A96-1DB0-0C9E-6AFACEA95FEE}"/>
              </a:ext>
            </a:extLst>
          </p:cNvPr>
          <p:cNvSpPr/>
          <p:nvPr/>
        </p:nvSpPr>
        <p:spPr>
          <a:xfrm>
            <a:off x="4288463" y="3440461"/>
            <a:ext cx="3253567" cy="408215"/>
          </a:xfrm>
          <a:prstGeom prst="roundRect">
            <a:avLst>
              <a:gd name="adj" fmla="val 50000"/>
            </a:avLst>
          </a:prstGeom>
          <a:noFill/>
          <a:ln w="12700">
            <a:noFill/>
          </a:ln>
          <a:effectLst>
            <a:outerShdw blurRad="88900" sx="101000" sy="101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>
              <a:defRPr/>
            </a:pPr>
            <a:r>
              <a:rPr lang="zh-CN" altLang="en-US" sz="1400" dirty="0">
                <a:noFill/>
                <a:latin typeface="vivo Sans"/>
                <a:ea typeface="vivo Sans"/>
              </a:rPr>
              <a:t>启动安全模式</a:t>
            </a:r>
          </a:p>
        </p:txBody>
      </p:sp>
      <p:sp>
        <p:nvSpPr>
          <p:cNvPr id="15" name="!! 副标题">
            <a:extLst>
              <a:ext uri="{FF2B5EF4-FFF2-40B4-BE49-F238E27FC236}">
                <a16:creationId xmlns:a16="http://schemas.microsoft.com/office/drawing/2014/main" id="{E114C414-6773-C404-86EF-2E3320D47DA3}"/>
              </a:ext>
            </a:extLst>
          </p:cNvPr>
          <p:cNvSpPr txBox="1"/>
          <p:nvPr/>
        </p:nvSpPr>
        <p:spPr>
          <a:xfrm>
            <a:off x="4139607" y="1679941"/>
            <a:ext cx="3551275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 defTabSz="914377">
              <a:defRPr/>
            </a:pPr>
            <a:r>
              <a:rPr lang="en-US" altLang="zh-CN" dirty="0">
                <a:noFill/>
                <a:latin typeface="vivo Sans"/>
                <a:ea typeface="vivo Sans"/>
              </a:rPr>
              <a:t>Leaf Boot Tool</a:t>
            </a:r>
            <a:endParaRPr lang="zh-CN" altLang="en-US" dirty="0">
              <a:noFill/>
              <a:latin typeface="vivo Sans"/>
              <a:ea typeface="vivo Sans"/>
            </a:endParaRPr>
          </a:p>
        </p:txBody>
      </p:sp>
      <p:sp>
        <p:nvSpPr>
          <p:cNvPr id="16" name="!! 大标题">
            <a:extLst>
              <a:ext uri="{FF2B5EF4-FFF2-40B4-BE49-F238E27FC236}">
                <a16:creationId xmlns:a16="http://schemas.microsoft.com/office/drawing/2014/main" id="{BB48265D-BE20-901A-1524-B21F9EA11EB1}"/>
              </a:ext>
            </a:extLst>
          </p:cNvPr>
          <p:cNvSpPr txBox="1"/>
          <p:nvPr/>
        </p:nvSpPr>
        <p:spPr>
          <a:xfrm>
            <a:off x="4139607" y="1095169"/>
            <a:ext cx="3551275" cy="5847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 defTabSz="914377">
              <a:defRPr/>
            </a:pPr>
            <a:r>
              <a:rPr lang="en-US" altLang="zh-CN" sz="3200" dirty="0">
                <a:noFill/>
                <a:latin typeface="vivo Sans Medium"/>
                <a:ea typeface="vivo Sans Medium"/>
              </a:rPr>
              <a:t>Leaf </a:t>
            </a:r>
            <a:r>
              <a:rPr lang="zh-CN" altLang="en-US" sz="3200" dirty="0">
                <a:noFill/>
                <a:latin typeface="vivo Sans Medium"/>
                <a:ea typeface="vivo Sans Medium"/>
              </a:rPr>
              <a:t>引导工具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17501B1-53A5-3E31-E682-4353EA1CCDF3}"/>
              </a:ext>
            </a:extLst>
          </p:cNvPr>
          <p:cNvSpPr txBox="1"/>
          <p:nvPr/>
        </p:nvSpPr>
        <p:spPr>
          <a:xfrm>
            <a:off x="1360967" y="996957"/>
            <a:ext cx="243485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377">
              <a:defRPr/>
            </a:pPr>
            <a:r>
              <a:rPr lang="zh-CN" altLang="en-US" sz="3200" dirty="0">
                <a:solidFill>
                  <a:srgbClr val="181818"/>
                </a:solidFill>
                <a:latin typeface="vivo Sans Medium"/>
                <a:ea typeface="vivo Sans Medium"/>
              </a:rPr>
              <a:t>启动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AC3AC21B-00A9-A768-E8A8-390197CFCF31}"/>
              </a:ext>
            </a:extLst>
          </p:cNvPr>
          <p:cNvSpPr/>
          <p:nvPr/>
        </p:nvSpPr>
        <p:spPr>
          <a:xfrm>
            <a:off x="-1152646" y="1687561"/>
            <a:ext cx="2520000" cy="4571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>
              <a:defRPr/>
            </a:pPr>
            <a:endParaRPr lang="zh-CN" altLang="en-US">
              <a:solidFill>
                <a:srgbClr val="F5F5F5"/>
              </a:solidFill>
              <a:latin typeface="vivo Sans"/>
              <a:ea typeface="vivo Sans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D051D206-B5F1-B0EC-BBC8-498687791C58}"/>
              </a:ext>
            </a:extLst>
          </p:cNvPr>
          <p:cNvSpPr/>
          <p:nvPr/>
        </p:nvSpPr>
        <p:spPr>
          <a:xfrm>
            <a:off x="2" y="0"/>
            <a:ext cx="1360967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>
              <a:defRPr/>
            </a:pPr>
            <a:endParaRPr lang="zh-CN" altLang="en-US">
              <a:solidFill>
                <a:srgbClr val="F5F5F5"/>
              </a:solidFill>
              <a:latin typeface="vivo Sans"/>
              <a:ea typeface="vivo Sans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1A35DB41-AB22-5968-E30E-85AE7D717382}"/>
              </a:ext>
            </a:extLst>
          </p:cNvPr>
          <p:cNvSpPr/>
          <p:nvPr/>
        </p:nvSpPr>
        <p:spPr>
          <a:xfrm>
            <a:off x="10708817" y="0"/>
            <a:ext cx="1475019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>
              <a:defRPr/>
            </a:pPr>
            <a:endParaRPr lang="zh-CN" altLang="en-US">
              <a:solidFill>
                <a:srgbClr val="F5F5F5"/>
              </a:solidFill>
              <a:latin typeface="vivo Sans"/>
              <a:ea typeface="vivo Sans"/>
            </a:endParaRPr>
          </a:p>
        </p:txBody>
      </p:sp>
    </p:spTree>
    <p:extLst>
      <p:ext uri="{BB962C8B-B14F-4D97-AF65-F5344CB8AC3E}">
        <p14:creationId xmlns:p14="http://schemas.microsoft.com/office/powerpoint/2010/main" val="2213894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 advClick="0" advTm="3000">
        <p159:morph option="byObject"/>
      </p:transition>
    </mc:Choice>
    <mc:Fallback xmlns="">
      <p:transition advClick="0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3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-2.96296E-6 L 0.02526 -0.00023 " pathEditMode="relative" rAng="0" ptsTypes="AA">
                                      <p:cBhvr>
                                        <p:cTn id="9" dur="250" spd="-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63" y="-23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63" presetClass="path" presetSubtype="0" repeatCount="indefinite" accel="50000" decel="50000" fill="remove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375E-6 4.44444E-6 L 1.06967 4.44444E-6 " pathEditMode="relative" rAng="0" ptsTypes="AA">
                                      <p:cBhvr>
                                        <p:cTn id="14" dur="1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3477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7" grpId="1"/>
      <p:bldP spid="24" grpId="0" animBg="1"/>
      <p:bldP spid="24" grpId="1" animBg="1"/>
    </p:bld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327574E-B4F8-8CEF-942F-5E84D68EF9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文本框 13">
            <a:extLst>
              <a:ext uri="{FF2B5EF4-FFF2-40B4-BE49-F238E27FC236}">
                <a16:creationId xmlns:a16="http://schemas.microsoft.com/office/drawing/2014/main" id="{A0960F42-18C3-1DD2-1D5B-CCD4616A4092}"/>
              </a:ext>
            </a:extLst>
          </p:cNvPr>
          <p:cNvSpPr txBox="1"/>
          <p:nvPr/>
        </p:nvSpPr>
        <p:spPr>
          <a:xfrm>
            <a:off x="9973342" y="159492"/>
            <a:ext cx="200955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914377">
              <a:defRPr/>
            </a:pPr>
            <a:r>
              <a:rPr lang="en-US" altLang="zh-CN" sz="1600" dirty="0">
                <a:solidFill>
                  <a:srgbClr val="F5F5F5">
                    <a:lumMod val="75000"/>
                  </a:srgbClr>
                </a:solidFill>
                <a:latin typeface="vivo Sans"/>
                <a:ea typeface="vivo Sans"/>
              </a:rPr>
              <a:t>3.0.1</a:t>
            </a:r>
          </a:p>
          <a:p>
            <a:pPr algn="r" defTabSz="914377">
              <a:defRPr/>
            </a:pPr>
            <a:endParaRPr lang="en-US" altLang="zh-CN" sz="1600" dirty="0">
              <a:solidFill>
                <a:srgbClr val="F5F5F5">
                  <a:lumMod val="75000"/>
                </a:srgbClr>
              </a:solidFill>
              <a:latin typeface="vivo Sans"/>
              <a:ea typeface="vivo Sans"/>
            </a:endParaRPr>
          </a:p>
          <a:p>
            <a:pPr algn="r" defTabSz="914377">
              <a:defRPr/>
            </a:pPr>
            <a:endParaRPr lang="zh-CN" altLang="en-US" sz="1600" dirty="0">
              <a:solidFill>
                <a:srgbClr val="F5F5F5">
                  <a:lumMod val="75000"/>
                </a:srgbClr>
              </a:solidFill>
              <a:latin typeface="vivo Sans"/>
              <a:ea typeface="vivo Sans"/>
            </a:endParaRPr>
          </a:p>
        </p:txBody>
      </p:sp>
      <p:sp>
        <p:nvSpPr>
          <p:cNvPr id="7" name="!! 按钮3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3A339F62-A2D4-0FD6-1ECA-BDC2AF8E42F9}"/>
              </a:ext>
            </a:extLst>
          </p:cNvPr>
          <p:cNvSpPr/>
          <p:nvPr/>
        </p:nvSpPr>
        <p:spPr>
          <a:xfrm>
            <a:off x="4288463" y="4601649"/>
            <a:ext cx="3253567" cy="408215"/>
          </a:xfrm>
          <a:prstGeom prst="roundRect">
            <a:avLst>
              <a:gd name="adj" fmla="val 50000"/>
            </a:avLst>
          </a:prstGeom>
          <a:noFill/>
          <a:ln w="12700">
            <a:noFill/>
          </a:ln>
          <a:effectLst>
            <a:outerShdw blurRad="88900" sx="101000" sy="101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>
              <a:defRPr/>
            </a:pPr>
            <a:r>
              <a:rPr lang="zh-CN" altLang="en-US" sz="1400" dirty="0">
                <a:noFill/>
                <a:latin typeface="vivo Sans"/>
                <a:ea typeface="vivo Sans"/>
              </a:rPr>
              <a:t>从 本地文件 启动</a:t>
            </a:r>
          </a:p>
        </p:txBody>
      </p:sp>
      <p:sp>
        <p:nvSpPr>
          <p:cNvPr id="10" name="!! 按钮4">
            <a:hlinkClick r:id="rId2" action="ppaction://hlinksldjump"/>
            <a:extLst>
              <a:ext uri="{FF2B5EF4-FFF2-40B4-BE49-F238E27FC236}">
                <a16:creationId xmlns:a16="http://schemas.microsoft.com/office/drawing/2014/main" id="{C26AB50F-FA67-E837-8B7B-0AC10C0E2A70}"/>
              </a:ext>
            </a:extLst>
          </p:cNvPr>
          <p:cNvSpPr/>
          <p:nvPr/>
        </p:nvSpPr>
        <p:spPr>
          <a:xfrm>
            <a:off x="4288463" y="4021056"/>
            <a:ext cx="3253567" cy="408215"/>
          </a:xfrm>
          <a:prstGeom prst="roundRect">
            <a:avLst>
              <a:gd name="adj" fmla="val 50000"/>
            </a:avLst>
          </a:prstGeom>
          <a:noFill/>
          <a:ln w="12700">
            <a:noFill/>
          </a:ln>
          <a:effectLst>
            <a:outerShdw blurRad="88900" sx="101000" sy="101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>
              <a:defRPr/>
            </a:pPr>
            <a:r>
              <a:rPr lang="zh-CN" altLang="en-US" sz="1400" dirty="0">
                <a:noFill/>
                <a:latin typeface="vivo Sans"/>
                <a:ea typeface="vivo Sans"/>
              </a:rPr>
              <a:t>修改启动顺序</a:t>
            </a:r>
          </a:p>
        </p:txBody>
      </p:sp>
      <p:sp>
        <p:nvSpPr>
          <p:cNvPr id="11" name="!! 按钮2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A385191B-4C9C-AC02-C228-979A754E0414}"/>
              </a:ext>
            </a:extLst>
          </p:cNvPr>
          <p:cNvSpPr/>
          <p:nvPr/>
        </p:nvSpPr>
        <p:spPr>
          <a:xfrm>
            <a:off x="4288463" y="5182244"/>
            <a:ext cx="3253567" cy="408215"/>
          </a:xfrm>
          <a:prstGeom prst="roundRect">
            <a:avLst>
              <a:gd name="adj" fmla="val 50000"/>
            </a:avLst>
          </a:prstGeom>
          <a:noFill/>
          <a:ln w="12700">
            <a:noFill/>
          </a:ln>
          <a:effectLst>
            <a:outerShdw blurRad="88900" sx="101000" sy="101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>
              <a:defRPr/>
            </a:pPr>
            <a:r>
              <a:rPr lang="zh-CN" altLang="en-US" sz="1400" dirty="0">
                <a:noFill/>
                <a:latin typeface="vivo Sans"/>
                <a:ea typeface="vivo Sans"/>
              </a:rPr>
              <a:t>从 其它介质 启动</a:t>
            </a:r>
          </a:p>
        </p:txBody>
      </p:sp>
      <p:sp>
        <p:nvSpPr>
          <p:cNvPr id="12" name="!! 按钮1">
            <a:hlinkClick r:id="rId3" action="ppaction://hlinksldjump"/>
            <a:extLst>
              <a:ext uri="{FF2B5EF4-FFF2-40B4-BE49-F238E27FC236}">
                <a16:creationId xmlns:a16="http://schemas.microsoft.com/office/drawing/2014/main" id="{7B81CFD0-C4F5-0DAE-4002-E98D837A1292}"/>
              </a:ext>
            </a:extLst>
          </p:cNvPr>
          <p:cNvSpPr/>
          <p:nvPr/>
        </p:nvSpPr>
        <p:spPr>
          <a:xfrm>
            <a:off x="4288463" y="5762837"/>
            <a:ext cx="3253567" cy="408215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>
            <a:outerShdw blurRad="88900" sx="101000" sy="101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>
              <a:defRPr/>
            </a:pPr>
            <a:r>
              <a:rPr lang="zh-CN" altLang="en-US" sz="1400" dirty="0">
                <a:noFill/>
                <a:latin typeface="vivo Sans"/>
                <a:ea typeface="vivo Sans"/>
              </a:rPr>
              <a:t>返回</a:t>
            </a:r>
          </a:p>
        </p:txBody>
      </p:sp>
      <p:sp>
        <p:nvSpPr>
          <p:cNvPr id="13" name="!! 按钮5">
            <a:hlinkClick r:id="rId2" action="ppaction://hlinksldjump"/>
            <a:extLst>
              <a:ext uri="{FF2B5EF4-FFF2-40B4-BE49-F238E27FC236}">
                <a16:creationId xmlns:a16="http://schemas.microsoft.com/office/drawing/2014/main" id="{475E24E0-F9DB-1197-7519-F3AE8ED0970C}"/>
              </a:ext>
            </a:extLst>
          </p:cNvPr>
          <p:cNvSpPr/>
          <p:nvPr/>
        </p:nvSpPr>
        <p:spPr>
          <a:xfrm>
            <a:off x="4288463" y="3440461"/>
            <a:ext cx="3253567" cy="408215"/>
          </a:xfrm>
          <a:prstGeom prst="roundRect">
            <a:avLst>
              <a:gd name="adj" fmla="val 50000"/>
            </a:avLst>
          </a:prstGeom>
          <a:noFill/>
          <a:ln w="12700">
            <a:noFill/>
          </a:ln>
          <a:effectLst>
            <a:outerShdw blurRad="88900" sx="101000" sy="101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>
              <a:defRPr/>
            </a:pPr>
            <a:r>
              <a:rPr lang="zh-CN" altLang="en-US" sz="1400" dirty="0">
                <a:noFill/>
                <a:latin typeface="vivo Sans"/>
                <a:ea typeface="vivo Sans"/>
              </a:rPr>
              <a:t>启动安全模式</a:t>
            </a:r>
          </a:p>
        </p:txBody>
      </p:sp>
      <p:sp>
        <p:nvSpPr>
          <p:cNvPr id="15" name="!! 副标题">
            <a:extLst>
              <a:ext uri="{FF2B5EF4-FFF2-40B4-BE49-F238E27FC236}">
                <a16:creationId xmlns:a16="http://schemas.microsoft.com/office/drawing/2014/main" id="{CC0334C6-FE9A-9346-9418-0C257F89DFBC}"/>
              </a:ext>
            </a:extLst>
          </p:cNvPr>
          <p:cNvSpPr txBox="1"/>
          <p:nvPr/>
        </p:nvSpPr>
        <p:spPr>
          <a:xfrm>
            <a:off x="4139607" y="1679941"/>
            <a:ext cx="3551275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 defTabSz="914377">
              <a:defRPr/>
            </a:pPr>
            <a:r>
              <a:rPr lang="en-US" altLang="zh-CN" dirty="0">
                <a:noFill/>
                <a:latin typeface="vivo Sans"/>
                <a:ea typeface="vivo Sans"/>
              </a:rPr>
              <a:t>Leaf Boot Tool</a:t>
            </a:r>
            <a:endParaRPr lang="zh-CN" altLang="en-US" dirty="0">
              <a:noFill/>
              <a:latin typeface="vivo Sans"/>
              <a:ea typeface="vivo Sans"/>
            </a:endParaRPr>
          </a:p>
        </p:txBody>
      </p:sp>
      <p:sp>
        <p:nvSpPr>
          <p:cNvPr id="16" name="!! 大标题">
            <a:extLst>
              <a:ext uri="{FF2B5EF4-FFF2-40B4-BE49-F238E27FC236}">
                <a16:creationId xmlns:a16="http://schemas.microsoft.com/office/drawing/2014/main" id="{340C2E33-7580-5FA6-C566-14F214FA3EED}"/>
              </a:ext>
            </a:extLst>
          </p:cNvPr>
          <p:cNvSpPr txBox="1"/>
          <p:nvPr/>
        </p:nvSpPr>
        <p:spPr>
          <a:xfrm>
            <a:off x="4139607" y="1095169"/>
            <a:ext cx="3551275" cy="5847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 defTabSz="914377">
              <a:defRPr/>
            </a:pPr>
            <a:r>
              <a:rPr lang="en-US" altLang="zh-CN" sz="3200" dirty="0">
                <a:noFill/>
                <a:latin typeface="vivo Sans Medium"/>
                <a:ea typeface="vivo Sans Medium"/>
              </a:rPr>
              <a:t>Leaf </a:t>
            </a:r>
            <a:r>
              <a:rPr lang="zh-CN" altLang="en-US" sz="3200" dirty="0">
                <a:noFill/>
                <a:latin typeface="vivo Sans Medium"/>
                <a:ea typeface="vivo Sans Medium"/>
              </a:rPr>
              <a:t>引导工具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D5E2335-D516-704D-5512-F9735AF9ABBB}"/>
              </a:ext>
            </a:extLst>
          </p:cNvPr>
          <p:cNvSpPr txBox="1"/>
          <p:nvPr/>
        </p:nvSpPr>
        <p:spPr>
          <a:xfrm>
            <a:off x="1360967" y="996957"/>
            <a:ext cx="243485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377">
              <a:defRPr/>
            </a:pPr>
            <a:r>
              <a:rPr lang="zh-CN" altLang="en-US" sz="3200" dirty="0">
                <a:solidFill>
                  <a:srgbClr val="181818"/>
                </a:solidFill>
                <a:latin typeface="vivo Sans Medium"/>
                <a:ea typeface="vivo Sans Medium"/>
              </a:rPr>
              <a:t>启动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5215A0E9-6CCA-8F03-373F-69B5FE3ED2E3}"/>
              </a:ext>
            </a:extLst>
          </p:cNvPr>
          <p:cNvSpPr/>
          <p:nvPr/>
        </p:nvSpPr>
        <p:spPr>
          <a:xfrm>
            <a:off x="-1152646" y="1687561"/>
            <a:ext cx="2520000" cy="4571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>
              <a:defRPr/>
            </a:pPr>
            <a:endParaRPr lang="zh-CN" altLang="en-US">
              <a:solidFill>
                <a:srgbClr val="F5F5F5"/>
              </a:solidFill>
              <a:latin typeface="vivo Sans"/>
              <a:ea typeface="vivo Sans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D393A73E-EF18-3AF0-F829-812DF80E5570}"/>
              </a:ext>
            </a:extLst>
          </p:cNvPr>
          <p:cNvSpPr/>
          <p:nvPr/>
        </p:nvSpPr>
        <p:spPr>
          <a:xfrm>
            <a:off x="2" y="0"/>
            <a:ext cx="1360967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>
              <a:defRPr/>
            </a:pPr>
            <a:endParaRPr lang="zh-CN" altLang="en-US">
              <a:solidFill>
                <a:srgbClr val="F5F5F5"/>
              </a:solidFill>
              <a:latin typeface="vivo Sans"/>
              <a:ea typeface="vivo Sans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A2142992-03D5-45A7-0A3B-6B7D7A293CEE}"/>
              </a:ext>
            </a:extLst>
          </p:cNvPr>
          <p:cNvSpPr/>
          <p:nvPr/>
        </p:nvSpPr>
        <p:spPr>
          <a:xfrm>
            <a:off x="10708817" y="0"/>
            <a:ext cx="1475019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>
              <a:defRPr/>
            </a:pPr>
            <a:endParaRPr lang="zh-CN" altLang="en-US">
              <a:solidFill>
                <a:srgbClr val="F5F5F5"/>
              </a:solidFill>
              <a:latin typeface="vivo Sans"/>
              <a:ea typeface="vivo Sans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AC3D773-3CD7-A7FB-48A8-E26D2F577EAD}"/>
              </a:ext>
            </a:extLst>
          </p:cNvPr>
          <p:cNvSpPr/>
          <p:nvPr/>
        </p:nvSpPr>
        <p:spPr>
          <a:xfrm>
            <a:off x="1" y="0"/>
            <a:ext cx="12183836" cy="6858000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E57D1CDC-4624-0F9D-AEBC-EF9208690892}"/>
              </a:ext>
            </a:extLst>
          </p:cNvPr>
          <p:cNvSpPr/>
          <p:nvPr/>
        </p:nvSpPr>
        <p:spPr>
          <a:xfrm>
            <a:off x="1816100" y="809340"/>
            <a:ext cx="8559800" cy="5239327"/>
          </a:xfrm>
          <a:prstGeom prst="roundRect">
            <a:avLst>
              <a:gd name="adj" fmla="val 1571"/>
            </a:avLst>
          </a:prstGeom>
          <a:solidFill>
            <a:schemeClr val="bg1"/>
          </a:solidFill>
          <a:ln w="19050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rtlCol="0" anchor="ctr"/>
          <a:lstStyle/>
          <a:p>
            <a:pPr algn="ctr" defTabSz="457189">
              <a:defRPr/>
            </a:pPr>
            <a:endParaRPr lang="zh-CN" altLang="en-US" kern="0">
              <a:solidFill>
                <a:prstClr val="white"/>
              </a:solidFill>
              <a:latin typeface="Calibri" panose="020F0502020204030204"/>
              <a:ea typeface="等线" panose="02010600030101010101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F9CAD03-B53A-6636-AB8E-EA6AEF202419}"/>
              </a:ext>
            </a:extLst>
          </p:cNvPr>
          <p:cNvSpPr txBox="1"/>
          <p:nvPr/>
        </p:nvSpPr>
        <p:spPr>
          <a:xfrm>
            <a:off x="2465797" y="1231336"/>
            <a:ext cx="28924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189">
              <a:defRPr/>
            </a:pPr>
            <a:r>
              <a:rPr lang="zh-CN" altLang="en-US" sz="2800" dirty="0">
                <a:latin typeface="+mj-ea"/>
                <a:ea typeface="+mj-ea"/>
                <a:cs typeface="OPPOSans M" panose="00020600040101010101" pitchFamily="18" charset="-122"/>
              </a:rPr>
              <a:t>文件</a:t>
            </a:r>
            <a:endParaRPr lang="en-US" altLang="zh-CN" sz="2800" dirty="0">
              <a:latin typeface="+mj-ea"/>
              <a:ea typeface="+mj-ea"/>
              <a:cs typeface="OPPOSans M" panose="00020600040101010101" pitchFamily="18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83C371F2-C892-C11A-2308-6E52FE856C1E}"/>
              </a:ext>
            </a:extLst>
          </p:cNvPr>
          <p:cNvSpPr txBox="1"/>
          <p:nvPr/>
        </p:nvSpPr>
        <p:spPr>
          <a:xfrm>
            <a:off x="2465798" y="1687564"/>
            <a:ext cx="16461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</a:rPr>
              <a:t>/.../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</a:rPr>
              <a:t>文档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F9615B9-EBB4-2491-3E00-6FC21D6384AB}"/>
              </a:ext>
            </a:extLst>
          </p:cNvPr>
          <p:cNvSpPr txBox="1"/>
          <p:nvPr/>
        </p:nvSpPr>
        <p:spPr>
          <a:xfrm>
            <a:off x="5266348" y="3427034"/>
            <a:ext cx="16593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>
                <a:solidFill>
                  <a:schemeClr val="bg1">
                    <a:lumMod val="75000"/>
                  </a:schemeClr>
                </a:solidFill>
              </a:rPr>
              <a:t>此文件夹为空</a:t>
            </a:r>
          </a:p>
        </p:txBody>
      </p:sp>
      <p:sp>
        <p:nvSpPr>
          <p:cNvPr id="9" name="!! 按钮1">
            <a:extLst>
              <a:ext uri="{FF2B5EF4-FFF2-40B4-BE49-F238E27FC236}">
                <a16:creationId xmlns:a16="http://schemas.microsoft.com/office/drawing/2014/main" id="{2C78658C-6C69-F6D3-7EFE-13CF4D1D4827}"/>
              </a:ext>
            </a:extLst>
          </p:cNvPr>
          <p:cNvSpPr/>
          <p:nvPr/>
        </p:nvSpPr>
        <p:spPr>
          <a:xfrm>
            <a:off x="8545179" y="5319896"/>
            <a:ext cx="1335567" cy="408215"/>
          </a:xfrm>
          <a:prstGeom prst="roundRect">
            <a:avLst>
              <a:gd name="adj" fmla="val 50000"/>
            </a:avLst>
          </a:prstGeom>
          <a:solidFill>
            <a:schemeClr val="bg2">
              <a:lumMod val="95000"/>
            </a:schemeClr>
          </a:solidFill>
          <a:ln w="12700">
            <a:solidFill>
              <a:schemeClr val="bg1">
                <a:lumMod val="75000"/>
              </a:schemeClr>
            </a:solidFill>
          </a:ln>
          <a:effectLst>
            <a:outerShdw blurRad="88900" sx="101000" sy="101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vivo Sans"/>
                <a:ea typeface="vivo Sans"/>
              </a:rPr>
              <a:t>选择</a:t>
            </a:r>
          </a:p>
        </p:txBody>
      </p:sp>
      <p:sp>
        <p:nvSpPr>
          <p:cNvPr id="18" name="!! 按钮1">
            <a:hlinkClick r:id="rId4" action="ppaction://hlinksldjump"/>
            <a:extLst>
              <a:ext uri="{FF2B5EF4-FFF2-40B4-BE49-F238E27FC236}">
                <a16:creationId xmlns:a16="http://schemas.microsoft.com/office/drawing/2014/main" id="{538A3CA9-81C5-6DE8-46C8-E655E01C0D90}"/>
              </a:ext>
            </a:extLst>
          </p:cNvPr>
          <p:cNvSpPr/>
          <p:nvPr/>
        </p:nvSpPr>
        <p:spPr>
          <a:xfrm>
            <a:off x="7029476" y="5319896"/>
            <a:ext cx="1335567" cy="408215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accent1"/>
            </a:solidFill>
          </a:ln>
          <a:effectLst>
            <a:outerShdw blurRad="88900" sx="101000" sy="101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rgbClr val="62A8D3"/>
                </a:solidFill>
                <a:latin typeface="vivo Sans"/>
                <a:ea typeface="vivo Sans"/>
              </a:rPr>
              <a:t>取消</a:t>
            </a:r>
          </a:p>
        </p:txBody>
      </p:sp>
    </p:spTree>
    <p:extLst>
      <p:ext uri="{BB962C8B-B14F-4D97-AF65-F5344CB8AC3E}">
        <p14:creationId xmlns:p14="http://schemas.microsoft.com/office/powerpoint/2010/main" val="2408260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 advClick="0">
        <p:fade/>
      </p:transition>
    </mc:Choice>
    <mc:Fallback xmlns="">
      <p:transition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3" presetClass="path" presetSubtype="0" repeatCount="indefinite" accel="50000" decel="50000" fill="remove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375E-6 4.44444E-6 L 1.06967 4.44444E-6 " pathEditMode="relative" rAng="0" ptsTypes="AA">
                                      <p:cBhvr>
                                        <p:cTn id="9" dur="1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3477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4" grpId="1" animBg="1"/>
    </p:bld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accent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AE603A1-0C19-1EAF-76C7-4C88CEBA8F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文本框 13">
            <a:extLst>
              <a:ext uri="{FF2B5EF4-FFF2-40B4-BE49-F238E27FC236}">
                <a16:creationId xmlns:a16="http://schemas.microsoft.com/office/drawing/2014/main" id="{F531819D-4839-C978-C1AC-80257DEFD019}"/>
              </a:ext>
            </a:extLst>
          </p:cNvPr>
          <p:cNvSpPr txBox="1"/>
          <p:nvPr/>
        </p:nvSpPr>
        <p:spPr>
          <a:xfrm>
            <a:off x="9973342" y="159492"/>
            <a:ext cx="200955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914377">
              <a:defRPr/>
            </a:pPr>
            <a:r>
              <a:rPr lang="en-US" altLang="zh-CN" sz="1600" dirty="0">
                <a:solidFill>
                  <a:srgbClr val="F5F5F5">
                    <a:lumMod val="75000"/>
                  </a:srgbClr>
                </a:solidFill>
                <a:latin typeface="vivo Sans"/>
                <a:ea typeface="vivo Sans"/>
              </a:rPr>
              <a:t>3.0.1</a:t>
            </a:r>
          </a:p>
          <a:p>
            <a:pPr algn="r" defTabSz="914377">
              <a:defRPr/>
            </a:pPr>
            <a:endParaRPr lang="en-US" altLang="zh-CN" sz="1600" dirty="0">
              <a:solidFill>
                <a:srgbClr val="F5F5F5">
                  <a:lumMod val="75000"/>
                </a:srgbClr>
              </a:solidFill>
              <a:latin typeface="vivo Sans"/>
              <a:ea typeface="vivo Sans"/>
            </a:endParaRPr>
          </a:p>
          <a:p>
            <a:pPr algn="r" defTabSz="914377">
              <a:defRPr/>
            </a:pPr>
            <a:endParaRPr lang="zh-CN" altLang="en-US" sz="1600" dirty="0">
              <a:solidFill>
                <a:srgbClr val="F5F5F5">
                  <a:lumMod val="75000"/>
                </a:srgbClr>
              </a:solidFill>
              <a:latin typeface="vivo Sans"/>
              <a:ea typeface="vivo Sans"/>
            </a:endParaRPr>
          </a:p>
        </p:txBody>
      </p:sp>
      <p:sp>
        <p:nvSpPr>
          <p:cNvPr id="7" name="!! 按钮3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42C2C7D1-9511-F885-1749-B8ABE761AC78}"/>
              </a:ext>
            </a:extLst>
          </p:cNvPr>
          <p:cNvSpPr/>
          <p:nvPr/>
        </p:nvSpPr>
        <p:spPr>
          <a:xfrm>
            <a:off x="4288463" y="4601649"/>
            <a:ext cx="3253567" cy="408215"/>
          </a:xfrm>
          <a:prstGeom prst="roundRect">
            <a:avLst>
              <a:gd name="adj" fmla="val 50000"/>
            </a:avLst>
          </a:prstGeom>
          <a:noFill/>
          <a:ln w="12700">
            <a:noFill/>
          </a:ln>
          <a:effectLst>
            <a:outerShdw blurRad="88900" sx="101000" sy="101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>
              <a:defRPr/>
            </a:pPr>
            <a:r>
              <a:rPr lang="zh-CN" altLang="en-US" sz="1400" dirty="0">
                <a:noFill/>
                <a:latin typeface="vivo Sans"/>
                <a:ea typeface="vivo Sans"/>
              </a:rPr>
              <a:t>从 本地文件 启动</a:t>
            </a:r>
          </a:p>
        </p:txBody>
      </p:sp>
      <p:sp>
        <p:nvSpPr>
          <p:cNvPr id="10" name="!! 按钮4">
            <a:hlinkClick r:id="rId2" action="ppaction://hlinksldjump"/>
            <a:extLst>
              <a:ext uri="{FF2B5EF4-FFF2-40B4-BE49-F238E27FC236}">
                <a16:creationId xmlns:a16="http://schemas.microsoft.com/office/drawing/2014/main" id="{92E54DA7-1A8D-4D46-AFF2-87E263380AAA}"/>
              </a:ext>
            </a:extLst>
          </p:cNvPr>
          <p:cNvSpPr/>
          <p:nvPr/>
        </p:nvSpPr>
        <p:spPr>
          <a:xfrm>
            <a:off x="4288463" y="4021056"/>
            <a:ext cx="3253567" cy="408215"/>
          </a:xfrm>
          <a:prstGeom prst="roundRect">
            <a:avLst>
              <a:gd name="adj" fmla="val 50000"/>
            </a:avLst>
          </a:prstGeom>
          <a:noFill/>
          <a:ln w="12700">
            <a:noFill/>
          </a:ln>
          <a:effectLst>
            <a:outerShdw blurRad="88900" sx="101000" sy="101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>
              <a:defRPr/>
            </a:pPr>
            <a:r>
              <a:rPr lang="zh-CN" altLang="en-US" sz="1400" dirty="0">
                <a:noFill/>
                <a:latin typeface="vivo Sans"/>
                <a:ea typeface="vivo Sans"/>
              </a:rPr>
              <a:t>修改启动顺序</a:t>
            </a:r>
          </a:p>
        </p:txBody>
      </p:sp>
      <p:sp>
        <p:nvSpPr>
          <p:cNvPr id="11" name="!! 按钮2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DCFA8866-CAB4-ED77-A9DB-E26B8AE9B571}"/>
              </a:ext>
            </a:extLst>
          </p:cNvPr>
          <p:cNvSpPr/>
          <p:nvPr/>
        </p:nvSpPr>
        <p:spPr>
          <a:xfrm>
            <a:off x="4288463" y="5182244"/>
            <a:ext cx="3253567" cy="408215"/>
          </a:xfrm>
          <a:prstGeom prst="roundRect">
            <a:avLst>
              <a:gd name="adj" fmla="val 50000"/>
            </a:avLst>
          </a:prstGeom>
          <a:noFill/>
          <a:ln w="12700">
            <a:noFill/>
          </a:ln>
          <a:effectLst>
            <a:outerShdw blurRad="88900" sx="101000" sy="101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>
              <a:defRPr/>
            </a:pPr>
            <a:r>
              <a:rPr lang="zh-CN" altLang="en-US" sz="1400" dirty="0">
                <a:noFill/>
                <a:latin typeface="vivo Sans"/>
                <a:ea typeface="vivo Sans"/>
              </a:rPr>
              <a:t>从 其它介质 启动</a:t>
            </a:r>
          </a:p>
        </p:txBody>
      </p:sp>
      <p:sp>
        <p:nvSpPr>
          <p:cNvPr id="12" name="!! 按钮1">
            <a:hlinkClick r:id="rId3" action="ppaction://hlinksldjump"/>
            <a:extLst>
              <a:ext uri="{FF2B5EF4-FFF2-40B4-BE49-F238E27FC236}">
                <a16:creationId xmlns:a16="http://schemas.microsoft.com/office/drawing/2014/main" id="{BE14C910-D6CF-BA62-8311-CDF2641716E5}"/>
              </a:ext>
            </a:extLst>
          </p:cNvPr>
          <p:cNvSpPr/>
          <p:nvPr/>
        </p:nvSpPr>
        <p:spPr>
          <a:xfrm>
            <a:off x="4288463" y="5762837"/>
            <a:ext cx="3253567" cy="408215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>
            <a:outerShdw blurRad="88900" sx="101000" sy="101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>
              <a:defRPr/>
            </a:pPr>
            <a:r>
              <a:rPr lang="zh-CN" altLang="en-US" sz="1400" dirty="0">
                <a:noFill/>
                <a:latin typeface="vivo Sans"/>
                <a:ea typeface="vivo Sans"/>
              </a:rPr>
              <a:t>返回</a:t>
            </a:r>
          </a:p>
        </p:txBody>
      </p:sp>
      <p:sp>
        <p:nvSpPr>
          <p:cNvPr id="13" name="!! 按钮5">
            <a:hlinkClick r:id="rId2" action="ppaction://hlinksldjump"/>
            <a:extLst>
              <a:ext uri="{FF2B5EF4-FFF2-40B4-BE49-F238E27FC236}">
                <a16:creationId xmlns:a16="http://schemas.microsoft.com/office/drawing/2014/main" id="{087620B8-9D0E-E904-FDE9-F27D023C880D}"/>
              </a:ext>
            </a:extLst>
          </p:cNvPr>
          <p:cNvSpPr/>
          <p:nvPr/>
        </p:nvSpPr>
        <p:spPr>
          <a:xfrm>
            <a:off x="4288463" y="3440461"/>
            <a:ext cx="3253567" cy="408215"/>
          </a:xfrm>
          <a:prstGeom prst="roundRect">
            <a:avLst>
              <a:gd name="adj" fmla="val 50000"/>
            </a:avLst>
          </a:prstGeom>
          <a:noFill/>
          <a:ln w="12700">
            <a:noFill/>
          </a:ln>
          <a:effectLst>
            <a:outerShdw blurRad="88900" sx="101000" sy="101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>
              <a:defRPr/>
            </a:pPr>
            <a:r>
              <a:rPr lang="zh-CN" altLang="en-US" sz="1400" dirty="0">
                <a:noFill/>
                <a:latin typeface="vivo Sans"/>
                <a:ea typeface="vivo Sans"/>
              </a:rPr>
              <a:t>启动安全模式</a:t>
            </a:r>
          </a:p>
        </p:txBody>
      </p:sp>
      <p:sp>
        <p:nvSpPr>
          <p:cNvPr id="15" name="!! 副标题">
            <a:extLst>
              <a:ext uri="{FF2B5EF4-FFF2-40B4-BE49-F238E27FC236}">
                <a16:creationId xmlns:a16="http://schemas.microsoft.com/office/drawing/2014/main" id="{CBED4CF5-97E6-9DAD-D369-3B3F9AC69981}"/>
              </a:ext>
            </a:extLst>
          </p:cNvPr>
          <p:cNvSpPr txBox="1"/>
          <p:nvPr/>
        </p:nvSpPr>
        <p:spPr>
          <a:xfrm>
            <a:off x="4139607" y="1679941"/>
            <a:ext cx="3551275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 defTabSz="914377">
              <a:defRPr/>
            </a:pPr>
            <a:r>
              <a:rPr lang="en-US" altLang="zh-CN" dirty="0">
                <a:noFill/>
                <a:latin typeface="vivo Sans"/>
                <a:ea typeface="vivo Sans"/>
              </a:rPr>
              <a:t>Leaf Boot Tool</a:t>
            </a:r>
            <a:endParaRPr lang="zh-CN" altLang="en-US" dirty="0">
              <a:noFill/>
              <a:latin typeface="vivo Sans"/>
              <a:ea typeface="vivo Sans"/>
            </a:endParaRPr>
          </a:p>
        </p:txBody>
      </p:sp>
      <p:sp>
        <p:nvSpPr>
          <p:cNvPr id="16" name="!! 大标题">
            <a:extLst>
              <a:ext uri="{FF2B5EF4-FFF2-40B4-BE49-F238E27FC236}">
                <a16:creationId xmlns:a16="http://schemas.microsoft.com/office/drawing/2014/main" id="{031FD131-6172-F381-8B25-69A8C7A605CB}"/>
              </a:ext>
            </a:extLst>
          </p:cNvPr>
          <p:cNvSpPr txBox="1"/>
          <p:nvPr/>
        </p:nvSpPr>
        <p:spPr>
          <a:xfrm>
            <a:off x="4139607" y="1095169"/>
            <a:ext cx="3551275" cy="5847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 defTabSz="914377">
              <a:defRPr/>
            </a:pPr>
            <a:r>
              <a:rPr lang="en-US" altLang="zh-CN" sz="3200" dirty="0">
                <a:noFill/>
                <a:latin typeface="vivo Sans Medium"/>
                <a:ea typeface="vivo Sans Medium"/>
              </a:rPr>
              <a:t>Leaf </a:t>
            </a:r>
            <a:r>
              <a:rPr lang="zh-CN" altLang="en-US" sz="3200" dirty="0">
                <a:noFill/>
                <a:latin typeface="vivo Sans Medium"/>
                <a:ea typeface="vivo Sans Medium"/>
              </a:rPr>
              <a:t>引导工具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851C9FEF-9DE8-A603-4B24-E35A5CC323B8}"/>
              </a:ext>
            </a:extLst>
          </p:cNvPr>
          <p:cNvSpPr txBox="1"/>
          <p:nvPr/>
        </p:nvSpPr>
        <p:spPr>
          <a:xfrm>
            <a:off x="1360967" y="996957"/>
            <a:ext cx="243485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377">
              <a:defRPr/>
            </a:pPr>
            <a:r>
              <a:rPr lang="zh-CN" altLang="en-US" sz="3200" dirty="0">
                <a:solidFill>
                  <a:srgbClr val="181818"/>
                </a:solidFill>
                <a:latin typeface="vivo Sans Medium"/>
                <a:ea typeface="vivo Sans Medium"/>
              </a:rPr>
              <a:t>启动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4AA1BD9F-E831-37B5-FF24-C5D33B30D014}"/>
              </a:ext>
            </a:extLst>
          </p:cNvPr>
          <p:cNvSpPr/>
          <p:nvPr/>
        </p:nvSpPr>
        <p:spPr>
          <a:xfrm>
            <a:off x="2" y="0"/>
            <a:ext cx="1360967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>
              <a:defRPr/>
            </a:pPr>
            <a:endParaRPr lang="zh-CN" altLang="en-US">
              <a:solidFill>
                <a:srgbClr val="F5F5F5"/>
              </a:solidFill>
              <a:latin typeface="vivo Sans"/>
              <a:ea typeface="vivo Sans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3AB94BC1-45FC-0794-7F15-22B97433883C}"/>
              </a:ext>
            </a:extLst>
          </p:cNvPr>
          <p:cNvSpPr/>
          <p:nvPr/>
        </p:nvSpPr>
        <p:spPr>
          <a:xfrm>
            <a:off x="10708817" y="0"/>
            <a:ext cx="1475019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>
              <a:defRPr/>
            </a:pPr>
            <a:endParaRPr lang="zh-CN" altLang="en-US">
              <a:solidFill>
                <a:srgbClr val="F5F5F5"/>
              </a:solidFill>
              <a:latin typeface="vivo Sans"/>
              <a:ea typeface="vivo Sans"/>
            </a:endParaRPr>
          </a:p>
        </p:txBody>
      </p:sp>
      <p:sp>
        <p:nvSpPr>
          <p:cNvPr id="2" name="!! 按钮1">
            <a:hlinkClick r:id="rId4" action="ppaction://hlinksldjump"/>
            <a:extLst>
              <a:ext uri="{FF2B5EF4-FFF2-40B4-BE49-F238E27FC236}">
                <a16:creationId xmlns:a16="http://schemas.microsoft.com/office/drawing/2014/main" id="{9B2EBC6B-DE2B-A8AF-67DA-B320DB8E6AD2}"/>
              </a:ext>
            </a:extLst>
          </p:cNvPr>
          <p:cNvSpPr/>
          <p:nvPr/>
        </p:nvSpPr>
        <p:spPr>
          <a:xfrm>
            <a:off x="8884364" y="5510184"/>
            <a:ext cx="1817511" cy="40821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  <a:effectLst>
            <a:outerShdw blurRad="88900" sx="101000" sy="101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>
              <a:defRPr/>
            </a:pPr>
            <a:r>
              <a:rPr lang="zh-CN" altLang="en-US" sz="1400" dirty="0">
                <a:solidFill>
                  <a:srgbClr val="FFFFFF"/>
                </a:solidFill>
                <a:latin typeface="vivo Sans"/>
                <a:ea typeface="vivo Sans"/>
              </a:rPr>
              <a:t>返回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2E8D39B-2C9D-A5EB-9698-689813FF9128}"/>
              </a:ext>
            </a:extLst>
          </p:cNvPr>
          <p:cNvSpPr txBox="1"/>
          <p:nvPr/>
        </p:nvSpPr>
        <p:spPr>
          <a:xfrm>
            <a:off x="1360967" y="1581733"/>
            <a:ext cx="5113867" cy="3868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4000"/>
              </a:lnSpc>
            </a:pPr>
            <a:r>
              <a:rPr lang="zh-CN" altLang="en-US" dirty="0"/>
              <a:t>文件未选择</a:t>
            </a:r>
          </a:p>
        </p:txBody>
      </p:sp>
    </p:spTree>
    <p:extLst>
      <p:ext uri="{BB962C8B-B14F-4D97-AF65-F5344CB8AC3E}">
        <p14:creationId xmlns:p14="http://schemas.microsoft.com/office/powerpoint/2010/main" val="35440817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 advClick="0">
        <p:fade/>
      </p:transition>
    </mc:Choice>
    <mc:Fallback xmlns="">
      <p:transition advClick="0">
        <p:fade/>
      </p:transition>
    </mc:Fallback>
  </mc:AlternateContent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FCAFA78-E6C0-F989-D246-8DBCC060AB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文本框 13">
            <a:extLst>
              <a:ext uri="{FF2B5EF4-FFF2-40B4-BE49-F238E27FC236}">
                <a16:creationId xmlns:a16="http://schemas.microsoft.com/office/drawing/2014/main" id="{2092D534-6618-8AE1-ABB3-08E10C64E309}"/>
              </a:ext>
            </a:extLst>
          </p:cNvPr>
          <p:cNvSpPr txBox="1"/>
          <p:nvPr/>
        </p:nvSpPr>
        <p:spPr>
          <a:xfrm>
            <a:off x="9973342" y="159492"/>
            <a:ext cx="200955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914377">
              <a:defRPr/>
            </a:pPr>
            <a:r>
              <a:rPr lang="en-US" altLang="zh-CN" sz="1600" dirty="0">
                <a:solidFill>
                  <a:srgbClr val="F5F5F5">
                    <a:lumMod val="75000"/>
                  </a:srgbClr>
                </a:solidFill>
                <a:latin typeface="vivo Sans"/>
                <a:ea typeface="vivo Sans"/>
              </a:rPr>
              <a:t>3.0.1</a:t>
            </a:r>
          </a:p>
          <a:p>
            <a:pPr algn="r" defTabSz="914377">
              <a:defRPr/>
            </a:pPr>
            <a:endParaRPr lang="en-US" altLang="zh-CN" sz="1600" dirty="0">
              <a:solidFill>
                <a:srgbClr val="F5F5F5">
                  <a:lumMod val="75000"/>
                </a:srgbClr>
              </a:solidFill>
              <a:latin typeface="vivo Sans"/>
              <a:ea typeface="vivo Sans"/>
            </a:endParaRPr>
          </a:p>
          <a:p>
            <a:pPr algn="r" defTabSz="914377">
              <a:defRPr/>
            </a:pPr>
            <a:endParaRPr lang="zh-CN" altLang="en-US" sz="1600" dirty="0">
              <a:solidFill>
                <a:srgbClr val="F5F5F5">
                  <a:lumMod val="75000"/>
                </a:srgbClr>
              </a:solidFill>
              <a:latin typeface="vivo Sans"/>
              <a:ea typeface="vivo Sans"/>
            </a:endParaRPr>
          </a:p>
        </p:txBody>
      </p:sp>
      <p:sp>
        <p:nvSpPr>
          <p:cNvPr id="7" name="!! 按钮3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7A5BF155-C37E-B967-0F8C-CB1B9C35D712}"/>
              </a:ext>
            </a:extLst>
          </p:cNvPr>
          <p:cNvSpPr/>
          <p:nvPr/>
        </p:nvSpPr>
        <p:spPr>
          <a:xfrm>
            <a:off x="4288463" y="4601649"/>
            <a:ext cx="3253567" cy="408215"/>
          </a:xfrm>
          <a:prstGeom prst="roundRect">
            <a:avLst>
              <a:gd name="adj" fmla="val 50000"/>
            </a:avLst>
          </a:prstGeom>
          <a:noFill/>
          <a:ln w="12700">
            <a:noFill/>
          </a:ln>
          <a:effectLst>
            <a:outerShdw blurRad="88900" sx="101000" sy="101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>
              <a:defRPr/>
            </a:pPr>
            <a:r>
              <a:rPr lang="zh-CN" altLang="en-US" sz="1400" dirty="0">
                <a:noFill/>
                <a:latin typeface="vivo Sans"/>
                <a:ea typeface="vivo Sans"/>
              </a:rPr>
              <a:t>从 本地文件 启动</a:t>
            </a:r>
          </a:p>
        </p:txBody>
      </p:sp>
      <p:sp>
        <p:nvSpPr>
          <p:cNvPr id="10" name="!! 按钮4">
            <a:hlinkClick r:id="rId2" action="ppaction://hlinksldjump"/>
            <a:extLst>
              <a:ext uri="{FF2B5EF4-FFF2-40B4-BE49-F238E27FC236}">
                <a16:creationId xmlns:a16="http://schemas.microsoft.com/office/drawing/2014/main" id="{E42976AD-261B-5357-5F8F-911384613187}"/>
              </a:ext>
            </a:extLst>
          </p:cNvPr>
          <p:cNvSpPr/>
          <p:nvPr/>
        </p:nvSpPr>
        <p:spPr>
          <a:xfrm>
            <a:off x="4288463" y="4021056"/>
            <a:ext cx="3253567" cy="408215"/>
          </a:xfrm>
          <a:prstGeom prst="roundRect">
            <a:avLst>
              <a:gd name="adj" fmla="val 50000"/>
            </a:avLst>
          </a:prstGeom>
          <a:noFill/>
          <a:ln w="12700">
            <a:noFill/>
          </a:ln>
          <a:effectLst>
            <a:outerShdw blurRad="88900" sx="101000" sy="101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>
              <a:defRPr/>
            </a:pPr>
            <a:r>
              <a:rPr lang="zh-CN" altLang="en-US" sz="1400" dirty="0">
                <a:noFill/>
                <a:latin typeface="vivo Sans"/>
                <a:ea typeface="vivo Sans"/>
              </a:rPr>
              <a:t>修改启动顺序</a:t>
            </a:r>
          </a:p>
        </p:txBody>
      </p:sp>
      <p:sp>
        <p:nvSpPr>
          <p:cNvPr id="11" name="!! 按钮2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A345DB98-80CD-5596-F95C-5C6A27B7E9E3}"/>
              </a:ext>
            </a:extLst>
          </p:cNvPr>
          <p:cNvSpPr/>
          <p:nvPr/>
        </p:nvSpPr>
        <p:spPr>
          <a:xfrm>
            <a:off x="4288463" y="5182244"/>
            <a:ext cx="3253567" cy="408215"/>
          </a:xfrm>
          <a:prstGeom prst="roundRect">
            <a:avLst>
              <a:gd name="adj" fmla="val 50000"/>
            </a:avLst>
          </a:prstGeom>
          <a:noFill/>
          <a:ln w="12700">
            <a:noFill/>
          </a:ln>
          <a:effectLst>
            <a:outerShdw blurRad="88900" sx="101000" sy="101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>
              <a:defRPr/>
            </a:pPr>
            <a:r>
              <a:rPr lang="zh-CN" altLang="en-US" sz="1400" dirty="0">
                <a:noFill/>
                <a:latin typeface="vivo Sans"/>
                <a:ea typeface="vivo Sans"/>
              </a:rPr>
              <a:t>从 其它介质 启动</a:t>
            </a:r>
          </a:p>
        </p:txBody>
      </p:sp>
      <p:sp>
        <p:nvSpPr>
          <p:cNvPr id="12" name="!! 按钮1">
            <a:hlinkClick r:id="rId3" action="ppaction://hlinksldjump"/>
            <a:extLst>
              <a:ext uri="{FF2B5EF4-FFF2-40B4-BE49-F238E27FC236}">
                <a16:creationId xmlns:a16="http://schemas.microsoft.com/office/drawing/2014/main" id="{F7B24AE6-84B9-949C-FD3D-4E95AA479809}"/>
              </a:ext>
            </a:extLst>
          </p:cNvPr>
          <p:cNvSpPr/>
          <p:nvPr/>
        </p:nvSpPr>
        <p:spPr>
          <a:xfrm>
            <a:off x="4288463" y="5762837"/>
            <a:ext cx="3253567" cy="408215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>
            <a:outerShdw blurRad="88900" sx="101000" sy="101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>
              <a:defRPr/>
            </a:pPr>
            <a:r>
              <a:rPr lang="zh-CN" altLang="en-US" sz="1400" dirty="0">
                <a:noFill/>
                <a:latin typeface="vivo Sans"/>
                <a:ea typeface="vivo Sans"/>
              </a:rPr>
              <a:t>返回</a:t>
            </a:r>
          </a:p>
        </p:txBody>
      </p:sp>
      <p:sp>
        <p:nvSpPr>
          <p:cNvPr id="13" name="!! 按钮5">
            <a:hlinkClick r:id="rId2" action="ppaction://hlinksldjump"/>
            <a:extLst>
              <a:ext uri="{FF2B5EF4-FFF2-40B4-BE49-F238E27FC236}">
                <a16:creationId xmlns:a16="http://schemas.microsoft.com/office/drawing/2014/main" id="{123010F9-B56C-BFA8-8F55-57B8725A9CB8}"/>
              </a:ext>
            </a:extLst>
          </p:cNvPr>
          <p:cNvSpPr/>
          <p:nvPr/>
        </p:nvSpPr>
        <p:spPr>
          <a:xfrm>
            <a:off x="4288463" y="3440461"/>
            <a:ext cx="3253567" cy="408215"/>
          </a:xfrm>
          <a:prstGeom prst="roundRect">
            <a:avLst>
              <a:gd name="adj" fmla="val 50000"/>
            </a:avLst>
          </a:prstGeom>
          <a:noFill/>
          <a:ln w="12700">
            <a:noFill/>
          </a:ln>
          <a:effectLst>
            <a:outerShdw blurRad="88900" sx="101000" sy="101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>
              <a:defRPr/>
            </a:pPr>
            <a:r>
              <a:rPr lang="zh-CN" altLang="en-US" sz="1400" dirty="0">
                <a:noFill/>
                <a:latin typeface="vivo Sans"/>
                <a:ea typeface="vivo Sans"/>
              </a:rPr>
              <a:t>启动安全模式</a:t>
            </a:r>
          </a:p>
        </p:txBody>
      </p:sp>
      <p:sp>
        <p:nvSpPr>
          <p:cNvPr id="15" name="!! 副标题">
            <a:extLst>
              <a:ext uri="{FF2B5EF4-FFF2-40B4-BE49-F238E27FC236}">
                <a16:creationId xmlns:a16="http://schemas.microsoft.com/office/drawing/2014/main" id="{3FBB2726-5FCD-8301-D296-9A060E88E92F}"/>
              </a:ext>
            </a:extLst>
          </p:cNvPr>
          <p:cNvSpPr txBox="1"/>
          <p:nvPr/>
        </p:nvSpPr>
        <p:spPr>
          <a:xfrm>
            <a:off x="4139607" y="1679941"/>
            <a:ext cx="3551275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 defTabSz="914377">
              <a:defRPr/>
            </a:pPr>
            <a:r>
              <a:rPr lang="en-US" altLang="zh-CN" dirty="0">
                <a:noFill/>
                <a:latin typeface="vivo Sans"/>
                <a:ea typeface="vivo Sans"/>
              </a:rPr>
              <a:t>Leaf Boot Tool</a:t>
            </a:r>
            <a:endParaRPr lang="zh-CN" altLang="en-US" dirty="0">
              <a:noFill/>
              <a:latin typeface="vivo Sans"/>
              <a:ea typeface="vivo Sans"/>
            </a:endParaRPr>
          </a:p>
        </p:txBody>
      </p:sp>
      <p:sp>
        <p:nvSpPr>
          <p:cNvPr id="16" name="!! 大标题">
            <a:extLst>
              <a:ext uri="{FF2B5EF4-FFF2-40B4-BE49-F238E27FC236}">
                <a16:creationId xmlns:a16="http://schemas.microsoft.com/office/drawing/2014/main" id="{AE5E2C98-87AC-ECA7-8FB3-DF5790916A53}"/>
              </a:ext>
            </a:extLst>
          </p:cNvPr>
          <p:cNvSpPr txBox="1"/>
          <p:nvPr/>
        </p:nvSpPr>
        <p:spPr>
          <a:xfrm>
            <a:off x="4139607" y="1095169"/>
            <a:ext cx="3551275" cy="5847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 defTabSz="914377">
              <a:defRPr/>
            </a:pPr>
            <a:r>
              <a:rPr lang="en-US" altLang="zh-CN" sz="3200" dirty="0">
                <a:noFill/>
                <a:latin typeface="vivo Sans Medium"/>
                <a:ea typeface="vivo Sans Medium"/>
              </a:rPr>
              <a:t>Leaf </a:t>
            </a:r>
            <a:r>
              <a:rPr lang="zh-CN" altLang="en-US" sz="3200" dirty="0">
                <a:noFill/>
                <a:latin typeface="vivo Sans Medium"/>
                <a:ea typeface="vivo Sans Medium"/>
              </a:rPr>
              <a:t>引导工具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B87354AC-AEA4-6840-226A-C61E6DDF74B2}"/>
              </a:ext>
            </a:extLst>
          </p:cNvPr>
          <p:cNvSpPr txBox="1"/>
          <p:nvPr/>
        </p:nvSpPr>
        <p:spPr>
          <a:xfrm>
            <a:off x="1360967" y="996957"/>
            <a:ext cx="243485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377">
              <a:defRPr/>
            </a:pPr>
            <a:r>
              <a:rPr lang="zh-CN" altLang="en-US" sz="3200" dirty="0">
                <a:solidFill>
                  <a:srgbClr val="181818"/>
                </a:solidFill>
                <a:latin typeface="vivo Sans Medium"/>
                <a:ea typeface="vivo Sans Medium"/>
              </a:rPr>
              <a:t>浏览器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ECD7867F-C2ED-D2A4-1304-679D55A8C818}"/>
              </a:ext>
            </a:extLst>
          </p:cNvPr>
          <p:cNvSpPr/>
          <p:nvPr/>
        </p:nvSpPr>
        <p:spPr>
          <a:xfrm>
            <a:off x="-1152646" y="1687561"/>
            <a:ext cx="2520000" cy="4571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>
              <a:defRPr/>
            </a:pPr>
            <a:endParaRPr lang="zh-CN" altLang="en-US">
              <a:solidFill>
                <a:srgbClr val="F5F5F5"/>
              </a:solidFill>
              <a:latin typeface="vivo Sans"/>
              <a:ea typeface="vivo Sans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CE95E41C-E77D-BFE2-106F-B3122EB540D4}"/>
              </a:ext>
            </a:extLst>
          </p:cNvPr>
          <p:cNvSpPr/>
          <p:nvPr/>
        </p:nvSpPr>
        <p:spPr>
          <a:xfrm>
            <a:off x="2" y="0"/>
            <a:ext cx="1360967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>
              <a:defRPr/>
            </a:pPr>
            <a:endParaRPr lang="zh-CN" altLang="en-US">
              <a:solidFill>
                <a:srgbClr val="F5F5F5"/>
              </a:solidFill>
              <a:latin typeface="vivo Sans"/>
              <a:ea typeface="vivo Sans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B47EDB84-4EAA-D4B3-C15B-C6A730C0A188}"/>
              </a:ext>
            </a:extLst>
          </p:cNvPr>
          <p:cNvSpPr/>
          <p:nvPr/>
        </p:nvSpPr>
        <p:spPr>
          <a:xfrm>
            <a:off x="10708817" y="0"/>
            <a:ext cx="1475019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>
              <a:defRPr/>
            </a:pPr>
            <a:endParaRPr lang="zh-CN" altLang="en-US">
              <a:solidFill>
                <a:srgbClr val="F5F5F5"/>
              </a:solidFill>
              <a:latin typeface="vivo Sans"/>
              <a:ea typeface="vivo Sans"/>
            </a:endParaRPr>
          </a:p>
        </p:txBody>
      </p:sp>
    </p:spTree>
    <p:extLst>
      <p:ext uri="{BB962C8B-B14F-4D97-AF65-F5344CB8AC3E}">
        <p14:creationId xmlns:p14="http://schemas.microsoft.com/office/powerpoint/2010/main" val="9466354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 advClick="0" advTm="2000">
        <p159:morph option="byObject"/>
      </p:transition>
    </mc:Choice>
    <mc:Fallback xmlns="">
      <p:transition advClick="0" advTm="2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3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-2.96296E-6 L 0.02526 -0.00023 " pathEditMode="relative" rAng="0" ptsTypes="AA">
                                      <p:cBhvr>
                                        <p:cTn id="9" dur="250" spd="-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63" y="-23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63" presetClass="path" presetSubtype="0" repeatCount="indefinite" accel="50000" decel="50000" fill="remove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375E-6 4.44444E-6 L 1.06967 4.44444E-6 " pathEditMode="relative" rAng="0" ptsTypes="AA">
                                      <p:cBhvr>
                                        <p:cTn id="14" dur="1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3477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7" grpId="1"/>
      <p:bldP spid="24" grpId="0" animBg="1"/>
      <p:bldP spid="24" grpId="1" animBg="1"/>
    </p:bld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0905179-BC84-C813-04FD-16F5770C98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文本框 13">
            <a:extLst>
              <a:ext uri="{FF2B5EF4-FFF2-40B4-BE49-F238E27FC236}">
                <a16:creationId xmlns:a16="http://schemas.microsoft.com/office/drawing/2014/main" id="{4B4F8197-5613-020A-083F-2A311B8734F5}"/>
              </a:ext>
            </a:extLst>
          </p:cNvPr>
          <p:cNvSpPr txBox="1"/>
          <p:nvPr/>
        </p:nvSpPr>
        <p:spPr>
          <a:xfrm>
            <a:off x="9973342" y="159492"/>
            <a:ext cx="200955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914377">
              <a:defRPr/>
            </a:pPr>
            <a:r>
              <a:rPr lang="en-US" altLang="zh-CN" sz="1600" dirty="0">
                <a:solidFill>
                  <a:srgbClr val="F5F5F5">
                    <a:lumMod val="75000"/>
                  </a:srgbClr>
                </a:solidFill>
                <a:latin typeface="vivo Sans"/>
                <a:ea typeface="vivo Sans"/>
              </a:rPr>
              <a:t>3.0.1</a:t>
            </a:r>
          </a:p>
          <a:p>
            <a:pPr algn="r" defTabSz="914377">
              <a:defRPr/>
            </a:pPr>
            <a:endParaRPr lang="en-US" altLang="zh-CN" sz="1600" dirty="0">
              <a:solidFill>
                <a:srgbClr val="F5F5F5">
                  <a:lumMod val="75000"/>
                </a:srgbClr>
              </a:solidFill>
              <a:latin typeface="vivo Sans"/>
              <a:ea typeface="vivo Sans"/>
            </a:endParaRPr>
          </a:p>
          <a:p>
            <a:pPr algn="r" defTabSz="914377">
              <a:defRPr/>
            </a:pPr>
            <a:endParaRPr lang="zh-CN" altLang="en-US" sz="1600" dirty="0">
              <a:solidFill>
                <a:srgbClr val="F5F5F5">
                  <a:lumMod val="75000"/>
                </a:srgbClr>
              </a:solidFill>
              <a:latin typeface="vivo Sans"/>
              <a:ea typeface="vivo Sans"/>
            </a:endParaRPr>
          </a:p>
        </p:txBody>
      </p:sp>
      <p:sp>
        <p:nvSpPr>
          <p:cNvPr id="7" name="!! 按钮3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F106BF67-6561-D2B0-7F7B-8602FE0336CC}"/>
              </a:ext>
            </a:extLst>
          </p:cNvPr>
          <p:cNvSpPr/>
          <p:nvPr/>
        </p:nvSpPr>
        <p:spPr>
          <a:xfrm>
            <a:off x="4288463" y="4601649"/>
            <a:ext cx="3253567" cy="408215"/>
          </a:xfrm>
          <a:prstGeom prst="roundRect">
            <a:avLst>
              <a:gd name="adj" fmla="val 50000"/>
            </a:avLst>
          </a:prstGeom>
          <a:noFill/>
          <a:ln w="12700">
            <a:noFill/>
          </a:ln>
          <a:effectLst>
            <a:outerShdw blurRad="88900" sx="101000" sy="101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>
              <a:defRPr/>
            </a:pPr>
            <a:r>
              <a:rPr lang="zh-CN" altLang="en-US" sz="1400" dirty="0">
                <a:noFill/>
                <a:latin typeface="vivo Sans"/>
                <a:ea typeface="vivo Sans"/>
              </a:rPr>
              <a:t>从 本地文件 启动</a:t>
            </a:r>
          </a:p>
        </p:txBody>
      </p:sp>
      <p:sp>
        <p:nvSpPr>
          <p:cNvPr id="10" name="!! 按钮4">
            <a:hlinkClick r:id="rId2" action="ppaction://hlinksldjump"/>
            <a:extLst>
              <a:ext uri="{FF2B5EF4-FFF2-40B4-BE49-F238E27FC236}">
                <a16:creationId xmlns:a16="http://schemas.microsoft.com/office/drawing/2014/main" id="{41A07141-33F8-48BE-FFD3-11A7A484926E}"/>
              </a:ext>
            </a:extLst>
          </p:cNvPr>
          <p:cNvSpPr/>
          <p:nvPr/>
        </p:nvSpPr>
        <p:spPr>
          <a:xfrm>
            <a:off x="4288463" y="4021056"/>
            <a:ext cx="3253567" cy="408215"/>
          </a:xfrm>
          <a:prstGeom prst="roundRect">
            <a:avLst>
              <a:gd name="adj" fmla="val 50000"/>
            </a:avLst>
          </a:prstGeom>
          <a:noFill/>
          <a:ln w="12700">
            <a:noFill/>
          </a:ln>
          <a:effectLst>
            <a:outerShdw blurRad="88900" sx="101000" sy="101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>
              <a:defRPr/>
            </a:pPr>
            <a:r>
              <a:rPr lang="zh-CN" altLang="en-US" sz="1400" dirty="0">
                <a:noFill/>
                <a:latin typeface="vivo Sans"/>
                <a:ea typeface="vivo Sans"/>
              </a:rPr>
              <a:t>修改启动顺序</a:t>
            </a:r>
          </a:p>
        </p:txBody>
      </p:sp>
      <p:sp>
        <p:nvSpPr>
          <p:cNvPr id="11" name="!! 按钮2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1CF4C510-659C-29F5-D819-1C7E81903580}"/>
              </a:ext>
            </a:extLst>
          </p:cNvPr>
          <p:cNvSpPr/>
          <p:nvPr/>
        </p:nvSpPr>
        <p:spPr>
          <a:xfrm>
            <a:off x="4288463" y="5182244"/>
            <a:ext cx="3253567" cy="408215"/>
          </a:xfrm>
          <a:prstGeom prst="roundRect">
            <a:avLst>
              <a:gd name="adj" fmla="val 50000"/>
            </a:avLst>
          </a:prstGeom>
          <a:noFill/>
          <a:ln w="12700">
            <a:noFill/>
          </a:ln>
          <a:effectLst>
            <a:outerShdw blurRad="88900" sx="101000" sy="101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>
              <a:defRPr/>
            </a:pPr>
            <a:r>
              <a:rPr lang="zh-CN" altLang="en-US" sz="1400" dirty="0">
                <a:noFill/>
                <a:latin typeface="vivo Sans"/>
                <a:ea typeface="vivo Sans"/>
              </a:rPr>
              <a:t>从 其它介质 启动</a:t>
            </a:r>
          </a:p>
        </p:txBody>
      </p:sp>
      <p:sp>
        <p:nvSpPr>
          <p:cNvPr id="12" name="!! 按钮1">
            <a:hlinkClick r:id="rId3" action="ppaction://hlinksldjump"/>
            <a:extLst>
              <a:ext uri="{FF2B5EF4-FFF2-40B4-BE49-F238E27FC236}">
                <a16:creationId xmlns:a16="http://schemas.microsoft.com/office/drawing/2014/main" id="{DA45CB2F-F404-C6E2-688F-D43F49B30A62}"/>
              </a:ext>
            </a:extLst>
          </p:cNvPr>
          <p:cNvSpPr/>
          <p:nvPr/>
        </p:nvSpPr>
        <p:spPr>
          <a:xfrm>
            <a:off x="4288463" y="5762837"/>
            <a:ext cx="3253567" cy="408215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>
            <a:outerShdw blurRad="88900" sx="101000" sy="101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>
              <a:defRPr/>
            </a:pPr>
            <a:r>
              <a:rPr lang="zh-CN" altLang="en-US" sz="1400" dirty="0">
                <a:noFill/>
                <a:latin typeface="vivo Sans"/>
                <a:ea typeface="vivo Sans"/>
              </a:rPr>
              <a:t>返回</a:t>
            </a:r>
          </a:p>
        </p:txBody>
      </p:sp>
      <p:sp>
        <p:nvSpPr>
          <p:cNvPr id="13" name="!! 按钮5">
            <a:hlinkClick r:id="rId2" action="ppaction://hlinksldjump"/>
            <a:extLst>
              <a:ext uri="{FF2B5EF4-FFF2-40B4-BE49-F238E27FC236}">
                <a16:creationId xmlns:a16="http://schemas.microsoft.com/office/drawing/2014/main" id="{CF6F578D-A5D7-BAF0-42D4-65694E0CF73B}"/>
              </a:ext>
            </a:extLst>
          </p:cNvPr>
          <p:cNvSpPr/>
          <p:nvPr/>
        </p:nvSpPr>
        <p:spPr>
          <a:xfrm>
            <a:off x="4288463" y="3440461"/>
            <a:ext cx="3253567" cy="408215"/>
          </a:xfrm>
          <a:prstGeom prst="roundRect">
            <a:avLst>
              <a:gd name="adj" fmla="val 50000"/>
            </a:avLst>
          </a:prstGeom>
          <a:noFill/>
          <a:ln w="12700">
            <a:noFill/>
          </a:ln>
          <a:effectLst>
            <a:outerShdw blurRad="88900" sx="101000" sy="101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>
              <a:defRPr/>
            </a:pPr>
            <a:r>
              <a:rPr lang="zh-CN" altLang="en-US" sz="1400" dirty="0">
                <a:noFill/>
                <a:latin typeface="vivo Sans"/>
                <a:ea typeface="vivo Sans"/>
              </a:rPr>
              <a:t>启动安全模式</a:t>
            </a:r>
          </a:p>
        </p:txBody>
      </p:sp>
      <p:sp>
        <p:nvSpPr>
          <p:cNvPr id="15" name="!! 副标题">
            <a:extLst>
              <a:ext uri="{FF2B5EF4-FFF2-40B4-BE49-F238E27FC236}">
                <a16:creationId xmlns:a16="http://schemas.microsoft.com/office/drawing/2014/main" id="{44FD0B4D-0216-B3EF-76BF-2F0C748EA061}"/>
              </a:ext>
            </a:extLst>
          </p:cNvPr>
          <p:cNvSpPr txBox="1"/>
          <p:nvPr/>
        </p:nvSpPr>
        <p:spPr>
          <a:xfrm>
            <a:off x="4139607" y="1679941"/>
            <a:ext cx="3551275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 defTabSz="914377">
              <a:defRPr/>
            </a:pPr>
            <a:r>
              <a:rPr lang="en-US" altLang="zh-CN" dirty="0">
                <a:noFill/>
                <a:latin typeface="vivo Sans"/>
                <a:ea typeface="vivo Sans"/>
              </a:rPr>
              <a:t>Leaf Boot Tool</a:t>
            </a:r>
            <a:endParaRPr lang="zh-CN" altLang="en-US" dirty="0">
              <a:noFill/>
              <a:latin typeface="vivo Sans"/>
              <a:ea typeface="vivo Sans"/>
            </a:endParaRPr>
          </a:p>
        </p:txBody>
      </p:sp>
      <p:sp>
        <p:nvSpPr>
          <p:cNvPr id="16" name="!! 大标题">
            <a:extLst>
              <a:ext uri="{FF2B5EF4-FFF2-40B4-BE49-F238E27FC236}">
                <a16:creationId xmlns:a16="http://schemas.microsoft.com/office/drawing/2014/main" id="{9D9FAB99-F5B3-B481-B215-0318E8368E13}"/>
              </a:ext>
            </a:extLst>
          </p:cNvPr>
          <p:cNvSpPr txBox="1"/>
          <p:nvPr/>
        </p:nvSpPr>
        <p:spPr>
          <a:xfrm>
            <a:off x="4139607" y="1095169"/>
            <a:ext cx="3551275" cy="5847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 defTabSz="914377">
              <a:defRPr/>
            </a:pPr>
            <a:r>
              <a:rPr lang="en-US" altLang="zh-CN" sz="3200" dirty="0">
                <a:noFill/>
                <a:latin typeface="vivo Sans Medium"/>
                <a:ea typeface="vivo Sans Medium"/>
              </a:rPr>
              <a:t>Leaf </a:t>
            </a:r>
            <a:r>
              <a:rPr lang="zh-CN" altLang="en-US" sz="3200" dirty="0">
                <a:noFill/>
                <a:latin typeface="vivo Sans Medium"/>
                <a:ea typeface="vivo Sans Medium"/>
              </a:rPr>
              <a:t>引导工具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CFB21303-3DE8-4E94-AEF1-546312D1E3DB}"/>
              </a:ext>
            </a:extLst>
          </p:cNvPr>
          <p:cNvSpPr txBox="1"/>
          <p:nvPr/>
        </p:nvSpPr>
        <p:spPr>
          <a:xfrm>
            <a:off x="1360967" y="996957"/>
            <a:ext cx="243485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377">
              <a:defRPr/>
            </a:pPr>
            <a:r>
              <a:rPr lang="zh-CN" altLang="en-US" sz="3200" dirty="0">
                <a:solidFill>
                  <a:srgbClr val="181818"/>
                </a:solidFill>
                <a:latin typeface="vivo Sans Medium"/>
                <a:ea typeface="vivo Sans Medium"/>
              </a:rPr>
              <a:t>浏览器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007F5FA3-5C2C-F9D3-E597-86C6E54B682D}"/>
              </a:ext>
            </a:extLst>
          </p:cNvPr>
          <p:cNvSpPr/>
          <p:nvPr/>
        </p:nvSpPr>
        <p:spPr>
          <a:xfrm>
            <a:off x="2" y="0"/>
            <a:ext cx="1360967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>
              <a:defRPr/>
            </a:pPr>
            <a:endParaRPr lang="zh-CN" altLang="en-US">
              <a:solidFill>
                <a:srgbClr val="F5F5F5"/>
              </a:solidFill>
              <a:latin typeface="vivo Sans"/>
              <a:ea typeface="vivo Sans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1C13BD4B-16E6-F14B-4585-4176190C8F6C}"/>
              </a:ext>
            </a:extLst>
          </p:cNvPr>
          <p:cNvSpPr/>
          <p:nvPr/>
        </p:nvSpPr>
        <p:spPr>
          <a:xfrm>
            <a:off x="10708817" y="0"/>
            <a:ext cx="1475019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>
              <a:defRPr/>
            </a:pPr>
            <a:endParaRPr lang="zh-CN" altLang="en-US">
              <a:solidFill>
                <a:srgbClr val="F5F5F5"/>
              </a:solidFill>
              <a:latin typeface="vivo Sans"/>
              <a:ea typeface="vivo Sans"/>
            </a:endParaRPr>
          </a:p>
        </p:txBody>
      </p:sp>
      <p:sp>
        <p:nvSpPr>
          <p:cNvPr id="2" name="!! 按钮1">
            <a:hlinkClick r:id="rId4" action="ppaction://hlinksldjump"/>
            <a:extLst>
              <a:ext uri="{FF2B5EF4-FFF2-40B4-BE49-F238E27FC236}">
                <a16:creationId xmlns:a16="http://schemas.microsoft.com/office/drawing/2014/main" id="{A326586E-22EF-A62B-3FD2-064D2D795AA2}"/>
              </a:ext>
            </a:extLst>
          </p:cNvPr>
          <p:cNvSpPr/>
          <p:nvPr/>
        </p:nvSpPr>
        <p:spPr>
          <a:xfrm>
            <a:off x="8884364" y="5510184"/>
            <a:ext cx="1817511" cy="40821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  <a:effectLst>
            <a:outerShdw blurRad="88900" sx="101000" sy="101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>
              <a:defRPr/>
            </a:pPr>
            <a:r>
              <a:rPr lang="zh-CN" altLang="en-US" sz="1400" dirty="0">
                <a:solidFill>
                  <a:srgbClr val="FFFFFF"/>
                </a:solidFill>
                <a:latin typeface="vivo Sans"/>
                <a:ea typeface="vivo Sans"/>
              </a:rPr>
              <a:t>返回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44CAE2B-4A6C-BB24-F7A9-EB2167DDA3DD}"/>
              </a:ext>
            </a:extLst>
          </p:cNvPr>
          <p:cNvSpPr txBox="1"/>
          <p:nvPr/>
        </p:nvSpPr>
        <p:spPr>
          <a:xfrm>
            <a:off x="1360967" y="1581733"/>
            <a:ext cx="5113867" cy="3868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377">
              <a:lnSpc>
                <a:spcPct val="114000"/>
              </a:lnSpc>
              <a:defRPr/>
            </a:pPr>
            <a:r>
              <a:rPr lang="en-US" altLang="zh-CN" dirty="0" err="1">
                <a:solidFill>
                  <a:srgbClr val="181818"/>
                </a:solidFill>
                <a:latin typeface="vivo Sans"/>
                <a:ea typeface="vivo Sans"/>
              </a:rPr>
              <a:t>Webview</a:t>
            </a:r>
            <a:r>
              <a:rPr lang="en-US" altLang="zh-CN" dirty="0">
                <a:solidFill>
                  <a:srgbClr val="181818"/>
                </a:solidFill>
                <a:latin typeface="vivo Sans"/>
                <a:ea typeface="vivo Sans"/>
              </a:rPr>
              <a:t> </a:t>
            </a:r>
            <a:r>
              <a:rPr lang="zh-CN" altLang="en-US" dirty="0">
                <a:solidFill>
                  <a:srgbClr val="181818"/>
                </a:solidFill>
                <a:latin typeface="vivo Sans"/>
                <a:ea typeface="vivo Sans"/>
              </a:rPr>
              <a:t>已停止支持</a:t>
            </a:r>
          </a:p>
        </p:txBody>
      </p:sp>
    </p:spTree>
    <p:extLst>
      <p:ext uri="{BB962C8B-B14F-4D97-AF65-F5344CB8AC3E}">
        <p14:creationId xmlns:p14="http://schemas.microsoft.com/office/powerpoint/2010/main" val="34900184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 advClick="0">
        <p:fade/>
      </p:transition>
    </mc:Choice>
    <mc:Fallback xmlns="">
      <p:transition advClick="0">
        <p:fade/>
      </p:transition>
    </mc:Fallback>
  </mc:AlternateContent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5F15DFA-99EA-2182-2F6F-8E10F11FCA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文本框 13">
            <a:extLst>
              <a:ext uri="{FF2B5EF4-FFF2-40B4-BE49-F238E27FC236}">
                <a16:creationId xmlns:a16="http://schemas.microsoft.com/office/drawing/2014/main" id="{6753BEBF-50ED-0DA6-4F73-BAE49AE49DAE}"/>
              </a:ext>
            </a:extLst>
          </p:cNvPr>
          <p:cNvSpPr txBox="1"/>
          <p:nvPr/>
        </p:nvSpPr>
        <p:spPr>
          <a:xfrm>
            <a:off x="9973342" y="159492"/>
            <a:ext cx="200955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914377">
              <a:defRPr/>
            </a:pPr>
            <a:r>
              <a:rPr lang="en-US" altLang="zh-CN" sz="1600" dirty="0">
                <a:solidFill>
                  <a:srgbClr val="F5F5F5">
                    <a:lumMod val="75000"/>
                  </a:srgbClr>
                </a:solidFill>
                <a:latin typeface="vivo Sans"/>
                <a:ea typeface="vivo Sans"/>
              </a:rPr>
              <a:t>3.0.1</a:t>
            </a:r>
          </a:p>
          <a:p>
            <a:pPr algn="r" defTabSz="914377">
              <a:defRPr/>
            </a:pPr>
            <a:endParaRPr lang="en-US" altLang="zh-CN" sz="1600" dirty="0">
              <a:solidFill>
                <a:srgbClr val="F5F5F5">
                  <a:lumMod val="75000"/>
                </a:srgbClr>
              </a:solidFill>
              <a:latin typeface="vivo Sans"/>
              <a:ea typeface="vivo Sans"/>
            </a:endParaRPr>
          </a:p>
          <a:p>
            <a:pPr algn="r" defTabSz="914377">
              <a:defRPr/>
            </a:pPr>
            <a:endParaRPr lang="zh-CN" altLang="en-US" sz="1600" dirty="0">
              <a:solidFill>
                <a:srgbClr val="F5F5F5">
                  <a:lumMod val="75000"/>
                </a:srgbClr>
              </a:solidFill>
              <a:latin typeface="vivo Sans"/>
              <a:ea typeface="vivo Sans"/>
            </a:endParaRPr>
          </a:p>
        </p:txBody>
      </p:sp>
      <p:sp>
        <p:nvSpPr>
          <p:cNvPr id="7" name="!! 按钮3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8603817F-86DC-D222-BD5F-11830D2E586B}"/>
              </a:ext>
            </a:extLst>
          </p:cNvPr>
          <p:cNvSpPr/>
          <p:nvPr/>
        </p:nvSpPr>
        <p:spPr>
          <a:xfrm>
            <a:off x="4288463" y="4601649"/>
            <a:ext cx="3253567" cy="408215"/>
          </a:xfrm>
          <a:prstGeom prst="roundRect">
            <a:avLst>
              <a:gd name="adj" fmla="val 50000"/>
            </a:avLst>
          </a:prstGeom>
          <a:noFill/>
          <a:ln w="12700">
            <a:noFill/>
          </a:ln>
          <a:effectLst>
            <a:outerShdw blurRad="88900" sx="101000" sy="101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>
              <a:defRPr/>
            </a:pPr>
            <a:r>
              <a:rPr lang="zh-CN" altLang="en-US" sz="1400" dirty="0">
                <a:noFill/>
                <a:latin typeface="vivo Sans"/>
                <a:ea typeface="vivo Sans"/>
              </a:rPr>
              <a:t>从 本地文件 启动</a:t>
            </a:r>
          </a:p>
        </p:txBody>
      </p:sp>
      <p:sp>
        <p:nvSpPr>
          <p:cNvPr id="10" name="!! 按钮4">
            <a:hlinkClick r:id="rId2" action="ppaction://hlinksldjump"/>
            <a:extLst>
              <a:ext uri="{FF2B5EF4-FFF2-40B4-BE49-F238E27FC236}">
                <a16:creationId xmlns:a16="http://schemas.microsoft.com/office/drawing/2014/main" id="{D4471BC6-D315-3C8A-FA88-352C1CAE80D9}"/>
              </a:ext>
            </a:extLst>
          </p:cNvPr>
          <p:cNvSpPr/>
          <p:nvPr/>
        </p:nvSpPr>
        <p:spPr>
          <a:xfrm>
            <a:off x="4288463" y="4021056"/>
            <a:ext cx="3253567" cy="408215"/>
          </a:xfrm>
          <a:prstGeom prst="roundRect">
            <a:avLst>
              <a:gd name="adj" fmla="val 50000"/>
            </a:avLst>
          </a:prstGeom>
          <a:noFill/>
          <a:ln w="12700">
            <a:noFill/>
          </a:ln>
          <a:effectLst>
            <a:outerShdw blurRad="88900" sx="101000" sy="101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>
              <a:defRPr/>
            </a:pPr>
            <a:r>
              <a:rPr lang="zh-CN" altLang="en-US" sz="1400" dirty="0">
                <a:noFill/>
                <a:latin typeface="vivo Sans"/>
                <a:ea typeface="vivo Sans"/>
              </a:rPr>
              <a:t>修改启动顺序</a:t>
            </a:r>
          </a:p>
        </p:txBody>
      </p:sp>
      <p:sp>
        <p:nvSpPr>
          <p:cNvPr id="11" name="!! 按钮2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29EF2548-9194-006F-5B9C-60A865B03520}"/>
              </a:ext>
            </a:extLst>
          </p:cNvPr>
          <p:cNvSpPr/>
          <p:nvPr/>
        </p:nvSpPr>
        <p:spPr>
          <a:xfrm>
            <a:off x="4288463" y="5182244"/>
            <a:ext cx="3253567" cy="408215"/>
          </a:xfrm>
          <a:prstGeom prst="roundRect">
            <a:avLst>
              <a:gd name="adj" fmla="val 50000"/>
            </a:avLst>
          </a:prstGeom>
          <a:noFill/>
          <a:ln w="12700">
            <a:noFill/>
          </a:ln>
          <a:effectLst>
            <a:outerShdw blurRad="88900" sx="101000" sy="101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>
              <a:defRPr/>
            </a:pPr>
            <a:r>
              <a:rPr lang="zh-CN" altLang="en-US" sz="1400" dirty="0">
                <a:noFill/>
                <a:latin typeface="vivo Sans"/>
                <a:ea typeface="vivo Sans"/>
              </a:rPr>
              <a:t>从 其它介质 启动</a:t>
            </a:r>
          </a:p>
        </p:txBody>
      </p:sp>
      <p:sp>
        <p:nvSpPr>
          <p:cNvPr id="12" name="!! 按钮1">
            <a:hlinkClick r:id="rId3" action="ppaction://hlinksldjump"/>
            <a:extLst>
              <a:ext uri="{FF2B5EF4-FFF2-40B4-BE49-F238E27FC236}">
                <a16:creationId xmlns:a16="http://schemas.microsoft.com/office/drawing/2014/main" id="{ECBFA6C9-4EC1-662F-FA5A-B82FA9313700}"/>
              </a:ext>
            </a:extLst>
          </p:cNvPr>
          <p:cNvSpPr/>
          <p:nvPr/>
        </p:nvSpPr>
        <p:spPr>
          <a:xfrm>
            <a:off x="4288463" y="5762837"/>
            <a:ext cx="3253567" cy="408215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>
            <a:outerShdw blurRad="88900" sx="101000" sy="101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>
              <a:defRPr/>
            </a:pPr>
            <a:r>
              <a:rPr lang="zh-CN" altLang="en-US" sz="1400" dirty="0">
                <a:noFill/>
                <a:latin typeface="vivo Sans"/>
                <a:ea typeface="vivo Sans"/>
              </a:rPr>
              <a:t>返回</a:t>
            </a:r>
          </a:p>
        </p:txBody>
      </p:sp>
      <p:sp>
        <p:nvSpPr>
          <p:cNvPr id="13" name="!! 按钮5">
            <a:hlinkClick r:id="rId2" action="ppaction://hlinksldjump"/>
            <a:extLst>
              <a:ext uri="{FF2B5EF4-FFF2-40B4-BE49-F238E27FC236}">
                <a16:creationId xmlns:a16="http://schemas.microsoft.com/office/drawing/2014/main" id="{FCB0F23A-3269-0322-53C6-5D134D5F1236}"/>
              </a:ext>
            </a:extLst>
          </p:cNvPr>
          <p:cNvSpPr/>
          <p:nvPr/>
        </p:nvSpPr>
        <p:spPr>
          <a:xfrm>
            <a:off x="4288463" y="3440461"/>
            <a:ext cx="3253567" cy="408215"/>
          </a:xfrm>
          <a:prstGeom prst="roundRect">
            <a:avLst>
              <a:gd name="adj" fmla="val 50000"/>
            </a:avLst>
          </a:prstGeom>
          <a:noFill/>
          <a:ln w="12700">
            <a:noFill/>
          </a:ln>
          <a:effectLst>
            <a:outerShdw blurRad="88900" sx="101000" sy="101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>
              <a:defRPr/>
            </a:pPr>
            <a:r>
              <a:rPr lang="zh-CN" altLang="en-US" sz="1400" dirty="0">
                <a:noFill/>
                <a:latin typeface="vivo Sans"/>
                <a:ea typeface="vivo Sans"/>
              </a:rPr>
              <a:t>启动安全模式</a:t>
            </a:r>
          </a:p>
        </p:txBody>
      </p:sp>
      <p:sp>
        <p:nvSpPr>
          <p:cNvPr id="15" name="!! 副标题">
            <a:extLst>
              <a:ext uri="{FF2B5EF4-FFF2-40B4-BE49-F238E27FC236}">
                <a16:creationId xmlns:a16="http://schemas.microsoft.com/office/drawing/2014/main" id="{43435240-0F09-7019-2FB1-9EC5F80FDC98}"/>
              </a:ext>
            </a:extLst>
          </p:cNvPr>
          <p:cNvSpPr txBox="1"/>
          <p:nvPr/>
        </p:nvSpPr>
        <p:spPr>
          <a:xfrm>
            <a:off x="4139607" y="1679941"/>
            <a:ext cx="3551275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 defTabSz="914377">
              <a:defRPr/>
            </a:pPr>
            <a:r>
              <a:rPr lang="en-US" altLang="zh-CN" dirty="0">
                <a:noFill/>
                <a:latin typeface="vivo Sans"/>
                <a:ea typeface="vivo Sans"/>
              </a:rPr>
              <a:t>Leaf Boot Tool</a:t>
            </a:r>
            <a:endParaRPr lang="zh-CN" altLang="en-US" dirty="0">
              <a:noFill/>
              <a:latin typeface="vivo Sans"/>
              <a:ea typeface="vivo Sans"/>
            </a:endParaRPr>
          </a:p>
        </p:txBody>
      </p:sp>
      <p:sp>
        <p:nvSpPr>
          <p:cNvPr id="16" name="!! 大标题">
            <a:extLst>
              <a:ext uri="{FF2B5EF4-FFF2-40B4-BE49-F238E27FC236}">
                <a16:creationId xmlns:a16="http://schemas.microsoft.com/office/drawing/2014/main" id="{9BC7BA71-5AC9-01F9-EE24-259248F333CF}"/>
              </a:ext>
            </a:extLst>
          </p:cNvPr>
          <p:cNvSpPr txBox="1"/>
          <p:nvPr/>
        </p:nvSpPr>
        <p:spPr>
          <a:xfrm>
            <a:off x="4139607" y="1095169"/>
            <a:ext cx="3551275" cy="5847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 defTabSz="914377">
              <a:defRPr/>
            </a:pPr>
            <a:r>
              <a:rPr lang="en-US" altLang="zh-CN" sz="3200" dirty="0">
                <a:noFill/>
                <a:latin typeface="vivo Sans Medium"/>
                <a:ea typeface="vivo Sans Medium"/>
              </a:rPr>
              <a:t>Leaf </a:t>
            </a:r>
            <a:r>
              <a:rPr lang="zh-CN" altLang="en-US" sz="3200" dirty="0">
                <a:noFill/>
                <a:latin typeface="vivo Sans Medium"/>
                <a:ea typeface="vivo Sans Medium"/>
              </a:rPr>
              <a:t>引导工具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BCAFFAA9-C976-2C18-C39C-CC95F7D9A862}"/>
              </a:ext>
            </a:extLst>
          </p:cNvPr>
          <p:cNvSpPr txBox="1"/>
          <p:nvPr/>
        </p:nvSpPr>
        <p:spPr>
          <a:xfrm>
            <a:off x="1360967" y="996956"/>
            <a:ext cx="243485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377">
              <a:defRPr/>
            </a:pPr>
            <a:r>
              <a:rPr lang="zh-CN" altLang="en-US" sz="3200" dirty="0">
                <a:solidFill>
                  <a:srgbClr val="181818"/>
                </a:solidFill>
                <a:latin typeface="vivo Sans Medium"/>
                <a:ea typeface="vivo Sans Medium"/>
              </a:rPr>
              <a:t>关于 </a:t>
            </a:r>
            <a:r>
              <a:rPr lang="en-US" altLang="zh-CN" sz="3200" dirty="0">
                <a:solidFill>
                  <a:srgbClr val="181818"/>
                </a:solidFill>
                <a:latin typeface="vivo Sans Medium"/>
                <a:ea typeface="vivo Sans Medium"/>
              </a:rPr>
              <a:t>LBT</a:t>
            </a:r>
            <a:endParaRPr lang="zh-CN" altLang="en-US" sz="3200" dirty="0">
              <a:solidFill>
                <a:srgbClr val="181818"/>
              </a:solidFill>
              <a:latin typeface="vivo Sans Medium"/>
              <a:ea typeface="vivo Sans Medium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D51E7863-2F1A-488A-35A1-EC3BC3943B73}"/>
              </a:ext>
            </a:extLst>
          </p:cNvPr>
          <p:cNvSpPr/>
          <p:nvPr/>
        </p:nvSpPr>
        <p:spPr>
          <a:xfrm>
            <a:off x="2" y="0"/>
            <a:ext cx="1360967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>
              <a:defRPr/>
            </a:pPr>
            <a:endParaRPr lang="zh-CN" altLang="en-US">
              <a:solidFill>
                <a:srgbClr val="F5F5F5"/>
              </a:solidFill>
              <a:latin typeface="vivo Sans"/>
              <a:ea typeface="vivo Sans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E54733BD-8BB7-F2A3-A586-D2F38A56B20F}"/>
              </a:ext>
            </a:extLst>
          </p:cNvPr>
          <p:cNvSpPr/>
          <p:nvPr/>
        </p:nvSpPr>
        <p:spPr>
          <a:xfrm>
            <a:off x="10708817" y="0"/>
            <a:ext cx="1475019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>
              <a:defRPr/>
            </a:pPr>
            <a:endParaRPr lang="zh-CN" altLang="en-US">
              <a:solidFill>
                <a:srgbClr val="F5F5F5"/>
              </a:solidFill>
              <a:latin typeface="vivo Sans"/>
              <a:ea typeface="vivo Sans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312F808F-F4C9-74A8-B5AF-263811EF85B2}"/>
              </a:ext>
            </a:extLst>
          </p:cNvPr>
          <p:cNvSpPr txBox="1"/>
          <p:nvPr/>
        </p:nvSpPr>
        <p:spPr>
          <a:xfrm>
            <a:off x="1360967" y="1581732"/>
            <a:ext cx="9347851" cy="25973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377">
              <a:lnSpc>
                <a:spcPct val="114000"/>
              </a:lnSpc>
              <a:defRPr/>
            </a:pPr>
            <a:r>
              <a:rPr lang="en-US" altLang="zh-CN" dirty="0">
                <a:solidFill>
                  <a:srgbClr val="181818"/>
                </a:solidFill>
                <a:latin typeface="vivo Sans"/>
                <a:ea typeface="vivo Sans"/>
              </a:rPr>
              <a:t>Leaf Boot Tool </a:t>
            </a:r>
          </a:p>
          <a:p>
            <a:pPr defTabSz="914377">
              <a:lnSpc>
                <a:spcPct val="114000"/>
              </a:lnSpc>
              <a:defRPr/>
            </a:pPr>
            <a:r>
              <a:rPr lang="zh-CN" altLang="en-US" dirty="0">
                <a:solidFill>
                  <a:srgbClr val="181818"/>
                </a:solidFill>
                <a:latin typeface="vivo Sans"/>
                <a:ea typeface="vivo Sans"/>
              </a:rPr>
              <a:t>版本：</a:t>
            </a:r>
            <a:r>
              <a:rPr lang="en-US" altLang="zh-CN" dirty="0">
                <a:solidFill>
                  <a:srgbClr val="181818"/>
                </a:solidFill>
                <a:latin typeface="vivo Sans"/>
                <a:ea typeface="vivo Sans"/>
              </a:rPr>
              <a:t>3.0.1</a:t>
            </a:r>
          </a:p>
          <a:p>
            <a:pPr defTabSz="914377">
              <a:lnSpc>
                <a:spcPct val="114000"/>
              </a:lnSpc>
              <a:defRPr/>
            </a:pPr>
            <a:endParaRPr lang="en-US" altLang="zh-CN" dirty="0">
              <a:solidFill>
                <a:srgbClr val="181818"/>
              </a:solidFill>
              <a:latin typeface="vivo Sans"/>
              <a:ea typeface="vivo Sans"/>
            </a:endParaRPr>
          </a:p>
          <a:p>
            <a:pPr defTabSz="914377">
              <a:lnSpc>
                <a:spcPct val="114000"/>
              </a:lnSpc>
              <a:defRPr/>
            </a:pPr>
            <a:r>
              <a:rPr lang="en-US" altLang="zh-CN" dirty="0">
                <a:solidFill>
                  <a:srgbClr val="181818"/>
                </a:solidFill>
                <a:latin typeface="vivo Sans"/>
                <a:ea typeface="vivo Sans"/>
              </a:rPr>
              <a:t>© 2025 </a:t>
            </a:r>
            <a:r>
              <a:rPr lang="zh-CN" altLang="en-US" dirty="0">
                <a:solidFill>
                  <a:srgbClr val="181818"/>
                </a:solidFill>
                <a:latin typeface="vivo Sans"/>
                <a:ea typeface="vivo Sans"/>
              </a:rPr>
              <a:t>雨夌 </a:t>
            </a:r>
            <a:r>
              <a:rPr lang="en-US" altLang="zh-CN" dirty="0">
                <a:solidFill>
                  <a:srgbClr val="181818"/>
                </a:solidFill>
                <a:latin typeface="vivo Sans"/>
                <a:ea typeface="vivo Sans"/>
              </a:rPr>
              <a:t>All Rights Reserved.</a:t>
            </a:r>
          </a:p>
          <a:p>
            <a:pPr defTabSz="914377">
              <a:lnSpc>
                <a:spcPct val="114000"/>
              </a:lnSpc>
              <a:defRPr/>
            </a:pPr>
            <a:endParaRPr lang="en-US" altLang="zh-CN" dirty="0">
              <a:solidFill>
                <a:srgbClr val="181818"/>
              </a:solidFill>
              <a:latin typeface="vivo Sans"/>
              <a:ea typeface="vivo Sans"/>
            </a:endParaRPr>
          </a:p>
          <a:p>
            <a:pPr defTabSz="914377">
              <a:lnSpc>
                <a:spcPct val="114000"/>
              </a:lnSpc>
              <a:defRPr/>
            </a:pPr>
            <a:r>
              <a:rPr lang="en-US" altLang="zh-CN" dirty="0">
                <a:solidFill>
                  <a:srgbClr val="000000"/>
                </a:solidFill>
                <a:latin typeface="Source Sans Pro" panose="020F0502020204030204" pitchFamily="34" charset="0"/>
              </a:rPr>
              <a:t>Leaf Boot Tool © 2025 by </a:t>
            </a:r>
            <a:r>
              <a:rPr lang="zh-CN" altLang="en-US" dirty="0">
                <a:solidFill>
                  <a:srgbClr val="000000"/>
                </a:solidFill>
                <a:latin typeface="Source Sans Pro" panose="020F0502020204030204" pitchFamily="34" charset="0"/>
              </a:rPr>
              <a:t>雨夌 </a:t>
            </a:r>
            <a:r>
              <a:rPr lang="en-US" altLang="zh-CN" dirty="0">
                <a:solidFill>
                  <a:srgbClr val="000000"/>
                </a:solidFill>
                <a:latin typeface="Source Sans Pro" panose="020F0502020204030204" pitchFamily="34" charset="0"/>
              </a:rPr>
              <a:t>is licensed under CC BY-NC-SA 4.0. To view a copy of this license, visit </a:t>
            </a:r>
            <a:r>
              <a:rPr lang="en-US" altLang="zh-CN" dirty="0">
                <a:solidFill>
                  <a:schemeClr val="accent1"/>
                </a:solidFill>
                <a:latin typeface="Source Sans Pro" panose="020F050202020403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https://creativecommons.org/licenses/by-nc-sa/4.0/</a:t>
            </a:r>
            <a:endParaRPr lang="en-US" altLang="zh-CN" dirty="0">
              <a:solidFill>
                <a:schemeClr val="accent1"/>
              </a:solidFill>
              <a:latin typeface="vivo Sans"/>
              <a:ea typeface="vivo Sans"/>
            </a:endParaRPr>
          </a:p>
          <a:p>
            <a:pPr defTabSz="914377">
              <a:lnSpc>
                <a:spcPct val="114000"/>
              </a:lnSpc>
              <a:defRPr/>
            </a:pPr>
            <a:endParaRPr lang="zh-CN" altLang="en-US" dirty="0">
              <a:solidFill>
                <a:srgbClr val="181818"/>
              </a:solidFill>
              <a:latin typeface="vivo Sans"/>
              <a:ea typeface="vivo Sans"/>
            </a:endParaRPr>
          </a:p>
        </p:txBody>
      </p:sp>
      <p:sp>
        <p:nvSpPr>
          <p:cNvPr id="3" name="!! 按钮1">
            <a:hlinkClick r:id="rId5" action="ppaction://hlinksldjump"/>
            <a:extLst>
              <a:ext uri="{FF2B5EF4-FFF2-40B4-BE49-F238E27FC236}">
                <a16:creationId xmlns:a16="http://schemas.microsoft.com/office/drawing/2014/main" id="{3E9B31C2-5DC1-754F-09B9-DA66434A845E}"/>
              </a:ext>
            </a:extLst>
          </p:cNvPr>
          <p:cNvSpPr/>
          <p:nvPr/>
        </p:nvSpPr>
        <p:spPr>
          <a:xfrm>
            <a:off x="8884364" y="5510184"/>
            <a:ext cx="1817511" cy="40821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  <a:effectLst>
            <a:outerShdw blurRad="88900" sx="101000" sy="101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>
              <a:defRPr/>
            </a:pPr>
            <a:r>
              <a:rPr lang="zh-CN" altLang="en-US" sz="1400" dirty="0">
                <a:solidFill>
                  <a:srgbClr val="FFFFFF"/>
                </a:solidFill>
                <a:latin typeface="vivo Sans"/>
                <a:ea typeface="vivo Sans"/>
              </a:rPr>
              <a:t>返回</a:t>
            </a:r>
          </a:p>
        </p:txBody>
      </p:sp>
    </p:spTree>
    <p:extLst>
      <p:ext uri="{BB962C8B-B14F-4D97-AF65-F5344CB8AC3E}">
        <p14:creationId xmlns:p14="http://schemas.microsoft.com/office/powerpoint/2010/main" val="16594577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 advClick="0">
        <p159:morph option="byObject"/>
      </p:transition>
    </mc:Choice>
    <mc:Fallback xmlns="">
      <p:transition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3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-2.96296E-6 L 0.02526 -0.00023 " pathEditMode="relative" rAng="0" ptsTypes="AA">
                                      <p:cBhvr>
                                        <p:cTn id="9" dur="250" spd="-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63" y="-23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63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-2.96296E-6 L 0.02526 -0.00023 " pathEditMode="relative" rAng="0" ptsTypes="AA">
                                      <p:cBhvr>
                                        <p:cTn id="14" dur="250" spd="-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63" y="-23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63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-2.96296E-6 L 0.02526 -0.00023 " pathEditMode="relative" rAng="0" ptsTypes="AA">
                                      <p:cBhvr>
                                        <p:cTn id="19" dur="250" spd="-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63" y="-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7" grpId="1"/>
      <p:bldP spid="2" grpId="0"/>
      <p:bldP spid="2" grpId="1"/>
      <p:bldP spid="3" grpId="0" animBg="1"/>
      <p:bldP spid="3" grpId="1" animBg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D-PA" val="v1.0.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D-PA" val="v1.0.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D-PA" val="v1.0.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D-PA" val="v1.0.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D-PA" val="v1.0.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D-PA" val="v1.0.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D-PA" val="v1.0.0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D-PA" val="v1.0.0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D-PA" val="v1.0.0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D-PA" val="v1.0.0"/>
</p:tagLst>
</file>

<file path=ppt/theme/theme1.xml><?xml version="1.0" encoding="utf-8"?>
<a:theme xmlns:a="http://schemas.openxmlformats.org/drawingml/2006/main" name="Office 主题​​">
  <a:themeElements>
    <a:clrScheme name="MD3">
      <a:dk1>
        <a:srgbClr val="181818"/>
      </a:dk1>
      <a:lt1>
        <a:srgbClr val="F5F5F5"/>
      </a:lt1>
      <a:dk2>
        <a:srgbClr val="003A62"/>
      </a:dk2>
      <a:lt2>
        <a:srgbClr val="FFFFFF"/>
      </a:lt2>
      <a:accent1>
        <a:srgbClr val="62A8D3"/>
      </a:accent1>
      <a:accent2>
        <a:srgbClr val="89CFF0"/>
      </a:accent2>
      <a:accent3>
        <a:srgbClr val="AED6F1"/>
      </a:accent3>
      <a:accent4>
        <a:srgbClr val="E0F1FF"/>
      </a:accent4>
      <a:accent5>
        <a:srgbClr val="FF5252"/>
      </a:accent5>
      <a:accent6>
        <a:srgbClr val="FFC000"/>
      </a:accent6>
      <a:hlink>
        <a:srgbClr val="0F4C81"/>
      </a:hlink>
      <a:folHlink>
        <a:srgbClr val="BF55EC"/>
      </a:folHlink>
    </a:clrScheme>
    <a:fontScheme name="vivo Sans">
      <a:majorFont>
        <a:latin typeface="vivo Sans Medium"/>
        <a:ea typeface="vivo Sans Medium"/>
        <a:cs typeface=""/>
      </a:majorFont>
      <a:minorFont>
        <a:latin typeface="vivo Sans"/>
        <a:ea typeface="vivo San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MD3">
    <a:dk1>
      <a:srgbClr val="181818"/>
    </a:dk1>
    <a:lt1>
      <a:srgbClr val="F5F5F5"/>
    </a:lt1>
    <a:dk2>
      <a:srgbClr val="003A62"/>
    </a:dk2>
    <a:lt2>
      <a:srgbClr val="FFFFFF"/>
    </a:lt2>
    <a:accent1>
      <a:srgbClr val="62A8D3"/>
    </a:accent1>
    <a:accent2>
      <a:srgbClr val="89CFF0"/>
    </a:accent2>
    <a:accent3>
      <a:srgbClr val="AED6F1"/>
    </a:accent3>
    <a:accent4>
      <a:srgbClr val="E0F1FF"/>
    </a:accent4>
    <a:accent5>
      <a:srgbClr val="FF5252"/>
    </a:accent5>
    <a:accent6>
      <a:srgbClr val="FFC000"/>
    </a:accent6>
    <a:hlink>
      <a:srgbClr val="0F4C81"/>
    </a:hlink>
    <a:folHlink>
      <a:srgbClr val="BF55EC"/>
    </a:folHlink>
  </a:clrScheme>
</a:themeOverride>
</file>

<file path=ppt/theme/themeOverride2.xml><?xml version="1.0" encoding="utf-8"?>
<a:themeOverride xmlns:a="http://schemas.openxmlformats.org/drawingml/2006/main">
  <a:clrScheme name="MD3">
    <a:dk1>
      <a:srgbClr val="181818"/>
    </a:dk1>
    <a:lt1>
      <a:srgbClr val="F5F5F5"/>
    </a:lt1>
    <a:dk2>
      <a:srgbClr val="003A62"/>
    </a:dk2>
    <a:lt2>
      <a:srgbClr val="FFFFFF"/>
    </a:lt2>
    <a:accent1>
      <a:srgbClr val="62A8D3"/>
    </a:accent1>
    <a:accent2>
      <a:srgbClr val="89CFF0"/>
    </a:accent2>
    <a:accent3>
      <a:srgbClr val="AED6F1"/>
    </a:accent3>
    <a:accent4>
      <a:srgbClr val="E0F1FF"/>
    </a:accent4>
    <a:accent5>
      <a:srgbClr val="FF5252"/>
    </a:accent5>
    <a:accent6>
      <a:srgbClr val="FFC000"/>
    </a:accent6>
    <a:hlink>
      <a:srgbClr val="0F4C81"/>
    </a:hlink>
    <a:folHlink>
      <a:srgbClr val="BF55EC"/>
    </a:folHlink>
  </a:clrScheme>
</a:themeOverrid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6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23A511E-2DAE-4D09-BF30-76A5F87351F6}">
  <we:reference id="wa104380862" version="3.0.0.0" store="zh-CN" storeType="OMEX"/>
  <we:alternateReferences>
    <we:reference id="wa104380862" version="3.0.0.0" store="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4235</TotalTime>
  <Words>3342</Words>
  <Application>Microsoft Office PowerPoint</Application>
  <PresentationFormat>宽屏</PresentationFormat>
  <Paragraphs>1308</Paragraphs>
  <Slides>111</Slides>
  <Notes>86</Notes>
  <HiddenSlides>8</HiddenSlides>
  <MMClips>0</MMClips>
  <ScaleCrop>false</ScaleCrop>
  <HeadingPairs>
    <vt:vector size="8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111</vt:i4>
      </vt:variant>
      <vt:variant>
        <vt:lpstr>自定义放映</vt:lpstr>
      </vt:variant>
      <vt:variant>
        <vt:i4>1</vt:i4>
      </vt:variant>
    </vt:vector>
  </HeadingPairs>
  <TitlesOfParts>
    <vt:vector size="123" baseType="lpstr">
      <vt:lpstr>OPPOSans M</vt:lpstr>
      <vt:lpstr>OPPOSans R</vt:lpstr>
      <vt:lpstr>vivo Sans</vt:lpstr>
      <vt:lpstr>vivo Sans Bold</vt:lpstr>
      <vt:lpstr>vivo Sans Light</vt:lpstr>
      <vt:lpstr>vivo Sans Medium</vt:lpstr>
      <vt:lpstr>等线</vt:lpstr>
      <vt:lpstr>Arial</vt:lpstr>
      <vt:lpstr>Calibri</vt:lpstr>
      <vt:lpstr>Source Sans Pro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oobe</vt:lpstr>
    </vt:vector>
  </TitlesOfParts>
  <Company>HYSoft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夌 雨</dc:creator>
  <cp:lastModifiedBy>夌 雨</cp:lastModifiedBy>
  <cp:revision>2</cp:revision>
  <dcterms:created xsi:type="dcterms:W3CDTF">2025-06-28T14:57:41Z</dcterms:created>
  <dcterms:modified xsi:type="dcterms:W3CDTF">2025-09-06T11:30:04Z</dcterms:modified>
</cp:coreProperties>
</file>